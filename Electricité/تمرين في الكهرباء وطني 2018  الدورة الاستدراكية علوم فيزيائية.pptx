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3" r:id="rId18"/>
    <p:sldId id="272" r:id="rId19"/>
    <p:sldId id="274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6C6C"/>
    <a:srgbClr val="A80303"/>
    <a:srgbClr val="0D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2:46:54.1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19999 6604 37 0,'0'2'492'0,"3"-2"-84"0,-6 0-150 0,3 0-11 16,3 0-79-16,6 2-91 0,-4 4 0 0,-5-6-10 16,10 0-14-16,-8 0-13 0,-2 3 19 0,10-3-3 15,2 0 20-15,-10-3-23 0,13 3 26 0,0-3-8 16,-10 3-18-16,14-3-3 0,-5 1-4 0,-6 2 0 16,14-2-13-16,-14-1-16 0,7 0 10 0,6 0 2 15,-4 1-7-15,-14 2-13 0,21-3-10 0,-9 3-3 16,2 0-3-16,-10 0 5 0,10 0-1 0,-5 0 1 0,-4 0 2 15,11 0 4-15,-7 0 3 0,-4 3 18 0,9-3 18 16,4 0 32-16,-15 0-15 0,12 0 19 0,-7 0 1 16,1 0-4-16,3 0-33 0,6 2 7 0,-13-2-14 15,13 0-7-15,-9 0-19 0,6 0 2 0,-1 0-1 16,0-2-1-16,-10 2-12 0,13 0-14 0,1 0-1 0,-13 0 8 16,14 0 2-16,-10 0-4 0,2 2-6 0,6-2 0 15,-8 3 6-15,-9-3 2 0,12 3-6 0,-6 0 2 16,3-3 3-16,0 0 12 0,-4 2-1 0,4 0-5 15,8 1 2-15,-8-3-2 0,0 3-9 0,12-3-7 16,-12 0-3-16,8-3 4 0,-8 3 6 0,6-5-4 16,3 3 5-16,-1-1 10 0,-5 0 1 0,6 0 2 15,2 3-2-15,-9 0-4 0,8 0 0 0,0-2-1 16,-6 2-3-16,-5 0-10 0,10 0-6 0,-1 0 6 0,-5 2 10 16,6 1-2-16,-15-3 0 0,15 6-9 0,2-4 28 15,-11 0-25-15,0 1 5 0,5-3-8 0,0 3-8 16,-5-3 22-16,7 3-1 0,-8-3 0 0,7 0 8 15,5 0-2-15,-14 0-2 0,9 2 4 0,-1-2-7 16,-5 0-3-16,7 0-3 0,-2 0 0 0,-9 3 6 16,7-3-1-16,1 0 1 0,1 0-3 0,3 2 4 0,-2-2-2 15,-6 4 2-15,9-4 0 0,-4 0 1 0,-7 2-1 16,7-2-1-16,-8 0 0 0,9 0 1 0,-1 2-2 16,-2-2-1-16,-9 0-3 0,17 3-14 0,-6-1-7 15,-5-2 7-15,7 0 7 0,-8 4 1 0,7-4 0 16,2 2 21-16,-8-2 6 0,0 0-2 0,11 0-2 15,-11 0-8-15,9 3 3 0,-1-3-8 0,-5 0-6 0,12 0-9 16,-3 2 6-16,-7-2 6 0,7 0-6 0,-4 0 2 16,1 0-4-16,2 0 20 0,-2 0 15 0,2 0-10 15,-2 0-10-15,-1 0 16 0,10 0 5 0,-6 4 2 16,-3-2-23-16,-1-2-10 0,10 2 16 0,-4 1 9 16,1-1-19-16,-7-2-2 0,13 4-21 0,-1-4 9 15,-5 0 21-15,-7 0-3 0,9-4-13 0,1 4 2 16,3-2 18-16,-10-1 15 0,6 3 0 0,2-2-23 0,1 0 3 15,-8-2 31-15,-4 2-8 0,6 2-5 0,-2 0-11 16,6 0 15-16,-13 0 2 0,10 2-7 0,-5 2-23 16,5-2 2-16,-5 0 6 0,-2-2 4 0,4 0-10 15,-4 3-3-15,-11-1 1 0,18 2-1 0,-15-2-2 16,8 1-1-16,-14-1 3 0,26 0-3 0,-26-2 6 0,20 0 7 16,-16 4-5-16,10-4-10 0,6 0 13 0,-4-4 0 15,-2 2-1-15,-6 2 1 0,13 0-2 0,-7-2 16 16,4 2-8-16,-9-3-9 0,9 3-10 0,2 0 15 15,-6-2-2-15,-2 2-1 0,0 0 0 0,12 0-5 16,-8 0 21-16,-7 0-10 0,-6 0-6 0,15 0-2 16,-1-4 2-16,-1 4-2 0,-2 0 3 0,-2-2-3 15,-7 2-5-15,16-3-7 0,-6 3 3 0,-1 0 8 0,-3-2 2 16,5 0 1-16,-5-2 3 0,7 4 6 16,-4-2 7-16,1 2-2 0,2-3-8 0,-14 3 1 0,23 0 4 15,-5 0-2-15,-12 0-9 0,9 0 4 0,-7 0 16 16,-2 0 18-16,6 0-8 0,-13 0 9 0,13 0 10 15,2 0 2-15,-16 0-21 0,25 3-5 0,-11-3-18 16,2 2 2-16,-9-2-6 0,-4 0 2 0,16 4 1 0,-11-2 9 16,5-2 1-16,4 0 26 0,-4 0 14 0,2 0 0 15,7 2 27-15,-9-2-25 0,11 0 13 0,-2 0-9 16,0 3-29-16,-2-6-12 0,0 3 1 0,2 0-13 16,-4 0-12-16,2 0 5 0,2 0 0 0,2 0 1 15,1 0-3-15,-3 0-3 0,21 0-3 0,-14 0 0 16,5 0-4-16,-12 0 2 0,13 3 2 0,4-3 7 0,-12 0 18 15,-11 0-4-15,9 0 6 0,-2 0 6 0,8 2 30 16,-12-4 16-16,-4 2-14 0,7-3 34 0,8 6 54 16,-6-6 2-16,-11 3-16 0,9-2 32 0,3 2-16 15,4 0 20-15,-16-2-92 0,2 2 11 0,4-4-30 16,9 4-27-16,-18 0-21 0,10-2-4 0,0 2-4 16,-1 0 0-16,-2-3-1 0,8 3 0 0,-8 0 0 15,-3 0 1-15,-4-2 0 0,10 2 0 0,-9 0 2 16,-7 0-2-16,10 0 1 0,-3 0 0 0,18 2 5 15,-16-2-2-15,1 0 7 0,-18 0 0 0,29 0 9 0,-27 0 0 16,22 0 3-16,-21 0-5 0,14 0 8 0,4-2 1 16,6 2-10-16,-13-4-6 0,-10 4 2 0,22-2-4 15,0-1-1-15,-14 1-9 0,5 2 10 0,-1-2 4 16,3-2 5-16,-4 4-3 0,0-2 1 0,2-1 3 16,-5 3 1-16,2 0-10 0,10-2-2 0,-12 2-4 0,-1-3-1 15,17 0-4-15,-20 3-1 0,4-3 0 0,-3 1 0 16,9 0 0-16,-13 2-2 0,11-3-6 0,3 0 1 15,-7 0 0-15,4 1 4 0,-9 2 1 0,24-5 4 16,-17-1 4-16,-2 4 0 0,5-1 2 0,-6 3-2 16,8-6-7-16,-13 6-1 0,8 0-3 0,3-2 1 15,-1 2 0-15,-8 0 0 0,3 0 2 0,-2 2 5 0,22-2 4 16,-24 0 5-16,12 0-7 0,-5 4-2 16,12-4 4-16,-5 0 1 0,-12 2-7 0,3-2-5 0,-3 0-3 15,13 3-1-15,-15-1 4 0,11 0-7 0,-6 2 2 16,-5-4 3-16,5 2 2 0,0 1 1 0,-3-1 3 15,-8-2-1-15,11 6 3 0,-15-3 0 0,20-1 0 16,-15 0-2-16,4 1 0 0,1 3 3 0,-2-6 3 16,6 5 0-16,-2-3-2 0,0-2 2 0,3 4 6 0,2-2 7 15,-5 0-3-15,-5-2 4 0,8 5 14 0,-10-5 6 16,10 4 12-16,6-2-17 0,-13 1 22 0,16 5 4 16,-4-3 9-16,-11-5-15 0,21 8 11 0,-13-3-1 15,2 1-11-15,-5-4-19 0,9 1 13 0,-14-3-25 16,18 8-7-16,-22-8-8 0,17 5-1 0,-8-3-5 15,-2 4 0-15,6-1-1 0,-10-2 6 0,10 5-1 0,0-3 12 16,-9-3 20-16,-1 4 5 0,7-6 33 0,-3 0 0 16,-3 3-13-16,6-3-16 0,-3-3 6 0,5 3-23 15,6 0-23-15,-17 0-5 0,12 0 20 0,-6-2 5 16,3 2 13-16,-6-4-15 0,2 2 12 0,1 2 2 16,6 0-10-16,0-3-17 0,-6 3-4 0,14 0-6 15,-15 3 0-15,16-3-1 0,-3 2-1 0,0-2-2 16,-2 4-2-16,0-2-5 0,-2 1-6 0,1 5-19 15,-1-6-22-15,1 3-32 0,-3-1 14 0,8 3-75 0,-6-1-8 16,2-1 3-16,-12-5 48 0,5 5-14 0,1-2 4 16,-1 2 37-16,-7-5 39 0,1 2 12 0,8 1 0 15,-5 0 3-15,-9-3 9 0,12 3-3 0,-6-3 2 16,3 2 12-16,-1-2 4 0,-5 3 4 0,2-1 8 0,8-2-2 16,-8 4 1-16,2-4-5 0,-8 2-5 0,13 0 3 15,-3 1-2-15,-9-3 0 0,6 2 5 0,-1-2-1 16,4 4 4-16,-2-2-4 0,-5-2-4 0,2 0-2 15,10 5-8-15,-12-3-13 0,5 2-25 0,2-2-5 16,-12-2 0-16,17 3-10 0,-12-3-71 0,7 0-63 16,-5 2 26-16,8-2 6 0,-15 0-125 0,12-2-130 15,-10 2-56-15,-2 0 88 0,0 0-214 0,6-13 27 16,-6 4 67-16,0-4-486 0</inkml:trace>
  <inkml:trace contextRef="#ctx0" brushRef="#br0" timeOffset="14529.15">29504 7855 885 0,'0'0'375'0,"-3"0"-29"0,3 0-89 0,3 0 16 15,-6 0-117-15,6 0-59 0,-3 0-26 0,0 0 50 16,0 0 25-16,0 0 10 0,0 0-36 0,-3 0 51 15,6 0-5-15,-6 0-5 0,3 0-84 0,3 0 16 0,9 5 3 16,-12-5-20-16,2 0-13 0,10 2-9 0,-12-4 2 16,3 4 7-16,13-2-1 0,-16 0-4 0,15 0-5 15,-5 4-13-15,0-4-3 0,4 2-8 0,-2-2 4 16,0 0-8-16,11 0 6 0,-4 0-7 0,-9 0 11 16,21 0-25-16,-11-2-8 0,-2 2-3 0,3-4 2 15,8 4-14-15,-21-2-1 0,16 2 7 0,0-2 10 16,-1 2 3-16,-2-3 4 0,-15 3-1 0,23-2 3 0,-5-2 1 15,3 4-2-15,-7-5 1 0,-6 5-1 0,8 0 3 16,2-2-7-16,1 2 3 0,-18-2-1 0,22-2 0 16,-9 2-5-16,4 2-3 0,0-3 1 0,-4 1 0 15,-1-4-2-15,3 6-2 0,-7-3 3 0,-6 3 3 16,11-2 0-16,-1 2 0 0,-8 0 0 0,15 2 4 16,-7-2-1-16,-8 0 0 0,13 0-3 0,-9 0 0 0,6 0 1 15,-6 0-2-15,-5 0 0 0,12 0-1 16,-13 3 4-16,8-3 2 0,10 0-1 0,-16 0-1 0,5 2 4 15,-2-2 7-15,6 4-1 0,-8-4-8 0,12 0 4 16,-16 2 3-16,10-2-2 0,0 0-1 0,-7 3-2 16,20-3 4-16,-14 0 0 0,-12 0-4 0,19 0 4 15,-4 0 0-15,-8 2-5 0,6-2-2 0,3 0 1 0,-12 0-6 16,11 0-2-16,-10 4-1 0,4-2-1 0,9 0 2 16,-8-2-3-16,-6 0 1 0,11 3 3 0,-8-1 3 15,7 2 0-15,-5-2-1 0,-6-2-1 0,4 0 1 16,10 3-1-16,-8-3-1 0,-11 0-1 0,9 2-1 15,-1-2-1-15,-4 2 3 0,-5-2 1 0,13 0 0 16,-3 0 2-16,-3 4 1 0,-1-4-1 0,-8 0 4 0,22 0-1 16,-22 0-2-16,8 0-3 0,-2 0-6 0,-6 0-2 15,12 0-11-15,-9 2-18 0,-3-2-136 0,0 0-150 16,15 0-133-16,-15 0-170 0,0 0 91 0,0-2-274 16,2-11 58-16,-4 9-272 0</inkml:trace>
  <inkml:trace contextRef="#ctx0" brushRef="#br0" timeOffset="21143.45">13471 8998 40 0,'0'2'539'0,"2"2"-126"15,-2-4-108-15,0 0 80 0,0 0-200 0,0 0-40 16,-2-4-74-16,4 8-35 0,-2-8 19 0,8 8-20 16,-1-4 42-16,-2 0 60 0,5 0 56 0,2 0-3 0,-4 0 57 15,1 2-35-15,-6-2 19 0,15 0-81 0,-7-2-2 16,4 2-24-16,-1 0-46 0,-4 0-24 0,2-4 9 15,8 4-37-15,-6-2-6 0,-2-1-4 0,15 3-12 16,-3 0-6-16,-4-5-2 0,1 5 3 0,2 0 9 16,-2-3 4-16,-1 3 2 0,4-3 1 0,-9 3-1 15,0-2 10-15,17 2-11 0,-8 0-12 0,-7-2 3 16,7-1 3-16,11-3-17 0,-4 4-7 0,-11 2 8 0,4-3 4 16,2-3 5-16,14 4-12 0,-16 0 6 0,6-3 7 15,3-1 5-15,2 1-4 0,-9-1-3 0,18-1 2 16,-5-2 3-16,-7 5 1 0,-5-2 1 0,7 1 0 15,12-1 2-15,-14 3 1 0,-8 1-2 0,1 0 11 16,4-4 3-16,10 1 3 0,-9 2-4 0,-6 3-7 16,5-2-8-16,-2-2-6 0,2 0-10 0,-5 4 0 0,3 0-1 15,-10-3 2-15,-5 3 9 0,5 0 20 0,10 0 19 16,-10 0-4-16,-2 3 4 0,9-3-3 0,-7 0 11 16,10 4-5-16,-7 0-28 0,-5-4-13 0,-6 2-4 15,20 1-5-15,-5-3-10 0,-6 2 2 0,-4 1 0 16,6 0 4-16,2 0 8 0,-2-1 7 0,1 0 1 15,-12-2-3-15,11 3 1 0,0 0 5 0,-5-3 3 16,6 3-5-16,-6-3-7 0,5 0-4 0,-13 2 2 0,13-2 2 16,1 0-10-16,-6 0-9 0,-3 0 7 0,-1 0-133 15,-2 0-153-15,3 0-82 0,-12 0-4 0,3-2-399 16,9 2 130-16,-12 0 15 0,0 0 246 0,-3-3-338 16</inkml:trace>
  <inkml:trace contextRef="#ctx0" brushRef="#br0" timeOffset="41931.86">12130 13020 518 0,'0'-13'646'0,"0"0"-262"0,0-17 11 0,0 14-83 15,0 14-212-15,3-20 40 0,-3 15 46 0,0 1 80 16,0 3-36-16,0-10 67 0,0 13 23 0,0 0-12 15,0 0-111-15,0-8 46 0,0 1 21 0,0 7-84 0,0 0-41 16,0 0-58-16,0 0 5 0,0 0-22 0,0 0-53 16,0 0-9-16,0 0-5 0,0 0-2 0,-3 4-4 15,-4 20-3-15,2-6 0 0,-4 4 3 0,1 0 0 16,-2-4 2-16,-2 10-4 0,-5 12-1 0,5-10-5 16,3-10 2-16,-2 13-4 0,2 2 0 0,-6 4 2 0,6-10 3 15,-3 5 3-15,4 0 10 0,-4 1 7 0,6-8 10 16,-6 15 16-16,0-8-6 0,7 4 0 0,-5-1-1 15,4-4-4-15,-5 9-3 0,2-4-19 0,3-4-2 16,0-5-3-16,-2 22-5 0,-2-17 2 0,5-5 0 16,-2-7 4-16,-2 4 0 0,-2 8 2 0,2-13 10 15,4-5 3-15,-2 6 5 0,-1-1-1 0,-1 2 5 16,2-6-10-16,2 3 0 0,2-7-10 0,-4 4-42 0,2-7-14 16,2 3-56-16,3-2-50 0,0 2-58 0,-2-13-103 15,2 11 0-15,0-11-112 0,0 0-8 0,0 0-33 16,0 0 71-16,0 0-281 0,0 0 195 0,-4-9 102 15,1 0-65-15</inkml:trace>
  <inkml:trace contextRef="#ctx0" brushRef="#br0" timeOffset="42408.59">11582 13552 94 0,'0'-11'416'0,"0"11"-118"16,0 0-107-16,0 0 57 0,0 0-25 0,0 0-28 15,0 0-162-15,-3 0-1 0,-4 15-5 0,5-6-16 16,-1-2-3-16,0 17 4 0,3-11 2 0,-6 9 17 15,6-7 3-15,-3 14 31 0,0-7-9 0,3-1 1 0,-2 0 8 16,-2-2-10-16,-2 10 41 0,6-8-14 0,-5-3 20 16,5-2-6-16,0 8 49 0,0-11 63 0,0 14-30 15,3-17-60-15,-1 4 26 0,1-1-4 0,4 2-20 16,-2-6-34-16,-2 2 53 0,11 2 10 0,-2-2 62 16,-9-7-83-16,21 5 45 0,-9-7-14 0,-1 3-34 0,-4-3-65 15,22 4-6-15,-12-6-16 0,4 3-1 0,-7-3-6 16,12 2 42-16,-5-2-3 0,3 0 0 0,-7-2-1 15,-1 2-11-15,1 0 9 0,-11 0-13 0,11 0-15 16,-13-3-13-16,10 3 5 0,7 0 3 0,-9 3-13 16,-7-3-7-16,7-3-6 0,3 3-3 0,-7-2-1 15,4-2-3-15,-9 4-4 0,9-2-5 0,0 0-6 16,-10-1-1-16,4 3-52 0,-9 0-67 0,18 0-96 0,-16 0-132 16,8-2-164-16,-5 4-204 0,-5-2-74 0,0-2 52 15,0 4 39-15</inkml:trace>
  <inkml:trace contextRef="#ctx0" brushRef="#br0" timeOffset="57207.87">11328 9834 306 0,'12'-5'465'0,"-12"5"-191"16,0-3-61-16,12-5 76 0,-12 2 1 0,6-3-164 16,-6 9-43-16,5-11 66 0,-1 7 10 0,1-5 110 15,-2 5-57-15,-3 4 91 0,0-7 23 0,3-1-3 16,-3 8 46-16,0 0-162 0,-3-11 6 0,3 8-66 15,0 3-48-15,0 0-47 0,0 0 13 0,0 0-40 16,0 0-10-16,0 0-9 0,0 0-8 0,0 0-5 16,0 0-1-16,0 0 1 0,0 0 4 0,0 11 0 0,3 0-1 15,1-6 1-15,-2 14 2 0,-2-8 6 0,3 12 4 16,0-10-3-16,1 11 6 0,-2-5-3 0,1-1 3 16,-3 4-4-16,3-7-5 0,3 12-1 0,-3-3-1 15,0 2 1-15,-3-10 1 0,2 10 1 0,1 6 1 16,1-5-1-16,-4-9-2 0,0 8 0 0,3-2-1 15,-3 3-4-15,0-6 4 0,-3 6 7 0,3-3 2 0,0-2-1 16,0-2-1-16,-4 6 7 0,8-4-1 16,-4-2-4-16,0-12-8 0,0 10 1 0,0-2 1 0,3-3-3 15,-3 4-1-15,0-12 1 0,2 8-1 0,-2-13 4 16,3 16 14-16,-3-16 4 0,0-3 13 0,0 6 28 16,0-3 38-16,9 8 36 0,-9-6 6 0,8-4-1 15,-1 0 18-15,5-1-33 0,5 0 58 0,10-2-79 0,-3 0 4 16,-4-1-15-16,12-1 46 0,7 1 37 0,-3-1-36 15,-7 1-24-15,12-5 52 0,11 0-2 0,-4 4-57 16,-16-2-44-16,15 2 3 0,4-1 0 0,8-3-16 16,-18 0-17-16,-9 6-8 0,16-5 3 0,4 2 0 15,-13 0-18-15,-10 6-8 0,7-4-2 0,-4 6-3 16,3-3-4-16,-14 3-5 0,8 0 3 0,-5 0 0 16,-6 0-4-16,-4 3-2 0,1 0 1 0,5 0 2 15,-11-1 3-15,1 0-6 0,-8-2-44 0,13 6-62 0,-15-6-126 16,0 0 22-16,0 0-169 0,0 0-359 0,0 0-185 15,0 0-177-15,0 0 327 0,-15-10-239 0,6 1-1160 16</inkml:trace>
  <inkml:trace contextRef="#ctx0" brushRef="#br0" timeOffset="58956.19">13615 9445 342 0,'0'-11'1394'0,"0"1"-1002"0,0-4 273 0,-3 4-148 16,-6-4-293-16,9 12-170 0,0 0 14 0,-10-9-13 0,5 8 3 15,-4-5-25-15,9 8-13 0,-3 0 1 0,-14 0-9 16,7 4-11-16,5-2 1 0,-10 3-4 0,6 3-3 15,4-3 3-15,-10 6-1 0,3 7 8 0,0 8 9 16,0 1-3-16,4-6 5 0,-4 14 8 0,0 5-2 16,0 2 5-16,3 3-3 0,-2 0 18 0,4 7 32 0,5-1 18 15,2-12-4-15,2 23 66 0,5-7 2 0,1-7 4 16,4-4-8-16,-3-9-58 0,9 7 17 0,6 6-10 16,-4-13-26-16,-6-12-23 0,10 9-12 0,0-8 4 15,-1 2 8-15,1-5-2 0,3-2-6 0,-1-3-6 16,-3-3-4-16,-4-5-12 0,13 5-46 0,-6-8-48 15,-3 1-159-15,-4-3-110 0,1-1-292 0,-8-2-281 16,5-8-20-16,-8 0 328 0,-6 0-946 0</inkml:trace>
  <inkml:trace contextRef="#ctx0" brushRef="#br0" timeOffset="59685.24">13868 9529 230 0,'12'-15'1838'0,"-9"-1"-1207"15,-1 5 19-15,-2 0-186 0,3 4-87 0,-3-1-221 16,0 8-33-16,0-9-51 0,4 2-1 0,-4 7-13 16,0 0-10-16,0 0-16 0,0 0-17 0,0 5-1 15,3 3 3-15,-1 6-5 0,4 10 16 0,3-6 9 16,-6 6 8-16,3 0-2 0,0 15 20 0,6 1 19 0,-4 10 26 15,1-19-42-15,-2 15 24 0,3 7 18 0,0-5-2 16,4 9 26-16,-4-24-64 0,-2 9 5 0,4 2 3 16,0-4-11-16,0-3-15 0,-4 0-2 0,7-8-16 15,-3 3-6-15,-3-10-7 0,6 9 1 0,-1-7-13 16,-4-6-11-16,-2-5-6 0,-2 7 0 0,-3-7-22 16,0 0-75-16,2-2-7 0,-1-4-103 0,-4 1-124 0,0-8-134 15,0 0-134-15,0-2-170 0,0-9-40 0,-7 0 60 16,2-13 44-16,2 9-235 0</inkml:trace>
  <inkml:trace contextRef="#ctx0" brushRef="#br0" timeOffset="59972.47">14186 9482 129 0,'4'-21'2183'0,"-2"18"-1555"0,1-12 91 0,-3 15-23 15,0-13-390-15,0 13-216 0,0-4-24 0,0 8-21 16,0-4-29-16,0 0-15 0,0 0 1 0,0 0-11 16,0 9 1-16,0-3 2 0,3 15-2 0,6 6 3 0,-4-6 4 15,2-2 1-15,-2 7 7 0,7 5-3 0,3 7 0 16,-3-7 0-16,-4-10-2 0,4 14 3 0,3-1-1 16,-1 3 3-16,-2-11 3 0,0 12 2 0,0-6-1 15,3-1-2-15,-6-4-4 0,9 12 4 0,-10-6-5 16,4-5-1-16,-3-6-1 0,-1 4 1 0,1 8 0 15,1-12-4-15,-8-7-10 0,4 7-67 0,0-9-87 0,-3 3-163 16,0-8-47-16,6 2-163 0,-9-10-152 0,3 14-21 16,-3-14 68-16,0 0-182 0</inkml:trace>
  <inkml:trace contextRef="#ctx0" brushRef="#br0" timeOffset="60206.84">14392 9860 101 0,'0'0'1715'0,"0"0"-1032"15,-14-10 87-15,14 10-343 0,-12 0-98 0,2 0-253 16,-4 2-62-16,3 4-10 0,-1-1-10 0,-15 6-5 16,10 2 2-16,2-8 2 0,-9 9 23 0,-2-1 30 0,-1-3 14 15,7 1-9-15,-1-1 22 0,-11 4 18 0,8-6-14 16,1-1-15-16,4-1-32 0,9-3-14 0,-12 1-15 15,7-4-46-15,10 3-61 0,1-6-245 0,-4-4-206 16,5 1-297-16,3-7 343 0,3 2-793 0</inkml:trace>
  <inkml:trace contextRef="#ctx0" brushRef="#br0" timeOffset="60803.26">14392 9215 1370 0,'-9'-3'908'15,"-2"-7"-259"-15,-5-1 2 0,11 8-100 0,-4-1-404 16,9 4-52-16,0-4-47 0,-11-3 40 0,11 7-30 16,0 0-2-16,0 0-20 0,0 0 13 0,0 0 12 15,0 0-10-15,0 0-37 0,0 0 3 0,8 15-2 16,4-6 0-16,3 9-6 0,2-5-10 0,4 5-3 16,2 1-1-16,-2-3 3 0,9 10 3 0,-6-4 2 0,5-2 0 15,-6-1 1-15,10 10 5 0,-1 8 11 0,-3-2-1 16,-2-1 0-16,-7-8-4 0,4 17 4 0,3 2 0 15,2 8 1-15,-17-16-9 0,8 13 5 0,-1 1 4 16,-2 4 2-16,-2-2 5 0,-6-1 2 0,2 2 7 16,-2-1 6-16,-6-13-13 0,6 15 11 0,-6-5-6 15,4-8-7-15,-5-13-9 0,-2 11-5 0,3 3-6 0,-6-1-2 16,1-18-4-16,-5 7-1 0,-2-1-5 0,-2 6-15 16,2-14-71-16,-3-7-14 0,0 5-138 0,6-13-214 15,-15 4-150-15,10-3 38 0,-3-8-411 0,2 0 214 16,-10-8-710-16</inkml:trace>
  <inkml:trace contextRef="#ctx0" brushRef="#br0" timeOffset="71402.91">17983 12803 38 0,'4'2'654'0,"-10"-7"-326"0,3-1-93 0,-2 4 155 0,-5 0-98 15,8 2-84-15,-8-3-89 0,8 3 80 0,-13-6-24 16,8 6 7-16,5-2-49 0,-10-3 28 0,-3 1 6 16,3 4-76-16,-3 0-29 0,-2 0-27 0,-3 0 1 15,-4 6 10-15,0-1-19 0,7-2-19 0,-1 5-2 16,-8 5 4-16,-6 0 11 0,8-2-8 0,-8 2 3 0,-2 5 2 15,-10 6 2-15,18-8-8 0,-9 8 2 0,6-2-8 16,-3 2 10-16,7 0 5 0,-7 2 16 16,3-3 24-16,5 1 12 0,7-3-8 0,-10 11 78 0,6-6-35 15,6-2-6-15,3-5-34 0,-3 12 13 0,3 4-11 16,4-6-25-16,-1 0-12 0,6-8-8 0,1 11 11 16,-1 11 13-16,3-6-4 0,3-11-5 0,-1 12 10 15,8 8 18-15,0-6-9 0,0-10-16 0,4 10 10 16,4-1-9-16,8 12-6 0,-7-20-19 0,4 8-8 0,-2 1-2 15,16 10 7-15,-15-23-7 0,10 8 3 0,-3-4 0 16,5-2 1-16,-5-5-4 0,12 10-1 0,-3-12-8 16,3-2 0-16,0 2-3 0,1-4 0 0,-4-5-3 15,0 0-4-15,3-7-1 0,-14 2 3 0,23-5 1 16,-15 0 5-16,-6-6 27 0,-5 3 20 0,20-6 54 16,-12-1-8-16,-1-1 9 0,-11-3-23 0,7-5 31 0,5-2-18 15,-5-1-36-15,-10 6-27 0,7-5 2 0,-4-1-10 16,4-5-7-16,-9 8-10 0,-1-8 0 0,4 0-1 15,-2-7-1-15,4 4-1 0,-11 8-3 0,-1-10-5 16,4 3-25-16,0 0-5 0,-7-1-3 0,5-4 2 16,-5 1-2-16,4-1 7 0,-6 4 10 0,4-7 22 15,-7-4 3-15,2 5 1 0,-4 9 1 0,-2-18-1 16,1 7-3-16,-2 0-1 0,-5 11 0 0,-2-9-2 16,0-2-4-16,-2 4-2 0,3 7 4 0,-4-6 0 0,-6 3-1 15,-6-2-4-15,13 9 5 0,-9-4 0 0,2 0 4 16,-6-5-2-16,3 8 1 0,9 5 7 0,-5-3 3 15,-6 1-1-15,-6-4-4 0,14 9-2 0,-13-3 0 16,2 3 2-16,-3-2-7 0,3 4-10 0,-3-2 3 16,5 2 3-16,3 0-5 0,4 0-3 0,-9-2-29 0,10 6-22 15,11 4-45-15,-11-3 6 0,2 2-187 0,5 1-99 16,-5 3-81-16,14 0 28 0,-9 0-279 0,-3 0 13 16,1 0-127-16,2 3 274 0,-3-3-83 0</inkml:trace>
  <inkml:trace contextRef="#ctx0" brushRef="#br0" timeOffset="73716.73">4371 15086 138 0,'0'0'606'16,"-12"0"-276"-16,10 3 91 0,2-3-167 0,-3 0 119 16,0 0-9-16,-6 5-104 0,9-5-47 0,0 0 233 15,0 0-41-15,0 0 33 0,-12-8-166 0,12 5 91 0,0 3-119 16,0 0-85-16,0 0-78 0,0 0-15 0,0 0-48 15,0 0-13-15,0 0-4 0,0 0 9 0,0 0 3 16,0 0 3-16,0 0-4 0,3 0-5 0,9-7 5 16,-3 4-1-16,3 0-11 0,-4 0-1 0,4 1 1 15,-3-1-1-15,18-3-1 0,-7 4-1 0,-2-3 2 16,3-1 0-16,3 1 1 0,-7 3-1 0,13-4 0 16,-6 1 1-16,-4 3-3 0,-6-2 0 0,8 4-2 0,3-5-9 15,-1 3-2-15,-9 2 1 0,6-6-6 0,-6 4-1 16,2-6-17-16,-5 5-25 0,3 0-17 0,-3-1-103 15,-2 1-132-15,2-3-175 0,-5 4 67 0,1-1-286 16,-8 6-37-16,0-3 62 0,0 0-277 0</inkml:trace>
  <inkml:trace contextRef="#ctx0" brushRef="#br0" timeOffset="74044.84">4476 15266 164 0,'-4'3'599'0,"-4"4"-171"0,8-7 120 16,0 0-72-16,0 0-43 0,0 0-201 0,0 0-8 16,-4 11-27-16,4-9-92 0,0-2-47 0,0 0-18 15,0 0-10-15,0 0-9 0,0 0-11 0,0 0 6 16,0 0 2-16,0 0 11 0,12 4 2 0,-8 1 0 0,1-8 0 15,0 3 6-15,2-2-1 0,10 2 16 0,-14 0 4 16,18 0 15-16,-13 0-11 0,11 0 20 0,-2 0 29 16,-5 5-16-16,-1-5-12 0,5 0-34 0,-1 2 11 15,-7 0-19-15,9-2-10 0,-10 0-33 0,10 4-4 16,0-4 16-16,-5 0-2 0,-2 2-6 0,2-2-4 16,-4 0 7-16,6 3-6 0,-4-3-80 0,-5 0-119 15,2 0-177-15,1 0-206 0,-8 0 79 0,0 2-343 16,0-4 161-16,-3-1-518 0</inkml:trace>
  <inkml:trace contextRef="#ctx0" brushRef="#br0" timeOffset="79432.44">6180 12017 154 0,'0'0'663'16,"-5"-13"-325"-16,5 10 5 0,0 3-3 0,0-13-15 15,0 11-106-15,0 2-99 0,-3-15 18 0,3 13 6 16,0 2 69-16,0 0-20 0,-9-13-41 0,9 13-49 0,-5-5 20 16,1-1-20-16,-2 1-40 0,1 0-31 0,-7-1 4 15,3 6-1-15,-6-5-4 0,0 5-16 0,-17-2 9 16,15 2-11-16,-7 2-6 0,7 1-1 0,-7-1 1 15,-8 1 2-15,8 3 1 0,6-2-4 0,-8 2-3 16,-4 2-11-16,-3 0-6 0,-5 3-10 0,14 0 6 0,-8-2-8 16,3 2 8-16,-4 2 18 0,7 0 10 0,-4 1 3 15,0-1 6-15,1 6 4 0,6-6-9 0,-3 5-18 16,-8 1-38-16,5-1 1 0,9-4 18 0,-7 4-5 16,3-2-1-16,4 5 0 0,-4 0 26 0,4 1 9 15,-1 1-5-15,-2 1-6 0,9-7-1 0,-13 11-1 16,6-10 0-16,1 2 0 0,5-5 6 0,3 3 1 15,-5 9 2-15,4-6 22 0,4 1 9 0,6-4-7 0,-2 14 15 16,5-9-11-16,0 3 2 0,0-2-12 0,3 0-11 16,2 9-23-16,2-7 4 0,-2-5 2 0,0 13 6 15,5-2-22-15,2 7-2 0,-3-11 1 0,2 5 11 16,1 0-1-16,3 0-4 0,-1-3 9 0,5 4 13 16,-2 1 2-16,-2-4 14 0,2 4 7 0,1-6 6 15,6 3 2-15,-4-3-4 0,-2-5 2 0,-3-6-6 16,5 6-4-16,-3-5-13 0,2-3-5 0,-4-3-5 0,2-6-2 15,10 4 2-15,-1-5-3 0,-6-1 2 0,10-3 3 16,8 0-3-16,-8-2 1 0,-4 0 5 0,1-2 7 16,8 0 2-16,-2-3 1 0,-13-1-7 0,9-1 9 15,8-4 4-15,0-5-7 0,-13 8-6 0,8-8 1 16,1 3 0-16,5-9-1 0,-14 9-2 0,5-5-2 0,0 1 0 16,-2-1 0-16,9-8 2 0,-13 7-5 15,3-4 2-15,4 4 2 0,-1-2-1 0,0-3 0 0,2 0-5 16,-6 3-7-16,-1-3 12 0,-2 8-1 0,7-10-3 15,-9 2 2-15,4 3 3 0,-9 5 2 0,8-11 8 16,-2 9-12-16,-6-3 1 0,-3 10 0 0,0-2-1 16,5-5-4-16,-8 2-2 0,-3 3 0 0,6-6 0 15,-7 1-2-15,4-11-10 0,-9 5 3 0,3 5 4 16,-6-2 2-16,3-3-3 0,-2 3 5 0,-5 5 8 16,2-2 6-16,-5-1-3 0,-2-10 3 0,4 10-3 0,-4-2 5 15,-5-3-4-15,-10-4-7 0,13 11-2 0,-5-4 6 16,-4 0 0-16,2 3-3 0,3 5-2 0,-11-14 4 15,8 8 4-15,-2-1 6 0,6 3 2 0,-10-4 27 16,6 2 4-16,1-1 2 0,5 1 3 0,0 5-16 16,-9-6 19-16,4 3-23 0,-1 4-13 0,6 0-10 0,-9 0-1 15,2 5-4-15,0 2-2 0,2 2-5 0,-1 1-3 16,-11-3-22-16,5 6 3 0,7 0 4 0,-6 6-14 16,-4-1-7-16,-6 3-20 0,16 0 5 0,-9 2-84 15,-1 4-72-15,1-4-85 0,8-1-1 0,-3 0-188 16,6 0-108-16,9-7 19 0,-8 4 206 0,5-1-399 15</inkml:trace>
  <inkml:trace contextRef="#ctx0" brushRef="#br0" timeOffset="91815.34">11363 12472 730 0,'-3'-8'1056'0,"1"-5"-532"0,-1 5 20 0,0-1-166 15,-3-4-61-15,3 6-181 0,0 1-8 0,1 6-33 16,-8-13 91-16,8 2-24 0,2 9-7 0,0-3-42 0,-3-4 38 16,3 2 19-16,3-4-47 0,-3 9-18 0,0-11-45 15,2 9 45-15,-2-9-16 0,3 13-7 0,-3-5-15 16,3-3 14-16,-3 8 40 0,0 0 28 0,0 0-50 16,-3 0 39-16,6 0 6 0,-6 0 22 0,3 0-76 15,3 0-14-15,-3 0-26 0,0 0-13 0,0 0-26 0,0 0-18 16,-3 0-2-16,6 0 1 0,-3 0 2 0,-3 0 2 15,6 0-10-15,-3 0 5 0,12 8 0 0,-10-5 9 16,8 7 0-16,-1-1 1 0,-4-7 4 0,7 9 10 16,-6-4-8-16,-2-1 3 0,4 4-9 0,-2-4-1 15,0 1-1-15,6 10 1 0,-7-2 0 0,-2-10 1 16,3 8-1-16,0 1 3 0,-4-6-1 0,5 5-1 0,-7-4 1 16,3-2 5-16,-1 6 0 0,-2-5-3 0,0-3 2 15,0-2-1-15,-2 7 0 0,2-10-6 16,2 0-6-16,-2 0 4 0,-2 11 0 0,2-8 1 0,0-3 2 15,0 0 0-15,0 0 4 0,0 0 9 0,0 0-7 16,0 0 6-16,0 0 8 0,0-3 6 0,-3-8-6 16,3 11 1-16,-9-13-4 0,9 6-1 0,-3-1-8 15,0-6-12-15,1 6-3 0,-5-2 0 0,7 2 2 16,-3-8-4-16,1-3 3 0,2 1 1 0,0 10 1 0,0-13-1 16,0 2 3-16,0-5-1 0,0 15 1 0,0-8 2 15,2-10 5-15,1 7-1 0,0-2-1 0,3 9-4 16,-3-2 1-16,6-5-2 0,-6 10-2 0,6-6 2 15,-3 3 3-15,3 2 7 0,6-15 2 0,-13 23-3 16,10-12 0-16,-6 6-12 0,6-4-4 0,2 0-2 16,-8 10-5-16,8-7 4 0,1 5-3 0,-8 5-2 0,5-6 8 15,-12 6-5-15,17-3 8 0,-17 3-13 0,0 0 3 16,3 0 12-16,9-2 9 0,-12 2 3 0,0 0-3 16,0 0-11-16,0-2 4 0,2 4-49 0,10 0-50 15,-12-2-71-15,0 0-77 0,0 0-62 0,3 6 13 16,4-1-357-16,-7-5 22 0,0 11-147 0,2-9 175 15,-2-2-133-15,0 0-502 0</inkml:trace>
  <inkml:trace contextRef="#ctx0" brushRef="#br0" timeOffset="92216.26">11908 12144 35 0,'0'0'613'0,"0"0"-182"0,0 0-139 16,12 5 183-16,-9-5 27 0,-6 0-85 0,6 0-118 16,-3 0 121-16,-3 0-38 0,6 0-58 0,-3 0-138 15,0 0 25-15,0-3 11 0,3-7-93 0,-3 10-73 0,0 0-12 16,-6 0-14-16,-6-5-7 0,12 5-15 0,-14 0 4 16,14 0-1-16,-15 2-3 0,0 3-4 0,6-1-2 15,-3-2-2-15,4 0-1 0,-1 3-4 0,9-5 1 16,-15 9-15-16,15-7-15 0,-3-2-46 0,-6 6-34 15,9-1-202-15,-8 0-39 0,4-2-56 0,4-3 65 16,-3 5-238-16,1 3-168 0,2-8 99 0,0 0 299 0,-3-2-542 16</inkml:trace>
  <inkml:trace contextRef="#ctx0" brushRef="#br0" timeOffset="92480.56">12003 12245 148 0,'0'0'631'0,"15"2"-250"0,-12 1-147 15,-3-3 79-15,-3-3-65 0,6 6-90 0,-3-3-5 16,-3-3-18-16,6 6-1 0,-3-3 44 0,0 0-30 16,0 0 76-16,0 0 3 0,-12 4-39 0,9 0-56 15,0 1 48-15,-9 3-45 0,-2-1-14 0,4-4-58 16,-2 8 2-16,-3-5-8 0,10-4-9 0,-10 3-22 0,6 1-8 15,6-4-9-15,3-2-17 0,-14 0-30 0,14 3-52 16,0-3-183-16,0 0-143 0,0-5-175 0,0-6 112 16,2 3-149-16,8-13-142 0</inkml:trace>
  <inkml:trace contextRef="#ctx0" brushRef="#br0" timeOffset="92929.35">12474 11810 105 0,'-3'-10'1783'0,"1"-1"-1242"0,-5 4 83 16,2-2-8-16,-5-4-192 0,-2 11-353 0,4-4-22 16,-13 3-8-16,9 1 14 0,-3 2 30 0,-5 0 7 15,6 0 37-15,-13 5-9 0,18-2-8 0,-11 4-35 16,0 2 4-16,-2 2-34 0,2 2-30 0,14-11-13 15,-12 11-8-15,6-4-3 0,-2 9 2 0,11-10 8 16,-6 8 1-16,9-8 0 0,0 2 4 0,0 7 0 16,6 3 3-16,-3-9-1 0,5 10-5 0,-1-7-1 0,7 4 0 15,1 1 0-15,0-4 1 0,11 3-3 0,-8-9-6 16,3 6-5-16,2-1-2 0,1-10 3 0,-7 5 1 16,12-3-9-16,-5-4 0 0,3-2 1 0,-7 0 3 15,9 0-4-15,1-6-5 0,3 1-1 0,-13-3 10 16,4 1-1-16,0-2 4 0,-4-4 5 0,-5 0-1 15,-3 2 3-15,3-2 2 0,-1-7 3 0,-2 3 2 16,0-4 4-16,-4-9 16 0,-1 10 15 0,-4-2 17 0,-3 1-6 16,-3 0 22-16,-6-3 17 0,-3 6-17 0,4 5-27 15,-7-4-1-15,-6 4-24 0,-3 0-14 0,3 6-11 16,-3-2-2-16,2-1-4 0,-2 7-7 0,4 1-14 16,-4 2-54-16,-3 0-169 0,6 5-108 0,3-3-1 15,-2 4-227-15,3-1-175 0,5 1-2 0,-12 3 12 0,7 2-629 16</inkml:trace>
  <inkml:trace contextRef="#ctx0" brushRef="#br0" timeOffset="93448.98">11991 12599 295 0,'-6'8'452'0,"-5"2"-192"0,11-7 7 0,-9 8-21 15,9-6-77-15,0-5-90 0,0 0-54 0,-6 11-8 16,6-9-3-16,0-2-7 0,0 0 6 0,0 0 5 16,0 0 27-16,0 0 34 0,0 0 21 0,0 0 22 15,0 0 88-15,3 3 21 0,2 7 92 0,-5-10-116 16,3 0 86-16,12-4-4 0,-3 0-53 0,-6 2-53 15,12-1 37-15,-1-5-62 0,-5 5-13 0,9-7-58 16,2-1 37-16,-6 4-35 0,5-4-15 0,-2 0-7 0,1 4-15 16,8-6-4-16,-5 2-14 0,2-2-11 0,-2-1-13 15,5 1-5-15,10-6-1 0,-5 3-5 0,-7 6-1 16,6-8-1-16,11-4 1 0,-12 4 3 0,-5 5 0 16,2-6-1-16,1 3 1 0,-1-2-1 0,-7 7 3 15,-5 0-3-15,-12 7-6 0,14-5 0 0,-16 9-5 16,5-8-49-16,-2 8-72 0,-6 0-123 0,0 0-217 0,-9 0-19 15,-3 0-243-15,-8 0-34 0,-4 6 58 0,6-1 43 16</inkml:trace>
  <inkml:trace contextRef="#ctx0" brushRef="#br0" timeOffset="98312.97">12003 15533 1402 0,'3'-5'465'15,"-3"-11"86"-15,0 3 8 0,3-4-62 0,-3 8-326 16,0-4 0-16,0 2-81 0,2-6-14 0,-2 1 52 15,4 12 8-15,-1-7 30 0,0-2 14 0,-3 4 21 16,2 2 12-16,-4 5 13 0,4-12-32 0,-2 14-47 0,0 0-53 16,-2-10 16-16,2 6-31 0,-3 4-26 0,3 0-40 15,3 0-6-15,-6 0 2 0,6 0 0 0,-3 0-2 16,-3 8 3-16,3-2 0 0,0 8 10 0,3-1-9 16,-3 10 1-16,2-2-2 0,-2 3-2 0,0 11-5 15,0-15-2-15,3 9 7 0,-3 1-1 0,0 10 7 16,0-20-6-16,0 7 4 0,0 3 3 0,7-4-5 0,-5-6-6 15,8 10 2-15,-2-7-5 0,1 5-2 0,3-10 2 16,5 6-1-16,-5-6 1 0,0-3-3 0,-4 0 0 16,-1-6 0-16,10 11-1 0,-7-13-1 0,-5 1 1 15,10 1 2-15,-3-5 2 0,5 1 4 0,-2-1-2 16,-3-2 1-16,5 1-3 0,2-3 0 0,-2-3-8 16,-5 1 2-16,5-4-3 0,1-5-1 0,-6 9 2 0,5-14 2 15,4-2 1-15,-6 5 1 0,2-4 3 0,-7 1 0 16,7-5-1-16,-9 3 1 0,1 0-3 15,1-1-3-15,-2-13-4 0,-2 2-4 0,-3 2-3 0,0 7 4 16,3-11-14-16,0-3 1 0,-6 9 8 0,0 5 6 16,2-9 2-16,-4-6 9 0,-1 6 5 0,0 4 7 15,-1 5-3-15,-1-11 6 0,0 6 0 0,-2 4 11 0,4 12-7 16,3 2 9-16,-6-8 9 0,3 1-3 16,3 15-6-16,-3-9 8 0,1 1-1 0,2 8-6 0,0 0-16 15,0 0-5-15,0 0-3 0,0 0-2 0,0 0-6 16,0 0-1-16,0 0 1 0,0 6 12 0,5 10 1 15,-2-6-1-15,-3 11 0 0,6 0-1 0,0 8-5 16,-2-10-3-16,1 5-6 0,4 5 5 0,-3 6 2 0,-1-6-1 16,4 4 6-16,-9 2 3 0,10 0 1 0,-8-1 2 15,8-2-2-15,-5-1-2 0,4-1-2 0,-3-7-3 16,3 14 16-16,-4-13 0 0,-2 0 0 0,0-6-4 16,6 10 7-16,-9-19-10 0,5 11-10 0,-1-16-14 15,2 16-31-15,3-7-140 0,-9-13-128 0,5 7-49 16,-2 1-290-16,1-8-413 0,4-6 132 0,-5 6 58 15,-3-2 73-15</inkml:trace>
  <inkml:trace contextRef="#ctx0" brushRef="#br0" timeOffset="98866.48">12725 15798 833 0,'-3'-8'1208'0,"3"8"-735"16,-4-9 397-16,2 4-212 0,2 5-303 0,0 0-168 16,0 0 104-16,2-13-87 0,-2 13-50 0,0 0-80 15,0 0 16-15,0 0-34 0,0 0-35 0,0 0-18 16,0 0-3-16,0 0 0 0,0 3-4 0,7 7-1 15,-7-5-10-15,3 10 0 0,2-2 4 0,-1 2 0 16,-1-7 1-16,2 8-5 0,-1 0 4 0,-1-5 4 0,-3 4 6 16,2 3 10-16,-2-7 24 0,3 8 76 0,0-9-12 15,1 14 74-15,1-11-35 0,-5-2 0 0,9 2-36 16,-3 3 33-16,-4-5-76 0,8 2-3 0,-8-7-5 16,8 1 52-16,-8-5 9 0,13 12-4 0,-10-14-25 15,7 8 40-15,3-3-26 0,4-2 4 0,-2 0 28 16,3-3-63-16,-13 0 22 0,19 0-5 0,-6-3-13 15,-14 3-10-15,18-3-24 0,-12-2-24 0,2 3-8 16,1-4-4-16,-6 3-1 0,-1 3-8 0,2-2-44 16,-5-1-61-16,-5 3-209 0,7 0-245 0,1 0-363 0,-8-2-203 15,0 4 10-15,0-10-934 0</inkml:trace>
  <inkml:trace contextRef="#ctx0" brushRef="#br0" timeOffset="99438.95">13467 15552 284 0,'0'0'1348'0,"0"-4"-913"15,9-5 151-15,-9 9-21 0,0 0-148 0,0 0-109 16,0 0-206-16,0 0-15 0,0 0-14 0,0 0-5 15,0 0-9-15,0 0-10 0,0 0-9 0,-12 0-3 16,9 0-14-16,-11 2 3 0,-1 1-7 0,10-1-3 0,-14 0-2 16,7 7 1-16,-5-4 12 0,-1 5 10 0,9-4 3 15,-14 5 61-15,4-4 63 0,-1 2 94 0,18-7-87 16,-22 7 68-16,12-5-8 0,-3 1 6 0,-2-5-109 16,17 0-37-16,-12 4-68 0,9-2-60 0,3-4-43 15,0 2 14-15,0 2-36 0,0-2-65 0,0 0-131 16,0 0-85-16,0 0-202 0,0-2-156 0,0 4-104 0,0-2 213 15,9-8-376-15,-6 8-292 0</inkml:trace>
  <inkml:trace contextRef="#ctx0" brushRef="#br0" timeOffset="99780.05">13559 15781 82 0,'12'0'302'0,"-12"0"-1"0,5 0-24 0,7 6 17 15,-12-6-64-15,0 0 106 0,0 0 14 0,0-2-28 0,0 2-74 16,0 2 116-16,0-4 139 0,0 4-107 0,0-8-113 16,12 4 42-16,-12 2 33 0,0 0-44 0,0 0-149 15,0 0 6-15,-12 2-30 0,9-2-15 0,-11 4-77 16,4-2-25-16,-2-2-13 0,-8 3 6 0,3-1 3 15,-4 2 5-15,3 0 12 0,-3 1 12 0,-2 1 16 16,11-3-28-16,3-3 3 0,-8 4-8 0,-3 0-3 0,10-2-21 16,-4 1-10-16,2-3-2 0,2 2-1 0,2-2-3 15,8 0-2-15,-3 0-19 0,-9 3-41 0,12-3-28 16,0 0-187-16,0 0-126 0,-12-5-150 0,7 5 21 16,8 0-338-16,-15-11-194 0,5 11 45 0,7-5-211 15</inkml:trace>
  <inkml:trace contextRef="#ctx0" brushRef="#br0" timeOffset="103649.69">13897 14917 358 0,'0'-17'1259'16,"0"13"-609"-16,-2-5-60 0,2 2 89 16,-3-1-439-16,3 8-87 0,0 0-79 0,0 0-52 0,0 0-15 15,0 0-11-15,0 0-6 0,0 0-4 0,0 0-5 16,0 0 9-16,0 0 0 0,8 15 32 0,-1-9 13 16,-2 1 1-16,-2 7 7 0,3-4 42 0,-3 4 28 15,2 5-4-15,-2 4 21 0,1-2-16 0,-4 3 6 0,0-2-30 16,3 9 20-16,-3-2-47 0,-3 1-8 0,3-12-21 15,0 13 13-15,0 4-14 0,-4-9-9 0,4-7-11 16,0 8 5-16,0 9-3 0,0-6 3 0,0-6 6 16,-3-6-4-16,3 11 6 0,0-3-9 0,0-20-2 15,0 12-3-15,0-7 0 0,0 2 8 0,0 0 6 16,0-10-4-16,3 5 13 0,1-1 21 0,-4-7 11 16,8 4-9-16,-1 1 21 0,-2-5 5 0,7 0 64 15,-9 0-55-15,18-3 39 0,-10 1 28 0,10-4 25 0,-1-1-73 16,2-2 16-16,0-2-31 0,12-2 4 0,-8 2-54 15,-8 4-33-15,11-1-4 0,3 1-7 0,-8-4 6 16,-4 7-7-16,7-1 16 0,2-3 31 0,-5 3 2 16,-9 3-19-16,-3-1 15 0,12 3-1 0,-10-3-39 15,-11 3-43-15,12 3-83 0,-15-3-72 0,14 0-114 16,-14 3 58-16,10-3-149 0,-2 0-74 0,1 5-324 0,-4-3 218 16,-5-4-285-16,3 4 20 0,9 6 82 0,-12-8-257 15</inkml:trace>
  <inkml:trace contextRef="#ctx0" brushRef="#br0" timeOffset="104583.19">15114 14996 64 0,'12'-6'1117'0,"-12"6"-550"0,0 0 84 15,0 0-259-15,0 0 74 0,0-2-255 0,-9-11-154 16,9 13-59-16,-8-13 2 0,1 10 21 0,2-3 15 16,-5 1 17-16,-2 3 9 0,4 2 4 0,-1 0 2 15,-6 0-10-15,1 0 16 0,2 0-7 0,-8 2 2 0,13 1-13 16,-8-1 46-16,-5 4-12 0,8-1 1 0,0 1-29 16,-8 4 11-16,-1 0-24 0,6 1-15 0,1-2-10 15,-1 4-2-15,-2 5-4 0,5-3-9 0,0 5 6 16,6-7 6-16,-3 7 8 0,6 4-9 0,-2-5-10 15,5-3-3-15,0 2 1 0,0 6-5 0,5-5-11 16,-2-8 3-16,0 2 1 0,3 5 12 0,2-7 7 0,-1-4-2 16,5 2 6-16,-4-5 2 0,11 2 9 0,-2-3-12 15,-5-3 5-15,8 0 6 0,-3-5 5 0,-10 1 15 16,10 0 41-16,-2-10 35 0,0 4 15 0,-1-8 35 16,1 2-72-16,0-3 30 0,-1-3-23 0,5-4-26 15,-11 3-49-15,4-1-5 0,-3-6 12 0,-3-1 15 16,-1 2-2-16,-8-1-10 0,6 1-1 0,-6 0-2 15,3 3-11-15,-2-16-11 0,-1 10-24 0,-4-2 0 16,2 4 2-16,-7-17-2 0,0 10 0 0,-3 0 3 16,7 13 8-16,-4-11 5 0,-9-7 3 0,4 13 4 0,-1 0 1 15,6 10-5-15,-8-10 6 0,6 10-13 0,2 6-5 16,5 8-4-16,-5-6-8 0,1-4-7 0,5 6 2 16,3 5 3-16,3 4-2 0,-9-11-2 0,9 11 4 15,0 0 4-15,0 0 0 0,0 0-1 0,0 0 2 16,0 0 4-16,0 0-1 0,4 11 1 0,-2-1 1 0,1-5 6 15,-3 8 8-15,3-7 1 0,6 15 10 0,-4-6 3 16,-2-4-1-16,6 8-5 0,6 2-24 0,0 3-9 16,-6-9-1-16,3 5-13 0,-1 4 0 0,7 4-7 15,-6-6 21-15,-1 4 8 0,4 6 2 0,-1-4 2 16,-4-1 1-16,7 3 3 0,-2-4 1 0,-1-2 1 16,1-1 2-16,-3 1-1 0,3 0-1 0,-1-2-3 15,-4-9-3-15,4 13-6 0,1-5-24 0,-3-2-42 0,-7-6-11 16,10 9-102-16,-6-7-15 0,1-2-77 15,-5-5-93-15,0-2 48 0,5 1-361 0,-8-4 26 0,8 2-100 16,-8-5 194-16,-2 3-115 0,3-11-299 0</inkml:trace>
  <inkml:trace contextRef="#ctx0" brushRef="#br0" timeOffset="105276.34">15436 14940 927 0,'0'0'345'16,"0"0"-112"-16,0 0 80 0,0 0-72 0,0 0-187 15,0 0-22-15,0 0 22 0,0 0 43 0,0 0 32 16,0 0-51-16,0 0 34 0,0 0-11 0,0 0 20 0,0 0-66 16,0 0-14-16,17-2 2 0,-10-3 8 0,-2-4 1 15,7-6 26-15,-7 6 31 0,2-1 17 0,1-4-13 16,4-6 35-16,-3 1-21 0,-1 3 27 0,2-2-13 15,2-1-40-15,-7-1-15 0,-2 6-6 0,3-5-15 16,-6 4-14-16,3 1-21 0,-3 4-14 0,0-6-5 16,0 10-3-16,-3-4 2 0,3 7-7 0,-6-7-7 15,6 10-2-15,0 0-4 0,-6 0 3 0,1 0 2 16,5 0 3-16,-4 0 1 0,-4 10 0 0,5-7 5 0,-3 13-3 16,3-5-7-16,0 0-3 0,-6 15 1 0,4-8 7 15,1-5 3-15,1 9-1 0,3 1 9 0,0-2 9 16,3-5-7-16,1 3 3 0,1 1-3 0,-2-3 2 15,-1-7-11-15,5 4-2 0,-2 7-6 0,10-6 7 16,-11-11 2-16,11 11 12 0,-10-7 0 0,7 2 21 16,0-4-3-16,-7 2 9 0,5-6-1 0,-5-2-4 0,10 6-12 15,-1-8-8-15,-2 2-17 0,3 0-15 0,2-6-84 16,-10 1-108-16,8-6-171 0,-1-2-217 0,-8 4-112 16,0-9 175-16,-3 5-171 0,0-13-837 0</inkml:trace>
  <inkml:trace contextRef="#ctx0" brushRef="#br0" timeOffset="105448.87">15500 14303 1049 0,'-6'-11'1299'0,"4"0"-629"0,-1-2 7 0,-1 13-128 16,-1-11-417-16,5 9-2 0,0 2-42 0,-3 0-62 15,6 0-16-15,-3 0-10 0,-3 0-12 0,3 2-10 16,-9 9-28-16,9 0-123 0,0-3-171 0,0 8-119 0,0-11 14 15,0 8-298-15,0 8-2 0,0-7 100 0,0-6-272 16</inkml:trace>
  <inkml:trace contextRef="#ctx0" brushRef="#br0" timeOffset="105914.63">16128 15302 45 0,'15'-2'388'15,"-15"2"-220"-15,-3 0 95 0,6 0 33 0,-3 0-10 0,0 0 9 16,0 0-169-16,0 0 7 0,-3 0-32 0,6 0-26 16,-3 0-50-16,-3 0 7 0,0 2-3 0,-3 4-4 15,-4-3-6-15,2 2 39 0,-6 3 10 0,-4 0 27 16,12-5-14-16,-24 8 70 0,18-9 11 0,-15 6 16 15,10-3-56-15,-10 4 30 0,-2-2 13 0,0 1 4 16,2-3-44-16,-14 1 45 0,-1 4-15 0,-4-2 5 0,-8 0 3 16,5 2 17-16,-7 3 4 0,-3 2-7 0,-6 0 19 15,24-8-88-15,-3 2 24 0,5-1-13 0,-3 2-44 16,16-4-21-16,6 1-46 0,5-3-12 0,0 3-12 16,9-5-27-16,-2 4-108 0,8-6-121 0,0 0-230 15,0 0 1-15,0 0-327 0,2-2-203 0,13-2 254 16,-3-3-156-16</inkml:trace>
  <inkml:trace contextRef="#ctx0" brushRef="#br0" timeOffset="106717.49">15836 15974 110 0,'0'0'813'15,"0"0"-211"-15,-12 11 31 0,12-8 25 0,-15-6 140 16,10 1-433-16,-17 2-7 0,8 0-179 0,-1 0-36 16,-14 2-68-16,6 1 1 0,2 0 0 0,1 4 44 15,-4-1 5-15,4-1-1 0,5 1-14 0,3 1 13 16,0-1 26-16,-9 4-19 0,15 1-43 0,-3-5-2 15,1 9-10-15,1-1 19 0,5-4-36 0,-1 11-32 0,3-8-6 16,3 9-9-16,-3-4-7 0,6 1-2 16,-3-1-2-16,0-12-3 0,9 12 2 0,-7-3 0 0,7 2 10 15,-7-10-4-15,11 4 1 0,-8-6 1 0,7 3 1 16,0-3-3-16,-3-1 3 0,2-2-4 0,1 1 2 16,-6-3-10-16,9-3-41 0,-6-3-6 0,2-1-15 15,4-1 25-15,-4-6-13 0,-2-4 0 0,3 3 22 16,-3-4 32-16,-3 1 1 0,-1-4 3 0,-8-7-2 0,0 5-2 15,-2 5-1-15,-4-7-3 0,-10-8 0 0,2 5-1 16,6 5 0-16,-7-11 3 0,-6-2 0 0,-2-7 0 16,8 20 2-16,1-11 1 0,-8-2 1 0,2 3 6 15,8 13-1-15,-5-8 5 0,-2 2 21 0,2-3 91 16,5 12-39-16,0 0 32 0,7 8 0 0,-5-10 33 16,10 20-65-16,0-7-15 0,-2-1-64 0,2 8-20 15,0 0 2-15,0-3-10 0,0 6-1 0,0-6 16 16,0 6 9-16,6-3 9 0,9 2 5 0,0 15 9 0,-1-4-3 15,-2 0-13-15,-1 10-4 0,10 7-2 0,-3-6 0 16,-6-6 0-16,2 4-4 0,4 7-3 0,-1-5 5 16,-5-6 1-16,3 3 2 0,9 13 0 0,-4-2-2 15,-6-10 1-15,8 9 3 0,-2 0-4 0,-2-4 1 16,-3-6-1-16,0 3 3 0,2 11 1 0,-2-6-4 0,6-5-5 16,-10-6-14-16,13 14-27 0,-10-9 6 0,1-1 0 15,-3-7 3-15,0 7-16 0,-4-4 9 0,1-5 12 16,-6-9-16-16,9 11-127 0,0-8-51 0,-6-1-91 15,3-1 5-15,-9-7-283 0,15-1-233 0,-3-7-42 16,-10 7 261-16,10-12-138 0,-9-9-738 0</inkml:trace>
  <inkml:trace contextRef="#ctx0" brushRef="#br0" timeOffset="107044.62">16045 15636 97 0,'-9'-11'1660'16,"-2"2"-1124"-16,4-2 144 0,2 0 119 0,-4-7-251 15,9 7-392-15,-6-2 54 0,0-4 60 0,3 8-111 16,3 5-55-16,0 4 20 0,-3-7-9 0,1 1 24 16,2 6-64-16,0 0 5 0,0 0-11 0,0 0-42 15,0 0-20-15,0-3-6 0,0 6-4 0,0 5 0 16,2-5 1-16,1 12 4 0,4-4 5 0,-2 15 1 0,4-9-7 15,-3-1-2-15,3 10 2 0,2 5 4 0,1-1-7 16,-3-12 2-16,11 14 3 0,10 7 9 0,-6-4-4 16,-7-16-3-16,12 8-1 0,10 6 8 0,-7-11 15 15,-13-7 13-15,10 5 14 0,6 2 16 0,-6-5-15 16,-10-4-15-16,1 1 10 0,6 4-17 0,-6-8-40 16,-10-1-40-16,2-2-135 0,0 1-197 0,-4 0-177 0,-8-8 47 15,0 0-346-15,9 13-68 0,-9-13-182 0,0 0-521 16</inkml:trace>
  <inkml:trace contextRef="#ctx0" brushRef="#br0" timeOffset="107271">16369 15737 1307 0,'0'-3'681'0,"-5"-7"-145"0,5 10-5 0,-4 0-72 15,-7-5-329-15,11 5-79 0,0-4 9 0,-21 8 43 16,12-4-13-16,1-4 69 0,-14 8-16 0,2-4 40 0,3 2-72 16,-2 1 26-16,5 1-27 0,-16 2-29 0,8 2-42 15,3-5-21-15,-4 4-5 0,-1 2-13 0,4-4-19 16,6 1-50-16,4-4-130 0,-5 3-212 0,-6-3-444 16,16 2 307-16,-7-2-179 0,0-8-977 0</inkml:trace>
  <inkml:trace contextRef="#ctx0" brushRef="#br0" timeOffset="117413.09">10895 14940 183 0,'2'0'650'0,"5"-2"-279"0,-2-1-20 16,-5 3 36-16,7-5-65 0,-2 2-105 0,-5 3-78 0,10-3-9 15,-2-1-21-15,-8 4 65 0,6-6-37 0,2 1 4 16,-8 5-36-16,4-3 31 0,7-3-11 0,-11 6 3 16,0 0-39-16,0 0-35 0,0 0 4 0,0 0-6 15,0 0-6-15,0 0-18 0,0 0 3 0,0 0 0 16,-8 6-2-16,1-3-16 0,-7 5-10 0,-6-1-1 15,-2 4-2-15,8-2 5 0,-16 4-9 0,10 0 3 0,-6 0 4 16,8-3 4-16,-11 3 5 0,2 4-2 16,3-10-5-16,10 1-1 0,-4-3 4 0,6 1 2 0,-2-1-4 15,-1-3-6-15,15-2-1 0,-15 0 3 0,13 4-11 16,2-4-26-16,0 0-32 0,0 0-143 0,0 0-136 16,0-13-230-16,0 13 160 0,2-9-207 0,4 1 16 15,6-3-65-15,-10 9-22 0</inkml:trace>
  <inkml:trace contextRef="#ctx0" brushRef="#br0" timeOffset="117711.29">11036 15203 431 0,'-5'7'583'0,"5"-7"-168"0,-12 8 22 0,9-5 144 16,-9 2-276-16,0-2-82 0,0 2-52 16,-11-3-8-16,14 2-38 0,-20 3 26 0,23-7-15 0,-18 6-2 15,18-3-35-15,-12 4 51 0,1-4-41 0,12-3-29 16,-5 3-31-16,8-3-24 0,-10 2-19 0,12-2-39 15,0 0-75-15,0 0-47 0,0 0-178 0,0 0-281 16,0 0-111-16,-3-5 243 0,-1-3-178 0,11-3-535 0</inkml:trace>
  <inkml:trace contextRef="#ctx0" brushRef="#br0" timeOffset="118308.7">11358 14747 469 0,'-6'-13'600'0,"-3"3"-244"0,-3-3 99 16,4 2-107-16,4 9-209 0,4-2-88 0,-8-3-39 16,8 7 1-16,0 0-4 0,-7-6-2 0,2 1 8 15,5 5 25-15,0 0-32 0,0 0 30 0,0 2-1 0,5 9-4 16,-5-11-8-16,7 11 7 0,-4 0-8 0,2-4 13 15,2 9-14-15,-5-10-12 0,10 12 10 0,0-3-5 16,-4-6-7-16,-1-5-36 0,4 7-43 0,-2-2-20 16,-2-5 18-16,-7-4 19 0,14 11-4 0,-14-11 25 15,8 11 99-15,-5-9-4 0,1 4 25 0,-1 2 9 0,2 0 26 16,-2-1-49-16,3 6 1 0,0-4-18 0,3 6 10 16,-4-1 5-16,5-6-20 0,4 14 4 0,-11-15-8 15,9 12 7-15,-7-9-26 0,2 0-17 0,2 10 3 16,-3-11 19-16,-4 2-15 0,5 2-12 0,-2-4-9 15,-2-5 8-15,0 0 2 0,6 6-10 0,-9-10-18 16,5 10 9-16,-5-7 16 0,0-3 3 0,4 11-17 16,-1-9 4-16,-3-2 6 0,0 0 8 0,12 8-10 0,-12-10-5 15,0 2 0-15,3 5 13 0,6 1 12 0,-9-4-25 16,0-2 6-16,5 3 0 0,5 1 1 0,-10-4 14 16,0 0-28-16,0 0 7 0,10 6-5 0,-6-6-74 15,-4 0-135-15,0 0 45 0,0 0-158 0,-4 0-139 16,4-15-46-16,-5 9 27 0,-4-1 41 0,-6-4-283 15</inkml:trace>
  <inkml:trace contextRef="#ctx0" brushRef="#br0" timeOffset="118677.71">11378 14734 374 0,'-6'-5'485'0,"1"2"-114"0,-4-10-61 16,6 13-16-16,0-13-155 0,-1 11-18 0,4 2-52 15,0-4 16-15,-2-7-6 0,2 11 19 0,0 0 14 16,0 0-22-16,0 0-14 0,0 0 30 0,0 0-38 0,0 0-16 16,0 0-29-16,0 0 1 0,0 0-7 0,0 0-16 15,0 0-7-15,-6 0-4 0,-3 0-10 0,9 0 22 16,-5 4-19-16,-2-2-3 0,4 1-13 0,1 10-3 15,-5-2 10-15,7-7 8 0,-5 10-14 0,2-1 21 16,3-2 11-16,-3 8 15 0,-1-6 0 0,2-3 5 16,2 4 13-16,-3-1-6 0,3 0 15 0,-3 8-12 15,3-8 0-15,0-7-7 0,0 12 6 0,0-5-19 16,0-7-7-16,0-3 1 0,3 12-2 0,-3-12-1 0,0 10-2 16,0-13-2-16,0 0-4 0,0 13-32 0,0-15-68 15,0 4-82-15,0 0 7 0,3 9-198 0,-3-11-122 16,0 0 1-16,0 0 198 0,0-2-378 0</inkml:trace>
  <inkml:trace contextRef="#ctx0" brushRef="#br0" timeOffset="119274.11">11814 14760 48 0,'4'0'637'0,"-2"-7"-88"0,-2 1-204 0,3 3-2 15,0-7-151-15,-3 10-41 0,0-14-47 0,0 14-36 16,0-2-36-16,0 2-15 0,-6-7 11 0,6 3-8 16,-2 4-16-16,-8 0 3 0,10 0-5 0,-17 4 18 0,8 1-12 15,-1-3-5-15,0 6 10 0,-2 0 21 16,2 0 4-16,-2 3-5 0,7-4 24 0,-2 6 6 16,-1 0 14-16,6-7-35 0,-8 18-13 0,8-8 10 0,2-8-10 15,-3 13-18-15,3-2-40 0,0 1 9 0,3-9 48 16,-1 2-2-16,8 14-46 0,-5-8-13 0,0-1 22 15,2 4 17-15,-2-4-22 0,2 1-35 0,-4-12 14 16,9 6 47-16,-4-4 3 0,1 1 11 0,6 0 2 16,-1-2 6-16,-7-3-3 0,13 1 27 0,-3-3-19 15,-7-1 1-15,7-2-10 0,-2 0 2 0,11-5 1 0,-4-1-19 16,-17 6-3-16,19-9-3 0,2-8-9 16,-8 4-1-16,0 3 2 0,-4-3 0 0,4-4 3 0,6-7-14 15,-10 8 1-15,-8 9 2 0,3-14-2 0,3-6-6 16,-7 9 9-16,-2 1 5 0,-3-1 5 0,-3-1 14 15,-2-7 50-15,5 13-13 0,-9 3 20 0,-9-18 3 16,-8 10 9-16,8 8-40 0,-6-4 3 0,2 1-39 0,-5 2-9 16,0 4-11-16,6 1-9 0,1 4 3 0,-2 2 0 15,5 0 2-15,2 0-14 0,-5 6-4 0,8-4-109 16,-9 3-61-16,13 1 11 0,-7-1-265 0,3 0-25 16,12-5-27-16,-12 8 135 0,12-6-130 0</inkml:trace>
  <inkml:trace contextRef="#ctx0" brushRef="#br0" timeOffset="120041.06">12354 14872 337 0,'0'0'557'0,"5"4"-224"16,1 2-32-16,-6-6-81 0,0 0-10 0,6 5-106 0,0-2-7 16,-6-3-35-16,9 6 22 0,-4-4 5 15,7 0 34-15,0-2-58 0,0 0 24 0,-4 0-9 0,7 0-8 16,0 0 12-16,-3-2-8 0,2 2-16 16,5-8-5-16,-14 8-33 0,17-5-35 0,-5-4-22 0,-9 7-24 15,13-5-4-15,-6-4 7 0,-6 5 15 0,2-7 37 16,1 3 38-16,-5 4 20 0,4-7 35 0,-5 0-1 0,0 4-1 15,0 2-26-15,-3-4 23 0,-3 9-38 16,-7-6-20-16,5-3-10 0,-10-2 1 0,1 8 5 16,1-4-14-16,-10 0 5 0,2-2 16 0,6 5 10 0,-18-7 29 15,20 10-24-15,-2-5 11 0,0 3 38 0,-12-6 93 16,9 1-21-16,10 7-40 0,-10-8 29 0,6 7-1 16,-1-5 27-16,5 2-103 0,5 7-25 0,-12-11-18 15,9 6-9-15,3-3-10 0,3 0 0 0,4-6-3 16,-2 4-3-16,0 2 2 0,7-11-1 0,-2 12-6 15,7-12-6-15,-10 16-4 0,18-15-3 0,-16 16-1 0,13-15-6 16,-8 10 4-16,9-1-7 0,-14 5 3 0,9-3-3 16,3-1-1-16,-13 7-2 0,16-6-7 0,-9 1 4 15,-3 5 3-15,0-2 6 0,3 2-10 0,-10 0 5 16,10 2 13-16,-10 1 5 0,4 3 0 0,1 1-3 16,-5 1 1-16,4-1 5 0,-6 4-1 0,2 2-14 15,-1 4-1-15,-1-10 4 0,0 13-1 0,-3 2 0 0,2 8 1 16,-2-16 8-16,3 4 4 0,1 1 1 0,-1 4 1 15,-1-10 3-15,4 4 13 0,0-4 3 0,9 7 2 16,2-3 11-16,-5-7 6 0,-6-4 19 0,20 7 18 16,-2-2 27-16,-9-9-37 0,2-2 40 0,2 2-5 15,16-2-11-15,-11-2-29 0,2 2-16 0,4-6-12 0,-10 4-9 16,6-3-17-16,-14 2-34 0,8 0-60 0,-8-2-127 16,3 3-88-16,-3-4-340 0,-12 6-246 0,9-5 62 15,-6 5 232-15,0 0-332 0</inkml:trace>
  <inkml:trace contextRef="#ctx0" brushRef="#br0" timeOffset="121762.46">10592 16211 1092 0,'0'0'1590'0,"-12"11"-789"16,12-11 198-16,0 0-487 0,0 0-211 0,0 0-211 15,0 0-63-15,0 0-20 0,0 0-7 0,0 0 2 16,12 7 4-16,-4-10 1 0,4 1 2 0,15-6 0 15,-1-1-1-15,-6 2-3 0,16-9 2 0,-6 3-7 0,-1 0-1 16,0-4-1-16,7 2 0 0,-16 1 1 0,2 4-3 16,-8-1-1-16,6 1-11 0,-10 7-36 0,2-5-54 15,-4 0-101-15,-6 8-31 0,-2 0-203 0,12-7-64 16,-5 7-127-16,-7 0 118 0,0 0-186 0,0 0-42 16,-9 7-80-16</inkml:trace>
  <inkml:trace contextRef="#ctx0" brushRef="#br0" timeOffset="121925.04">10741 16372 76 0,'0'2'1322'0,"0"9"-814"0,0-9 109 15,0-2 157-15,0 0-275 0,0 0-275 0,0 0-48 0,19 4-76 16,-4-15-46-16,-10 9-18 0,22-12 8 0,-1-2 2 0,-2 2-30 16,-6 4-20-16,4 0-81 0,5-1-175 15,2 0-227-15,-14 7 50 0,6-5-219 0,-9 1-10 16,3 3 23-16,-3 0-98 0</inkml:trace>
  <inkml:trace contextRef="#ctx0" brushRef="#br0" timeOffset="124639.76">8237 10434 47 0,'-9'-26'924'0,"4"10"-688"0,-5-8 89 0,2 4 2 16,-4-2-82-16,3 6-142 0,-8-12 64 0,5 6-43 15,-6 0 13-15,6 7-29 0,-2-3 42 0,-10-4 24 16,1 1-55-16,4 7-37 0,-3-1 21 0,-5-1-18 0,-9 3-7 16,1 0-27-16,9 7-16 0,-9 3-1 0,-4 1-24 15,-12 4 1-15,2 1-5 0,-2 5 0 0,-5 1-6 16,0 0-6-16,12 2 2 0,-41 11 0 0,24-1 3 16,5 0 6-16,5 0 0 0,-8 3-2 0,-21 7 0 15,24-2 0-15,19-7 4 0,-11 4 0 0,4 3-11 16,-3 3-4-16,15-8 7 0,1 5 2 0,9-2 1 0,4 1-9 15,4 1 1-15,2 4 11 0,5-2 3 0,7 6 5 16,3 0-7-16,1-2-6 0,4 20 3 0,1-7 0 16,3-1 0-16,3-6 0 0,-1 8 5 0,13 15 30 15,0-12 2-15,-7-8-10 0,6 11 7 0,9-2-8 16,6 23-19-16,-14-30-21 0,12 14-8 0,5 1-2 16,-6-3 2-16,4 1 1 0,7 15 11 0,2-16 18 15,5 0-3-15,-15-16-6 0,15 11-2 0,20 2-13 0,-17-17-4 16,6-8-6-16,-21-10 2 0,18-1-11 0,12-6-3 15,-15-5 9-15,-17-11 13 0,16 3-1 0,-4-5 0 16,4-5-3-16,-23 1 14 0,9-6 1 0,4-7-1 16,-7-2-1-16,-11 1 2 0,16-14 6 0,-7 0 2 15,2-9-4-15,-11 13-2 0,4-13 4 0,8-14 17 0,-9 6 9 16,-7 12-5-16,7-16 29 0,-10-3 17 0,6-13 31 16,-8 10-4-16,-6 11-31 0,0-10 21 0,-3-6-11 15,-4-3-12-15,-4 17-31 0,-11-6-1 0,-1-1-15 16,-4 3-12-16,-3 17-4 0,-11-22 3 0,-1 16-4 15,-2 4 2-15,5 14-3 0,-20-4 1 0,-6-5-7 16,9 15 4-16,2 8-2 0,-12-3-4 0,-1 6-5 16,-10 2-14-16,15 6-36 0,-12 3-54 0,1-2-114 0,2 4-82 15,2 6-57-15,8-1 63 0,-25 12-377 0,15 1 108 16,-4 0 71-16,18 1 166 0,-14 5-471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2:49:11.6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17569 7265 78 0,'20'-3'327'0,"-11"1"-174"15,12-4 2-15,-10 4-8 0,1 2-48 0,9-3-53 16,-6 3-17-16,5-6-14 0,-13 6-18 0,30-2-8 15,-13-1 2-15,0 1-4 0,-7-4 3 0,7 1-5 16,2 0-26-16,0-3-66 0,-11 0-3 0,-8 3-37 16,13-8-74-16</inkml:trace>
  <inkml:trace contextRef="#ctx0" brushRef="#br0" timeOffset="3343.06">27003 1949 171 0,'-27'11'713'16,"-8"-5"-384"-16,-4 4 111 0,7-5-96 0,15-2-163 0,-14-1 55 16,6 4 30-16,-4-4 25 0,5 3-87 0,2 1 30 15,-4 1 7-15,3-1-35 0,2 2-47 0,-6-2-33 16,2-4-20-16,-2 6-16 0,8-3-34 0,-18 4-5 15,8 0-20-15,2 2-2 0,10-3-11 0,-10 1 2 16,-2 6 18-16,5-4-2 0,9-1-9 0,-6 3 24 16,-5-2 9-16,-1 4 5 0,9-4 4 0,3 0-17 0,-2 0 15 15,-7 4 25-15,9 1-22 0,0-3-20 0,1 6 10 16,-6 3-6-16,5 1 9 0,3-6-10 0,0 5 5 16,0 0-3-16,4 4-1 0,-1 1 2 0,3 2-7 15,2 1-18-15,2 3-20 0,-1-3 2 0,-2 17 16 16,5-7 16-16,0 3 5 0,0-14-9 0,0 21 32 15,2-13-17-15,6 3-3 0,-4-16-25 0,4 15-4 16,4-3-8-16,-2-6-6 0,2 4 0 0,-4-12-4 0,6 10 1 16,4 4-6-16,-2-10-10 0,-6-6 2 0,9 4-2 15,6 9-2-15,-9-6 9 0,4-14 1 0,0 11 7 16,7-5 14-16,9 7 30 0,-13-10-14 0,8 0 13 16,-2-1-5-16,12 2 9 0,-18-4-25 0,6-2 3 15,5-4-21-15,3 2-7 0,-1-7-4 0,3 6 0 16,-2-5 1-16,2-1 0 0,-1 3 0 0,0 1 0 0,3-4 3 15,-2 1 3-15,-1-1 2 0,-8 2-4 0,11-4 3 16,-3 2-2-16,3-4-1 0,-10-2-4 0,21 2-6 16,-14-3-2-16,1-3-4 0,-10 3-1 0,6-1-12 15,6-4-8-15,-9 2 1 0,-10 3-2 0,7-3-9 16,-2 5 5-16,5-8 2 0,-15 9 19 0,10-6-7 16,-1 3 1-16,4-1 7 0,-4-1-3 0,-8 1 6 0,6-2-5 15,-7-2-6-15,10 1-13 0,-12 4 18 16,-3 3-31-16,14-11-15 0,-6 2-31 0,-1 3 15 0,1 3-10 15,-8-1 3-15,8-10 5 0,-4 8 39 0,9-8-16 16,-3 5 30-16,-5-7 3 0,-5 8 6 0,5-6-5 16,1-3 3-16,0 1 7 0,-10 2 7 0,4-8-1 15,6-2 8-15,-6 4 8 0,-3 4-1 0,3-8 4 0,-4-3-4 16,4-3-2-16,-3 10 0 0,-3 2-5 0,3-7-9 16,-4 1-3-16,2-7 0 0,-2 15 10 0,2-6 4 15,-2-2 0-15,1-6 9 0,-2 11 1 0,1-8 4 16,4 5-3-16,-1-6 4 0,-1 12 5 0,1-13 17 15,1 7-9-15,-3 0-2 0,-2 9-9 0,-2-18 6 16,1 13-23-16,-3-2-21 0,0 7 3 0,0-7-7 16,0-2-7-16,-3 13 7 0,-6-9 7 0,4 4 8 0,-7-3 1 15,-3-7 4-15,-2 8 3 0,5 4 0 0,-7-5 2 16,-1 1 0-16,-4 1 1 0,9 8 3 0,-7-4 6 16,-2-1 1-16,-12-7 8 0,18 10-8 0,-8-5 4 15,-4 3 5-15,1-2-1 0,5 4-4 0,-8-5 5 16,5 3-1-16,1 2 3 0,6 5 0 0,-16-7 31 15,10 6 10-15,-5 4 3 0,11-3-7 0,-9 2 36 16,2 1-7-16,3-3-19 0,2-2-25 0,3 5-21 0,-4 1 8 16,-3-3 1-16,4-1-11 0,12 4-4 0,-2-1 5 15,-10 3 4-15,2-2-8 0,14 2-15 0,-12-4-4 16,6 2-7-16,-2 0-4 0,2-1 3 0,4 1-5 16,-2 2-46-16,-2 0-99 0,4 0 15 0,-6 0-141 15,4 0-139-15,-2 0-195 0,0 0 16 0,-13 0-461 16,6 2 281-16,11-2-852 0</inkml:trace>
  <inkml:trace contextRef="#ctx0" brushRef="#br0" timeOffset="5326.75">24448 3037 164 0,'0'3'705'0,"-12"-3"-445"0,1 2 125 16,-1-2 37-16,-5 2 108 0,10-4-318 0,-10 2 42 16,8 0 9-16,-3-2 66 0,-3 2-24 0,3-3-95 15,4 0 40-15,-13 0 14 0,1-2 14 0,10 5-109 0,-17-6 47 16,7 4-27-16,-6-3-26 0,6 3-58 0,-4-2-19 15,-3 4-20-15,-5 0-62 0,8 0-9 0,-15 0-10 16,10 4 5-16,-6-2 3 0,14 1 8 0,-16 1 14 16,7 2-1-16,-3-1-2 0,10 1-3 0,-6-1-1 15,-7 1 3-15,4-1-8 0,3 0-2 0,5-2-2 16,-6 0-1-16,4 4-3 0,-1-1-6 0,7-4-3 0,-7 1-5 16,-6 3 6-16,13-4 20 0,2 0 1 0,-3 1 8 15,-2-1 6-15,-1 2 15 0,10-2-14 0,-8 1-3 16,5-1-14-16,0 0-4 0,-5 2-6 0,2-4 1 15,0 2-1-15,-1 1 1 0,4-3 0 0,-5 2 0 16,5 1 1-16,0 0 1 0,5-3-3 0,0 3 1 16,-11-3 0-16,11 2 0 0,-3 0 0 0,-3-2 1 15,0 3 0-15,4-3 2 0,-6 0-1 0,13 0 1 0,-8 3 0 16,-7 0 2-16,6-1 4 0,8 1 1 0,-7-1 1 16,-2 2 0-16,5-4-3 0,-10 0-7 0,14 2-9 15,-11-2-35-15,-3 2-22 0,15 1 29 0,-10-3-12 16,-1 0 2-16,6 3-1 0,3-3 39 0,-6 0 21 15,7 0 5-15,-6 3 3 0,-5-3 8 0,16 0-7 0,-9 2 5 16,12-2-8-16,-20 3-4 0,20-3-3 16,-12 2-2-16,7-2-4 0,5 0-6 0,-7 4 0 0,-1-2 3 15,8-2-1-15,-4 0 1 0,4 0 0 0,4 0 0 16,-8 0-5-16,8 0-44 0,-4 0-29 0,0 0-75 16,0 0-137-16,0 0-117 0,0 0 27 0,-4 0-200 15,8 0-81-15,-8 0-241 0,4-6 227 0,-8 1 229 0,8 5-274 16</inkml:trace>
  <inkml:trace contextRef="#ctx0" brushRef="#br0" timeOffset="9756.91">8844 3294 68 0,'-5'2'292'0,"-4"-2"-125"0,9 0-31 15,-10 0 23-15,5 0-28 0,5 0-58 0,0 0-50 16,-15 0 6-16,13 0-16 0,2 0-6 0,0 0-6 0,0 0-2 16,0 0 4-16,-12-2 2 0,9-2-2 15,3 8 2-15,0-4 1 0,0 0 12 0,0 0 19 0,-7-6 32 16,-1 1 13-16,11 5 23 0,-3 0-24 0,-3 0 53 15,6 0-39-15,-3 0-29 0,0 0-35 0,-3 0-2 16,6 0-22-16,-6 0-4 0,6 0-1 0,-3 0-2 16,0 0 1-16,12-2 0 0,-9 2-2 0,2 0 1 15,4 2 1-15,-6-2-2 0,18 0-2 0,-6 0 0 16,-7-2 1-16,13 2 0 0,2-4 0 0,-4 4 0 0,10 0 5 16,-9-2 14-16,4 2 11 0,-9 0-3 0,5 0 11 15,9-3 18-15,0 3 7 0,-7 0-19 0,4 0 8 16,4 0-12-16,2 0-24 0,7 0-2 0,-13 0-12 15,6 0-2-15,0-2-6 0,4 2-6 0,-4-2 10 16,4-2 17-16,-4 2 18 0,-2-1 23 0,-4 1-10 16,9-2 21-16,4-1 4 0,-10 1-4 0,-8 0-16 15,11-1 22-15,-2 3-21 0,2-4 2 0,-14 6-31 0,2 0 16 16,4 0-5-16,-18 0-24 0,15 0-33 0,-6-3-1 16,-3 3 5-16,2 3 16 0,-3 0-21 0,-4-3 3 15,5 5 12-15,-4-5 11 0,-2 3 4 0,-3-3-3 16,9 2-7-16,-9-2 11 0,9 0 2 0,-12 0-15 15,0-2-61-15,0 4-43 0,3 2-62 0,-1 3-37 16,1-7-74-16,-3 0-83 0,-8 8-16 0,5-5 137 0,-6-3-336 16</inkml:trace>
  <inkml:trace contextRef="#ctx0" brushRef="#br0" timeOffset="20054.38">14831 7297 186 0,'0'0'342'0,"0"0"-54"0,0 0-59 16,0 0 91-16,0 0 119 0,0 0-70 0,0 0-121 16,0 0 45-16,0 0-19 0,0 0 80 0,0 0-144 15,0 0 44-15,0 0-49 0,0 0-58 0,0 0-46 0,0 0 36 16,-2 0-55-16,-5-11-37 0,7 11-31 0,-5 0-12 16,-10 3-7-16,-2 2-11 0,-5 5-1 0,5-1-1 15,-10 4 4-15,-2 3 8 0,-10 10 0 0,10-10 6 16,-6 8 3-16,-4 0 7 0,7 0 0 0,-4 0-4 15,4-4-4-15,6-1 0 0,-1-3 5 0,12-3 1 16,-11 5 5-16,8-5-3 0,1-2 1 0,14-9-3 16,-15 12-1-16,6-4-16 0,9-4-15 0,0-3-58 0,-2 5-11 15,5-8-145-15,0 0-156 0,-4 0-79 16,4 0 29-16,4 0-199 0,-4-8 50 0,0-3-87 0,0-5-148 16</inkml:trace>
  <inkml:trace contextRef="#ctx0" brushRef="#br0" timeOffset="20456.31">14331 7360 41 0,'3'-3'550'15,"5"-8"-170"-15,-8 11-123 0,0 0 54 0,0 0-178 0,0 0-71 16,0 0-61-16,0 0-1 0,0 0 0 0,0 0-6 15,0 0 5-15,0 0-1 0,0 0-9 0,0 0 3 16,0 0 4-16,0 0 5 0,0 0 13 0,0 0-10 16,0 0 1-16,0 6 16 0,6 2-3 0,-8 0-5 15,-2 0 3-15,-2 10 10 0,1 4 23 0,-2-9-14 16,5-2 13-16,-1 7 20 0,-6-5 1 0,6-8 0 16,-9 8 5-16,9-2-10 0,3-5 27 0,-6 1 25 0,3 2-32 15,3-7 102-15,0 11-15 0,-3-2 14 0,6-6-45 16,0 8 26-16,6 4 19 0,-2-10-32 0,3 6-53 15,0-2 52-15,10 8 11 0,-2-6-5 0,-12-8-50 16,15 4 33-16,-1-2-21 0,0-1-28 0,4-4-24 16,-7 1-1-16,-2-1-4 0,9-2-17 0,-3 2-14 15,-1 2 3-15,-10-4-12 0,12 0-12 0,-15 0-7 16,13 0 0-16,1 0-6 0,-13 0-6 0,4 2-14 16,6-2-53-16,-6 3-148 0,0-3-83 0,5 5-128 0,-13-5-1 15,7 8-270-15,4-6-124 0,-3 1 94 0,0-3 326 16,0 0-393-16</inkml:trace>
  <inkml:trace contextRef="#ctx0" brushRef="#br0" timeOffset="26489.17">18573 3312 107 0,'-5'-2'237'0,"-5"-4"-79"16,10 6-36-16,0-3 41 0,-12-4-9 0,12 7-20 0,0 0-51 16,-14-8-10-16,14 8-3 0,0-3-2 0,-8-5-19 15,-2 3 12-15,1 3-5 0,-6-4 6 0,10 1-23 16,-4 5-14-16,-6-6 7 0,0 3 15 0,3 1-13 0,4 0-17 15,-1 2-4-15,-6 0-2 0,-14-4 0 0,8 4-3 16,-2 4-7-16,-1-4-4 0,-5 0 0 0,5 2 2 16,-8 3 0-16,-10 1-2 0,13-4 1 0,5 3 12 15,-8 1 17-15,0-1-9 0,-7 1 10 0,15-1-9 16,-8-1 11-16,3 2 1 0,-3-3-20 0,-7 2-2 16,19 1 4-16,-13-6-5 0,6 4-8 0,-2-1-1 15,9 0-1-15,-12 0 1 0,10-3-3 0,-4 2 2 16,8-2 3-16,-6 3 1 0,2-3 0 0,-8 2 3 0,12-2-3 15,6 4 0-15,-11-8-5 0,2 8-1 0,9-4-1 16,1 0 0-16,-8 2-2 0,11 0-11 0,-1-2 14 16,-9 3 7-16,6-1-2 0,0-2-2 0,-5 4 1 15,5-4 1-15,-8 2 10 0,-1 3-12 0,3-3-8 16,6 2 8-16,-14-2 1 0,11 1-2 0,-2-1 6 16,-15 4 6-16,10-1-2 0,0 1-1 0,-5-4-8 0,8 1 2 15,-6 2 0-15,9-5-5 0,-7 3-2 0,11-3-2 16,0 3-8-16,-5-3 4 0,-4 0 8 0,10 0-1 15,-1 0 1-15,-9 0 0 0,9 2 8 0,-3-2 6 16,-5 0 0-16,8 2-7 0,0-2 1 0,-8 3-3 16,11-3-1-16,-11-3-2 0,-7 3 0 0,3-2-2 15,19 2 3-15,-19-2 0 0,9 2-1 0,-12 0 2 0,22 0-1 16,-19 0 0-16,12 0 1 0,-6 0 0 0,1 0-2 16,2 0 0-16,-11 2 2 0,14-2 0 0,-12 0-1 15,6 2-2-15,-11 1 2 0,5-3 1 0,9 3 0 16,3-6-2-16,-10 6 2 0,-2-6 0 0,4 3 0 15,10-3 0-15,-16 1 0 0,14 2 0 0,-20-2-3 16,17 2 4-16,-9 0 1 0,7 0 3 0,-7 0-4 16,9 0-2-16,-12 0 2 0,7 0 4 0,0-3-5 0,14 3 0 15,-14 0-2-15,-4-3 8 0,14 6-3 16,-7-3-3-16,2 0-2 0,0-3-3 0,-11 6 1 0,11-6 1 16,0 3-2-16,-5 0 1 0,8-3 2 0,-9 3 3 15,13-2 4-15,-13-1-1 0,6 1-7 0,3 2-2 16,-5-4 1-16,7 2-4 0,-4 0-3 0,6-1-3 15,1 3 4-15,-1-6 3 0,-7 4-1 0,1-1-5 0,7 1 4 16,-10 2 0-16,5-4 4 0,-12 2 0 0,18 2-1 16,-18 0 3-16,7-2 6 0,2 2 1 0,-14 0-4 15,5 0 3-15,9 0-3 0,-14-3 0 0,12 3 1 16,-5 0-1-16,14 0 9 0,-18 0 1 0,11 0 3 16,-12 0-4-16,10 3-1 0,-7-1-5 0,-3-2-4 15,7 2-8-15,-1-2 1 0,1 4 0 0,-7-4-1 0,7 0 5 16,-7 0 1-16,3 0-5 0,0 0-1 0,7-4 2 15,-7 8-2-15,9-4-1 0,-7-4-1 0,12 4 5 16,-4 0 4-16,-6-2 1 0,8 2 0 0,-7 0-3 16,-1 0-4-16,11 0 1 0,-17-2 6 0,17 2 1 15,-3 0 2-15,-3 2-1 0,3 0 7 0,-2 2 4 16,8-4-4-16,-12 2-5 0,-2 1 4 0,5-1-6 16,6 1 2-16,-9 0 0 0,6-3-3 0,-2 5-1 15,-1 1 2-15,3-4-6 0,-17 9 5 0,21-8-1 0,-14-1 0 16,-4 9-1-16,8-9 2 0,9 1-1 0,-9-1-5 15,10 2-10-15,-1-2 2 0,-3-2-5 0,3 0 8 16,-2 0-3-16,2 0 1 0,-1 0 14 0,-7 0 10 16,12 0-2-16,-7 0 1 0,-3-2 1 0,12 2-1 15,-3-4-2-15,-6-1-3 0,-3 5-6 0,15 0-1 16,-5 0 0-16,-5-2-1 0,8 2-1 0,-8 0 1 0,8-3-1 16,-10 0 0-16,12 3 1 0,-8-5 0 0,5 5 2 15,3 0-1-15,-16-2 0 0,13 2 3 0,3 0-2 16,0 0-6-16,-2 0-16 0,-8-6-13 0,8 6-45 15,2 0-45-15,2 0-79 0,-2 0-41 0,0 0-64 16,0 0 130-16,-5-5-163 0</inkml:trace>
  <inkml:trace contextRef="#ctx0" brushRef="#br0" timeOffset="29854.17">14183 4558 403 0,'0'-14'255'0,"0"12"-126"16,-3-9 85-16,3 6-96 0,0-8-81 0,0 13-31 15,0 0-6-15,0 0-4 0,0 0 1 0,0 0-3 16,0 0 0-16,-5 0-5 0,-4 0 6 0,2 5 5 16,2 3 2-16,5-8 4 0,-15 11 1 0,10-6 4 15,-5 1-1-15,-4 7-7 0,2 3-4 0,-3 2-2 0,0-5 0 16,-9 17-2-16,2-12 0 0,-3 4 2 0,8-7 3 15,-10 9-2-15,-2 0-6 0,0 5-2 0,10-13 3 16,-4 8 2-16,-1 0 2 0,7 0 2 0,-10 2 9 16,13-10 7-16,-1-3 27 0,0 2 4 0,1-6-3 15,4 2 4-15,-2-7-2 0,-2 7-3 0,8-6-13 16,0 1-23-16,-9 1 1 0,10-1-5 0,-1-3-5 16,6-1 2-16,-9 11-1 0,9-13-4 0,-9 13 6 0,9-10-3 15,0 3-2-15,-3-1-2 0,6-3-11 0,1 4-13 16,-2 1-22-16,-2-3-57 0,0-4-70 0,12 2-26 15,-9-2 54-15,-3 0-267 0</inkml:trace>
  <inkml:trace contextRef="#ctx0" brushRef="#br0" timeOffset="30271.07">13700 4786 34 0,'0'-14'569'16,"-3"4"-356"-16,-3 2-22 0,0-11-12 0,6 8-103 0,-2 4-49 16,-5-6-4-16,7 13-7 0,-5-13 0 0,5 10-4 15,0 3-5-15,0 0 2 0,0 0 7 0,0 0-6 16,0 0 1-16,0 0-6 0,0 0-4 0,0 0 1 16,0 0-4-16,0 0 0 0,0 0 15 0,0 0 12 15,0 0-1-15,-10 10 11 0,5 3-5 0,2-2-16 16,-3 11-7-16,0-2-19 0,-6 10-12 0,7-6 2 15,-2-8 9-15,2 8-7 0,-2-2 22 0,5 6 19 0,2-15-3 16,0 8 2-16,0-11 2 0,-3 8-2 0,6-7 2 16,-3 8 5-16,0-3-5 0,2-11 3 0,5 12 4 15,-2-15-5-15,5 9 26 0,4-2-5 0,1 2-2 16,0-5-10-16,5-1 14 0,6 6 20 0,-2-9-21 16,-9 3-17-16,14-1 4 0,-2-2 7 0,5 0 21 15,-15-2-38-15,10 3 5 0,0-3-3 0,2 2 13 16,-10-2-7-16,10 0 10 0,-6 0-15 0,1-2 7 0,-15 2-11 15,26 2 20-15,-26-2-38 0,14 0-27 0,-16 4-4 16,10 1-28-16,-2 3-55 0,-3-3-84 16,-3-3-94-16,-1 9 25 0,1 5-80 0,-3-6 7 0,-4 1-511 15</inkml:trace>
  <inkml:trace contextRef="#ctx0" brushRef="#br0" timeOffset="39424.79">7654 4283 21 0,'0'0'163'0,"0"0"3"0,0 0 38 0,0 0 23 16,0-3 53-16,-9 1-114 0,6 2 29 0,3 0-48 16,0 0-28-16,-2-2-59 0,-10 2-9 0,12 0-5 0,0 0-20 15,-10 0-9-15,2 2-13 0,-13 3-9 0,9 3 2 16,-5 3 9-16,-13 2 17 0,9 0-2 0,-8 1-13 15,6-5-9-15,-13 10 0 0,7-5-1 0,-1-4-17 16,13-2 4-16,-10-2 7 0,3 1 26 0,7 1 7 16,12-5-7-16,-17-1-13 0,13-2 7 0,-6 6-16 15,5-4-11-15,10-2-2 0,0 0-19 0,0 0-30 0,0 0-42 16,0 0-29-16,0 0-118 0,0 0-25 0,0 0 3 16,-7-13-352-16</inkml:trace>
  <inkml:trace contextRef="#ctx0" brushRef="#br0" timeOffset="39766.87">7324 4302 253 0,'0'2'171'0,"0"-4"-21"16,0 2-60-16,0 2 16 0,0-2-67 0,-12 0-38 15,9 0-1-15,3 0 1 0,0 0 0 0,0 0 0 16,0 0-1-16,-3 5 0 0,1 4 1 0,2-9-2 15,0 0 0-15,0 0 1 0,0 0 0 0,0 4 0 16,0 5 1-16,0-9 0 0,0 0 0 0,-7 11 2 0,7-7-1 16,0-4 0-16,-3 11 0 0,6-6 0 0,-6 3 1 15,3-3 1-15,0-5 11 0,7 6 45 0,-4-1 2 16,-3-5-7-16,5 6 21 0,7 4 16 0,-3-4-20 16,3-4-17-16,-6 0-33 0,8 1 5 0,1 0-13 15,-3 0 8-15,5-3 1 0,-7 0 19 0,10 2 4 0,4-2 11 16,-12 0-19-16,5 0 12 0,3-2-9 0,-1 2-7 15,-7 0-23-15,5-3-1 0,-5 0-4 0,8 3-8 16,1 0 0-16,-13 3 0 0,14 0-9 0,-8-1-19 16,-8-2-7-16,11 11-211 0,-10 0-10 0,-5-6-2 15,1 5-58-15</inkml:trace>
  <inkml:trace contextRef="#ctx0" brushRef="#br0" timeOffset="44785.46">14719 10967 448 0,'0'0'313'0,"0"0"109"0,0 0-11 0,0 0 37 16,0 0-156-16,0 0 24 0,0 0 22 0,-2-9-151 15,-1 1-18-15,3 8-98 0,-3-5-18 0,-3-3-3 16,3 5 32-16,-4-7-10 0,2 7 58 0,-5-8 65 16,2 4-38-16,-1 1-42 0,4 1 27 0,-19-5-23 15,6 5-1-15,12 1-70 0,-20-5-4 0,5 0-5 0,-6 1 12 16,10 3-14-16,-7 0-4 0,4-1 3 0,-1 4-5 15,-6-3-1-15,4 1-5 0,-1 2-10 0,0 0-1 16,4-1-8-16,0 1-10 0,-10 2-2 0,4-4 6 16,0 8 9-16,7-4 0 0,-16 0 3 0,6 2 9 15,2 3 3-15,7-3-5 0,-4 7 2 0,-2-4-10 16,-1 1-3-16,10-4-2 0,-13 3 0 0,-3 1-1 0,7-1-2 16,5 1-1-16,-3 1 4 0,-1 1 6 15,1 1-5-15,9-5-5 0,-9 5 1 0,4-2-3 0,-4 6-2 16,9-7-5-16,-2 4-7 0,5 1 2 0,-5 2 0 15,7 0-1-15,1-2 6 0,4 0-1 0,2-3 2 16,-4 5 6-16,5 0-5 0,2-3 6 0,-3 7 2 16,3 1 3-16,0-10-3 0,0 10 3 0,0-2 5 15,3-3 11-15,3 11-5 0,0-5 3 0,-1-6 1 16,2 1 0-16,1 4-9 0,-2 3 1 0,4-8-5 0,-5 5-4 16,4-2-2-16,-3 8-4 0,3-7-5 0,-1 3-1 15,7 2 3-15,-6-9 1 0,11 11-1 0,-1-6 3 16,1-2 6-16,-8 0 0 0,17 5 4 0,-5-2-7 15,-4-3 4-15,-3-6-4 0,7 6-1 0,6 2 2 16,-4-5-1-16,-11-2-2 0,12 0-2 0,5 4-4 16,-11-6 1-16,-9-4 4 0,11 3-1 0,1-3 0 15,3 1 1-15,-13-4 5 0,6 1 1 0,2-1 0 0,12 2-6 16,-7-8-6-16,-10 2 4 0,10 2-2 0,0-3-1 16,9-3 7-16,-14 4 2 0,2-3 5 0,3-3 6 15,2 3-4-15,1-4 0 0,-4-4-2 0,1 0-8 16,0 2-3-16,-10 2 1 0,15-11 0 0,-5 5 1 15,-6-4-1-15,-3 5 3 0,14-4 2 0,-6-3 1 16,-2 3-3-16,-9 7-2 0,2-7-2 0,7-8 1 0,-6 6-5 16,-10 5 3-16,8-7-1 0,-6-4 1 0,2-1 1 15,0 1 3-15,-2 10 0 0,-5-5 3 0,0-10 0 16,-1 9-2-16,-4 6-5 0,-4-5-8 0,-1-6-3 16,0 1 5-16,-5 8 1 0,1-14-4 0,-8 5 0 15,-7-12 5-15,9 18 6 0,-14-5-6 0,-1-2 0 0,-14-1 3 16,15 16 1-16,-6-7-3 0,-1 3-2 0,-3 1 0 15,5 1 2-15,2 4-2 0,-2 6-7 0,5-3 1 16,-3 3-29-16,11 5 13 0,-2 2-64 0,2 3-119 16,3 4-148-16,13-7-95 0,-16 11-120 0,11-4-133 15,5-2 5-15,-4 4 174 0,3-5-725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2:50:24.5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20211 4249 255 0,'0'0'320'0,"0"0"-141"15,0 0 11-15,0 0 12 0,0 0-10 0,0 0-91 16,0 0 31-16,0 0 26 0,0 0-2 0,0 0 25 15,-2 0-1-15,-13 0 18 0,15 0 43 0,0 0-68 16,0 0 84-16,0 0 15 0,0 0-65 0,0 0-67 0,0 0 27 16,0 0-39-16,0 0 19 0,0 0-76 0,0 0 7 15,0 0 1-15,3 0 4 0,11 0-23 0,-14 0 3 16,3 3-3-16,9 1 4 0,-12-4 0 0,12 9-23 16,0-2-3-16,-7-1-13 0,10 5-13 0,-11-9-5 15,11 9-4-15,-1 2-10 0,-6-8-1 0,2 3 3 16,-1 0 4-16,-4-2 4 0,10 7 6 0,-10 0-2 0,-1-8 5 15,7 8 4-15,1 0 4 0,-9-7-1 0,9 7 6 16,0-3 2-16,-3-2 0 0,3 6-4 0,3 1-1 16,5-2-6-16,-6 1-3 0,1 2-6 0,-3-8-6 15,-3 0 1-15,-1 3-1 0,7 2-2 0,-11-11 1 16,4 9 0-16,-8-8-1 0,12 7 2 0,-12-10-2 16,12 11 0-16,-9-8 1 0,6 1-2 0,-6-1 1 15,-1 0-4-15,8 2 0 0,-10-5 1 0,0 3 2 0,12 5 4 16,-12-8 11-16,0 0 10 0,5 2-1 0,4 1 27 15,-9-3 21-15,0 0 2 0,0 0-1 0,0 0-8 16,0 0-8-16,8 2-8 0,-5-2-19 0,-3 0-19 16,0 0 0-16,0 0-6 0,9-2 3 0,-3-3 7 15,-2 5 3-15,8-6-1 0,-2-1-5 0,-6 7 2 16,7-9 22-16,1 2 21 0,-5 1 3 0,3-1-6 0,2-7 35 16,-2 6-11-16,2 0 1 0,-4-3-24 0,4-2 8 15,9-13 7-15,-9 10-24 0,-1 3-10 0,1-5 8 16,3 1-6-16,-6 4-2 0,8-10-14 0,-10 17-5 15,4-10 4-15,1 3-8 0,0 2-2 0,-3-2 2 16,-4 2-9-16,7-2-1 0,-2 0-8 0,-8 8 14 16,4-3 26-16,-6 8 5 0,0 0-6 0,0 0-29 0,0 0-39 15,0 0-53-15,0 0-106 0,0 0-181 0,0 0-221 16,0 0-254-16,0 0-128 0,0 0 272 0,-8-5-400 16,-4-1-369-16</inkml:trace>
  <inkml:trace contextRef="#ctx0" brushRef="#br0" timeOffset="1366.34">21293 4463 706 0,'0'0'959'16,"0"0"-264"-16,0 0 53 0,0 0 255 0,0 0-537 0,0 0 43 16,0 0-114-16,0-3-56 0,8-3-53 0,-4 6 30 15,7-9-88-15,-2 3-8 0,3-5-47 0,0 4-50 16,5-15 43-16,-2 15-83 0,5-15-7 0,-4 7-34 16,9-4-18-16,-3 1-18 0,-2-4-6 0,-2 6-1 15,3-8 6-15,-1 0 2 0,-2 6 5 0,-10 5 3 16,-1 7 5-16,8-12 10 0,-7 7-3 0,-4 9-9 0,-4 0 6 15,8-9-7-15,-8 11-2 0,0 0-8 0,0 0-9 16,0 0-7-16,0 0-3 0,0 0-4 0,0 0-9 16,-3 0 4-16,-6 11 22 0,-6 4 14 0,12-10-7 15,-17 19 6-15,2-2 16 0,0 6 3 0,3-6-20 16,1 4-11-16,-1 1-3 0,-5 2-1 0,13-8 1 16,-5 6-2-16,7-7-1 0,2-12 3 0,-3 16 5 15,6-2 4-15,0-6 4 0,0-6 2 0,6 6 3 0,0-3 1 16,0-2 4-16,5 5-4 0,-2-12-7 0,3 5 8 15,3-4 4-15,2-5 1 0,5-3-1 0,1 1-5 16,-5-3-1-16,5-1-1 0,4 1-5 0,-13-3-12 16,13-1-30-16,-6 0-91 0,-6-2-196 0,-4 0-32 15,1 0-576-15,0-9-129 0,-10 1-120 0,1 6 304 0,4 4-200 16,-7-9-670-16</inkml:trace>
  <inkml:trace contextRef="#ctx0" brushRef="#br0" timeOffset="1637.62">21756 3626 2113 0,'3'-18'1311'0,"-3"16"-652"0,0-11 243 16,0 13-259-16,-3-6-424 0,-1-1-87 0,4 7 17 16,0 0-59-16,0 0-24 0,0 0-51 0,-3 0-11 15,-9 7-10-15,12-7-12 0,-2 17-15 0,-1-10-14 16,0 4-105-16,-3 7-108 0,0-8-195 0,4-1-65 16,-10 6-435-16,12-12-71 0,-10 5 161 0,8-3 241 15,-1-7-647-15</inkml:trace>
  <inkml:trace contextRef="#ctx0" brushRef="#br0" timeOffset="9845.67">19848 8395 142 0,'0'0'602'0,"0"0"-321"0,7 3 110 0,-2-1-154 15,-5-2 13-15,0 0-97 0,0 0-51 0,0 0 1 16,0 0 93-16,0 0-6 0,0 0 8 0,0 0-19 15,0 0 92-15,0 0 30 0,0 0 15 0,0 0-23 0,-5-5-94 16,-2 2 57-16,7 3-10 0,0 0-14 0,0 0 10 16,0 0 11-16,0 0-9 0,0 0-18 0,0-3-66 15,10-8 100-15,-10 11-91 0,0-15-45 0,2 10-62 16,2-8 13-16,-4-9-4 0,6 4-27 0,-6 10-21 16,2-16 17-16,8 0-1 0,-8 3-3 0,4-5-1 15,-2 0 3-15,1-2 13 0,-2-6-6 0,-1 6-9 16,5-7 0-16,-4-2 0 0,-1-3-1 0,1 3-7 0,1 2-21 15,1-9-8-15,-5-2-28 0,3 6 15 0,1 9 13 16,-4-8 0-16,0-12 8 0,3 12 2 0,-6 12 6 16,3-12 38-16,-4-5-12 0,1-5-2 0,3 19-18 15,-5-12 5-15,-2 3-2 0,5-6-6 0,-4 13-11 16,-3-26 2-16,4 15-5 0,-2-7 2 0,4 3-2 16,1 12-3-16,-5-20-3 0,4 18-2 0,3 2 1 15,0 14 0-15,0-13-6 0,-2 5-2 0,2 2-4 0,0 11 7 16,0-11 1-16,0 1-1 0,-3-5 4 0,3 15 0 15,0 3-4-15,0-9 10 0,-3-4 0 0,3 4-3 16,-4 4-13-16,2-3 6 0,2 5-4 0,-3 3 17 16,-6-14-2-16,3 8-3 0,0 1 1 0,0 5 13 15,1-5-6-15,-2-10 7 0,-1 8-15 0,2 1 0 16,6 6 0-16,-6-5-2 0,4-6-1 0,-2 2-1 0,4 15-1 16,0-17-3-16,0 6-4 0,0-6 2 0,0 13 4 15,4-2-3-15,-8 2 4 0,8-7 5 0,-4 10 2 16,0-3 2-16,2-7-3 0,1 9-5 0,0-1 2 15,-1-6 0-15,5 5-5 0,-4 0 3 0,-1-2 3 16,-2 6 0-16,3-4 8 0,1-2 2 0,-1 5-3 16,-3 0 0-16,2-11 3 0,1-5-2 0,-3 17-3 0,0-15-2 15,3 2 1-15,1 12 0 0,-4-14-2 0,0 15-6 16,0-10-19-16,0-1-5 0,0 10 0 0,0-8 7 16,2-2-13-16,-2 7 7 0,0-2 15 0,0 2 24 15,0-2 3-15,0-3-14 0,-2-3-4 0,2 14-8 16,2-10-4-16,1 2 3 0,0-3-11 0,-3-1 13 15,2 10 10-15,-2-4 10 0,4-4 17 0,-4 4-2 16,3 8-14-16,-3-3 6 0,0-7 2 0,0 11 2 0,0-11-8 16,0 13-2-16,0-14 3 0,0 12-6 0,0-4-10 15,0-5 5-15,0 11-4 0,-3-7-2 0,3 1 2 16,0 4-9-16,0-12 5 0,0 12 3 0,0-11-8 16,0 8-12-16,0-6-5 0,0 9 5 0,0-15 16 15,0 17-1-15,-4-10 4 0,8 4 13 0,-4 2 12 16,-4-5 2-16,4 4-5 0,0-8-6 0,-2 10 0 0,2-7-7 15,0 6-2-15,-6-9-3 0,6 11-3 0,0-3 0 16,0-6-1-16,0 6-6 0,6-8 3 0,-6 5 1 16,-3-1-1-16,6-4-1 0,-6 2-18 0,3 7 7 15,0-7 3-15,-3 6-2 0,3-3 5 0,0 5 2 16,0-12 7-16,-2 4 20 0,2 6 3 0,0-6-5 16,0 11-3-16,-4-17 6 0,4 17-10 0,-3-7-3 0,0 5-6 15,6 2 0-15,-6-13 3 0,1 9-1 16,2 4-5-16,2-7 3 0,-2-2-10 0,0 9-14 0,0 0 3 15,3-10-20-15,-3 7-3 0,0 3-12 0,0-2-23 16,0 4-14-16,0-2-36 0,0-2-51 0,0 2-31 16,0-13-292-16,0 13-101 0,0 0-128 0,0 0-149 15,0 0 167-15,0 0-182 0,0 0-109 0</inkml:trace>
  <inkml:trace contextRef="#ctx0" brushRef="#br0" timeOffset="10653.51">19926 5249 92 0,'2'0'408'0,"-2"-3"-156"0,10-3 25 0,-10 6-59 15,0 0 118-15,0 0-140 0,2-7-57 0,1-1-55 16,-6 8 19-16,3-5 27 0,0-3-22 0,0 8-25 16,0 0 19-16,0-5-7 0,3-4-2 0,-3 9-44 15,0 0-2-15,-3 0 12 0,6 0-11 0,-3 0-12 16,-3 0 21-16,-9 5-18 0,7 1 10 0,-2-1-21 16,-5 3-16-16,2 1 6 0,-12 6-8 0,10-4 4 15,10-8-7-15,-22 17 1 0,13-7-5 0,-8 6-3 0,9-5 0 16,-6-1 6-16,1 0-4 0,0 0 1 0,13-8-4 15,-18 14 0-15,13-8-11 0,-5-4-2 0,7 4 7 16,-1-3-7-16,0 2 1 0,0-2 13 0,6-5-3 16,0-3 8-16,-2 8-12 0,2-3-31 0,-4-5 34 15,4 0-2-15,4 0-21 0,-4 0-17 0,0 0-3 0,0 0 38 16,0 0 24-16,0 0-38 0,8 8-3 0,-8-5 15 16,0-3 25-16,2-3-5 0,10-1-9 0,-5-2-5 15,-2 3 14-15,10-8 9 0,-3-4-4 0,-9 9-10 16,18-10 4-16,-13 9-14 0,4-6-7 0,5-9-2 15,-7 14 2-15,7-8 11 0,-2 3-7 0,-13 8 3 16,20-21 15-16,-8 7 0 0,1 5 12 0,0 1-4 16,-13 11-18-16,10-14 24 0,0 3-1 0,-2 7-10 0,-2 1 1 15,-8 5-9-15,12-11-8 0,-10 9 2 0,-2 2-18 16,0 0-7-16,0 0-1 0,0 0 5 0,0 0 12 16,0 0 12-16,10 2 2 0,-5-2 10 0,-5 0-9 15,12 11 3-15,-5 0-6 0,-2-6 9 0,0 8-7 16,2-5-12-16,-4 3 7 0,2 7 40 0,2-5 3 15,-7-8-12-15,8 14-3 0,-2-8 4 0,0 5 25 16,-2-1-27-16,1-1-13 0,0-4 5 0,5 8 7 0,-5-7 1 16,2 0-1-16,-2 7-1 0,2-10 6 0,-2 3-7 15,0 5 2-15,-1-5-3 0,-1-1-2 0,0 1-8 16,-3-6 3-16,2 8-9 0,-2-8-17 0,0 8-24 16,0-13-123-16,-2 9-123 0,2-3-161 0,-12-4-212 15,9-2 263-15,-12 0-290 0</inkml:trace>
  <inkml:trace contextRef="#ctx0" brushRef="#br0" timeOffset="11631.89">19950 5339 13 0,'0'0'175'16,"0"0"-7"-16,0 0-22 0,0 0 41 0,0 0-83 16,0 0 10-16,-7-9 6 0,7 7-18 0,0 2-47 15,-3 0 32-15,6 0-17 0,-3 0-11 0,-3 0-10 16,3 0-37-16,3 0-8 0,-6 0-2 0,6 0-9 16,-3 0-3-16,0 0 5 0,0 0-1 0,-3-5 4 0,1-3 2 15,2 8 5-15,0 0 10 0,2-5 8 16,-2-6 7-16,0 11 17 0,0 0 5 0,3-8 19 0,-3 3-3 15,0 5 33-15,0 0 17 0,0 0-33 0,0 0-32 16,-3-6 21-16,-2 1-20 0,8 5-24 0,-3 0-20 16,-3 0 7-16,6 0 0 0,-6-8-7 0,3 3-2 15,0 5-15-15,0 0-2 0,0 0 2 0,0 0-7 0,0 0 7 16,0 0 32-16,0 0 9 0,0 0 36 0,0 0-10 16,0 0 31-16,0 0 5 0,-12-5 10 0,12-1-63 15,0 9 0-15,0-3-15 0,-12 3-20 0,5 0-4 16,-1 1-15-16,-4 5-5 0,3-2 18 0,-2 4-8 15,5 0-7-15,-12 13 0 0,9-9-10 0,1 1 21 16,1-3 9-16,-5 6-9 0,-2 2 5 0,-4-2 3 0,6-6 2 16,-2 9 10-16,-1-4-18 0,3 3-25 0,-3-3 8 15,3 0 22-15,7-1-3 0,-4-6-17 0,1 2-1 16,-7 3 19-16,8-6 15 0,-1-2-49 0,2 2-20 16,6-5-14-16,-12 6 8 0,12-9 10 0,0-2 28 15,0 0 54-15,0 0 69 0,0 0 87 0,0 0-16 16,0 0-38-16,0 0 70 0,0 0-21 0,0 0-47 15,0 0-55-15,0 0-2 0,0 0-24 0,0 0-27 0,0 0-31 16,0 0-15-16,0 0 7 0,0 0 6 0,0 0-13 16,0 0-9-16,4-7 7 0,-4 1 0 0,0 6-20 15,0 0-66-15,2 0-97 0,-2 0-71 0,0-2 0 16,6-9-81-16,-9 11-65 0,6-5-30 0,6-6 99 16,-4 7-40-16,2-10-121 0</inkml:trace>
  <inkml:trace contextRef="#ctx0" brushRef="#br0" timeOffset="11992.93">19984 5312 128 0,'0'0'192'16,"0"0"49"-16,7-2-24 0,-2-2 2 0,-5 4-59 16,0 0 26-16,0 0-30 0,0 0-86 0,0 0-31 0,0 0-22 15,0 0-9-15,0 0 15 0,0 0-2 0,0 0-6 16,3 4 2-16,6 6-9 0,-9-10 9 0,3 14-4 16,0-9-15-16,-3 6 7 0,2-9 11 0,5 11 2 15,-2-2 43-15,2-6-5 0,1 6 4 0,-1-3-10 16,-2-3 15-16,4 8 11 0,-3-5 2 0,-4-3-22 15,10 4 13-15,-5-5-3 0,-2 2 9 0,5-1 0 16,0 0-30-16,0-1-9 0,-8-2-18 0,8 3-3 16,-1 1-8-16,2 1-30 0,-4 1-15 0,-2-5-15 0,-5-3 9 15,15 15-26-15,-15-15-21 0,14 3-110 0,-14-3-21 16,0 0-115-16,0 0-11 0,0 0-82 0,0 0-52 16</inkml:trace>
  <inkml:trace contextRef="#ctx0" brushRef="#br0" timeOffset="13482.96">18464 6193 231 0,'-3'-11'936'0,"3"-2"-594"15,-3-2-38-15,1 1 75 0,-1 4-245 0,3-6-93 0,-4 11-4 16,4-3 44-16,-3 3 68 0,3-6 22 0,0 11-23 16,-2-3 75-16,4-7-5 0,-2 10-7 0,0-4-34 15,0 8-41-15,0-4-53 0,0-4-35 0,0 4-32 16,0 4-10-16,0-8-13 0,0 10-12 0,-5 8-5 16,2-1 8-16,-1 2-12 0,2 12 0 0,-4-6-1 15,2-5 9-15,-1 10 9 0,2 9 6 0,1-6-1 0,-2-3 8 16,1 12 8-16,3-1 11 0,0 10 8 15,0-15-15-15,-3 5 11 0,6 0 7 0,-3-5-7 0,0 0 0 16,7-1-7-16,-2-2-1 0,-2-3 2 0,-1-4-3 16,8 7-3-16,-4-8 4 0,2-5 3 0,-1-3 1 15,4-2 4-15,-5-9-2 0,9 9-2 0,-3-8 8 16,-9-3 10-16,14 2 54 0,-5-4-19 0,0-1-3 0,8-8-17 16,1 1 14-16,-1-8 6 0,4-2-54 15,-6 2-15-15,3-6 1 0,4-7 1 0,-1 5-3 0,-9 4 0 16,12-7 0-16,-10 1-1 0,7-10-1 0,-9 14-2 15,2-4-1-15,-5-7-5 0,3 0-12 0,-6 11 7 16,-3-2-3-16,3-1 0 0,-4 7-1 0,-2-7 5 16,1 8 8-16,-1 8 6 0,-3-4 1 0,2 8-1 15,1-10 0-15,-6 14-2 0,6-10-7 0,-3 13-1 16,0 0-3-16,0 0-10 0,0 0-1 0,0-2-7 0,0 2 9 16,3 11-12-16,1-4 10 0,-2 14 6 0,1-10 9 15,-3 5 0-15,-3 19 11 0,1-9 0 0,-2-6-3 16,-2 13-2-16,4-2-4 0,-5 12-8 0,4-12 7 15,1-7 1-15,2 8-1 0,-3 0 13 0,3-3 7 16,-3-14-2-16,3 5 3 0,0-5-2 0,3 3-4 16,-3-9-17-16,0 6-22 0,0-4-56 0,0 0-154 0,3 0-123 15,-3-9-340-15,0-2 25 0,5 11 5 0,-1-11 177 16,-4 0-404-16</inkml:trace>
  <inkml:trace contextRef="#ctx0" brushRef="#br0" timeOffset="14399.51">19180 6691 47 0,'0'0'815'0,"-5"-8"-433"16,1-1-96-16,1 7 230 0,3-9-24 0,0 9-187 15,0-9-91-15,0 9 56 0,0 2-8 0,0 0 47 16,0-3-186-16,3-8 5 0,-3 9-8 0,0 4-36 0,0-2-49 15,0-2 1-15,0 4-40 0,0-2-11 0,-3 0-1 16,3 14 1-16,0-12 7 0,3 9 0 0,-3-3 0 16,0 5 3-16,0-2 11 0,-3-6-1 0,3 13 0 15,-3 1 0-15,-2 5 4 0,-4-3 1 0,-1 3-3 16,5-5-7-16,-7 12 11 0,4-7 2 0,-4 2-1 16,5-10-5-16,2 8 2 0,-4 2 5 0,1-4-1 0,1-9-10 15,7-8 0-15,-5 19-1 0,2-13 1 0,3-9 8 16,0 1 5-16,0 7 7 0,0-10 36 15,0 0-6-15,5 5 50 0,-2 1 47 0,-3-6 21 0,17-2 89 16,-7 2-93-16,7-4 55 0,-2 2-21 0,11-3-8 16,-4-1-92-16,0 1-6 0,2 0-45 0,-6-3-26 15,6 3-12-15,0-1-7 0,-4 1-2 0,1-1 0 0,-6 4-1 16,7-3-4-16,-3 3-5 0,-11-2-6 0,9 4-5 16,-7 0-89-16,4 0-189 0,1 0-136 0,-12 0-50 15,3-2-351-15,2 2-103 0,-8 0-193 0,0 0-104 16</inkml:trace>
  <inkml:trace contextRef="#ctx0" brushRef="#br0" timeOffset="18494.84">20314 9006 286 0,'0'0'452'0,"0"-6"-163"0,4-1 18 0,-4 7 32 15,0 0-122-15,0 0-71 0,0 0-28 0,-4-6 16 16,4-1-22-16,0 7 12 0,0 0 45 0,-3-9 54 16,3 4-48-16,0 5 114 0,0 0-58 0,0 0 32 15,0 0-77-15,-2-2 30 0,-4-9 11 0,6 11-50 0,0 0-44 16,0 0 39-16,0 0-11 0,0 0-13 0,0 0-65 15,0 0 12-15,0 0-17 0,0 0 14 0,0 0-13 16,0 0-26-16,0 0 10 0,0 0 0 0,0 0-6 16,0 0-25-16,0 0-21 0,0 0-17 0,0 0-3 15,0 0-16-15,0 0-19 0,0 0 1 0,0 0 3 16,0 3 11-16,8 7 6 0,-8-10 24 0,15 5 24 16,-15-2 4-16,9 5 18 0,1 3-8 0,-5-4-9 0,-2 1-20 15,6 6-12-15,-4-4 0 0,2-1-2 0,1 6-1 16,-5-10 1-16,9 8 7 0,0 3-1 0,-3-5-1 15,-4-3 3-15,5 3 3 0,-2-1 1 0,-2 0-2 16,0 1-3-16,0-8 1 0,0 7 0 0,3 1-3 16,-6-11-3-16,2 3 1 0,2 3 3 0,-2-4 2 15,4 0-2-15,-11-2 1 0,7 3 0 0,7 5 0 16,-12-8-1-16,3 0-2 0,9 3 4 0,-12-3 0 0,0 0 0 16,17-3 2-16,-8-3 2 0,-3 4 1 0,8-1 0 15,-4-1-4-15,2-5 4 0,5-2-4 0,-5-2 0 16,-9 8-2-16,21-16 0 0,-16 16-2 0,10-17 0 15,-12 12 0-15,3-1 2 0,-1-2-1 0,7 3 0 16,-13-1 0-16,2 3 2 0,4-5-3 0,-8 13-1 16,4-11-2-16,-1 8-4 0,-3 3-3 0,0-2-6 0,0-9-18 15,3 11-67-15,-3 0-79 0,0 0-120 0,0 0-357 16,0 0 104-16,0 0-315 0,0 0 13 0,0 0 4 16,-3 0-460-16</inkml:trace>
  <inkml:trace contextRef="#ctx0" brushRef="#br0" timeOffset="20714.93">18953 9535 287 0,'-12'-6'408'0,"-2"6"-196"0,14 0 3 0,-12 0-36 15,9 0-99-15,3 0-36 0,0 0-9 0,0 0-4 0,0 0-13 16,0 0 4-16,0 0 5 0,0 0-7 0,0 0-10 16,0 0 9-16,0 0 5 0,0 0 0 15,0 0 2-15,0 4 13 0,0 9 23 0,3-3 6 0,1 0 16 16,-2 1-22-16,4 8 65 0,-4 2 11 0,5 0-26 16,-4-3-26-16,2 11 107 0,-1 6-6 0,-1 2 0 15,-1-10-75-15,1 10 48 0,0 16 60 0,1-8-31 0,-2-5-54 16,4 7 53-16,0 11 14 0,0 6 14 15,0-20-84-15,-3 20 43 0,0 0-12 0,-1 21 22 16,-2-36-90-16,3 21 20 0,-3 0-18 0,-3 16 15 16,3-2 15-16,0-26-54 0,-5 17 14 0,2 2 5 0,-1-7-3 15,2-4 0-15,2-2-4 0,0-5-22 0,-3-4 19 16,3-15-5-16,0 10 32 0,0-13 0 0,0 0 8 16,-3-10-29-16,3 12 89 0,3-12-48 0,-3 2-12 0,3-5-44 15,-3 7 31-15,0-5-17 0,2-4-32 16,2-9-38-16,2 16-7 0,-6-21-20 0,5 10-14 0,2-7-12 15,-2-3-1-15,-2 6-110 0,-3-12-108 0,6 9-93 16,-3-9 15-16,-3-2-206 0,0 0-392 0,0 0-81 16,-3-2 294-16,1-11-173 0,-10 2-963 0</inkml:trace>
  <inkml:trace contextRef="#ctx0" brushRef="#br0" timeOffset="21628.46">18907 9580 101 0,'0'0'831'15,"-4"-8"-581"-15,1 0 89 0,3 3 16 0,-3-6 9 0,3 1-109 16,0 1-16-16,-2 2 19 0,2 7-3 0,0-2-23 16,-3-9 30-16,3 11-108 0,0 0-14 0,0 0-63 15,0 0-42-15,0 0 4 0,0 0-24 0,0 0-10 16,0 0-5-16,-7 2-1 0,-1 11-3 0,-6 1-3 15,7-10 3-15,-10 18-6 0,2-6-1 0,-6 5-2 16,6-5 5-16,-3 3-2 0,1 1 21 0,0 4-4 16,5-8 1-16,-15 14 9 0,6-7-4 0,3 1 0 0,10-9-7 15,-13 13-18-15,6-10 6 0,3-2 6 16,4-6 2-16,2 1 2 0,0 0 15 0,6-9 5 0,-6 6-7 16,3-2-5-16,6-6-2 0,-3 0-4 0,0 0-7 15,4-3-6-15,6 3 0 0,2-8 4 0,-2 8 1 16,4-11 1-16,1-2 24 0,2 0 9 0,1-3-11 15,-4 0-16-15,8-5 0 0,-5-3 2 0,4 3-5 0,-3 2-19 16,6-1-13-16,-1 1 11 0,1-8 17 0,-7 9 4 16,7-3-6-16,-7-1 0 0,7 2 3 0,-1-7 1 15,-11 14 0-15,3-6-3 0,3 3 2 0,-3 5 4 16,-12 7 0-16,14-12 1 0,-5 5-2 0,-3 5-2 16,6 1-2-16,-7 3-3 0,4-2-4 0,0 2 3 15,-7 4 0-15,5 2-1 0,7 3-2 0,-5 4 6 0,-7-5 0 16,10 17-1-16,-3-4 1 0,0 5 0 15,-3-6 2-15,3 8 2 0,-4-4 4 0,4-2 5 0,0 15 5 16,-6-17-7-16,3 6 8 0,-6 0-1 0,3 0-2 16,0-2-2-16,-4 4-3 0,1-8-6 0,1 4-18 15,-1-9-24-15,-3 0-201 0,0 8-130 0,-7-11-179 16,4 1 69-16,-11 0-160 0,8-3 17 0,-30 6-531 0</inkml:trace>
  <inkml:trace contextRef="#ctx0" brushRef="#br0" timeOffset="22516.1">17551 10537 876 0,'6'-29'509'0,"-4"3"-89"16,2 8-61-16,-1-6 98 0,-6-8-20 0,3 11-118 15,-4 8-71-15,2-6 82 0,2 9 37 0,-3-9-50 16,0 8-130-16,-1-2 55 0,2 0-33 0,2 13-28 16,-6-13-30-16,6 10-47 0,0 3-31 0,0 0-39 0,-12-5-27 15,12 5-5-15,-2 0-6 0,-8 8-2 0,10-6 7 16,-2 15 1-16,-1-8-2 0,0 18 5 0,-1 0 0 15,4-4 3-15,0 14 8 0,4-4-4 0,2 0-2 16,-4 0-2-16,1 4 4 0,4 13 5 0,-5-10-7 16,4-14-7-16,0 14-5 0,2 10-4 0,2-10 4 15,-4-9 1-15,2 6 20 0,4 1 5 0,-6 4 10 0,3-21-9 16,0 3 9-16,-1-6-3 0,2-5-4 0,-1-2-16 16,2-2-1-16,7 0 1 0,-3-5 2 0,-3-4 5 15,11 0-7-15,-14-6-1 0,14-5-3 0,-2-2-3 16,-1-3-5-16,4-5-2 0,-7 0-4 0,10-8 2 15,-10 8-2-15,14-21-7 0,-8 5-2 0,-6-3-6 16,-1 14 0-16,-1-14-45 0,-1-6-58 0,-6 9-14 16,-1 11 24-16,-4-8-59 0,2-3-19 0,-2 2 24 15,-3 11 91-15,0-5-4 0,0 5 42 0,0-2 17 0,0 10 29 16,-3 10 0-16,3-9 1 0,-3 2-7 0,3 10-5 16,0 3 5-16,0 0 2 0,0 0-8 0,0 0-2 15,0 0 0-15,0 0 3 0,-5 9 1 0,-2-2-1 16,7 17-1-16,3 0 3 0,1 2 3 0,-1 5 1 0,-1-7 3 15,1 22 6-15,4-9-1 0,-5 5 1 16,1-13-2-16,4 17 4 0,1-10 0 0,-2-2-6 0,0 1-4 16,-4-11 2-16,5 7 1 0,-4 4 0 0,-1-4-6 15,1-11-3-15,-3 2-1 0,0 8-30 0,-3-12-113 16,3-15-99-16,-2 16-179 0,2-17-128 0,-7 12-228 16,7-12 144-16,0-2-62 0,0-2-462 0</inkml:trace>
  <inkml:trace contextRef="#ctx0" brushRef="#br0" timeOffset="23245.13">18300 10847 128 0,'0'3'457'0,"12"5"-181"0,-12-6 47 0,-4 11-67 0,4-4-97 16,0-1-45-16,4 8-50 0,-4-16-37 0,2 13 7 16,1-11 4-16,2 11 16 0,2 3 25 0,-2-8-14 15,5 3-17-15,-5 0 55 0,4 5 71 0,-6-3-41 16,6 5-24-16,3 6 56 0,-4-3 13 0,-1 11 51 15,-2-16-125-15,5 11 10 0,-5-7 11 0,4 4-25 16,-3-6-30-16,-4 1-15 0,2-10-17 0,4 9-8 16,-8-10-11-16,3 2 1 0,4 1 0 0,-7-11 1 0,5 8-3 15,-5-3 24-15,0-8 53 0,0 6 57 0,0-3 28 16,0 0-40-16,0 0 108 0,0 0-48 0,0-3-19 16,-3-7-89-16,-2-4-9 0,-2-4-43 0,5 10-11 15,-10-16-11-15,9 0 6 0,-4-7 14 0,2 2-4 16,0 7-10-16,-2-6 4 0,-1-14-4 0,1 9-16 15,5 9-15-15,-4-13-5 0,2 1-8 0,4-7-5 0,0 16 12 16,0-4-2-16,4 2 10 0,-1-8 7 0,0 13 6 16,-1 5-1-16,8-1 8 0,-5 0 1 0,4-4 8 15,-6 22-10-15,6-16 2 0,-1 5-3 0,4 0-3 16,-5 7-6-16,4 1 0 0,-2 0-4 0,6 5-8 16,2-4-3-16,-5 8 0 0,5-4-2 0,-2 0 0 15,-8 0-1-15,10 7-1 0,-8-1 6 0,-3-1-3 0,3 6-6 16,-4 2-18-16,2-6 1 0,1 10-8 0,-8-4 0 15,0-8 12-15,3 11-11 0,-6 5 17 0,0-3 8 16,-6-5 0-16,1 9-3 0,-7 4-8 0,1-2 2 16,2-8 7-16,-3 0-1 0,0 5 0 0,3-5 18 15,0-5 2-15,10-3-10 0,-8 8 15 0,5-1-7 16,2-12-6-16,-1 10-4 0,2-13 1 0,-1 13 6 0,3-13 4 16,3 11-8-16,-3-5 9 0,9-1 8 0,-4 3-4 15,7-1 3-15,0-1 5 0,0-1 7 0,18 6 15 16,-16-6-15-16,4 1 12 0,8-2 5 0,-2 2-1 15,-4-1-7-15,-5-2-7 0,0 3-6 0,-6-2-3 16,8 5-6-16,-10-4-6 0,-2-1-3 0,7 5 0 16,-6-7-2-16,3 7-8 0,3-5-14 0,-12-1-92 15,5 3-104-15,5-1-324 0,-10-5-207 0,0 0-32 16,-3 0 200-16,-9 8-418 0</inkml:trace>
  <inkml:trace contextRef="#ctx0" brushRef="#br0" timeOffset="41094.42">20438 8870 62 0,'0'0'38'16,"0"4"-13"-16,0-4-3 0,0-4 7 0,0 8 1 15,0-8 10-15,0 4 12 0,0 0-4 0,0 4 44 16,-3 6-15-16,3-10-3 0,0 0-28 0,0 0 17 0,0 0-3 16,0 0-13-16,0 0-17 0,0 0 1 0,0 0-3 15,0 0 7-15,0 0-15 0,0 0 7 0,0 0-1 16,0 0 9-16,0 0-11 0,0 0 13 0,0 0 8 16,0 0-5-16,0 0-10 0,0 0-1 0,0 0 7 15,0 0-3-15,0 0-10 0,0 0 10 0,0 0 19 16,0 0 2-16,0 0 15 0,0 0 1 0,0 0 15 0,0 0 14 15,0 0-17-15,0 0-19 0,0 0 18 0,0 0-17 16,0 0-5-16,0 0-27 0,0 0 10 0,0 0-12 16,0 0-2-16,0 0-11 0,0 0 2 0,0 0-5 15,0 0 1-15,0 0-6 0,0 0 5 0,0 0 24 16,0 0 1-16,0 0 26 0,0 0 26 0,0 0 9 16,0 0 0-16,0 0-25 0,0 0-25 0,0 0-7 15,0 0-83-15,18 6-19 0,-16-6 15 0,10 2-7 0,3-2-22 16,-3 0-7-16,-3 0 60 0,11-2-15 0,2-1 34 15,4 0 1-15,-11 0-4 0,8 1 3 0,-2 2 6 16,2-3 15-16,-5 3-12 0,5 0 1 0,-2-2 2 16,-1 4 26-16,7-2 29 0,-3 0 6 0,-4 0-70 15,4 0 13-15,0 0-13 0,-6 0-23 0,2-2-18 0,1-2-28 16,-1 4 6-16,1 0 41 0,2-4 3 0,-2 4-5 16,3-3 27-16,-6 1 7 0,8-4-4 0,1 6-6 15,-4-5-3-15,-9 5 1 0,16-2 14 0,-4 2-24 16,-4 0-3-16,-5 0 9 0,7 2 15 0,1-4 11 15,-1 2-2-15,-9 0-23 0,-6-4-2 0,26 4-5 16,-20-2-4-16,-1-1-16 0,10 1 5 0,0-4-8 16,6 1 28-16,-4 0 26 0,-8-1-1 0,9-2 24 0,11 3 19 15,-12-3-7-15,-2 3-35 0,2 0-8 16,1-1-19-16,2 4-10 0,-11-1-5 0,-6 3-10 0,5-2-4 16,2-2 28-16,-5 4 5 0,6-2-3 0,-2 2 1 15,-4-3 2-15,13 1-1 0,-3 0-3 0,-9 2 1 16,5-4 4-16,1 4 1 0,-1-2-4 0,-8 2 0 15,15-3-2-15,-3 1 3 0,-4-1-1 0,-3-3-4 0,7 6 4 16,-7-2 5-16,2 2-2 0,-4 0 3 0,2-2-1 16,-8 2 4-16,11 0 12 0,-5 0-1 0,9 2-15 15,-12-2 1-15,3 2 0 0,2 1 0 0,1 0-6 16,-9 0-13-16,8-1 13 0,-7-2 18 0,7 3 18 16,7-3-24-16,-19 0 4 0,15 2 30 0,-1-2 10 15,-4 0-8-15,-3 0-41 0,-2 0 25 0,0-2 4 0,2 2-6 16,-7 0-49-16,10 0-2 0,-13 2 5 0,10-2 5 15,-5 0-63-15,1 4 11 0,1-4-45 0,-6 0-10 16,12 0-26-16,-15 0-50 0,12-4-32 0,-10 8-22 16,-4-8-8-16,4 8 3 0,5-4-61 0,1 0 79 15,-8 0 1-15,0 0-17 0</inkml:trace>
  <inkml:trace contextRef="#ctx0" brushRef="#br0" timeOffset="42091.74">23022 7945 503 0,'0'0'324'0,"0"-13"-6"0,0 13 19 15,0-13 24-15,0 9-82 0,-3-1-44 0,3-3-57 16,0 8-22-16,0 0 11 0,-2-10 3 0,4 7-11 0,-2 3 4 16,-2 0-18-16,4 0-43 0,-2 0 9 0,-2 0-43 15,4 0-32-15,-4-3-36 0,-8-4-21 0,5 10 5 16,-10 1 0-16,9 2 8 0,-6-1-5 0,-3 8 8 16,-2-2 2-16,11-8-2 0,-15 21-2 0,9-9 2 15,-6 4-1-15,4-5 4 0,-1 6-1 0,-2 4 4 16,-5 5 6-16,8-10-2 0,-1 7 2 0,-5 3 0 15,3 6-3-15,-2 7 2 0,8-16-4 0,-7 14 0 16,-5-5-3-16,2 15-3 0,6-21 2 0,0 8-1 0,-9 3-4 16,7-3-21-16,2-11 7 0,-5 21-13 0,2-12 7 15,-2 0-1-15,5-9 8 0,-12 14-6 0,13-9 24 16,-4 1 19-16,9-8-16 0,-6 10-4 0,-5 6 29 16,6-8 1-16,4-10-7 0,-4 4 4 0,-8 5-21 15,8-9 24-15,3-4-9 0,4-3-30 0,-2 5-21 16,-2 0 1-16,5-9 44 0,3 0-2 0,-6 2-9 0,1 2-27 15,-2-4 6-15,8-8-23 0,-1 0-53 0,-4 7-78 16,7-10-74-16,0 0 21 0,0 0-82 0,0-3-142 16,0-7-5-16,4 7 136 0,-1-10-728 0</inkml:trace>
  <inkml:trace contextRef="#ctx0" brushRef="#br0" timeOffset="42698.12">23267 8405 515 0,'3'-3'297'0,"5"3"43"0,1-2-46 15,-9 2-32-15,0 0-75 0,6-2-96 0,3-1 30 0,-9 3 57 16,0 0-19-16,0 0-35 0,0 0 39 0,0 0-17 15,0 0 27-15,-3-6-92 0,-6 1-28 0,9 5-13 16,-20 0-31-16,11 3-22 0,-3-3 0 0,-15 5-12 16,7 3 12-16,5-6 5 0,-21 7-7 0,4 2 13 15,-2-4 14-15,0 1-1 0,-10 3 22 0,-14 5 15 16,4-6 0-16,2 4 40 0,16-7-4 0,-8 1 57 16,-7 3 56-16,19-4-52 0,8-1-35 0,-2-1 26 15,15 1-38-15,-10-1-30 0,15-5-57 0,-6 2-25 0,12-2-48 16,0 0-69-16,0 0 0 0,0 0-194 0,0 0-15 15,0 0-91-15,10 0 12 0,0 0-161 0,20-2 60 16,-4-7 59-16,-2 5-319 0</inkml:trace>
  <inkml:trace contextRef="#ctx0" brushRef="#br0" timeOffset="43072.12">23193 8923 119 0,'-8'6'524'0,"-2"-1"-195"16,-4 1 11-16,2-4-105 0,0 1 49 0,-14-1-86 16,2 2-41-16,10-2-39 0,-8 3 62 0,5 1 78 15,-12-4 76-15,9-2-60 0,-4 3 71 0,-3-1-22 16,0-2-38-16,0 3-42 0,1-3-73 0,-1 0-45 16,4 0-33-16,2 0-35 0,13 0-11 0,-13 0-18 15,1 0-13-15,13 0-9 0,-4 0-5 0,11 3-35 16,-4-3-39-16,-10 0-65 0,14 0-15 0,0 0-196 0,0 0-160 15,0 0-1-15,0 0 125 0,0 0-169 0,0 0-1 16,12 5-93-16,-10-3 347 0,-2-2 6 0,10 3-179 16</inkml:trace>
  <inkml:trace contextRef="#ctx0" brushRef="#br0" timeOffset="43444.15">23170 9178 110 0,'-9'6'476'15,"-3"-2"-228"-15,-6 1-38 0,9 1 95 0,-14 1 34 16,2 4-129-16,4-5-77 0,-1-1 7 0,-6 3 48 15,-2-3 16-15,2-2-25 0,6-1-12 0,-8 4 77 16,-6-4 90-16,2-2-34 0,6 0-89 0,1 3 58 0,-10-3 18 16,-2 3-58-16,11-3-84 0,-5 0 13 15,2 3-53-15,-5-3-16 0,15 2-53 0,-7-2 0 0,0 3-16 16,19-3-19-16,-13 0-5 0,4 6-5 0,4-4 1 16,5-2-2-16,-7 2 4 0,12-2-7 0,0 0 1 15,0 0-22-15,0 0-23 0,0 0-81 0,0 0-95 16,0 0-46-16,0 0-55 0,0 0 27 0,0 0-262 15,0 0 47-15,0 0-23 0,0 0 139 0,-3 0-102 16,3-13 58-16,-4 13-326 0</inkml:trace>
  <inkml:trace contextRef="#ctx0" brushRef="#br0" timeOffset="44145.25">22439 9059 254 0,'-3'0'154'0,"-6"11"-8"16,9-9 2-16,0-2 7 0,0 0-63 0,-5 2 13 0,-2 7-17 15,10-9 9-15,-3 0 17 0,-11 7 7 0,7-3 1 16,4-4-19-16,-5 4-55 0,-1 1 26 0,6-5-35 16,-12 6-16-16,10-3-5 0,-5 7 13 0,2-2-7 15,-2 6 4-15,7-7-3 0,-3 6 10 0,-2 11 17 16,-2-13-14-16,5 0 4 0,-4 5-8 0,0-9 13 15,3 12 21-15,-2-3-20 0,1-10-9 0,4 7 18 0,-6 5 10 16,1-5 3-16,1 0-27 0,-1 3 22 0,2-8 26 16,-9 21 26-16,12-27-50 0,-12 22 33 0,9-13-6 15,-6 11 1-15,6-13-42 0,-6 15-12 0,6-13-15 16,-9 11 7-16,10-11-10 0,-1-4 0 0,-6 8 3 16,6-6-2-16,-6-1-1 0,3 2 1 0,3-2-15 15,-3 3-3-15,3 2-2 0,0-10-4 0,-2 10-3 0,1 2 3 16,1-6-3-16,1 2-4 0,-8 2 0 15,5-6-10-15,-2 1 9 0,-1 1-1 0,2-2-5 0,-2 4 14 16,-2 0 11-16,8-9-6 0,-4 9 11 0,2-11-5 16,-1 13 6-16,5-13-10 0,-3 0-5 0,-3 11-5 15,6-9-7-15,0-2 0 0,0 0-1 0,0 0-10 16,0-2-1-16,0 4-27 0,0-2 5 0,0-2-63 16,0 4-94-16,0-2-94 0,4-5-2 0,4 2-278 15,-6-4 86-15,-2 1 27 0,0 3 137 0,4-10-312 0</inkml:trace>
  <inkml:trace contextRef="#ctx0" brushRef="#br0" timeOffset="44799.5">22880 9252 86 0,'0'0'396'16,"0"0"-54"-16,0 0-117 0,0 0 76 0,-2 0-18 15,-4-2 15-15,0 2-145 0,6 0-79 0,0 0 5 16,0 0-17-16,-6-4 13 0,-3-1-28 0,9 5 33 16,-3 0 13-16,-11-8 13 0,4 8-53 0,2-3 15 15,-10 3-15-15,7 0-28 0,-4 0-35 0,-11 0 13 0,7 3 10 16,-4 0 10-16,9 0 1 0,-16-1 19 0,6-2 15 15,-5 0 66-15,8 0-25 0,-9 3 35 0,-2-1 38 16,6 2-28-16,-1-2 4 0,10-2-41 0,-10 5-6 16,0-2-48-16,10 2-11 0,0-2-19 0,-5 5-2 15,10-3-9-15,-5 1-9 0,5-1-2 0,7-3-3 0,-2 0-1 16,2 2-1-16,5-4 1 0,0 2-5 0,0-2 0 16,0 0-6-16,0 0-12 0,0 0-30 0,0-2-40 15,0 4-64-15,0-2-89 0,0-2-35 0,0 4-26 16,0-2-40-16,0 0 47 0,0 0-199 0,0 0 28 15,12-2 120-15,-7 2 24 0,-5 0 38 0</inkml:trace>
  <inkml:trace contextRef="#ctx0" brushRef="#br0" timeOffset="45270.24">22975 9601 22 0,'0'3'391'16,"0"-3"-111"-16,0 0 32 0,0 0-71 0,0 0 4 16,-9 6-36-16,1-4-65 0,-1-2-79 0,-6 2-37 15,6-2-4-15,-9 3-1 0,6-3-5 0,-23 6 17 0,11-4 9 16,-2 1 29-16,3-1 12 0,-8 0 44 0,-13 2 83 15,12 1 27-15,6-5-32 0,-9 5 93 0,-6-5 55 16,-1 3 7-16,6 0-31 0,14-3-87 0,-12 2 31 16,2 0 34-16,6 1-94 0,6 0-95 0,5 0 1 15,-6-1-25-15,9-2-41 0,1 3-31 0,11-3-17 0,-16 0-19 16,16 0-60-16,0 0-12 0,0 0-94 0,0 0-143 16,0 0-176-16,4 0-57 0,11-3-364 0,-15 1 117 15,17-1 57-15,-14 0 236 0,9-2-260 0</inkml:trace>
  <inkml:trace contextRef="#ctx0" brushRef="#br0" timeOffset="46366.31">23078 8982 213 0,'0'0'348'0,"0"0"-115"0,-8 5 16 0,1 1-3 15,7-6-34-15,0 0-40 0,-5 2-64 0,-2-2 32 16,7 0-39-16,-2 0-15 0,2 0-36 0,-12-2 22 16,12 2-26-16,-6-3 16 0,-3 3 6 0,9 0 20 15,-17 0 15-15,14 0-2 0,-6 0-33 0,1 0 21 0,-8 0-25 16,1 0-29-16,12 3-18 0,-19-3 0 0,10 2-1 15,-7-2 1-15,-1 3-9 0,2-1-1 0,-3 2 0 16,16-4 4-16,-17 2 12 0,2 0 7 0,8-2 21 16,-17 3 10-16,17-1 25 0,-8-2-13 0,3 0 7 15,-5 4-7-15,10-4-19 0,-8 0-17 0,-6 2 14 0,16-2-30 16,-22 3-3-16,23-3 2 0,-14 0 12 0,5 0-1 16,0 0-2-16,1 0 1 0,8 0 16 0,-6-3 6 15,0 3-17-15,10 0-12 0,-4 0 3 0,6-2-2 16,-9 2-16-16,12 0-7 0,-3 0-1 0,-11 0 2 15,14 0-2-15,0 0 0 0,-7 0-6 0,-1 0-9 16,8 0-11-16,0 0-23 0,0 0 0 0,0 0-32 0,0 0-32 16,0 0-20-16,0 0-22 0,-7 0-50 15,2 7-44-15,5-7-57 0,0 0 52 0,0 0-209 0,0 0 38 16,0 0 11-16,0 0 142 0,0 0-41 0,0 0-175 16</inkml:trace>
  <inkml:trace contextRef="#ctx0" brushRef="#br0" timeOffset="47243.97">23302 8453 13 0,'0'0'235'16,"0"0"-93"-16,0 0 109 0,0 0-79 0,-9 2 40 16,3 1-33-16,6-3 5 0,0 0-88 0,0 0-8 15,-17 3-59-15,17 0-28 0,-15-1-11 0,9-2 0 0,-2 11-1 16,-11 0 4-16,4-1 4 0,5-2-3 0,-2 0 11 15,-10 5 6-15,17-10 0 0,-16-3 5 0,-2-5 22 16,2 1 18-16,3-1-3 0,-6 1 28 0,-5 0 22 16,6 4-20-16,-1 4 7 0,7-4-26 0,-2 2 20 15,-10-2 17-15,12 2-31 0,-1-2-20 0,-3 3 14 16,3-1-3-16,-2 2-32 0,2-2-19 0,-5 1-6 16,2-1 13-16,1 0 3 0,13-2 18 0,-22 9 32 15,11-7 1-15,6 1-2 0,-2 3-2 0,-1-4-19 16,6-2 7-16,-2 2-35 0,-1-2-20 0,0 3 0 0,3-3-1 15,-6 0 2-15,10 3-1 0,-7-3 0 0,12 0 1 16,-20 0 1-16,13 0-2 0,-1 3 1 0,-11-3-4 16,11 0-5-16,-1 2-4 0,-3-2-15 0,9 3-44 15,-9 3-61-15,10-6-26 0,2 0-21 0,0 0-136 16,0 0-116-16,0 0-88 0,0 0 233 0,0 0-85 0,0 0-203 16</inkml:trace>
  <inkml:trace contextRef="#ctx0" brushRef="#br0" timeOffset="51792.8">20557 3709 13 0,'0'0'239'0,"0"0"-75"0,0 0 9 15,0 0 7-15,0 0-6 0,0 0-62 0,0 0 3 0,0 0-29 16,-4-2-34-16,-4-4-16 0,8 3 7 0,0 3 6 16,0 0 29-16,0 0-3 0,0 0-27 0,0 0 13 15,0 0-3-15,0 0 7 0,0 0-39 0,-3-2-2 16,3-9-16-16,0 11 1 0,0 0-1 0,0 0 14 15,0 0 12-15,0 0 10 0,0 0-10 0,0 0 15 16,0 0 17-16,0 0-17 0,-7-2-21 0,-2-2-1 16,9 4-1-16,0 0 12 0,0 0-15 0,0 0 7 0,0 0-1 15,0 0 3-15,0 0 17 0,0 0-2 0,0 0 19 16,0 0-5-16,0 0 3 0,0 0-11 0,0 0 37 16,0 0-22-16,0 0-22 0,0 0-17 0,0 0 27 15,0 0 47-15,-3-2-23 0,1-5-10 0,2 7 22 16,0 0 1-16,0 0 25 0,0 0-62 0,0 0-3 15,0 0-2-15,0 0-15 0,0 0-17 0,0 0 4 0,0 0 0 16,0 0-5-16,0 0 2 0,0 0 9 0,0 0 21 16,0 0-11-16,2-9-9 0,1 4-21 0,-3 5 3 15,0 0-6-15,0-3-21 0,9-2 2 0,-6 3-4 16,6-1 8-16,-3-3 14 0,3-1-5 0,3-1 0 16,-4 3 0-16,19-14-1 0,-9 8 0 0,12-7-6 15,-1 2-8-15,0-3 8 0,-5 8 2 0,11-7 2 0,16-6 9 16,-11 3-6-16,-7 7-2 0,14-6 10 0,-3-4-1 15,12-5-16-15,0-3-2 0,-20 14 0 0,13-9 3 16,2 1 1-16,5 0-10 0,0-4 7 0,-4 3 9 16,1 1-1-16,-5-3-2 0,-1 7 2 0,9-11 14 15,-9 6 0-15,-3 1 8 0,-15 7-5 0,31-15 8 16,-16 10 5-16,0-2-2 0,-12 9-18 0,10-6 5 16,11-3-6-16,-9 2 4 0,-15 11-6 0,13-7-2 15,-4 0-2-15,9-4 1 0,-11 8-3 0,-10 6 4 16,7-4 4-16,8 1-6 0,-11 2-2 0,-8 3 2 0,5 1 0 15,0 1 0-15,2-1-6 0,-5-2-1 0,0 4 0 16,-1-3-4-16,1 3-18 0,0 2 4 0,-2-2 9 16,-4 2 3-16,3 3-1 0,-6-2 5 0,2 2 11 15,-5-4 27-15,-3 2-13 0,6 0-4 0,-12 2 7 0,9-6-4 16,-7 6 5-16,-5 0-11 0,7-3-7 0,1 1 3 16,-8 2-4-16,0-3-4 0,0 3-5 0,0-2-30 15,12-4-65-15,-12 6-27 0,0 0-39 0,6-5-175 16,2 3-161-16,-5-4-138 0,6 1 215 0,-9 3-98 15,6-7-74-15</inkml:trace>
  <inkml:trace contextRef="#ctx0" brushRef="#br0" timeOffset="53590">22232 2249 23 0,'0'0'397'16,"0"0"-160"-16,0 0 94 0,0-4-132 0,-2-3 26 16,-1 5-48-16,6 4-46 0,3-4-36 0,2-2-45 15,-8 4-36-15,7-2 10 0,1 2 1 0,-8 0 12 16,0 0-8-16,0 0-17 0,0 0-6 0,15 8 3 16,-15-8-16-16,12 7-24 0,-12-3 8 0,5 1 13 0,4-1 6 15,3 0 1-15,-2 3-8 0,-5-4 10 16,4 5 6-16,-3-2 1 0,3-1 7 0,-1 3 9 0,4-1 21 15,-3-1 0-15,3-1-1 0,-9-2-8 0,9 5 6 16,3-3-5-16,-3 1-15 0,-2-4-7 0,5 5 4 16,-6-3 10-16,18 6-14 0,-10-4 1 0,-7-4 7 15,10 6 35-15,1 0 12 0,-1-2-38 0,7 1-24 0,-18-4 11 16,18 11-9-16,-7-7-9 0,-3 1-28 0,4 3-25 16,2 2 41-16,-2-3 19 0,-6 1 0 0,9 2 10 15,-1 0-6-15,3 0 5 0,-8-7 0 0,8 1 6 16,-4 2 14-16,1-7-2 0,1 1-20 0,-4 0-1 15,4-3-2-15,-3 5-4 0,-6-3-7 0,-3 1-32 16,8 3 7-16,-6-4 15 0,-8 3 10 0,6-1-11 0,-12-4 11 16,2 2 15-16,10 5 5 0,-12-7-6 0,-2 0 3 15,4 0-9-15,-4 13 11 0,2-9-21 0,0-4-6 16,-3 7 1-16,-4-1-9 0,5-3-6 0,-6 7 0 16,-4-5-1-16,5 1 5 0,-8 1 2 0,-2 2-11 15,8-2 18-15,-17 10 20 0,12-10 13 0,-5 1 6 16,-8 3 1-16,2 2 0 0,6-5-9 0,-4 2 36 15,2 1-5-15,-6 0-19 0,7-4-39 0,6 6-26 16,7-7-2-16,-13 8 5 0,8-4-26 0,-12 4-1 0,19-12 6 16,-7 11 41-16,-3-2 19 0,12-6-3 0,-18 16-7 15,16-18-2-15,-10 18 1 0,10-11 4 0,-5 1 25 16,-7 10 40-16,2-3-19 0,11-12-41 0,-4 12 3 16,2-7-2-16,-2 5-6 0,-4-5-38 0,5-3-23 15,2 8 21-15,-7-6 35 0,9-7 0 0,-2 12 6 16,-2-1 9-16,7-6 7 0,-5 3 5 0,2-6-8 0,-1 3 16 15,1-1 2-15,-2 2-25 0,5-9-17 0,3 0-13 16,-3 0-13-16,0 0-47 0,0 0-37 0,0 0-123 16,-3 0-66-16,6 0-63 0,-3 0 92 0,9-6-200 15,-6 1-232-15</inkml:trace>
  <inkml:trace contextRef="#ctx0" brushRef="#br0" timeOffset="54625.24">23037 2642 25 0,'0'0'114'16,"0"-2"-28"-16,0 4 19 0,0-2 7 0,0 0-24 0,-12-4 18 16,9 4 4-16,3 0-41 0,-12 2-35 0,9 0-3 15,-5 4-5-15,-4-3-5 0,0-1-6 0,3 1 3 16,4-1 1-16,-10 2 5 0,8-4-6 0,-7 4 14 15,-6 1-13-15,10-1-4 0,-2 1-7 0,-11 3-2 16,2-1-8-16,4-1-3 0,11-3-4 0,-18 7 0 16,4-5 2-16,8-2 1 0,-9 5 6 0,9-6 1 0,1 4 8 15,-10-3 14-15,9-1 20 0,-3 1 26 0,3-3 20 16,4 2 23-16,-1-4 2 0,9 2-35 0,-17 2 37 16,14-4-39-16,-12 2-23 0,15 0-19 0,-9 0-8 15,0 0 5-15,1 0-2 0,1 0-6 0,4-3 9 16,-14 6-17-16,17-3-3 0,-17 0 3 0,10 0-9 15,-5 2 7-15,1-4-15 0,7 2-5 0,-1 0 16 16,-4-3-17-16,9 6-4 0,-6-3 4 0,-3 2-4 0,9-2 4 16,0 0 0-16,0 0 1 0,0 0 11 0,0 0 6 15,0 0 7-15,0 0-4 0,0 0-9 0,0 0-2 16,0 0 0-16,0 0-15 0,0 0-8 0,0 0-6 16,0 0 10-16,0 0 10 0,0 0 10 0,0 0 0 15,0 0 10-15,0 0 1 0,0 0-5 0,0 0-3 0,0 0-20 16,0 0-13-16,9 6 1 0,-3-4 5 0,-6-2-9 15,14-2-12-15,-2 2-12 0,-9-2 15 0,16 2-18 16,-11-4-19-16,4 4-17 0,0 0 10 0,0-2-17 16,0-3 19-16,10 2 10 0,-19 0 21 0,16-2-13 15,1 0-14-15,-8-1 16 0,-3 4 18 0,2-1-29 16,-2 3-20-16,6-6-59 0,-6 4 44 0,-4 2-32 16,5-5 17-16,-5 2-131 0</inkml:trace>
  <inkml:trace contextRef="#ctx0" brushRef="#br0" timeOffset="55093.98">22925 2669 23 0,'0'0'404'0,"0"0"-224"0,0 0 65 16,0 0 40-16,-8-3-35 0,1 3-124 0,4-2-4 16,6 4-68-16,-11-4-27 0,-1 0-25 0,6 2-6 15,-7-4-5-15,-4 4 2 0,11 0 3 0,-26 4 4 16,19-4 4-16,-16 7-2 0,3-1-1 0,2-1 5 15,-6 5-3-15,-2 1 1 0,6 2-10 0,4-5-4 16,-1 2-5-16,-1 1 6 0,-4 0-7 0,6-9 12 0,2 7-4 16,7-9 11-16,-10 7 13 0,8-5-12 0,0 2 6 15,-5-2 2-15,5 1-4 0,7-1-5 0,-10-2-5 16,8 3-3-16,-1-3 8 0,8 0-8 0,-14 0-3 16,14 0-4-16,0 3 10 0,0-3 13 0,0 0 7 15,0-3-4-15,0 6 6 0,0-6-5 0,0 3-8 16,0 3-9-16,0-3-19 0,0-3-8 0,12 0 0 0,-4 1-15 15,1-1-13-15,3 1-30 0,-7-2 21 0,13 0-67 16,11-1-1-16,-8 1 2 0,-6 2 35 0,5-3-42 16,4 3 3-16,5-7-39 0,-11 4 82 0,6-1-11 15,-4 2 8-15,6-7-53 0</inkml:trace>
  <inkml:trace contextRef="#ctx0" brushRef="#br0" timeOffset="55281.48">22898 2648 112 0,'0'0'201'0,"0"0"-56"0,0 0-34 0,-15 0 73 15,4 0-59-15,-10 3-34 0,13-1-53 0,-19 3-13 16,-6 3-9-16,6-5-2 0,10 3-4 0,-10-1 15 16,-2-1 19-16,-3 0 19 0,8 1-14 0,-3 0 15 15,-2 1 5-15,6-2-3 0,-3 2-7 0,4-6-18 0,14 3-8 16,-10-1-2-16,3 1-6 0,10-3-15 0,-13 3-1 16,18-3-14-16,0 0-5 0,0 0-10 0,0 0-65 15,0 0-52-15,0 0-69 0,0 0 37 0,0 0-69 16,6-3 1-16,11-2-113 0</inkml:trace>
  <inkml:trace contextRef="#ctx0" brushRef="#br0" timeOffset="56105.27">23017 2632 40 0,'0'0'172'0,"-7"-3"-100"0,2-2 71 16,5 5-28-16,-15 0-13 0,12 0-38 0,-3 0 13 16,-9-2-5-16,12 2-22 0,-11-6-18 0,14 6 16 0,-15-5 12 15,12 5 24-15,-9-6-14 0,10 6-26 16,-5-2 10-16,-5-3-9 0,9 1-7 0,-5 0-25 0,8 4-1 16,-12-9 0-16,12 7 10 0,0 2-12 0,-12-7 17 15,9 7 2-15,-3-9 3 0,3 4-8 0,0 5 6 16,-6-8 2-16,6 8-6 0,-9-8-8 0,7 3 7 15,-4 2 1-15,-6-3 0 0,10 4-8 0,-10 0 7 16,3-3-1-16,3 1-2 0,-6-1-11 0,0 3 3 16,7 2 1-16,-4-2-1 0,-2-2-4 0,7 2-4 0,-13 2 5 15,5-3-6-15,6 1-5 0,-11-2-1 0,8 4 4 16,-9-5 9-16,6 3 5 0,3 0-3 0,-8-2 9 16,11 2 2-16,-6 2 2 0,0-3 0 0,7 3-3 15,-1 0-1-15,6-2 6 0,-11 2-6 0,4-3 35 16,2 3-9-16,2-3-6 0,-6-2-2 0,12 5-12 15,-15-8 10-15,15 5-6 0,-15-4-21 0,10 7 3 16,2-4 17-16,-6-3 4 0,-6-1 5 0,10 5-21 0,-4 1 5 16,9 2 10-16,-22-8-13 0,17 5-14 0,-4 1-2 15,-6-1-7-15,15 3 16 0,-5-6-1 0,-5 4-27 16,5 0 1-16,-4 2 5 0,9 0 5 0,0 0 41 0,-6-6-8 16,-3 3 12-16,9 3-6 0,0 0 14 15,0-2-10-15,-12-1-16 0,12 0-39 0,0 3 4 0,-5 0-3 16,-7-5-2-16,12 3-15 0,-12 2 2 15,12 0-8-15,-3-3-9 0,-12 3-9 0,15 0 5 0,-5 0-20 16,-2 0-29-16,7 0 4 0,0 0 15 0,-3-3-31 16,-6-5-25-16,9 8-130 0,0 0 83 0,0 0-103 15,0 0-24-15,0 0 19 0,-3-2 70 0,3-9-293 16</inkml:trace>
  <inkml:trace contextRef="#ctx0" brushRef="#br0" timeOffset="57255.2">22846 2666 416 0,'0'0'232'15,"0"0"-32"-15,0 0 2 0,-15 0-16 0,11 0-93 16,4 0-34-16,0 0-17 0,-8-8-5 0,8 8-10 0,0-2 23 15,-12-9-7-15,12 11-12 0,-9-5-10 0,1 0 7 16,1-1 11-16,-4-1 2 0,2-1-16 0,2 5 5 16,-1-3-1-16,-4-1-4 0,7 3-10 0,-4 2-5 15,-3-5-14-15,4 3-1 0,-8-1 0 0,-2 3-14 0,13 0 0 16,-7-2-1-16,-5-1 5 0,13 5 4 16,-11 0-9-16,0-2 11 0,7 2 16 0,-4 0-7 0,0 0 10 15,0 0 25-15,-2 0 4 0,14 0-17 0,-12-3 5 16,9 3-15-16,-5-3 14 0,1 3-19 0,7 0-21 15,-12-3-1-15,7 1 3 0,2 2 0 0,-9-2-4 16,12-1-3-16,-14 0 1 0,14 3 8 0,-7-3 1 16,2 1 5-16,-5-1 6 0,5 1 2 0,2 2 5 15,-9-6-1-15,12 6-3 0,-12-5-3 0,12 5-5 0,0 0 0 16,-2 0 14-16,-13-6-4 0,15 6 6 0,0 0 12 16,-3-2-8-16,-6-3 5 0,9 5-11 0,0 0-14 15,-15-11-20-15,15 9 6 0,-9-7 9 0,9 7-2 16,0 2-13-16,-12-8 15 0,9 5 12 0,3 3 16 0,-12-8-7 15,12 5-6-15,-5-4 4 0,2 1 15 0,1 1-6 16,-5-3-18-16,7 8-25 0,0 0 1 0,-8-5-6 16,4-3 3-16,4 8-8 0,0 0 7 0,-5-5 4 15,-2 3 23-15,7 2 0 0,0 0 4 0,-3 0 5 16,6 0 1-16,-6 0 23 0,3 0-21 0,3 0 0 16,-6-9-7-16,3 4-15 0,0 5-7 0,0 0-15 15,0 0-10-15,0 0 11 0,0-6 11 0,-5-4-1 16,5 10 7-16,0 0 13 0,0 0 1 0,0 0 0 15,-7-14-2-15,7 12-4 0,0 4 1 0,0-2 4 16,0 0-8-16,0-2 0 0,0 4-3 0,4-9 6 0,-1 1 1 16,-3 6-4-16,0 0-3 0,0-7-2 0,3 1-55 15,-3-1-4-15,2-2-3 0,-2 9 19 0,0 0-21 16,0 0-16-16,15 0 40 0,-15 0 37 0,7 9 3 16,-2-2 3-16,2-1-1 0,-2-1 5 0,-5-5 1 0,3 2 3 15,9 1 2-15,-12-3 0 0,2 0-2 0,13 0 3 16,-15-3 0-16,12 3-1 0,-9 0-1 0,6 3-1 15,3 0 2-15,-4-3-2 0,-8 0 2 0,19 5 0 16,-11-3-1-16,4 4 3 0,0-1 0 0,-7-2 2 16,7 5 2-16,-3-3 1 0,-3-2-1 0,0 0 1 15,2-3-3-15,-8 2-5 0,15 3-2 0,-8-1-2 0,1-2-3 16,1 0-5-16,0 3-14 0,2 6 5 0,-4-3-6 16,2 6 1-16,2-1-8 0,-7-8 13 15,4 8-2-15,-8-13 13 0,12 6 2 0,-10-6 4 0,10 5 0 16,-9-3 1-16,6 4 2 0,3-4 3 0,-4 3 1 15,2 1 0-15,-5-3 0 0,-5-1-3 0,15 11-20 16,-15-13-7-16,9 11-20 0,-6-9-5 0,-3-2-18 16,0 0-18-16,9 6-6 0,-6-3 16 0,-3-3 18 15,12 5-24-15,-12-3 32 0,0-4 9 0,0 4 22 16,12 4-1-16,-10-4-1 0,-2-2 7 0,0 0 9 0,10 0-6 16</inkml:trace>
  <inkml:trace contextRef="#ctx0" brushRef="#br0" timeOffset="58124.87">22466 2473 198 0,'-22'-8'290'0,"12"5"-135"0,-9-4 11 0,2-6 1 16,7 9-68-16,-4 0-40 0,8-1-15 0,-3 1 16 15,-3-3-8-15,1-1-11 0,11 5-14 0,-6 1-1 0,0-7-4 16,4 7 4-16,-2-9-6 0,4 11-10 15,0-2-3-15,4-11-4 0,-4 10 5 0,5-5-2 0,-2 5 3 16,-3 3 5-16,2-8 0 0,2 6-3 0,-4 2-1 16,0 0-2-16,0 0-1 0,0 0 0 0,0 0-1 15,-6-14 4-15,6 14-2 0,0 0-1 0,0-2 5 16,0 4-6-16,0-4-3 0,0 2 5 0,0 2 4 0,0-2 0 16,0 0-13-16,17 3-17 0,-17-3 11 15,12 0 7-15,-3 2-17 0,3 2 0 0,-4-2 5 0,4 1 13 16,0-1 9-16,0 4-6 0,-9-6-13 0,12 7 2 15,-1 2-7-15,-4-7 3 0,4 6-1 0,-6-5-6 16,4-1 15-16,15 7 4 0,-18-7 8 0,3 3 5 16,8 3 2-16,-5 1-4 0,6-2-5 0,-1 4-10 0,-5-3-2 15,9 5-9-15,-9-6-2 0,-1-1 4 16,-2-1 9-16,8 8-5 0,-8-4 6 0,0-2 7 16,0 1 5-16,0 3-3 0,-4-6-17 0,4 6-2 15,-2-6 4-15,4 5-4 0,1-1-9 0,-10-7 10 0,7 9 18 16,-6-4 9-16,0-3 4 0,2 3 1 0,-1-1 0 15,11 4 1-15,-9-4-9 0,-1-2-11 0,4 2 6 16,0-1 2-16,0 1 1 0,-4-1-4 0,-1 0 3 16,5 1 0-16,2-1-4 0,-14-5-2 0,8 6-10 0,-1-6-15 15,-7 2-1-15,12 5-7 0,-9-3 11 0,-1-4-6 16,1 5 1-16,0-1 5 0,-3 0 15 16,6 1-3-16,-3 0-13 0,-3-2-7 0,0-3 5 0,0 0-15 15,0 0-11-15,0 0 0 0,0 0 19 0,9 5 3 16,-6-3 13-16,-3-2-5 0,0 0 14 0,0 0 0 15,0 0-1-15,0 0-5 0,0 0-14 0,0 0 8 0,-9 9-1 16,6-7 0-16,-6 4 7 0,3-3 5 0,1-3 1 16,-10 7 7-16,1-1-8 0,10-4-1 0,-14 3-4 15,9 1-14-15,-6-4-5 0,1 7 6 0,6-7-3 16,-4 1 9-16,0 1 1 0,2 0 8 0,2-2 9 16,-7 3 0-16,3-2 1 0,0 0 0 0,-5 2 3 15,5-3 2-15,3 1-1 0,-11 3-2 0,14-4 0 0,-3 7 6 16,-6-7-2-16,3 0-6 0,3 1-2 0,-6 3 0 15,7-6-2-15,-1 2-1 0,-3 3-6 16,9-1 6-16,-6 0 0 0,4 5-1 0,5-9 1 0,-6 15 2 16,2-7-1-16,2-2 1 0,-4 1 0 0,0 1 0 15,0 1 2-15,-3 4-2 0,6-8 0 0,-2-1 0 16,-4 5 0-16,9-7-1 0,-10 4 2 0,5 1 3 16,-4 2-1-16,1 2 1 0,5-9 0 0,-1 0 0 0,-4 9 0 15,4-8-1-15,-1 5-2 0,5-8 1 16,0 0 2-16,0 0-3 0,0 0 2 0,0 0-2 0,0 0 1 15,0 0-4-15,0 0-9 0,0 0-1 0,0 0-11 16,0 0 4-16,0 0-3 0,0 0 3 0,5-2-10 16,4 2-5-16,-9 0-13 0,0 0 8 0,12-9-16 15,-6 4-10-15,6-1-29 0,-3 2-20 0,-4 1 21 0,10-5-5 16,0-1 9-16,-6 2-72 0</inkml:trace>
  <inkml:trace contextRef="#ctx0" brushRef="#br0" timeOffset="58540.77">22834 2732 88 0,'2'-13'315'0,"-2"13"-112"16,0-2 19-16,-2-11 0 0,2 13-68 0,0 0-76 16,0 0-11-16,-3-6-37 0,-1 1-17 0,4 5-18 0,0 0-10 15,0 0-6-15,0 0-7 0,-5 2 3 0,-1-2 18 16,2 6-8-16,-4 7 7 0,2-8 3 0,3 4 3 16,-5 6 1-16,-4-2 1 0,3 1-4 0,3-1-13 15,0 0 25-15,-12 13 8 0,9-12-8 0,1 5 6 16,1-4-17-16,-3 9-7 0,3-10 1 0,-5 6-22 0,0 4-3 15,1-2 10-15,-1 2 17 0,0-6 24 0,0 3 4 16,-2 6 5-16,2-7 5 0,0-3-9 16,-3 14 4-16,0-9-17 0,3 4 0 0,2-10-2 0,-2 5 3 15,2 0 1-15,5-15-8 0,-2 7-2 0,5-11 2 16,-1 9-1-16,0-6 5 0,3-5 3 0,0 0 3 16,0 0 12-16,0 0 1 0,0 0-7 0,0 0 15 15,0 0-3-15,0 0-10 0,12-7-2 0,-9 1-9 16,9-10 1-16,-4 0-9 0,-1 6 0 0,3-10-5 15,0 0 3-15,2-2-1 0,2 1-2 0,-8 5 1 16,6-2 1-16,-3-1-3 0,-1 3 0 0,-4 9-1 0,4-12-3 16,-5 8-6-16,1 4 3 0,-2-6 2 0,-2 9-2 15,0 2 1-15,-2-11 1 0,2 13 4 0,0 0 5 16,0 0-1-16,0 0 8 0,-7 2-12 0,-5-2-12 16,9 4-1-16,-5 9 0 0,-1-4-8 0,6-5-8 0,-3 9-44 15,0 0-18-15,4-2-29 0,-5 5-62 0,4-5-16 16,3-7 4-16,-2 10-106 0</inkml:trace>
  <inkml:trace contextRef="#ctx0" brushRef="#br0" timeOffset="122463.08">18205 7418 57 0,'41'-8'995'0,"-14"1"-583"15,14-4 289-15,-14 0-133 0,-4 3-67 0,-9 1-237 0,5-2-25 16,-4 4-82-16,-7-3-81 0,6 3-46 0,-4-1 4 15,4 1-9-15,-11 3-17 0,9 0-19 0,-9 2-68 16,-6 0-67-16,6 0-118 0,-6 0-308 0,3 0 136 16,0-6-161-16,0-2 23 0,-3 8 39 0,-9 0-137 15</inkml:trace>
  <inkml:trace contextRef="#ctx0" brushRef="#br0" timeOffset="123666.86">16994 10133 1974 0,'-3'-13'1062'15,"3"13"-190"-15,0 0 3 0,0 0-60 0,0 0-583 16,-3-9-177-16,1 4-44 0,2 5-8 0,0 0-2 16,8-10 1-16,1 5 1 0,3-1 10 0,-7 1 17 15,5-3 37-15,19-10 48 0,-12 7 17 0,-2-2-32 16,6 2 31-16,2 4-9 0,4-7-27 0,-10 6-68 0,-5 6-29 16,5-9-37-16,-5 8-4 0,3-5-2 0,-3 1 0 15,-9 7-19-15,6-9-37 0,-4 5-114 0,-5 4-82 16,0 0-535-16,0 0-76 0,-2-4-52 0,-1-3 262 15,-6 7-829-15</inkml:trace>
  <inkml:trace contextRef="#ctx0" brushRef="#br0" timeOffset="126830.4">12501 10429 155 0,'2'-5'228'16,"-2"5"91"-16,0 0-11 0,0 0 44 0,0 0-60 16,0 0 109-16,0 0 54 0,0 0-131 0,0 0-124 15,0 0 67-15,-12-3 21 0,10 3-49 0,2 0-84 0,0 0 55 16,-12-5-15-16,12 5-10 0,0-2-31 0,-3 2-57 16,-9 0-25-16,12 0-34 0,-3 0-15 0,-9 4-15 15,12-4-11-15,-14 6 0 0,14-3 0 0,-8-1 2 16,-2 3 1-16,5 3 0 0,-4 1 1 0,-1-2 1 15,8 1-1-15,-4 6 0 0,0-4-2 0,6-10 1 16,-3 8-1-16,0 0 0 0,3-8 2 0,0 0 3 16,-2 11 0-16,4-6-4 0,1 1-6 0,-3 1 4 0,0-7 2 15,5 6-2-15,2-1-4 0,-7-5 2 16,20 2 6-16,-8-4 6 0,0 2-6 0,3-3 0 0,-3-3-1 16,5 4 1-16,-2-5-2 0,-1-4-2 0,-7 8 0 15,8-7 0-15,-3-4-2 0,-4 8-1 0,1-7 1 16,-4 8-3-16,2 1-1 0,-2-2 3 0,5-3 2 15,-10 9 1-15,0 0 3 0,0 0 2 0,0 0 6 0,0 0-1 16,-10-5 0-16,5 1 2 0,5 0-4 0,-21 2 7 16,6-1-7-16,10 3 1 0,-10 0 3 0,3 0-7 15,-3 3 0-15,-3 3-1 0,3-4-1 0,10 0 2 16,-13 7-2-16,6 2-6 0,7-9 4 0,-4 5-1 16,9-7-3-16,-7 13 0 0,7-9-2 0,4 3 4 15,-4 4 3-15,3-9 1 0,6 12 2 0,-1-4 5 0,-1-7 1 16,3-1 2-16,2 2 0 0,-5-4-6 0,16-4-5 15,-5 2-38-15,-10-1-65 0,10-5-55 0,-6 3-146 16,2-3-216-16,1-2-187 0,-8-1-8 0,-5 9 191 16,4-11-119-16,-6 7-188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2:51:42.4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25630 7858 580 0,'12'0'334'0,"3"2"70"15,2-2-53-15,0 2 219 0,10 2-204 0,-6-2-71 0,-3 1-90 16,2-3 47-16,-8 2-51 0,14 4-84 0,-19-3-31 16,10-1 38-16,-2 0 17 0,-3 4-42 0,8-1-18 15,-3-2 39-15,-2 3-12 0,9 1 7 0,-12-5-41 16,0 4 1-16,0-1-17 0,8 3-22 0,0-3-18 15,-16-2-9-15,16 3-1 0,-8-4-5 0,-3 0 2 16,11-2-1-16,-10 4 10 0,2-4 4 0,8 2 4 16,-8-2 6-16,12-2-1 0,-16 2-3 0,9-4 2 0,-2 2-7 15,9 0 11-15,-10-4-5 0,-2 3-3 0,6-2-6 16,-6 3 6-16,5-6-2 0,5 5-15 0,-17 1-2 16,10-2 0-16,6-1 4 0,-6 3-5 0,-1 0 2 15,1-4 2-15,-3 6 1 0,20-5-1 0,-23 5-6 16,9-6-2-16,-4 3 4 0,10 1-2 0,-1 0-6 15,-14 2 2-15,9-3 4 0,-9 3 0 0,18-8 0 0,-10 5-3 16,-9 1 1-16,8-2 5 0,-1-3-1 0,-7 7-2 16,13-6 1-16,-6 1 1 0,-7 5 2 0,6-2-2 15,5-4-5-15,-8 4 1 0,5-1-1 0,-8 1 1 16,6-2-2-16,10 2 0 0,-9-3 3 0,-6 5 2 16,9-2 2-16,-4-2-2 0,4 2-1 0,-1-1 1 15,-5 1-2-15,-3-4 0 0,26 1-4 0,-28 5 1 0,10-2 4 16,-7-1-1-16,7 0 1 0,6 0 3 0,-19 1-1 15,13 2 2-15,-2-3-1 0,-10 3 3 0,14-2 1 16,-7-2 0-16,-4 4-1 0,6 0 2 0,-2-2 0 16,6 0 6-16,8 2-4 0,-11-3 0 0,-6 3 1 15,14-2 4-15,-4-2 15 0,-7 2 8 0,8 2 2 16,-8-3 0-16,14 1 33 0,-3 0 19 0,-4-2-11 16,-14 4-32-16,16 0 17 0,5-2 33 0,-12 2-30 0,-4-3-20 15,11 3 3-15,4 0 18 0,-1 0 13 0,-6-2-17 16,3 2 27-16,2 0-6 0,3-6 12 0,-7 6-42 15,1 0 3-15,-5 0-13 0,6 0-27 0,-3 0-14 16,-6 3-3-16,5-6-3 0,-8 6 5 0,6-3-3 16,5 3 2-16,-8-3-1 0,8 2 0 0,4-2 0 15,-9 0 1-15,-1 3-6 0,-2-1 2 0,8 2-1 0,-8 0-3 16,12-4 1-16,-14 3 9 0,4-3 7 0,1 0 2 16,0 2 24-16,5-2 6 0,-6-2 6 0,-7 2-5 15,16 2 38-15,-9-4-13 0,-4 4-8 0,4-2-22 16,-2-2 2-16,0 2 9 0,3 0-23 0,0 0-13 15,-10 0-8-15,12 0 4 0,-5-3-1 0,-5 3-4 16,4 0-12-16,-2 0-6 0,0 0-2 0,3 0-3 0,-4 0 2 16,-1 0-4-16,8 3-3 0,-5-3 17 15,-6 0 12-15,2 0-2 0,8 2 5 0,1-2 5 0,-12 0-4 16,9 0 5-16,-12 0-4 0,17 0-8 0,-17 0 0 16,16 0 4-16,-13 0-4 0,9 4-1 0,-7-4 4 15,1 0-2-15,8 2-2 0,-2-2 0 0,-2 3-2 16,-1-1-1-16,2 0 1 0,-5 2-2 0,6-2-1 0,-12-2 2 15,18 5 2-15,-9 1 0 0,-4-3-12 16,-2-1 7-16,14 3-14 0,-5 1 1 0,-5-4-1 0,4-2 2 16,-11 0 2-16,16 3 19 0,-16-3-6 0,0 0 7 15,10 0 5-15,-6 0-17 0,-4 0-27 0,3 0-14 16,12 0 7-16,-15 0-79 0,2 0-58 0,10 0-145 16,-12 0-16-16,0 0-408 0,0 0-306 0,0-3 5 15,0-8 306-15,-2 7-480 0</inkml:trace>
  <inkml:trace contextRef="#ctx0" brushRef="#br0" timeOffset="14810.18">27548 8519 232 0,'0'0'453'0,"0"0"-108"0,-3 0-17 16,3 0-78-16,3 0 80 0,-3 0-27 0,-3-3-28 15,3-7-87-15,0 10-35 0,0 0 57 0,0 0-22 16,0 0-18-16,0 0-81 0,0 0 42 0,0 0-8 16,0 0-19-16,0 0-24 0,0 0 43 0,0 0-12 0,0 0-13 15,0 0-42-15,0 0 5 0,0 0 2 0,6-3-28 16,-1 1-18-16,-5-1 11 0,0 6 1 0,0-6 11 16,0 3-13-16,0 3 4 0,0 2-2 0,0 1-4 15,0-4 15-15,0 3-19 0,0 3 4 0,4-5-8 16,-1 10 5-16,-3-13-4 0,2 13 12 0,-2-13-21 15,6 13 3-15,-6-8-4 0,0 1 3 0,6 7 2 16,-3-10-12-16,4 10-2 0,-2-5 4 0,0-3 4 0,-1 11-1 16,-1-8-10-16,0-3 1 0,2 6 2 0,-1-1 1 15,-1-1-1-15,2 0-2 0,-2 0 3 0,1-4 6 16,1 5-1-16,0-4 2 0,5 8-1 0,-4-4 0 16,3-5-1-16,-3 4-2 0,0-5 2 0,3 10 4 15,-4-10-4-15,1 7-2 0,-2-5-3 0,4 4 0 16,4 4 1-16,-10-11-1 0,8 4-2 0,-1 1 4 0,-1-5 4 15,7 5 12-15,-3-3 2 0,-3-3 3 0,6 7 7 16,-1-9-5-16,1 2 14 0,2 4-14 0,-2-4-8 16,-8-2-6-16,15 3 2 0,-7-3-9 0,-3 0 7 15,5 2 5-15,-2-2-3 0,4 3 10 0,7-3 19 16,-3 0 4-16,-8 0-9 0,-6 3 5 0,15-6 10 16,-1 6-11-16,-17-3-14 0,21-3-5 0,-19 3-4 15,19 0-1-15,-18 0-9 0,6-3-3 0,11 3-2 0,-15-2 1 16,8 2-4-16,-9 0-2 0,9 0-1 0,1-3 5 15,-13 3 3-15,10-2 1 0,-2-4 4 0,-6 4 7 16,6-1 9-16,0 1 6 0,-7-2 1 0,9 2 8 16,4-1 8-16,-11 1-4 0,10 0 9 0,-3-2-12 15,-8 2-8-15,9-1-9 0,-9 1 0 0,3-4-3 0,5 1-14 16,-7 3-1-16,-2-7-2 0,9 4 0 0,-5-1-2 16,-9 4-1-16,11 0-2 0,-4-1-2 0,-1-3-2 15,6 4 4-15,-7 2 1 0,-2-5 2 0,12-1 2 16,-13 4 6-16,4 2 14 0,-6-3 9 0,9-3 4 15,-12 6 11-15,3-5-10 0,6 1 7 0,-9 0 0 16,0 4-10-16,5-5-6 0,2 0 1 0,-7 5-3 0,0 0-1 16,3-6-11-16,2 2-1 0,-5 4-7 15,0 0-1-15,0 0-8 0,15-9-3 0,-15 7 1 0,0 4 2 16,0-2 0-16,6-5 0 0,0-1 9 0,-6 6-1 16,0 0 2-16,0 0 2 0,9-10 13 0,-9 7 3 15,0 6 0-15,0-3-10 0,5-5 4 0,-1-4 2 16,-4 9-7-16,0-4-11 0,3-7-5 0,-3 8-3 15,0-5 1-15,0 8 1 0,0-2-1 0,3-12 0 16,-3 14 0-16,0 0 2 0,0-4 2 0,2-5-1 0,-2 9 1 16,3-5-1-16,-3-3 2 0,0 3 0 0,4-6 6 15,-4 9-2-15,0-11 4 0,3 13-1 0,-3-4-2 16,5-9 0-16,-5 13-6 0,0-2-3 0,3-12-3 16,1 14-16-16,-4-13 0 0,2 11 12 0,-2-7-5 15,0 5 0-15,0 1 12 0,3-10 13 0,-3 11 12 16,0-2-4-16,0-9-11 0,0 10 10 0,0-7 3 15,3 10-22-15,-3-8-2 0,0 0 1 0,4 3-1 0,-4-3 0 16,0 8-11-16,0-13-6 0,0 13-3 0,0-14 5 16,0 14 3-16,0-8-5 0,0 1 0 0,0 7 18 15,0-13 1-15,0 10-2 0,-4-3 7 0,1-7-4 16,3 11-7-16,-5-9 0 0,5 11-5 0,-4-13 15 16,4 10 9-16,0 3-4 0,-8-11 7 0,8 3 6 0,-3-2 13 15,-1 0-15-15,4 4-9 0,-3-4-7 0,-2-3 1 16,2 7-3-16,-1-5-1 0,2 11 1 0,-6-13-1 15,8 13 0-15,0 0-2 0,-7-13 2 0,7 13 0 16,0-3-1-16,0-5-2 0,0 8-1 0,-3-13-1 16,3 10-1-16,0-4-1 0,-2-1 1 0,-2 5 1 0,1-10 2 15,3 13 2-15,-5-11 2 0,5 11 0 16,-10-11 1-16,8 7-2 0,-1-5 2 0,0 4 1 0,3-1-3 16,-6-4 1-16,6 10 1 0,-6-14 3 0,6 14-2 15,-2-4-2-15,-5-5 1 0,2 4 0 0,-2-3-1 16,7 8-1-16,-12-13-1 0,12 13-2 0,-8-13-6 15,8 13 0-15,-7-5 3 0,-1-4-1 0,6 7-2 16,-8-3 1-16,10 5 5 0,-14-11 2 0,14 11-3 16,-12-8-5-16,12 8 3 0,-10-5-3 0,5-1 6 0,-4 1 0 15,6 3 2-15,0 0 2 0,-9-4 3 0,12 6 0 16,-17-5 0-16,12 2-5 0,-7-3-10 0,12 4 0 16,-19-3 4-16,14 2-3 0,-1 0-6 0,0 1 5 15,-6-3 5-15,1-3 16 0,11 8-6 0,-9-3 1 16,-1-3 0-16,8 6 6 0,-10-7-5 0,4-1-6 15,4 8-1-15,-2 0-1 0,-6-9 0 0,7 7-1 0,-7-3-2 16,12 5 3-16,-15-6-1 0,13 6-4 0,-10-5 2 16,9 5 0-16,-4 0 4 0,-5-2 0 0,0-7-9 15,7 9 5-15,-7-2-1 0,-3 2 2 0,3-2 2 16,4-1-9-16,-1 3 9 0,-1 0 0 0,2 0 3 16,2-3 7-16,-5 3-9 0,11 0-4 0,-15 0 9 15,11 0 0-15,-6 3-2 0,3-3-2 0,2 0-5 0,-10 0 6 16,15 0 2-16,-15 0-2 0,15 0-1 0,-14-3 2 15,10 3 0-15,-4 0 0 0,-4 0-1 0,0 0-2 16,12 3-3-16,-15-3 0 0,12 0-2 0,-9 0 0 16,7 0 2-16,1 0 0 0,-11 0 1 0,15 0-1 0,-17 0 1 15,17 0 3-15,-12 0 3 0,9 0-3 16,-6 3-5-16,4-1 5 0,2-2 4 0,-12 5-10 16,15-5-2-16,-12 8 2 0,10-8-3 0,-10 3 6 0,9-1 1 15,-1-2 0-15,-7 0 4 0,7 0 3 16,-10 0-3-16,14 0-1 0,-18 4-4 0,16-2 0 0,-13-2-3 15,12 0 2-15,-3 2-19 0,-6 3 9 0,9-5 6 16,-12 6 10-16,15-6-2 0,-14 3 1 0,11-3 3 16,-6 0 14-16,6 0-4 0,3 2-14 0,-9-2-4 15,1 2 2-15,8-2-2 0,-10 0 0 0,5 4 1 0,5-4 3 16,-9 0-2-16,-1 2-1 0,8-2 0 0,-10 3-1 16,12-3 2-16,-3 0-4 0,-12 8-4 0,15-11 3 15,0 6 0-15,-14 2-11 0,14-5-1 0,-18 6-9 16,18-4-7-16,-6 3-7 0,-5 1-37 0,-1-1 4 15,3-3 14-15,6 1 16 0,0 0-9 0,-12 2 3 16,11-2 42-16,-4 3 6 0,8-6-1 0,-2 0 2 0,-8 9 3 16,10-9-1-16,-2 0-2 0,-8 11-9 0,8-9-11 15,-4 4 0-15,2-3-12 0,-1-1-8 0,0 4-4 16,1-6 4-16,-8 7-13 0,12-9-5 0,0 4 1 16,-8 9 15-16,5-11-27 0,3 3 5 0,-7 5-7 15,7-8 6-15,0 2 20 0,-12 12-12 0,12-14 7 16,-5 10 6-16,5-7 19 0,-5 8-17 0,1-9 11 15,1 6 4-15,0 0 7 0,1-8-3 0,-8 16-6 0,10-16 10 16,-9 10 10-16,6-4-2 0,1 5-3 0,-8 0-14 16,10-11 10-16,-2 7-3 0,-1 4-1 0,-2-3-8 15,1-1 14-15,4-7 0 0,-3 3 9 0,-2 10 0 16,2-13 0-16,-1 8 6 0,4-5 1 0,-8 5-1 16,8-6 4-16,-3 7 1 0,-1 0 0 0,4-5-2 15,-2 9-1-15,-1-8-6 0,3 6-13 0,0 0 0 16,0-11-4-16,0 13 2 0,0 0-15 0,-3-8 11 0,3 10 11 15,0-11 5-15,0 9-4 0,-4 3 3 0,4-8 5 16,0-1 1-16,-2 4-4 0,2-6-1 0,0 6-3 16,2 0 3-16,-2-3 4 0,0-8 2 0,7 16 2 15,-4-9 3-15,-1 1-2 0,-2-8-4 0,7 16 2 16,-7-16-7-16,5 13 3 0,-2-5-2 0,1 3-5 16,1-4-1-16,-5 2 7 0,6 4-5 0,0-2 5 0,-3-4-1 15,0 4 2-15,3 0 2 0,-6-9 4 0,3 6-5 16,2 1-1-16,-5-7 8 0,3 11 5 0,-3-13-11 15,7 5 5-15,-5-2 7 0,5 10 7 0,-7-7-3 16,5 1-9-16,1 1 1 0,-6-8 10 0,9 14-4 16,-9-14-3-16,5 10-1 0,2-7 0 0,-2 5-3 15,2-3-3-15,-7-3 1 0,11 9 0 0,-11-11-3 0,16 11 0 16,-16-11 2-16,8 8 2 0,-6-3-1 0,-2-5-1 16,10 9 1-16,-8-5-1 0,-2-4-1 0,0 0-7 15,10 3 0-15,-5-1-11 0,-5-2-19 0,0 0-21 16,7 4-60-16,-2-2-13 0,-5-2-132 0,0 0-50 0,0 0-65 15,0 0 48-15,0 0-166 0,0 0-171 16,0 0 171-16,3-2 158 0,6-7-265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2:52:49.4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29430 1608 241 0,'-2'-13'1954'0,"-1"-3"-1225"0,3 10 40 15,0-7-191-15,0 3 12 0,0 0-149 0,0-1-126 16,-3 6-79-16,3-3 128 0,0-1 122 0,-4 2-75 15,4 7-155-15,0-13 12 0,0 13 3 0,0-4-116 16,0-5-81-16,0 9-27 0,0-4-41 0,7-6-6 16,-7 10 0-16,0-3 0 0,0 6 0 0,0-6 0 0,0 3 0 15,0 3 0-15,0-3 0 0,8 8 0 0,-4-6 0 16,-4 6 0-16,3 3 0 0,2 13 0 0,2 0 0 16,-7-6 0-16,5 6 0 0,0 7 0 0,2 7 0 15,2-10 0-15,2 7 0 0,1-2 0 0,3-2 0 16,-1 0 0-16,5-1 0 0,-4-4 0 0,-1 1 0 15,-3-1 0-15,-2 3 0 0,1 0 0 0,2-3 0 0,-10-4 0 16,4 4-5-16,-6-4-13 0,0-2-32 0,-3 4-38 16,-6-5-5-16,-3-1-3 0,-3 0-5 0,-5 4-10 15,0-6 35-15,-7 0 17 0,3 0 21 0,-12 4-9 16,14-11 21-16,-8 2 1 0,1-3 2 0,0-1 12 16,7-7 11-16,-4-2 9 0,3-3 2 0,-4-6 6 15,3 3-1-15,0-3 22 0,7-5 28 0,-3-2 22 16,13 5-35-16,-1-8 20 0,2-1-1 0,6 2-6 15,0-2-21-15,2 4-21 0,-2 10-4 0,4-10 1 0,-4 14-6 16,6-3-7-16,-4-4 2 0,-2 11-8 0,10-8-4 16,-8 8 2-16,-2 0 0 0,0 0-2 0,3 0 3 15,6 8-1-15,-3 3 2 0,-4-4 3 0,2 6-5 16,-1-2 0-16,-3-3 0 0,0 16 0 0,-3-14-2 16,3 7-1-16,0-8 0 0,-6 15 1 0,-2-2 1 0,1-9 0 15,-1 3 0-15,-4-1-1 0,-5 7-10 0,-2-9 2 16,2-4 2-16,-3 4-2 0,-11 0-7 0,5-6-8 15,8-1-32-15,-9 1-135 0,-5-3-240 0,5-2-323 16,7 1 28-16,-6-6-404 0,2 1-23 0,1-2 64 16,-6 0-822-16</inkml:trace>
  <inkml:trace contextRef="#ctx0" brushRef="#br0" timeOffset="516.61">28007 2468 593 0,'-5'3'2459'0,"-1"4"-1694"15,6-7 258-15,0 0 169 0,0 0-641 0,0 0-341 16,0 0-150-16,0 0-7 0,0 0 21 0,0 0 30 16,0 0-10-16,11 0 53 0,-2 4 6 0,3-8 24 15,3 4-80-15,-7-2-4 0,11 2-37 0,1-5-16 16,-14 5-24-16,14-3 4 0,-5-5 2 0,-6 6 9 16,11-1 2-16,-2-3-3 0,-6 4 0 0,6-1-4 0,-7 3-9 15,4 0 6-15,3 5-21 0,-3 1-2 0,-7-6 0 16,11 7 0-16,-9-1 0 0,0-6 0 0,4 5 0 15,-4-2 0-15,2-1-6 0,-7 2-22 0,5-4-98 16,-10 0-21-16,5 4-321 0,0-1-167 0,-5-1-249 16,0-2 75-16,0 0-356 0,-14-5-51 0,-1 1 125 15,-5-5 121-15</inkml:trace>
  <inkml:trace contextRef="#ctx0" brushRef="#br0" timeOffset="1114.01">27978 2098 703 0,'-8'-14'2464'0,"1"4"-979"0,4 5-376 0,-2-4-183 16,5 9-555-16,-12-13-46 0,12 13-70 0,-9-11-89 0,9 9-71 15,0 4 9-15,0-4-6 0,0 4-43 0,0-2-24 16,0 0-27-16,0 0-4 0,0 6 0 0,0 2 0 16,0-8 0-16,6 19 0 0,-3-6 0 0,-3-6 0 15,5 10 0-15,-5-7 0 0,3 0 0 0,-3 10-1 16,0-13-4-16,0 1-5 0,0 8-2 0,-8-5-3 15,5-9 6-15,-6 9-4 0,4-3 1 0,-5-5 7 0,-7 7 7 16,5-7-7-16,-12 2-1 0,0-5-1 0,-5 0-1 16,11 0 5-16,-6-3-6 0,4-2 2 0,0-3 21 15,-1 0 2-15,1 0 3 0,5-2 0 0,6 7-1 16,-18-16 1-16,10 8-2 0,7 6-14 0,-2-3-3 16,2-2 0-16,10 10 0 0,0 0 0 0,-12-13 0 15,12 13 0-15,0 0 0 0,-4 0 0 0,8 0 0 0,-4 0 0 16,-4-11 0-16,4 9 0 0,0 2 0 15,0 7 0-15,0-1 0 0,0 7 0 0,0-5 0 0,0 7 0 16,0-11 0-16,-3 9-1 0,-2 0-20 0,-2-6-21 16,-1 2-2-16,-7 2-38 0,3-1-18 0,-12 4 2 15,12-7 24-15,-10 1-8 0,-5 3 8 0,6-4 34 16,-2-4 20-16,-4 0 5 0,-2-3 7 0,-4 0 5 0,10-3 15 16,-6-2 41-16,2 0 35 0,-5-6 42 15,11 3-51-15,-3 1 26 0,6-2-1 0,-2-4-17 0,6 0-47 16,7 0-34-16,-5-7-6 0,7-8 0 0,-5-1 0 15,5 7 0-15,0-9 0 0,-2-6 0 0,2-8 0 16,1 21 0-16,1-13 0 0,-2-5 0 0,2-3 0 16,-1 18 0-16,1-10 0 0,-5-7 0 0,2 4 0 15,0 10 0-15,0-4 0 0,0 0 0 0,-9-8 0 16,9 18 0-16,-2 0 0 0,-7-3 0 0,0 6 0 0,-2 5 0 16,8 5 0-16,-6-9 0 0,8 11 0 0,-7-9 0 15,11 15 0-15,-5-10 0 0,-4 3 0 0,12 10 0 16,0 0 0-16,0 0 0 0,0 0-16 0,0-4-126 15,0 8-238-15,0-4-317 0,0-4-125 0,3 8-229 16,6 6 148-16,14-7-582 0,1 2 210 0</inkml:trace>
  <inkml:trace contextRef="#ctx0" brushRef="#br0" timeOffset="1285.56">27495 1550 775 0,'0'14'3116'0,"-3"-14"-2039"15,3 13-258-15,0-11 354 0,0-2-844 0,0 0-231 0,0 0-57 16,0 0 8-16,0 0 2 0,0 0-20 0,0 0-34 16,0 0-14-16,-7 11-28 0,7-9-189 0,0-2-340 15,0 0-154-15,0 0-316 0,0 0-41 0,0 0-10 16,0 0 292-16,-5-6-476 0</inkml:trace>
  <inkml:trace contextRef="#ctx0" brushRef="#br0" timeOffset="2684.83">25459 2368 1770 0,'-7'0'2656'0,"7"0"-1319"0,-2-3-166 16,-6-3-606-16,4 4-172 0,4 2-227 0,0 0-129 0,0 0-7 15,0 0-13-15,4-3 6 0,6-5-3 0,-10 8-14 16,12-2-6-16,-5 2 0 0,8-5 0 0,7 1 0 16,-7 4 0-16,9-2 0 0,0-1 0 0,-1 3 0 15,-5 0 0-15,5 0 0 0,11 0 0 0,-8-2-15 16,-8 2-25-16,4 0-32 0,5 0-17 0,6 0-49 0,-18 0 40 15,0 0-52-15,2 0-12 0,-2 2-13 16,-6-2 77-16,-9 0-23 0,15 0 17 0,-13 3 14 0,-2-3 14 16,0 0 45-16,0 0 10 0,0 0 9 0,-9 2 2 15,1 4 7-15,-7-1 3 0,6-3 4 0,-15 9-3 16,4-5 1-16,-1-3-1 0,3 7 4 0,-6-2 0 16,10 0-1-16,-9 3 0 0,4 2 1 0,2-2-1 15,5-2-4-15,-5 8-6 0,11-10 6 0,-3 13-10 16,-1-13-1-16,5 4-1 0,0 4 0 0,-2-6 11 0,7-7-4 15,-3 0-1-15,-2 7 5 0,5-7 16 0,0-2 4 16,-9 3-1-16,3 0 5 0,-3-3 1 0,0 0 8 16,-3 0-5-16,4 0 2 0,-22 0 40 0,13 0 7 15,1-3-8-15,-4 0 43 0,-9-2 28 0,-1-5 14 16,13 5-52-16,-4-6 17 0,1 3-1 0,8-1 15 16,-6 0-65-16,9 0 1 0,-6 4-14 0,3-5-9 0,10 10-25 15,-5-3-11-15,-4-3-9 0,14 9 0 0,-6-6 0 16,3 3 0-16,3 3 0 0,-3-3 0 0,0 0 0 15,0 0 0-15,-7 6 0 0,2 1 0 0,5 1-1 16,0 3-3-16,-3 2-13 0,3-4-4 0,-2 4 0 16,-5-4-5-16,4 0 1 0,-9 4-1 0,-2-2 9 15,-1 0 11-15,0-7-1 0,1 1 1 0,-13 1 5 16,12-3 0-16,1-1-6 0,-13-4 5 0,7 2 9 0,-1-5 8 16,3-1 8-16,-6 1 7 0,4-6-1 0,6 6 1 15,7 2-11-15,-20-15 4 0,12 5-13 0,5-3-8 16,6 10-2-16,-7-12 0 0,4 5 0 0,-2 4 0 15,6-4 0-15,1 11 0 0,2-1 0 0,0 6 0 16,0-3 0-16,0 0 0 0,0 0 0 0,0 0 0 16,0 0 0-16,0-3 0 0,0 6 0 0,0-6 0 0,0 6 0 15,0-3 0-15,0 0 0 0,0 2 0 0,2 11 0 16,-2-13 0-16,3 9 0 0,-3-7-3 0,0 11-5 16,0-10-5-16,0-3-4 0,-3 8-4 0,1 1-16 15,-1-7 16-15,-9 11-10 0,3-8 5 0,-2 3 13 16,2-3 11-16,-13 1 6 0,14-3 12 0,-13 4-2 15,1-7 5-15,3 0 1 0,5 3-8 0,0-6 5 0,-8 3-3 16,4-3 3-16,1 1-3 0,0-3 2 0,5-1 0 16,6 6-6-16,-11-5-7 0,15 5-3 0,-12-13 0 15,9 13 0-15,1-6 0 0,-4-1 0 0,6 5 0 16,-6-9 0-16,6 11 0 0,0 0 0 0,0 0 0 16,0-9 0-16,-3 5 0 0,3 4 0 0,0 0 0 15,0 0 0-15,0 0 0 0,3 9 0 0,-1-5 0 0,-2-4 0 16,0 0 0-16,0 2 0 0,0 11 0 15,-2-13 0-15,-4 11 0 0,0-4 0 0,3-1 0 0,-9 5 0 16,9-11 0-16,-9 10 0 0,-2-7 0 0,2 2 0 16,1-2 0-16,-13-1 0 0,-5 2 0 0,5-4 0 15,1 0 0-15,-8 0 0 0,-3-4 0 0,4 4 0 16,9-5 0-16,-6 5 0 0,-2-5 0 0,6-3 0 0,8 3 0 16,9 2 0-16,-17-5 0 0,8 0 0 15,11 8 0-15,2-2 0 0,-6-1 0 0,8 3 0 0,0 0 0 16,0 0 0-16,0 0 0 0,0 0 0 0,0 0 0 15,0 0 0-15,0 13 0 0,2-13 0 0,6 11 0 16,-8-6 0-16,7 3 0 0,-2 6-11 0,-2-1-15 16,-3-4 3-16,-11 8-17 0,2 1-2 0,-6-2-1 15,-6 1 2-15,1-2 19 0,-9 1 9 0,-7-1 14 16,6-4 9-16,-22 5 6 0,2-5 3 0,-9-3 9 0,0-1 7 16,-3-1-1-16,0-6-3 0,-3 0-3 0,9-2 0 15,4 2-9-15,-8-11-7 0,13 0-12 0,3-2 0 16,5-3 0-16,5-8 0 0,7 0 0 0,6 3 0 15,3 0 0-15,6-5 0 0,4 2 0 0,4 0 0 16,8 2 0-16,4-6 0 0,4 1 0 0,6 3 0 16,-4 6 0-16,13-8 0 0,2 4 0 0,-5 7-21 0,3 1-126 15,-3 8-95-15,11-1-263 0,-9 1-160 0,1 10-251 16,-7-2 70-16,4 3-333 0,5 3-132 0,-7 3 420 16,-8-1 5-16</inkml:trace>
  <inkml:trace contextRef="#ctx0" brushRef="#br0" timeOffset="2817.46">23885 2846 449 0,'9'16'1552'0,"1"3"-903"0,0-1-87 0,0-5-26 15,-8-4-486-15,5 0 10 0,-2-3-15 0,2 5-10 16,-7-11 3-16,8 13-3 0,-8-13-25 0,0 0-15 16,0 0-21-16,0 0-114 0,0 0-183 0,0 0-239 15,0 0 112-15,0 0-144 0,-12-8-1114 0</inkml:trace>
  <inkml:trace contextRef="#ctx0" brushRef="#br0" timeOffset="3911.54">21145 2651 568 0,'-8'7'798'0,"-1"1"-337"16,-6 1-181-16,-5-2-37 0,-1-1-150 0,-3 1-48 0,-6-1-5 15,8-3-19-15,-8-1 63 0,4-4 111 0,4 2 87 16,5-3-3-16,-10 0 250 0,10-2-86 0,8 0 22 15,-6-1-164-15,3-1 22 0,-3-6-23 0,7 2-142 16,4 8-59-16,-1-7 16 0,5 1-26 0,0 4-11 16,0-1-37-16,5-4-8 0,7 0-18 0,-3 4-13 15,6-5-5-15,3 6 1 0,8 1 1 0,1 0-2 0,0 2 0 16,-3 4 1-16,8 2 0 0,-3 0 1 0,3 5-7 16,-17-2 0-16,14 1-2 0,0 3-4 0,-2 2 5 15,-12-5 3-15,6 2-3 0,-4 1 3 0,5 5 4 16,-20-10 3-16,16 9 2 0,-13-7-4 0,4 0-4 15,-3 11 0-15,0-9 0 0,0-2-1 0,-4 5-2 16,2-4 2-16,-1 4 0 0,-6 0 5 0,-3-3 6 16,3-4-2-16,-9 5-2 0,7-7 0 0,-22 18-2 0,6-11-2 15,6-6 1-15,-5 5-10 0,-4 4 0 0,-8-1 10 16,8-6 1-16,-3 1 3 0,-5 1 2 0,6-2 3 16,3-1 6-16,-13-4 8 0,7 1-10 0,2-6 0 15,12 1-4-15,-9-2 0 0,-5-3-3 0,9-1 10 16,5 1-5-16,-6-7 14 0,3-5 37 0,-2 1 37 15,8 3-9-15,-2-7 65 0,4 3 13 0,-2-10 73 0,4 3-46 16,2 5-58-16,3-9 33 0,-2-7-1 0,-2 1-40 16,4 6-58-16,-6-7-1 0,4 3-23 0,-5-14-5 15,8 17-28-15,-4-6-10 0,-3-3-2 0,4-10 0 16,-2 17 0-16,-1-6 0 0,-7 5 0 0,-3-3 0 16,3 13 0-16,0-5 0 0,-2-1 0 0,-3-7 0 15,8 17 0-15,-3-7 0 0,3 6 0 0,-2 3 0 0,4 4 0 16,2 6 0-16,-1-3 0 0,4 6 0 15,-2-1 0-15,7 6 0 0,0 4 0 0,0-4 0 0,-9-13 0 16,9 13-15-16,0 0-98 0,0 0-89 0,16 7-306 16,-6-5 117-16,12 4-299 0,-2-1-208 0,4-2-165 15,0 0 264-15,17-6-436 0,-6 3 450 0,-3-3-439 16</inkml:trace>
  <inkml:trace contextRef="#ctx0" brushRef="#br0" timeOffset="4076.09">20904 2003 1560 0,'-6'9'651'16,"6"-9"-161"-16,0 0 214 0,0 0-49 0,0 0-282 16,0 0-174-16,0 0 47 0,8-2 14 0,4 2-23 15,3 0-71-15,0 0 33 0,11 2-9 0,-2-2-12 16,8-2 0-16,-14 2-96 0,6 0-5 0,0-2-31 0,-2-1-28 16,-3 6-37-16,-4-1-61 0,-3 0-153 0,-7 2-218 15,4-2-289-15,-1 1-190 0,-8-3-30 0,0 0 30 16,-14 5-323-16</inkml:trace>
  <inkml:trace contextRef="#ctx0" brushRef="#br0" timeOffset="4299.5">19894 2552 187 0,'0'0'3138'15,"0"0"-2133"-15,0 0-174 0,0 0-212 0,0 0-861 16,0 0-123-16,0 0-318 0,0 0-155 0,0 0-228 16,0 0 447-16,8 9-320 0</inkml:trace>
  <inkml:trace contextRef="#ctx0" brushRef="#br0" timeOffset="4795.17">20094 2732 146 0,'5'16'1165'16,"-5"-16"-865"-16,0-2 130 0,0 4-21 0,0 4-190 16,0 1-93-16,0-7-69 0,-3 6 13 0,1 5-30 0,-5-4-21 15,2 4 38-15,-5-3 41 0,0 8 24 0,0-5 13 16,-4 0-14-16,-4-2 87 0,4-3-6 0,-10 5-53 15,6-6-44-15,-8 0 43 0,-1 5 25 0,-17 1 39 16,17-6-59-16,-9 1 72 0,2 1 15 0,-5-3-17 16,4-4 9-16,-1 0-28 0,10-4-9 0,-4-1-34 15,10 3-41-15,-16-9 86 0,10 6-24 0,8-8 1 0,-2 2 12 16,1-2-7-16,5 0-19 0,8 5-33 0,-6-3-28 16,7 4-53-16,1-2-7 0,-1 1-34 15,-1 3-10-15,6 5-1 0,6-8-4 0,-4-2 4 0,8 2-3 16,-8 5-4-16,10-8-18 0,6 3 3 0,-3 3 1 15,2-3-3-15,7 3-27 0,5 3 0 0,-7 2 5 16,-5 2 4-16,7 0-26 0,1 9-39 0,-6-6 20 16,-7 3-12-16,5 6 15 0,1 1-18 0,-6-4 27 15,2 5 32-15,-2-6 17 0,6 6 11 0,6 8 19 0,-10-5 12 16,1-6-14-16,2 5-3 0,1 4-3 0,-4 2 4 16,-4-11 0-16,-8-8 1 0,13 19-24 0,-8 0-11 15,-5-11 29-15,-2 5-1 0,-2-7-25 0,-10 13-5 16,0-8 35-16,-6 2 29 0,-6-5 1 0,-5 4-19 15,-12 3 16-15,14-9 6 0,-8 0 0 0,-3-1-42 16,-16 1-31-16,22-8 38 0,-9-1-6 0,-3-2-23 0,-15 0-41 16,23-2 13-16,-5-1-28 0,-9 0-145 0,6-5-182 15,11 2-11-15,-14-9-476 0,9 2 13 0,6-3-86 16,8 3 266-16,-6-9-89 0,1-4-471 0</inkml:trace>
  <inkml:trace contextRef="#ctx0" brushRef="#br0" timeOffset="5164.2">18927 2624 50 0,'0'0'895'16,"-6"-2"-466"-16,-3-9 156 0,-3-2 193 0,9 5 19 16,1-1-155-16,2 0-219 0,-3 3 48 0,3-5 54 0,0 6-189 15,-4-3-133-15,4 8 8 0,0 0-20 0,0 0-37 16,0 0-76-16,-3 0-17 0,6 0-30 0,-6 0-4 15,3 0-20-15,3 0-23 0,-3 8-11 0,0 3 2 16,7 4 8-16,-2-1 6 0,7 4 0 0,0-2-4 16,0 2 3-16,0 2 14 0,3-5-3 0,-1 6 5 15,1 3-36-15,-7-8-10 0,7 2-15 0,-3-4-21 0,-10-6-80 16,8 18-33-16,-10-18-26 0,2 13 17 0,-2-8 3 16,-2-2 53-16,-13 16-73 0,3-7 119 0,-8-3 26 15,3-10 36-15,-14 6 26 0,-1 4 63 0,-3-10 66 16,9 2 43-16,-10-5 123 0,-9-1 133 0,13-3 3 15,6 0-93-15,-10-3 86 0,-8-1 7 0,9-7-196 16,14 2-91-16,-9-4 3 0,8-2-88 0,-5-7-40 16,8-1-17-16,9 2-56 0,0-8-152 0,1-11-500 0,4 8-90 15,2 3 45-15,6-6-424 0,-1 2-21 0,13 3 28 16,0 3-625-16</inkml:trace>
  <inkml:trace contextRef="#ctx0" brushRef="#br0" timeOffset="5308.81">18765 2368 900 0,'0'0'3129'0,"0"0"-1438"0,0 0-477 0,0 0-207 16,0 0-757-16,0 0-250 0,0 0 0 0,0 0 0 16,0 0 0-16,0 0 0 0,0 0 0 0,0 0 0 15,0 0 0-15,0 0 0 0,0 0-3 0,0 0-123 16,0 0-105-16,0 0-175 0,0 0-97 0,0 0-237 16,0 7 20-16,0 1-721 0,-4 1 345 0,1 1 140 15,-2 0-581-15</inkml:trace>
  <inkml:trace contextRef="#ctx0" brushRef="#br0" timeOffset="5780.55">17430 2405 2372 0,'-3'-17'1204'0,"1"10"-252"0,-5-9 250 0,4 3-697 16,3 9-331-16,-3-5-20 0,1 9-23 0,-5-13 4 15,7 13-80-15,-3 0 3 0,6 0-25 0,-3 0-23 16,0 0-12-16,0 0-15 0,3 7-3 0,3 1-2 15,0 16 0-15,-2-6 9 0,4 11-4 0,-1 1 12 0,3-1 3 16,0-9 1-16,2 15-8 0,2 13-18 0,-2-8-33 16,-4-6-44-16,7 8-133 0,0 6-155 0,-3 2-339 15,-3-13-7-15,3 6-248 0,0-7 29 0,-4 1-191 16,1-13-224-16</inkml:trace>
  <inkml:trace contextRef="#ctx0" brushRef="#br0" timeOffset="5976.01">18010 3497 1309 0,'-8'19'1873'15,"4"-14"-1214"-15,-4 10 95 0,-4-1-349 0,3-6-336 16,1 14-53-16,-7-2-11 0,3-3-2 0,5-8-4 16,2 15-4-16,0-10-1 0,1-1-1 0,1-2 1 0,3 2-3 15,-3-7-5-15,1 7-37 0,-8 0-83 0,5-6-89 16,1 2-49-16,-13-2-197 0,11-1-152 0,-20 5-101 15,2-11 35-15,1 0 50 0,-4 0-160 0</inkml:trace>
  <inkml:trace contextRef="#ctx0" brushRef="#br0" timeOffset="6561.45">17067 3450 1413 0,'-15'-11'1740'0,"-10"-10"-809"0,4 3 148 0,-3-4-108 15,-2 4-423-15,0-4-123 0,-1 4-57 0,-2-8-25 16,-1 0-57-16,9 6-220 0,-8-6-45 0,5 2-21 16,-8-10 0-16,14 13 0 0,-9-8 0 0,3-3 0 0,4-2 0 15,3 10 0-15,-2-8 0 0,2 5 0 0,5-2 0 16,7 5 0-16,-5 6 0 0,5-1 0 0,5 12 0 16,0-6 0-16,5-11 0 0,7 13 0 0,10-8 0 15,-5 9 0-15,15-9 0 0,-3 8 0 0,7-2 0 16,-9 3 0-16,11 0 0 0,12-7 0 0,-3 7-3 15,-6-1-14-15,-9 5-12 0,22-1-70 0,-16 5-29 0,-3 2-13 16,-14 2 7-16,2 3-64 0,1 8-41 0,-9 3 69 16,-9-2 70-16,0 4-3 0,-6 11-6 0,-6-3 66 15,0-6 18-15,-6 6 4 0,-6 0 7 0,-8 6 7 16,8-8 6-16,-11 4 1 0,-7-1 4 0,-11 10 1 16,18-18-1-16,-15 8 8 0,-9-3 15 0,-1 4 16 15,-10-1 41-15,25-14-23 0,-19 5 36 0,2-1 20 16,-12-2 27-16,26-7-54 0,-7-2 13 0,-2-2-2 0,7 2-2 15,0-3-6-15,3-3-6 0,5-3-7 0,1-3-12 16,9-1-10-16,-6-1 6 0,5-1-18 0,6-4-17 16,3 0-7-16,-2-3-3 0,8-2-3 0,-3-1-8 15,6 1-8-15,-3-14 0 0,4 5 0 0,-1-4 0 16,6-1 0-16,0-2 0 0,-1-1 0 0,4-4 0 16,-2-1 0-16,2 11 0 0,0-27 0 0,2 12 0 0,-2-4 0 15,0 6 0-15,0-27 0 0,0 8 0 0,0 6 0 16,-2 14 0-16,2-17 0 0,-6 0 0 0,0 18 0 15,3 14 0-15,-5-12 0 0,-1-1 0 0,-3 16 0 16,6 10 0-16,0-4 0 0,3 10 0 0,-2-4 0 16,1 9 0-16,-2-7 0 0,4 9 0 0,-5-2-6 15,2-1-22-15,5 3-28 0,-10 10-116 0,8 3-143 16,2 11-307-16,2-7 54 0,10 3-389 0,0 2-186 0,6-4 15 16,8-1 124-16,4-10-777 0</inkml:trace>
  <inkml:trace contextRef="#ctx0" brushRef="#br0" timeOffset="6733.99">16676 2106 178 0,'0'2'2351'0,"0"-2"-793"0,-12 8-263 0,12-5-336 16,-7-3-599-16,-1 5-141 0,6-5-129 0,-13 8-71 16,8-3-25-16,2 0-21 0,-4 6-40 0,1 0-168 15,4-7 28-15,1 13-230 0,0-10-238 0,1 2-231 16,4 2-97-16,-2-1 49 0,3-2 41 0,-6-6-600 15</inkml:trace>
  <inkml:trace contextRef="#ctx0" brushRef="#br0" timeOffset="7728.33">15297 3018 766 0,'-10'6'573'16,"2"1"51"-16,-6-4-181 0,4 0 129 0,-4 0-95 0,-6-1-4 16,-2 0-20-16,2 2 139 0,-1-8-70 0,13 4-33 15,-13-2-33-15,6-9-44 0,-5 4-41 0,5-6-77 16,3 2-114-16,3 3 35 0,-6-13-104 0,10 13-30 15,-4-8-37-15,6 3-13 0,-4 5-20 0,11-8-10 16,-1 8-5-16,0 0-3 0,6-5-17 0,-1 7-3 16,1 1-13-16,3-1 3 0,8 2-50 0,7 1 0 0,-6 3-11 15,-3 0 17-15,4-2-49 0,12 4-61 0,-12 1 22 16,-3 5 35-16,1-3-37 0,9 8-51 0,-7-2 51 16,-8 0 46-16,9-2-59 0,-4 2 2 0,-11-3-14 15,11 8 85-15,-11-5-25 0,4 2 10 0,-10-5 12 16,5 8 35-16,-7 0 39 0,0-6-4 0,-9 8 1 15,-6 2 10-15,0-5 21 0,-2 3 9 0,-7-1 6 0,0-1 4 16,-6-3 0-16,-2-2 15 0,-4 2 20 0,2-2 19 16,4-4 3-16,-14 1 118 0,6-3 63 0,-1 1-2 15,12-4-55-15,-7-2 127 0,4-2-59 0,4-4-18 16,11 4-110-16,-12-3 17 0,7-6 22 0,2 0-55 16,12 9-41-16,-11-9-10 0,5 3-26 0,0 0-20 15,3 0-26-15,9 8-10 0,-6-5-18 0,4-3-12 16,2 8 9-16,0 0-3 0,0 0-91 0,0 0-91 0,0 0 30 15,0 0 45-15,12-5-76 0,-10 5-39 16,-2 2-36-16,6 9 139 0,-4-4-20 0,-2-1 8 0,0 8-1 16,-5-1 22-16,0-2 37 0,-14 9 23 0,-1-4 13 15,5-3 38-15,-14 11-9 0,-5-5 29 0,2-3 14 16,3 2 15-16,-3 1 16 0,-1-8 26 0,-5-2 39 16,0-3 41-16,11-1-14 0,-12-3 124 0,5 2 67 0,-2-4-20 15,16-4-63-15,-7 2 77 0,-5-5 58 0,5-2-78 16,15 1-106-16,-8 1 28 0,-1-6-7 0,9 7-45 15,4-2-76-15,-1 2 2 0,-1-9-21 0,5-1-34 16,2 14-13-16,3-11-1 0,0 2-5 0,3 0-7 16,2 3-1-16,2 0-6 0,-2 2-21 0,14-1-35 15,-8 1-24-15,-5 4 10 0,12-1-68 0,-18 3-59 0,17 0-74 16,-13 0 92-16,-4 0-117 0,8 9 24 0,-1-7 12 16,-11 5 53-16,4-1 37 0,-6 8 25 15,1-4 56-15,-7 4 71 0,-15 1-6 0,3-2 25 0,0-4 19 16,2-2 12-16,-20 4 46 0,4-3 75 0,8-5 91 15,6-3-35-15,-5 2 92 0,-6-2 89 0,8-2-56 16,6-1 20-16,6-3-127 0,5 1 44 0,-5-3-92 16,3-3-31-16,8 6-47 0,1-8-1 0,13-8-48 15,2 3-37-15,0 4-1 0,10-7 0 0,17-6 0 0,-4 6 0 16,-2 11 0-16,11-11 0 0,0 5-10 0,15-6-49 16,-23 15 4-16,11-10-48 0,-3 2-41 0,14-3-126 15,-28 9 27-15,3-1-177 0,-6 2-123 0,-5 0-210 16,-10 6-359-16,6-1 331 0,-18 3-207 0,0 0 51 15,0 0-740-15</inkml:trace>
  <inkml:trace contextRef="#ctx0" brushRef="#br0" timeOffset="7873.94">13897 2971 2148 0,'-24'-8'805'16,"7"3"-27"-16,12 1-171 0,-19-5-21 0,9 0-285 15,12 9 1-15,-3-6-95 0,-2-3 22 0,8 5-32 16,-4-9-105-16,13 8-46 0,0 0 8 0,14-8-43 0,10 5-17 15,-13 5-23-15,16 1-85 0,6-2-121 0,7 2-268 16,-13 2-54-16,8 0-266 0,-2 6-114 0,4-4 43 16,-19 3 19-16</inkml:trace>
  <inkml:trace contextRef="#ctx0" brushRef="#br0" timeOffset="8081.38">14807 3685 101 0,'12'7'1733'0,"-9"-3"-1138"0,6-8 106 0,3 0 144 15,3-5-390-15,-6 2-264 0,11-9-85 0,-5 3-75 0,9-8-21 16,-7 7-7-16,3-7-2 0,4-3-1 0,-2 1-3 16,-5 1-2-16,7-6-3 0,-7-2 1 0,1 1-31 15,-9 11-95-15,-1-9-226 0,4-12-430 0,-12 9 85 16,0 7 176-16,-5-3-1240 0</inkml:trace>
  <inkml:trace contextRef="#ctx0" brushRef="#br0" timeOffset="8260.9">14829 2640 1580 0,'-12'-18'1062'16,"9"7"-249"-16,-4-2 74 0,2 2-115 0,0 0-372 15,1 3-165-15,-2 1 97 0,4 1-117 0,-1-1-87 16,3 9-68-16,0-2-48 0,-7-11-29 0,7 9-54 15,0 2-69-15,0 0-51 0,-2 15-274 0,-1-4-314 0,-1 0-94 16,-1 2 179-16,2-2-196 0,-9 2 65 0,-8 3-567 16</inkml:trace>
  <inkml:trace contextRef="#ctx0" brushRef="#br0" timeOffset="8895.2">12435 2640 360 0,'-5'-22'1600'0,"5"15"-986"0,-3-6 50 16,1 5-277-16,-2-1-37 0,4 2-29 0,0 1-122 15,0 6-78-15,0 0-30 0,0 0-51 0,4 4-28 16,4 5-11-16,1 4 0 0,-1 15 1 0,4-5-2 16,7 9 4-16,-9 2 0 0,9 3 1 0,-2 6-4 15,3-1-3-15,-5-11 3 0,14 22 2 0,-7-12-1 0,-5-1 3 16,1-12-1-16,3 10 3 0,3 1 4 0,-4-5-5 15,-11-10 0-15,6 6 2 0,2 6-1 16,-7-6-4-16,-5-10-4 0,0 7-67 0,2-3-110 0,-4 0-238 16,-3-11-63-16,0 0-232 0,0-2-6 0,-6 0-246 15</inkml:trace>
  <inkml:trace contextRef="#ctx0" brushRef="#br0" timeOffset="9378.92">12223 2732 96 0,'-20'-26'1636'0,"3"-11"-744"0,5 10-119 16,3 7-55-16,1 1-341 0,-2-5 93 0,-2 0 39 15,10 14-148-15,-1-7-156 0,3 10-23 0,-4-4-65 0,4 11-44 16,0 0-44-16,0 0-17 0,0 0-12 0,0 0-5 16,4 3 1-16,13 5-2 0,-2 13-1 0,-3-2 3 15,0-6 1-15,3 7 1 0,-1 8-2 0,4 1 0 16,-6-9 1-16,2 7-2 0,1 3-3 0,-3-4-3 15,3 8-3-15,-7-15 6 0,1 10-2 0,0 3-2 16,-3-1-2-16,0-9 3 0,0 15-6 0,-6-8 1 16,0 4-3-16,-3-9 2 0,-4 9-6 0,2-4 2 15,-7 2 1-15,7-14 11 0,-10 9-1 0,0-6 5 0,-3-3 4 16,-2-1 3-16,-2-5 3 0,2 2 1 0,-6 0 0 16,11-11 1-16,-12 1 8 0,7-3 12 0,-4-3-2 15,0-1 15-15,7-5 7 0,-3 3 25 0,-7-9 21 16,6 4-25-16,6 4-22 0,10 1 13 0,-17-8-11 15,12-1-22-15,6 12-16 0,-2-7-3 0,6 10-2 16,-9-14-10-16,9 12-6 0,0 2-12 0,0 0-6 0,0 0-3 16,0 0 7-16,0 0-14 0,0 0-5 0,0 0-12 15,0 0-3-15,0 0-35 0,0 0-2 0,0 0-2 16,9 5 9-16,-6-2 5 0,-6 2 22 0,3 6 35 16,-12 0 22-16,3-6 5 0,-8 5 1 0,-3 1 3 15,-7-1-1-15,3-2-4 0,-20 5-1 0,9-4 0 16,-10 2-2-16,13-7 3 0,-9 1 0 0,-9 1 1 0,12-3-1 15,14-1-2-15,-6-2-2 0,6 0-16 0,4 2-74 16,8-4-68-16,0-3-297 0,-2-8-215 0,8 5-185 16,4-8 210-16,2-8-478 0</inkml:trace>
  <inkml:trace contextRef="#ctx0" brushRef="#br0" timeOffset="9557.44">11499 2807 1270 0,'-15'-9'1913'0,"10"2"-852"15,-4 4-295-15,9 0-65 0,-15-4-283 0,15 7 45 16,-12-11-162-16,12 11-128 0,0 0-20 0,0-2-68 16,3-11-7-16,3 4-42 0,0 1 0 0,20-13-13 15,10 2-15-15,-16 6-11 0,15-3-7 0,-2 6-38 0,5-1-127 16,-12 6-47-16,1 0-131 0,-3-1-186 0,-15 6-220 16,9 0 66-16,-6 6-628 0,-10-6 393 0,1 10-564 15</inkml:trace>
  <inkml:trace contextRef="#ctx0" brushRef="#br0" timeOffset="9980.32">11375 3224 1080 0,'-8'6'1320'0,"-7"-1"-668"0,6-2 26 0,-3 3-165 15,0-6-327-15,7 2-109 0,-10 5-5 0,0-1-9 16,9-3-21-16,-5 5-28 0,-4-1 5 0,6-1 12 15,-3 1 14-15,0-3 14 0,0-2 51 0,-8 3 73 0,-2-5-10 16,8 0-36-16,-6 0 51 0,-4-5 15 0,1-1 31 16,4 4-104-16,-1-3 33 0,3-3 6 0,8 3-8 15,-6-6-23-15,0-2-28 0,6 5-29 0,-3-6-15 16,4-4-26-16,5 10-14 0,-1-8-8 0,4 1-16 16,7 4-4-16,1-2-1 0,11 0-1 0,1-1-8 15,1 8-15-15,-4 2 13 0,10-5 2 0,-4 7-1 16,1 2-5-16,-3 0 6 0,11 8-5 0,-5 3 7 0,-5 2-2 15,-3 0 2-15,1 5-4 0,7 9 15 0,-7-6-1 16,-8-5-5-16,0 13-3 0,9 6 1 0,-15-7 29 16,3-4 3-16,-4 16-23 0,1 0 4 0,-6 10 32 15,-3-13-15-15,0-6-7 0,-6 13-18 0,1-5-17 16,-7 3 30-16,3-15-13 0,-2 5-11 0,-8-1 19 16,-1-2 3-16,6-10-5 0,-14 8 7 0,-3-12-6 15,-5-2-5-15,4-2-8 0,-3-4-48 0,-6-1-140 0,5-6-113 16,10-6-62-16,-10-3-362 0,-5-13-453 0,9 1 146 15,6 3 288-15,-7-11-357 0</inkml:trace>
  <inkml:trace contextRef="#ctx0" brushRef="#br0" timeOffset="10167.81">10285 3145 1329 0,'-24'-13'1845'0,"13"8"-1011"0,2-8 26 16,-6-9-249-16,13 18-485 0,-8-10 26 0,8 1-12 15,2 0-39-15,0 2-55 0,8 0-25 0,-2 3-24 16,18-5-1-16,-6 0-26 0,8-1-14 0,6 4 0 16,-2-4 1-16,-1 7 6 0,10-4-16 0,-10 3-26 15,-2 6-62-15,-7 2-41 0,6 2-223 0,1 0-372 0,-15 2-48 16,3-2 191-16,9 9-179 0,-19-4 93 0,13 15-96 16</inkml:trace>
  <inkml:trace contextRef="#ctx0" brushRef="#br0" timeOffset="10577.71">10550 3314 96 0,'-9'9'1636'0,"-18"6"-972"15,22-10-217-15,-10 6 206 0,6-5-290 0,1-1-235 16,-7 6-79-16,9-7-36 0,-6 13 5 0,0 1 8 16,6-5 0-16,1 3-3 0,-4 3 18 0,6-6 23 15,-6-2 26-15,1 2 6 0,1-5 62 0,-1 5 46 16,-8-2 86-16,11-9-100 0,-7 6 99 0,-8-3-19 0,-7 1 29 15,10-6-143-15,-13 3 12 0,-3-6-10 16,1 3-4-16,0-6-39 0,-1 1-18 0,1-1-21 0,2 2-10 16,6 1-11-16,2-5-5 0,0 5-27 0,14 1 0 15,-10 2 6-15,15 0 1 0,-9 0 3 0,12 2 5 16,0-4 2-16,0 4-12 0,0-2-1 0,0-2-8 16,0 2 2-16,0 5-10 0,0 8-11 0,9-2-12 0,3 0 0 15,0 4 6-15,-1 7-6 0,8 4-16 0,-5 1 14 16,-6-9 17-16,4 14 6 0,6 8 2 0,-9-7-3 15,0-3 0-15,-3 10 13 0,-1 7-11 0,-5 3-14 16,-5-2-1-16,-1-11 2 0,-6 16 4 0,-5 8-1 16,-4-10-5-16,3-15 3 0,-8 14 0 0,-13 6-6 15,7-16-22-15,2-11 5 0,-11 13-5 0,-6 3 27 0,6-18 19 16,12-7-4-16,-13 2 12 0,1-1 19 0,-3-7-34 16,17-10-117-16,-9-1-286 0,2-8-206 0,-5-3-206 15,7-6-209-15,-1-4-112 0,10-8 44 0,-4-9-427 16</inkml:trace>
  <inkml:trace contextRef="#ctx0" brushRef="#br0" timeOffset="10877.91">9266 2735 1525 0,'-12'-24'907'0,"3"6"-446"0,-6 2 204 0,0-5-197 0,10 10-290 16,-5 4-46-16,2-2 26 0,-4 2-24 0,10 3-41 15,-10-3-76-15,12 4-5 0,0 3-7 0,0 0-6 16,-3 8-4-16,-1 0 1 0,11 8 0 0,1 6 6 16,1 4 0-16,8 3 5 0,2 0 2 0,1 3 1 15,4 4 6-15,-6-4-4 0,11 6-1 0,-5-5-1 16,-1 0-1-16,-2-7-3 0,8 9 2 0,3 7-1 15,-8-5-9-15,0-11-23 0,-1 8-106 0,6 9-296 0,-14-12-96 16,-6-9 11-16,9 7-207 0,-9-3 6 0,-4-4-744 16</inkml:trace>
  <inkml:trace contextRef="#ctx0" brushRef="#br0" timeOffset="11085.35">9237 3413 2210 0,'-25'-6'1052'0,"5"1"-312"15,6 3-206-15,-10 2-266 0,0 0-181 0,-6 0-6 16,6 0-38-16,4 0-20 0,-12 0 10 0,-9 4 56 16,9 2 51-16,5-3-2 0,-11 2 52 0,-1 1 6 15,-10-2 51-15,19-4-106 0,-8 3 10 0,-6-1-51 0,-10-2-29 16,22 0-35-16,-12-2 8 0,3-1-16 0,-1 1-15 16,1 2-4-16,5-8-28 0,1 3-30 0,6-1-20 15,10 1-55-15,-10 0-284 0,9-1-195 0,3-5-266 16,2 1-87-16,8 5 252 0,-10-13-479 0</inkml:trace>
  <inkml:trace contextRef="#ctx0" brushRef="#br0" timeOffset="11268.86">8179 3132 2249 0,'0'-2'1142'0,"-7"-9"-262"0,7 11 7 0,-3 0-350 16,-5-11-369-16,8 11-100 0,0 0-19 0,0 0-33 15,0 0-15-15,3-7-5 0,5 1-6 0,4 1-3 16,3-1-1-16,3 1 2 0,5 3-6 0,10-7-3 15,-1 5-15-15,-9 4-32 0,13-6-67 0,3 1-76 0,7 2-198 16,-19 1 111-16,12-4-183 0,-7 4-67 0,-3-1 39 16,-11 0 132-16,11-2-256 0,-5 2 148 0,-15 3 19 15,9-2 193-15,-9 2-136 0</inkml:trace>
  <inkml:trace contextRef="#ctx0" brushRef="#br0" timeOffset="11603.97">7681 3709 642 0,'-24'7'2585'15,"9"-3"-1434"-15,1-4-439 0,4-4-7 0,2 2-448 0,4 2-65 16,-10-5-88-16,14 5-52 0,4-2-91 0,6-13-97 15,5 2-71-15,6-2-69 0,-1-3-237 0,2-2-113 16,-8 2-90-16,-6 5 161 0,4-6-164 0,-5-4-46 16,-7 4 138-16,3 14 328 0,-6-14 57 0,-1 9 334 15,-1-9 293-15,-1 4-52 0,0 4 222 0,-14-5 103 16,13 8 176-16,-16-8-215 0,9 8-71 0,-8-5-39 0,2 3-52 16,2 2-95-16,10 5-98 0,-14-8-64 0,14 5-38 15,2 2-93-15,0 1-25 0,-3-3-53 0,9 6-125 16,0 0-100-16,0 0-9 0,-3 9-371 0,3-1-91 15,3 2-204-15,-3-4 172 0,4 2-134 0,1-1-628 16</inkml:trace>
  <inkml:trace contextRef="#ctx0" brushRef="#br0" timeOffset="15978.28">12101 4878 218 0,'25'-13'912'0,"-4"0"-468"0,-1-1 80 0,2-1 26 16,-8-1-87-16,-2 3-124 0,0 5 290 0,-4-6-106 15,-1 6-20-15,-2 1-147 0,-5 7 127 0,0 0-6 0,3-6-100 16,-3-1-193-16,0 7 19 0,0 0-50 0,-8 2-42 16,-7 3-39-16,1 1-46 0,-1-1-2 0,-18 3-1 15,10-1-17-15,-10 8-17 0,1-2-3 0,-7 0-1 16,4 3 1-16,9-3 4 0,-16 2-2 0,1 1 6 15,6-8 8-15,11 3 1 0,-3 0-1 0,-5-4 6 16,6-1-5-16,8-1-1 0,6-3 0 0,-12 1-3 16,12 0-20-16,4-3 2 0,-4 0-9 0,10 3 4 15,2-3 1-15,0 0-7 0,0 0 15 0,0 0 11 0,0 0 11 16,0 0-7-16,0 0-1 0,0 0-1 0,0 0 1 16,0 0-1-16,0 0-4 0,0 0-10 0,0 0 8 15,0 0-1-15,0 0 2 0,0 0-4 0,0 0 3 16,0 0 5-16,2 0 0 0,6 7 1 0,-4-3 2 15,7 9-7-15,-4-8 0 0,-5 3-4 0,10 5-10 0,-9 0-2 16,0-8-1-16,-1 17-21 0,2-9 4 0,-8 21-11 16,2-13 9-16,2-5 13 0,-3 8-6 0,-2 5 7 15,-2-5 17-15,2-5 1 0,-2 1-1 0,2 4 6 16,-7 3 16-16,4-6-1 0,-2 0-14 0,1-2 0 16,1-1-1-16,-1 3-4 0,-1-3-3 0,2-7-12 15,-1 2 7-15,6-2 16 0,-6 11-3 0,6-15 7 16,1 1 8-16,2-8-5 0,0 16 5 0,0-16-10 0,2 13 0 15,-2-10 3-15,7 3 1 0,-4 1-6 0,5-1 4 16,1-1 0-16,6-3 4 0,-6-2 8 0,20 4-1 16,-6-8-4-16,-8 4 1 0,15 0 5 0,0-2 3 15,2-1-2-15,-8 1-6 0,8-1 5 0,2 0 10 16,8-2 16-16,-18 3-20 0,5-1 3 0,3-3-6 16,2 1-2-16,-14 3-10 0,6-4-16 0,-2 1-26 15,-1-1-121-15,1 1-58 0,-15 5-86 0,11-4-178 0,-8 0-220 16,-2 2-168-16,-10 2 117 0,10-5-153 0,-6 2-197 15,-4 0-432-15</inkml:trace>
  <inkml:trace contextRef="#ctx0" brushRef="#br0" timeOffset="16208.65">12150 5264 377 0,'-3'-10'1550'0,"3"10"-1068"0,-5-10 303 0,5 10 63 15,0-4-343-15,-12-5-245 0,12 5 87 0,-7-1 6 16,5-1 93-16,-1 4-189 0,-4-5 59 0,5 7-55 16,-10-11-50-16,4 11-31 0,-2-6-23 0,-10 4-48 0,2-1-37 15,-20 1-18-15,12 2-23 0,-11 0-11 0,0 2-12 16,-2 1-9-16,10-1-1 0,-19 4-1 0,16 1-6 16,3-1-5-16,11-3 4 0,6-1-61 0,-5 6-170 15,2-8-165-15,13 0 18 0,2 0-338 0,0 0-245 16,0 0-413-16,5-2 605 0,22-15-843 0</inkml:trace>
  <inkml:trace contextRef="#ctx0" brushRef="#br0" timeOffset="16508.84">13310 5216 1022 0,'22'6'615'0,"-14"-6"-254"0,-1 0 160 0,-7 3-3 16,9-3-143-16,-4 2 10 0,-5-2 8 0,0 0 13 16,0 0 23-16,-14 4-119 0,2-2 170 0,-3 1-125 0,-12 5-46 15,0-6-41-15,10 3-104 0,-24 1 64 0,2-3-90 16,4 1-47-16,9 2-48 0,-21 2 7 0,8-2-27 15,1-4-5-15,15 3-12 0,-8 3-11 0,-3-5-30 16,10-1-112-16,16 0-46 0,-11-2-170 0,11 4-264 16,-4-4-304-16,9 0-172 0,3-6 23 0,-9 1-749 15</inkml:trace>
  <inkml:trace contextRef="#ctx0" brushRef="#br0" timeOffset="17543.09">14368 4706 116 0,'-2'-18'1982'0,"2"4"-1322"0,0-4 135 0,0 0 17 16,0 5-100-16,2-6-532 0,-2 14-31 0,4-17-44 15,-1 11-36-15,0 4-17 0,-3 4-25 0,0-7 0 0,0 6-5 16,-3 2-4-16,-4-5-6 0,7 7 0 0,0 0-13 16,0 0-13-16,0 0 6 0,-5 9 4 0,2 8-1 15,-1 1 1-15,4-2 1 0,-2 8 3 0,2 5 8 16,-3 11 6-16,0-8-1 0,3 5 4 0,-6 2-6 15,3 3-6-15,0-9-2 0,3 22 2 0,0-15-13 16,0-1-3-16,0-4 1 0,6-6 6 0,3 10 6 0,-4-10 3 16,5-2-3-16,2-8-1 0,0 5 3 0,2-4 2 15,4-1 0-15,-9-8-4 0,-4-8-2 0,13 10 7 16,-9-8-1-16,3 1 0 0,8-4-3 0,-5-2 0 16,9-6-2-16,-7 1-2 0,10-6-6 0,-6-4-3 15,2-3-9-15,-5 1-7 0,2-3-26 0,7-13-8 0,0 2-2 16,-7-4 5-16,-3 9 17 0,5-11-7 0,-2-1 20 15,6-12 15-15,-11 19 6 0,0-9-2 0,-3-2 0 16,2 3 5-16,-2 1 3 0,-2-1 2 0,-5 6 0 16,2 5 10-16,-5 12 13 0,1-8 24 0,0 11 1 15,-6-6 5-15,3 16-16 0,0-2 13 0,0-5-7 16,0 10-23-16,0 0-16 0,0 0-4 0,0 0-11 16,0 2 3-16,-5 17 0 0,5 2 0 0,-4 3 8 0,4 0 6 15,-3 2 4-15,3 3-2 0,0 13 0 0,0-7-5 16,0 4-2-16,0-6-3 0,-3 9-3 0,1 13-5 15,-2-13 3-15,1-10 3 0,0 5 5 0,-2 3 6 16,-2 2 5-16,5-18-5 0,-1 2-2 0,0-2-4 16,-1-8-32-16,4-8-52 0,0 10-137 0,-2-18-183 15,2 11-174-15,0-8 100 0,0-3-280 0,0 0-162 16,0 0 81-16,0-3 190 0,6-10-20 0</inkml:trace>
  <inkml:trace contextRef="#ctx0" brushRef="#br0" timeOffset="17909.11">15179 5164 148 0,'0'-3'1238'0,"0"3"-824"0,0 0 168 0,0 0 20 16,0 0 63-16,0 0-443 0,0 0-80 0,0 0-63 15,0 0-8-15,0 0-40 0,0 0-13 0,0 0-12 16,0 0-16-16,-9 6-3 0,4-1 3 0,5 0 7 0,-7 8-6 16,4-5 8-16,3-3 8 0,0 4 13 0,-2 1 1 15,2 4-4-15,0-6-3 0,0 8 14 0,0 4 3 16,0-7-7-16,2-2-5 0,-2 8 7 0,6-3 14 16,-2-5-8-16,1 2-9 0,4-2 10 0,-1 4 6 15,4 1 13-15,-5-11 0 0,4 11 35 0,1-2 14 0,2-4 29 16,5 0 135-16,-2-2-85 0,3-3 63 0,4-1-26 15,6-2 5-15,-10-2-58 0,4 5-27 16,0-5-77-16,-1 2-31 0,1-2-10 0,-7-2-43 0,-8 2-81 16,21-2-161-16,-21 2-102 0,8-3-497 0,-5-3-209 15,-4 4 112-15,2-5 195 0,-4 3-1193 0</inkml:trace>
  <inkml:trace contextRef="#ctx0" brushRef="#br0" timeOffset="19046.07">15323 5236 105 0,'-5'4'149'0,"-2"0"13"0,7-4-23 16,-14 2-6-16,11-2-44 0,3 0 4 0,-12 0 2 15,9 0 5-15,3 0-23 0,-9-2 47 0,4-2 25 16,5 4 9-16,-10-4-45 0,2 1 37 0,4 3-35 15,-4-6 23-15,8 6-37 0,-4-2 48 0,-4-7 9 16,8 9 11-16,-6-7-20 0,6 5 63 0,-3 2-32 16,0-17-38-16,3 17-24 0,0 0-13 0,-5-13-28 0,5 13-23 15,-7-13-28-15,7 10-6 0,-2-2 4 0,2-5-7 16,-3 7-6-16,0-10-5 0,3 13 12 0,-4-11 5 16,4 11-7-16,-2-8 0 0,-1 3 19 0,3 5 21 15,-12-13-4-15,12 10-16 0,0 3 12 0,0 0 4 16,0 0 15-16,0 0-31 0,0 0 17 0,0 0 19 15,-5-13 7-15,5 13 17 0,0 0-46 0,0 0 11 0,0 0-11 16,0-3-1-16,0-7-36 0,0 10-3 0,0 0 0 16,0 0-2-16,2-8 2 0,1-1 1 0,-3 13 7 15,0-4 10-15,0 0-2 0,0-13 15 0,3 9 1 16,-6 4 0-16,3 0-11 0,3 0 8 0,-6 0 0 16,6 0-12-16,-3 0-9 0,0 0 4 0,0 0-4 15,0 0-9-15,0 0-7 0,-3 0-4 0,6 0 2 0,-3 0 3 16,-3-2 2-16,0-9-1 0,3 11 5 0,0-3 2 15,0-1 12-15,0-5-2 0,0 9 16 0,0 0 5 16,0 0 5-16,-2 0-2 0,2-11 2 0,0 11-8 16,0 0-13-16,0 0-16 0,0 0 0 0,0 0-7 15,0 0-4-15,0 0-3 0,0 0-3 0,0 3-1 16,0 8 4-16,-4-3 0 0,1-3-3 0,3 12 0 16,-3-4 4-16,3-6-6 0,0 12 0 0,0-6-5 15,0 3-5-15,3 6 3 0,-3-13 5 0,0 2-3 0,3 13 5 16,1-2 2-16,-4-20 1 0,2 24-2 0,1-15-2 15,-3 13 1-15,0-17 3 0,5 15 1 0,-1-6 2 16,-4-3 7-16,6 6 1 0,-4-1-1 0,-2-10-3 16,4 6-2-16,-4-7-2 0,3 1-2 0,-3 5-7 15,0-13-6-15,0 14-56 0,3-14-38 0,-3 0-239 16,0 0-72-16,0 0-116 0,0 0 19 0,0 0-268 0,0 0 59 16,0 0-807-16</inkml:trace>
  <inkml:trace contextRef="#ctx0" brushRef="#br0" timeOffset="19564.68">16735 5047 164 0,'0'0'705'0,"12"0"-273"16,-9 0 37-16,-3 0-163 0,-3 0 64 0,8-2-122 15,7-3-72-15,-14 5-12 0,7 0-32 0,7-2-12 16,-12 2 6-16,12-4-19 0,-9 4 33 0,-3-2 0 16,9-6 6-16,-6 8 18 0,-6 0 12 0,6 0 1 0,-3 0 15 15,-3 0-3-15,3 0-45 0,3 0 93 0,-6 0-35 16,6 0 32-16,-3 0-60 0,0 0 32 0,0 0 15 15,-10-3-70-15,5 3-56 0,-19 0-13 0,1 3-47 16,-4-3-20-16,6 3-5 0,-8-1-6 0,-1 1-2 16,-2-1 2-16,11 2-3 0,-2-2 9 0,-1-2-3 15,7 0-17-15,2 0-46 0,1 0 6 0,7 0-43 0,-8 0-103 16,15 0-364-16,-2 0-2 0,-10 0-400 0,12-2 30 16,2-2-381-16,10-6-494 0</inkml:trace>
  <inkml:trace contextRef="#ctx0" brushRef="#br0" timeOffset="20342.59">17601 4537 88 0,'-3'-11'1515'0,"3"-4"-961"0,-3 4 145 0,1 0 184 15,-2-2-370-15,1 8-213 0,3-3 2 0,-3 5-38 16,-2-10-52-16,5 13-116 0,3 0 15 0,-3 0-36 15,-3 0-29-15,6 0-13 0,-13-2-10 0,8-4-18 16,2 6-16-16,0 0-1 0,0 0 0 0,-3 11-9 16,3-9-8-16,0 9 6 0,0 0-1 0,0 13 7 15,0-9-1-15,3 12 1 0,-3-9 10 0,0 3 8 16,-3 6 7-16,6 7-2 0,-3-10-3 0,0 14 2 0,2-5 1 16,-2 7 5-16,7-8 0 0,-4 13 5 0,-1-3 2 15,1-5-1-15,0-5-5 0,3 8 4 0,2-1-6 16,-1-7-10-16,-2-8-4 0,7 2-7 0,0-2-4 15,6-2-5-15,-9-9 8 0,6 0-2 0,-10-11 5 16,10 12 6-16,3-6 10 0,-10-6 0 0,7-2 1 16,4-6 0-16,-9 4 1 0,14-5-2 0,0-10 7 0,-1-1-6 15,1 2 4-15,-7-3 0 0,7-7 5 16,6-11 3-16,-6 8-9 0,-7 5-4 0,3-5 2 0,-1 0-2 16,-2-8-4-16,-5 8-2 0,0-3-1 0,-4 1 1 15,-5 2 3-15,1 7 4 0,-4-15 5 0,0 13-2 16,0 6 0-16,0 12 2 0,-7-10 6 0,7 6 10 15,-3 2-9-15,1 2 2 0,-5 2-6 0,7 4 6 0,0 0 1 16,0 0-11-16,0 0-12 0,0 0-8 0,-3 0 0 16,-2 15 6-16,5 1-7 0,0-5-4 0,3 15 5 15,-3-2 7-15,0 0 3 0,2 11 0 0,-2-9-5 16,3 3 5-16,-3-9 1 0,4 13-2 0,-4-2-3 16,-4 1-5-16,4-11-1 0,-3 3-7 0,3 6-22 15,-2-4-43-15,-1 3-108 0,3-16-19 0,-3 9-225 0,3-17-198 16,0 13-195-16,0-18-6 0,-4 10-25 0,8-4-856 15</inkml:trace>
  <inkml:trace contextRef="#ctx0" brushRef="#br0" timeOffset="20979.9">18305 5172 656 0,'0'0'419'0,"0"0"-40"16,0 0-41-16,7 2-42 0,1 4-174 0,-8-3-50 0,0-1-22 16,0 14-8-16,0-5-6 0,0-1 31 0,0 8 40 15,2-1 48-15,-2-12-63 0,4 21 35 0,-1-8 13 16,2 6 32-16,-2-4-52 0,4-2-17 0,-2 3-14 15,2 0-19-15,-2 0-11 0,2-5-14 0,-5-3-33 16,4 0-7-16,-4-2 3 0,2 0 2 0,-1-9 3 16,-3 9-4-16,0-9-2 0,0-2 4 0,0 0 54 0,0 0 40 15,0 0 47-15,0 0-16 0,0 0 71 0,0 0 6 16,-9-7-31-16,6 4-86 0,-2-15-3 0,1 4-51 16,-4-18-29-16,1 19-6 0,4-10-5 0,-6-3 1 15,1-9-3-15,1 13-1 0,5-9 0 0,-4-4 1 16,0 4-4-16,3-15-1 0,3 20 3 0,0-11 0 15,0 6 13-15,7-2 5 0,-2 4 2 0,-2 5 1 0,6 4 2 16,-1 1-1-16,4 8-7 0,-5 1-5 0,5-3-5 16,2 2 0-16,-8 9-2 0,11-6-1 0,-5 5 2 15,-7 3-2-15,7 0 0 0,3 3 0 0,-3-1 1 16,5 6 1-16,-7 0-2 0,7 5-1 0,-2-2 2 16,-3 2-3-16,-10-5-1 0,10 8-4 0,-2-5-1 15,-8 2-2-15,8 8-4 0,-10-7 0 0,-4 6-7 16,1-4 0-16,0-3 2 0,-6 6 0 0,-6-1 3 0,1-1 4 15,-4-4 8-15,4-6 2 0,-6 4 3 0,1-3 2 16,4 0 2-16,10-6 0 0,-10 4 0 0,3-1 1 16,12-5 4-16,-9 6-1 0,4-4 3 0,5-2-8 15,-6 7-7-15,2-1 0 0,8-6 2 0,-1 9-9 16,5 0-1-16,4 2 5 0,0-2 8 0,12 1 7 16,5 4 3-16,-2-5-1 0,-7-3-2 0,12 1 1 0,1 2 0 15,2-4-4-15,-6 1-3 0,5 2-2 0,-2-3-4 16,0 0-11-16,-6 1-77 0,-4-2-207 0,1-1-212 15,-6 3-208-15,-10-6 141 0,10 0-284 0,-17 0-488 16</inkml:trace>
  <inkml:trace contextRef="#ctx0" brushRef="#br0" timeOffset="21418.72">19602 4674 80 0,'0'0'571'0,"0"0"-229"0,0-2 45 16,0 4 97-16,0-4 192 0,0 2-257 0,0 2 99 15,0-2-31-15,0-2-14 0,-18 2-81 0,0-3 13 16,-2 1-146-16,0 2-95 0,4 0-55 0,-10 0 9 0,-10 0 1 15,9 0-73-15,5 2-18 0,-12-2-5 0,2 3-7 16,-4 3 3-16,19-4-13 0,-6-2 0 0,2 5 0 16,12-5-1-16,-9 3-5 0,10 0-13 0,2-3-22 15,6 0-86-15,0 0-30 0,0 0-164 0,0 0-362 16,0 0 1-16,0 0-159 0,0 0 179 0,0 0-134 16,12 0-383-16</inkml:trace>
  <inkml:trace contextRef="#ctx0" brushRef="#br0" timeOffset="21676.04">19711 4897 456 0,'5'0'728'0,"-5"0"-358"0,0 0 149 0,0 0-26 16,0 0-122-16,0 0-123 0,0 0 120 0,-17-11-72 15,8 11-62-15,-3 0-113 0,-8 0 63 0,-10 5 32 16,6-2-41-16,7 0-35 0,-12 0 26 0,5 1-2 15,-8 2 38-15,0-3-18 0,10-1-65 0,-5 1 19 16,1 0-20-16,3 0-12 0,-1-3-22 0,4 0-26 16,8 0-29-16,-9-6-9 0,15 3-18 0,-8 1-45 0,2-1-84 15,9 3-126-15,0-2-89 0,-6-6-347 16,6 8-158-16,-3-11-303 0,6 11 485 0,0-16-185 0,0 5-422 16</inkml:trace>
  <inkml:trace contextRef="#ctx0" brushRef="#br0" timeOffset="22378.16">21025 4408 980 0,'0'-9'1236'0,"-3"-4"-554"0,-1 6 5 15,-1-2-22-15,-10-4-324 0,9 11-310 0,-20-7-20 16,8 5 1-16,-12 0 3 0,8 4-9 0,-9-2 1 16,2 4-2-16,-1 2-1 0,10-2-2 0,-21 5-2 0,11 2-1 15,4-1 0-15,6-1 0 0,-14 15 4 0,12-4 0 16,-2 3 0-16,9-3 0 0,-2 12 4 0,-5 10 9 16,10-14-2-16,7-2-2 0,-7 5 6 0,9 8 7 15,3-8-9-15,3-7-5 0,6 4-1 0,-1 1-2 0,7-1 0 16,0 3-6-16,-1-14-1 0,13 5 3 15,-3-7-1-15,5 0 2 0,-11-6 2 0,6-1 3 0,5-1 3 16,7-5 0-16,-16 2 0 0,12-2 6 0,7-4 2 16,0-5 9-16,-2 2 26 0,-4-4 30 0,-1-4 11 15,0-1 22-15,-10-1 3 0,7-7 96 0,-2-2 16 16,-7-1-45-16,-6 7-46 0,8-6 78 0,-8-7 53 16,-6 9-103-16,-1 1-34 0,-4 2-50 0,-9-6 36 15,-3 1-63-15,-6 0-52 0,3 10-14 0,-14-16-15 16,-1 10-11-16,-5 2-1 0,5 6 2 0,-2 1-40 0,-15 0-54 15,12 2-51-15,8 9-15 0,-8-2-169 0,3 8-165 16,-8 1-364-16,20 1 240 0,-10 1-296 0,1 4 48 16,-4-1 100-16,16 1 255 0</inkml:trace>
  <inkml:trace contextRef="#ctx0" brushRef="#br0" timeOffset="24878.47">29791 6244 448 0,'0'0'1840'0,"0"0"-1115"15,5-14 211-15,-5 14-402 0,-3-8-156 0,3 6-240 16,-6-6-83-16,-2 0 20 0,1-3-11 0,-1 9 1 15,1-4-2-15,-10-1 1 0,8 7-7 0,-17-6-14 0,7 3-17 16,-3 3-14-16,0 3-10 0,-12 0 1 0,4 0-2 16,4 1 3-16,7-1 1 0,-6 0 6 0,3 0 11 15,14-3 13-15,-10 0 31 0,10 0 79 16,-7 0 92-16,3-3 46 0,5 0-90 0,-1-2 74 0,4 3-10 16,-1-9-21-16,5 0-131 0,0 6-61 0,3-8-16 15,-1-6-13-15,5 9-18 0,-2-1 0 0,5-5-1 16,-1 8 1-16,6-2 0 0,-1 5-3 0,4-1 0 0,-4 3 0 15,16 3-2-15,-13 0 0 0,7 9-6 0,0-4 0 16,3 8 2-16,-5 0-6 0,2 6 3 0,0 2 1 16,-4 3-3-16,-2-3-4 0,9 16-12 0,-13-3 8 15,4 1 16-15,-6-9 4 0,6 19-12 0,-12-6 13 16,-4 2 24-16,1-1 5 0,-6-14-9 0,-2 21-2 16,-4-8-10-16,-9-4 21 0,1-11-12 0,-10 13-22 0,-2-8-6 15,-5 0 24-15,5-7-2 0,-12 2 9 0,-11 0-8 16,10-4 1-16,4-1 7 0,-13-6-50 0,-13 3-110 15,13-8-90-15,14-3-38 0,-14-5-262 0,5 3-261 16,-2-8-359-16,16-6 265 0,0 0-82 0,2-4-930 16</inkml:trace>
  <inkml:trace contextRef="#ctx0" brushRef="#br0" timeOffset="25661.38">28606 6138 411 0,'-12'-16'1443'0,"-5"-8"-548"16,2 8-239-16,8 8-44 0,-1-2-366 0,-4-1-139 0,-6 0-55 15,-2 4-51-15,14 4-1 0,-8 0-5 0,4 3 0 16,5 3-2-16,1-3 4 0,-11 10 1 0,7-2 1 16,4 1-1-16,-6 9 4 0,0 8-3 0,5-2 4 15,-2 0-6-15,5-6-3 0,-1 9-3 0,3 3-1 16,0-10 2-16,3 2 1 0,-1-9 1 0,1 5 2 15,1-5 12-15,1 6 2 0,1-12-2 0,-2 2 4 0,6 4 3 16,0-8-3-16,-8-5-5 0,17 0-6 0,-11-3-5 16,-1-1-6-16,13-10 7 0,-3-1 0 0,-2-2 2 15,-3-1 13-15,0-6 13 0,0 0 16 0,-4 0 5 16,4 4-2-16,-10-2-11 0,2-9 21 0,-1 4-21 16,-6 3-12-16,-1-2-2 0,2 2 6 0,-4 2 8 15,0 7 7-15,3 4 2 0,-2 4-12 0,-5-10 11 0,2 12-10 16,-1-1-13-16,0 4-17 0,1 4-9 0,-11 2-14 15,-1 9 4-15,8-2 6 0,-5 7-3 0,-5 3 1 16,8 2 6-16,3-4 8 0,-8 8 4 0,5-3 0 16,2 0 0-16,-3 2 3 0,0 1 0 0,3-1-4 15,-5-6 2-15,-3 10 4 0,8-14-1 0,-6 0 3 16,0-3-3-16,10-5 1 0,-14-1 2 0,2-1 8 16,8-3 30-16,-5-3 23 0,8 2 14 0,-18-4 115 0,15 2 26 15,-5-5 33-15,11 1-62 0,-11-9 111 0,-7-2-73 16,9 1-37-16,9 10-97 0,-5-23 18 0,4 6-32 15,2-1-24-15,2 6-29 0,3 1-1 0,-4-9-5 16,4 15-13-16,0-9-20 0,0 14-8 0,4-5-10 16,-4-2-19-16,0 4-6 0,0 7-4 0,0 0-116 15,0 0-22-15,0 0-52 0,0 0 99 0,3 7-33 16,0 2 5-16,-6 9 21 0,0-7 125 0,-9 13-2 16,0-4 2-16,0 2-9 0,0-1-12 0,-8 3-3 0,-1-3 1 15,-2 0 7-15,-1-5 11 0,-12 8-12 0,7-9 25 16,0-4 10-16,6-2 10 0,-4-5 19 0,-9-1 30 15,13-3 18-15,-1-3 45 0,7 1 0 0,-12-6 121 16,5 0-13-16,2 0 13 0,8-3-47 0,-9 0 54 0,4-7 3 16,5 3-92-16,6 2-60 0,1-9 6 0,4-4-17 15,1 8-53-15,2 1-13 0,0 12 5 0,9-14-6 16,-1-2-6-16,-5 19-11 0,23-9 0 0,-7 0 3 16,6 7-4-16,-3 0 0 0,7 2 3 0,6-1 0 15,-5 3 2-15,0 0-4 0,-1 3-16 0,6 3-6 16,-6-2-20-16,5 7-36 0,-14-6 12 0,1 1-38 0,-10-4-10 15,7 6-18-15,-7-2-40 0,-4-6-7 16,-7 0-23-16,0 0 3 0,12 4 25 0,-10-4-43 0,-2 0 52 16,0 0 36-16,0 0 46 0,0 0-10 0,0 0-40 15,0 0-145-15,0-4-56 0,3-5-236 0,-3 2-349 16,3-4 97-16,1 0 210 0,1 7-314 0</inkml:trace>
  <inkml:trace contextRef="#ctx0" brushRef="#br0" timeOffset="26825.28">28314 6281 108 0,'0'0'501'16,"-3"-3"-165"-16,-9 0 121 0,12 3-180 0,0 0 83 15,-3-3 22-15,-6-4-91 0,9 7-47 0,-5-17 18 0,2 13-8 16,-4-7 23-16,5-5-21 0,-1 5 19 0,0 1-28 16,-1-8-30-16,2 12-50 0,2-12 95 0,0 0-74 15,2 7-36-15,-2 0-47 0,4-5 51 0,-4 0 35 16,3 6-61-16,-3-7 13 0,0 17-49 0,0-7 25 16,3 1 1-16,-3 6-71 0,0 0-19 0,-3-10-7 15,6 7-33-15,-6 3-2 0,3 0 3 0,3 0-5 0,-3 0 2 16,0 0-2-16,-3 3 7 0,-4 7 4 0,7-2-1 15,0 6 1-15,0-6 1 0,0 2-1 0,4-4 2 16,-4 7 0-16,0-2 0 0,0-7 1 0,3 12-2 16,-3-5-1-16,3-3 3 0,2 10-3 0,-1-7 3 15,-1-3-4-15,2 8 1 0,-2-11 0 0,1 6-23 16,-4 2-21-16,0 0-4 0,0-7 6 0,0 10-117 16,-4-3-43-16,1-8-99 0,0 3 4 0,3-6-232 0,-9 9-242 15,9-8-206-15,0-3 360 0,-11 6-210 0,7-4-761 16</inkml:trace>
  <inkml:trace contextRef="#ctx0" brushRef="#br0" timeOffset="27028.72">28331 5786 560 0,'4'-8'2241'0,"-4"3"-1400"15,0 5 3-15,0 0-436 0,0 0-293 0,0 0-72 16,0 0-37-16,-4-3-7 0,-8-2-4 0,12 5-14 0,-11 5-35 16,5 1-114-16,-2-2-160 0,-7 5-141 0,6-7-123 15,-3 9-107-15,2-6 154 0,2 1-155 0,-4 3-305 16</inkml:trace>
  <inkml:trace contextRef="#ctx0" brushRef="#br0" timeOffset="28327.26">26893 6448 2226 0,'-3'4'1667'0,"1"5"-943"0,-1-12 225 15,6 6-360-15,-3-3-327 0,-15 2-180 0,12 1-63 16,-6-1-14-16,4-2-3 0,2 0-3 0,-12 4-6 16,11-4-15-16,2 0-61 0,-10 2-68 0,12-2-300 0,0 0-168 15,0 0-231-15,-6-6 130 0,-3 1-225 0,4-10-228 16</inkml:trace>
  <inkml:trace contextRef="#ctx0" brushRef="#br0" timeOffset="28479.84">26812 6175 579 0,'0'-13'2029'0,"0"13"-1019"0,-4 0-81 16,4-11 141-16,0 11-691 0,0 0-153 16,0 0-117-16,0 0-17 0,0 0-8 0,0 0-7 0,0 0-13 15,0 0-37-15,0 0-18 0,0 0-39 0,0 0-28 16,0 0-121-16,-6 3-190 0,-3 1-65 0,6-4-594 15,-5 9 64-15,-4-7 24 0,10-2 182 0,-20 3-1062 16</inkml:trace>
  <inkml:trace contextRef="#ctx0" brushRef="#br0" timeOffset="36892.37">13113 7204 51 0,'0'-14'671'0,"4"4"-122"16,-4-4-211-16,0-12-5 0,0 16-143 0,0-6 14 16,0-2 33-16,0-15 20 0,3 15-79 15,-3 7 50-15,2-9-4 0,1 12-25 0,-3-14-25 0,3 6-46 16,-3 6-18-16,4-4-2 0,-4 4-29 0,2 5 21 15,-2-8-3-15,0 10-30 0,0-8-20 0,3 11 15 16,-6-13-13-16,3 13 12 0,0-2-12 0,0 2-13 16,-2-11-1-16,2 11-15 0,0 0-5 0,0 0-9 0,0 0-7 15,0 0-3-15,0 0-2 0,0 0 3 0,-4 11-1 16,4-4-3-16,-3 17 5 0,3-18 2 0,0 14 0 16,-3 13 4-16,3-7 1 0,0-8-4 0,0 11-2 15,0 3-2-15,0 6-2 0,0-10 2 0,0 10 3 16,0-7 12-16,3 4 6 0,0-11-2 0,1 15 15 15,1-10-2-15,0-3-1 0,2-2-9 0,-2-4-10 0,5 8 1 16,2-10-3-16,0 2-5 0,-7-13-2 0,4 4 2 16,3 2-2-16,8-2-9 0,-8-7 1 0,-4 2 0 15,14-3 5-15,-8-3-7 0,13-3-2 0,-9 1 5 16,3-6 13-16,-1-1-3 0,-3-2-4 0,19-7-7 16,-16 0 3-16,4-3-20 0,-9 5-1 0,9-8-21 15,-1-5-14-15,-2-3-2 0,-13 6 4 0,4 5 16 0,-3-9 3 16,-1 4 1-16,-4-8-2 0,-4 13 17 0,-4-3-7 15,-1-3 3-15,0 6 11 0,-5-2 4 0,-2 1 9 16,4 1 10-16,4 13 20 0,-1-2 2 0,-4-1 17 16,3-2-3-16,6 13-4 0,0 0-8 0,-2-3 9 15,-5-5-7-15,7 8-9 0,0 0-18 0,0 0-1 16,0 0 0-16,3 11-5 0,1 2-10 0,-2-11 0 0,-2 22 2 16,3-6 11-16,0 4 8 0,3-3-3 0,0 12 4 15,0-4 2-15,0-1-1 0,-1-2-3 0,2 2-1 16,-2 12-7-16,-2-10 3 0,1-6 1 0,-4 4 2 15,2 3 2-15,1 4 2 0,0-15-5 0,-1 6 2 16,2 0-4-16,-1-6-12 0,-3-14-57 0,3 16-233 16,-3-7-163-16,2-8-183 0,-2-5 107 0,3 8-181 15,1-3-180-15</inkml:trace>
  <inkml:trace contextRef="#ctx0" brushRef="#br0" timeOffset="37674.26">13924 7346 913 0,'-3'-7'1317'0,"3"-1"-661"0,-4-3-161 0,2 4 132 16,-1-4-315-16,3-2-223 0,0 7-33 0,-3-1-12 15,3 4-20-15,-2-10 10 0,2 13 13 0,0 0 35 16,-4-6 4-16,4-1 2 0,0 9-11 0,0-2 19 15,0-2-19-15,0 4-44 0,0-2-20 0,0 0 1 16,0 0 6-16,0 0-6 0,0 0-2 0,0 11-3 0,0-4-1 16,0 9-6-16,-3 8-6 0,0-7-2 0,3 1 1 15,-2-3 0-15,-1 12 1 0,-1-12 6 0,1 4 5 16,3-3 2-16,0-3-3 0,3 0-3 0,-3 11 1 16,4-10-8-16,-1-4-4 0,-1 1 1 0,-2-4-2 15,6 2-1-15,-6-4 3 0,6 5 4 0,-3-10 4 16,0 11 7-16,9-6 15 0,-7-1 0 0,7-2 1 0,0 0 14 15,15-2 13-15,0 3 21 0,-7-3-11 16,4 0 12-16,0-3 2 0,2 1-9 0,0 0-22 0,12-4 11 16,-11 3-27-16,2-2-14 0,-5 2-11 0,6 3-6 15,-1-3-5-15,-17 3-43 0,5-2-54 0,-5 4-179 16,6-2-281-16,-6-2-224 0,-10 4 33 0,8-4-215 16,-5 0-914-16</inkml:trace>
  <inkml:trace contextRef="#ctx0" brushRef="#br0" timeOffset="38165.94">15267 7390 625 0,'0'-4'1018'0,"0"4"-512"0,12-5 217 16,-9 5 5-16,-3 0-14 0,0 0-377 0,0 0-25 16,0 0-108-16,-5-2-82 0,-5-1-49 0,8 0-30 15,-13 0-13-15,6 1-17 0,-1 0-1 0,-10-1 23 16,-4 0 41-16,2 3 11 0,-5 0 20 0,10 0-17 15,-14 0 59-15,-6 0 53 0,3 3-59 0,12-3-52 0,-8 3 25 16,-6-1 17-16,10-2-31 0,8 2-67 0,-2-2-10 16,2 6-26-16,6-3-40 0,-6-1-44 0,10 7-125 15,-4-7-145-15,0 3-263 0,12-3 48 0,-9 7-579 16,6-7 185-16,3-2 74 0,0 0 288 0,0-2-524 16</inkml:trace>
  <inkml:trace contextRef="#ctx0" brushRef="#br0" timeOffset="38422.26">14999 7177 690 0,'0'-15'1060'16,"3"6"-429"-16,-3 2 65 0,0 5 3 0,3-12-281 0,1 11-78 16,-4 3-118-16,0 0-50 0,0-3-82 15,5-4-27-15,-5 7-24 0,0 0-36 0,0 0-3 0,0 0-3 16,0 3-2-16,9 10 0 0,-6-2 3 0,-3-7 0 15,3 14 6-15,-1 4 8 0,1 0 3 0,6 2 4 16,-2-2-4-16,-2 5 0 0,1-8-6 0,3 10-4 16,6 8-14-16,-1-8-4 0,-2 3-36 0,0-14-64 15,0 15-180-15,6-2-346 0,-6-7-23 0,-4-9 94 16,6 5-192-16,-2-5-8 0,-2-10-487 0</inkml:trace>
  <inkml:trace contextRef="#ctx0" brushRef="#br0" timeOffset="39138.35">15701 6582 512 0,'-7'-7'741'0,"2"-4"-324"0,5 11 47 0,-3-8-125 0,-3 3 7 15,6 5-149-15,-6-11-16 0,4 9-60 0,4 2-14 16,-4 0-72-16,4 0-2 0,-2 0-20 0,3 4 7 16,-3 5 5-16,0-2 0 0,3 4 0 0,3 10 8 15,-3-3-20-15,2 6-3 0,-2-4-3 0,4 6 8 16,-2 3 3-16,-2 4 8 0,1 2 1 0,-2-8-7 16,-2 7 0-16,3 11 9 0,0 8 15 0,-3-21-19 0,6 10 6 15,0 6 1-15,0 5 6 0,0-16-5 16,3 3-10-16,-1-3-10 0,4 0 1 0,-3 0-2 0,-1-10 3 15,7-5 1-15,-3 2-4 0,-3-10-2 0,9 1 5 16,-9-4 1-16,11-3-1 0,-13-5 0 0,13 3 6 16,4-6 2-16,-2-9 3 0,0 1-9 0,-8-3-7 15,6-7-6-15,4-3-29 0,1 0 1 0,-11 2 4 0,4-4-15 16,2-7-13-16,1 1 4 0,-9 8 17 0,3-10 1 16,-7-4 2-16,4-7-2 0,-6 15 12 0,0-10 7 15,-6 2 9-15,2 2 7 0,-4-4 7 0,2 4 6 16,-3 2 6-16,0-1 8 0,3 5 13 0,-4-6 40 15,2 4 17-15,-1 1 6 0,0 8 11 0,1-4 15 16,-2 8 19-16,1 5-10 0,0-2-21 0,3 2-52 0,0 9 39 16,0 2-43-16,0 0-23 0,0 0-30 0,0 0-9 15,0 0-3-15,0 0-7 0,0 0 0 0,0 13-1 16,0 3 1-16,0 8-2 0,3-11 2 0,4 11-1 16,-2 2 6-16,4 12 1 0,-3-14-1 0,3 7-1 15,-4 1 2-15,-2-1 2 0,6 9-1 0,-6-3-6 16,4 0 2-16,-2-3 2 0,-2 9 1 0,3-12-2 0,2 7-4 15,-1-10-1-15,-2 5-11 0,2-4-98 16,-2-1-146-16,1-1-151 0,-2-3-199 0,-2-3 28 0,-4 0-231 16,2-2-171-16,-7-6-410 0</inkml:trace>
  <inkml:trace contextRef="#ctx0" brushRef="#br0" timeOffset="39956.17">16649 7183 547 0,'0'0'251'0,"0"0"-19"15,-2 0 1-15,4 0-28 0,-8 5-106 0,0 3-56 16,9 6-5-16,0-4 3 0,3 8-3 0,-6-15-3 16,6 29 26-16,-4-11 12 0,5 0 18 0,-4-5 10 0,9 10 44 15,-7-2 73-15,7 9 18 0,-3-15-70 0,3 10 41 16,-6-1-12-16,3-1-47 0,-3-2 1 0,3 3-36 16,-4-3-25-16,-5-3-26 0,3-16-5 0,1 19 17 15,-1-8-14-15,-3-8-27 0,2 8-20 0,-2-16 8 16,3 10 1-16,-3-7-7 0,0-6 21 0,0 3 11 15,0 3 97-15,0-6 41 0,0 6 12 0,0-3-50 0,0 0 50 16,0-5 13-16,-5-3-86 0,2-6-64 0,-4-10-28 16,-1 4-16-16,2-8-11 0,0 10-5 0,-1-8-4 15,5-5-4-15,-4-10-4 0,0 18 0 0,3-14-19 16,-2-3 0-16,1 3 3 0,1 0 0 0,0 5 2 16,3-4-1-16,0 1 10 0,0-2 16 0,0 13 1 15,6-3 0-15,-2 7 0 0,1 3 1 0,0 6 1 0,2 4-5 16,5-9-5-16,-4 8 4 0,2 6 2 15,4-7-4-15,1 7-1 0,-6-1 2 0,6 3 1 0,-3 3 2 16,20 5-4-16,-15-5 1 0,-14-1 3 0,24 11-2 16,-6 0-1-16,-4-2-10 0,-11-2 3 0,8 0-5 15,-7 0-1-15,5 9-8 0,-4 3 3 0,-5-12 7 16,-3 11 0-16,0 2-3 0,-3-9 3 0,0-2 6 0,-6-1 1 16,-11 11 2-16,3-2 0 0,-2-1 4 15,-1-2 3-15,-7 0 1 0,7 0 1 0,2-3-1 0,-2 3 3 16,13-11 2-16,-13 5 1 0,17-7 2 0,-11 8 5 15,4-3-4-15,10-8-5 0,-2 7 1 0,-1 2 11 16,8-1 2-16,-2-1-1 0,6 2-1 0,-6-5 1 16,21 10 21-16,3-1 14 0,-7-2-12 0,1-3-11 15,6 3 13-15,10 2 10 0,-1-6-19 0,-9 2-15 16,5-1-1-16,0-1-2 0,9 4-3 0,-17-3-13 0,8 0 1 16,-8-2-1-16,8-2-39 0,-11 1-62 0,2 1-169 15,-16-3-225-15,13-1-214 0,-11 0 111 0,3 4-320 16,5-6 35-16,-19 0-354 0</inkml:trace>
  <inkml:trace contextRef="#ctx0" brushRef="#br0" timeOffset="40402.96">18524 7069 1289 0,'-12'-2'587'0,"-7"2"1"0,16-4-133 16,-17 4 52-16,-1 0-60 0,10 4-151 0,-13-4-95 0,3 0 22 15,1 0-17-15,-7 2 49 0,7-2-93 0,-6 0 57 16,4 3-4-16,0-1 17 0,3-2-60 0,-4 0 84 15,2-2-92-15,13-1-47 0,-7 3-49 0,-1-2 20 16,6-2-65-16,-12 2-27 0,22 2-9 0,-5-3-39 16,-4 1-95-16,9 2-82 0,0 0-113 0,0 0-32 15,0 0-315-15,0 0-192 0,0 0-149 0,0 0 269 0,6 2-625 16</inkml:trace>
  <inkml:trace contextRef="#ctx0" brushRef="#br0" timeOffset="40656.29">18665 7399 879 0,'0'0'1287'0,"0"0"-458"0,0 0-313 0,-9-7 93 15,-1 7-300-15,-7-2-165 0,-12 2-49 0,5 0-33 16,-6 0 20-16,-2 0 3 0,-4 0 32 0,11 2-16 0,-23-2 92 15,16 2-14-15,-4 1-5 0,16-3-59 16,-12 0 16-16,-4 2-24 0,12-4-45 0,13 2-40 0,2-3-23 16,-8 1-45-16,-1 0-101 0,12 2-125 0,-6-6-324 15,12 6-224-15,-3-11-83 0,3 6 234 0,0-3-926 16</inkml:trace>
  <inkml:trace contextRef="#ctx0" brushRef="#br0" timeOffset="41705.48">19675 6575 201 0,'15'-9'1403'0,"-6"7"-827"16,-1-4-53-16,11 1-27 0,-14 3-286 0,10-9-66 16,6 3-64-16,-13 3 14 0,1-1 28 0,1-1-13 15,-8 4 98-15,-2 3-8 0,0 0 3 0,0 0-56 16,0 0 31-16,0 0-30 0,0 0-45 0,0 0-65 16,-18-3-27-16,7 3-12 0,-22 6-11 0,10-2 6 0,-10-1-1 15,3 3 0-15,-2 2-3 0,6-5 5 0,-9 1 0 16,2-4 13-16,3 3-5 0,10-3 5 0,-7 0 9 15,-5 0 25-15,8-3 0 0,3 3-1 0,4-2 30 16,2 2 94-16,3-2 3 0,-3 2 23 0,15 0-47 16,0 0 57-16,0 0 63 0,0 0-73 0,0 0-77 0,0 0 21 15,0 0-3-15,0 0-40 0,0 0-47 16,0 0-4-16,0 0-21 0,0 0-16 0,0 0-10 0,0 0-2 16,0 0 8-16,7-3 20 0,-2 0-4 0,-5 0 4 15,3 6 0-15,12 5-10 0,-6-3-8 0,-4 1-11 16,7 1-8-16,-5 4-3 0,5 0-3 0,-7-3 10 15,5 2 8-15,-5-2 0 0,4 18 5 0,-3-4 8 16,-4-4 2-16,1 4 0 0,-3-2-1 0,4 4-2 16,-8 8 1-16,1-5-20 0,3 2-11 0,-2-5 2 0,-4 26-8 15,2-13 28-15,2-3-5 0,-1-8 2 0,-2 22 23 16,5-13 4-16,0-4 12 0,0-9-24 0,0 15-10 16,0-11 5-16,0-5 0 0,2 0-4 0,1-5-1 15,0 6 2-15,3-12 2 0,-3-2 2 0,2 5-4 16,5-2 6-16,-5-5 1 0,7-2-1 0,-12-4-2 15,12 3-1-15,0-1 1 0,3-2-1 0,-7 0-3 16,1-2-5-16,15 2 2 0,-4-3-3 0,2 3-1 0,0-2-3 16,2-4 0-16,6-1-3 0,-13 1 0 0,10 1-33 15,-3 0-1-15,8-1-5 0,-15 4 27 0,10-1 2 16,-1 0-14-16,4 0 9 0,-4-1-16 0,-4 1-19 16,0-3-73-16,-3 4-93 0,-2-3-215 0,-5 1 84 15,3 2-292-15,-7 0-175 0,4-1-78 0,-9-3 233 16,6 1-339-16,-9 1-61 0</inkml:trace>
  <inkml:trace contextRef="#ctx0" brushRef="#br0" timeOffset="41945.84">19890 6924 94 0,'-15'-8'1819'16,"-2"3"-1211"-16,5 1 29 0,-18-3-11 0,13 5-337 16,-12-2-133-16,-7 2-46 0,6 2-20 0,10 0-38 15,-9 2-6-15,0 4-16 0,-7-4-7 0,21 3-11 0,-9 1 0 16,4-3-9-16,3-1-10 0,2 4-27 0,3-1-97 16,-5 0-188-16,10-2-122 0,1 0 30 0,4-3-240 15,-14 2-191-15,16-2 169 0,0-2-191 0</inkml:trace>
  <inkml:trace contextRef="#ctx0" brushRef="#br0" timeOffset="43437.85">29988 8527 959 0,'0'0'852'0,"8"-6"-301"0,-5 4-96 0,-3 4 159 16,6-7-178-16,-3 1-182 0,0 4-54 0,-3 0 47 16,-3 0-36-16,6 0-62 0,-3 0-65 0,0 0 4 15,0 0-45-15,0 0-38 0,-3 0-1 0,3 0-2 16,3 0 3-16,-6 0 14 0,0-4-5 0,-9 2-5 16,0 4 5-16,0 2-1 0,-20 5 3 0,18-5-12 15,-6 1-6-15,1-3 3 0,7 0-1 0,1-2-4 16,-7 6-2-16,7-6 3 0,11 0 8 0,-15-6 23 15,15 6 27-15,-4-2 29 0,-8-9-7 0,10 6-17 0,-1-5 18 16,-2-4 0-16,5 1-46 0,0 2-18 0,5-4-12 16,-2 4-12-16,15-13-14 0,-3 6-24 0,-4 5 13 15,7-3-17-15,0 3-15 0,-1 0 0 0,0 2-12 16,2 3 9-16,1 3 9 0,1 2 1 0,-15 3 22 16,14 0-1-16,10 3 3 0,-15 8 23 0,0-7 1 0,5 14 2 15,1 2 8-15,2 8 2 0,-11-6 1 0,2 7-1 16,-2 6 1-16,-2-7 7 0,-5-1-3 0,-2 17 0 15,-3-3-3-15,2-5-2 0,-4 4 5 0,-1-10 0 16,-2 22-3-16,-2-12 1 0,-1-3 1 0,-4-8-1 16,-3 8 5-16,-3 0 5 0,-2-5 2 0,5-13-4 15,-6 1 1-15,-2 2-11 0,-6-4-6 0,5-7-8 0,-6-3-76 16,-8-1-197-16,-4-1-220 0,8-6-126 0,-14 0-216 16,4-8 24-16,2-3-995 0</inkml:trace>
  <inkml:trace contextRef="#ctx0" brushRef="#br0" timeOffset="43975.42">28823 7969 60 0,'0'-3'796'15,"0"-2"-268"-15,-5-8-75 0,5 15-83 0,-3-4-181 16,-6-4-137-16,6 6-9 0,-9 6 16 0,6-2-23 0,0 2-12 16,1 10-12-16,1-3 4 0,4 0-2 0,0 11 16 15,4 3 0-15,4-6 2 0,1 2 18 0,1-4-11 16,0 8 12-16,9 10 16 0,-4-8-19 0,2-5-13 16,3 5 9-16,4 3-23 0,3 8 4 0,-10-20-13 15,4 15-1-15,5-6-7 0,-8-1-1 0,-6-6-5 16,6 13 18-16,-3-6-20 0,-7-8 5 0,1-3-19 0,-2 6-11 15,-2 0 1-15,0-3 13 0,-5-8-3 0,0-5 13 16,-5 16-7-16,0-17 27 0,-7 7 24 0,2-6-12 16,-2-2 3-16,-2-4 19 0,-13 1 20 0,7-3 3 15,-7-3 4-15,0 1 25 0,1-6 50 0,6 2 0 16,-14-8 64-16,5 1-18 0,4-2-14 0,6 1-38 16,-4-1 19-16,5-1-58 0,-5-3-47 0,11 8-30 0,3 4 9 15,-6-9-6-15,10 10-21 0,-5-1 1 0,10 4 4 16,0 6 0-16,0-3-4 0,0 0-5 0,0 0-2 15,0 0-11-15,0 0 3 0,15 5-4 0,-12 0 0 16,9 3 2-16,-3 5 0 0,-1 1 7 0,1-6 3 16,-3 5-6-16,-2-2-1 0,1 2-2 0,-2-3 3 15,1 1-2-15,-4 4-3 0,-7-2 4 0,7-4 6 0,-9 6 3 16,-9-4 0-16,4 0 0 0,8-11-2 0,-27 13 1 16,4-10-1-16,3-1-9 0,5 2-9 0,-6-4-19 15,1 2-54-15,-12-4-224 0,12 2-181 0,7-4 23 16,-6-1-270-16,-2-6 8 0,6 4 20 0,3-4-240 15</inkml:trace>
  <inkml:trace contextRef="#ctx0" brushRef="#br0" timeOffset="44210.78">27870 8903 1373 0,'-19'7'898'0,"16"-3"-433"15,-6 0 158-15,9-4-37 0,0 0-379 0,0 0-178 0,0 0-8 16,0 0 13-16,0 0 14 0,0 0-19 0,0 0 18 16,9 3 2-16,-2-1 4 0,8-2-9 0,-1 0-4 15,12-5-10-15,0 3-2 0,-2 2-10 0,-4-6-2 16,4 4-7-16,0-1-3 0,-1 1-3 0,-19 2-4 16,16-3-4-16,-3 0 2 0,-7 0-8 0,2 3-38 15,-10 0-121-15,-2-2-243 0,12-3-126 0,-12 5 32 0,-2-3-180 16,-1-7 10-16,-4 2-322 0</inkml:trace>
  <inkml:trace contextRef="#ctx0" brushRef="#br0" timeOffset="44774.28">27855 8530 727 0,'-4'-9'1063'0,"4"4"-479"0,-3-5 163 0,3 5-421 0,3 5 31 16,-3-6-91-16,4 1-65 0,-4 5-62 0,0 0-82 15,-4-2 3-15,8 4-45 0,-8-4-32 0,4 4 4 16,-15 3-1-16,15-5 5 0,-14 13 4 0,8-7 4 16,-6 7 1-16,-5 0 2 0,-2 1 1 0,11-4-5 15,-16 6-17-15,4-5 15 0,-1 0 1 0,4-4 2 16,-10 1 1-16,-5 3 1 0,2-6 11 0,9 0 4 0,-2 1-7 16,-13-4 7-16,10-2 10 0,6 0 23 0,-4 0 44 15,0-5 57-15,1 2 51 0,2-2 22 0,9 0-50 16,4-1 56-16,-10-1-37 0,4-4 45 0,10 9-112 15,-11-9 13-15,7 0-26 0,1 0 12 0,5 6-55 16,-4-8 23-16,6 10-41 0,-4-5-8 0,4-2-17 16,0 12-12-16,0-2-6 0,0-2-8 0,0-9-5 0,0 8-6 15,0 3-1-15,0 5-3 0,-2 6-3 0,-6 0-6 16,8-6 5-16,-7 8-4 0,2 0-9 0,2-5 3 16,-6 8-20-16,-3 1-4 0,2-10-2 0,-7 9 15 15,-6-3-18-15,5-5 22 0,-5 3 4 0,8-6 21 16,-15 3 8-16,4-3 1 0,2-3 4 0,7-2 0 15,-10-2 6-15,-2-9 5 0,5 2 5 0,9-2 6 0,-5-11 37 16,-1-2 46-16,-3-5 37 0,13 5-38 0,-10-7 71 16,6-4 3-16,3-4-11 0,0-12 0 0,7 17-82 15,-1-13 25-15,-3-12-7 0,6-1-25 0,1 17-26 16,-2-10 14-16,1 3-21 0,-2-10 5 0,1 27-29 16,1-9-6-16,-5 5-12 0,-4-3-5 0,5 12 0 15,-1-2 0-15,-4 3 0 0,3 9 0 0,6 5 0 16,-6-3 0-16,6 8 0 0,-2-5 0 0,5 13-7 15,0 0-56-15,0 0-74 0,0 0-47 0,0 0 12 0,-7 8-235 16,5-1-38-16,-1 15-132 0,3 0-115 0,0-7 106 16,3 9-300-16,3 3-292 0,5-9 327 0,-2-5 287 15,6 2-165-15</inkml:trace>
  <inkml:trace contextRef="#ctx0" brushRef="#br0" timeOffset="44936.84">27439 8112 1166 0,'2'7'1415'16,"-2"-7"-666"-16,0 0 6 0,0-2-432 0,0 2-253 15,0 2-43-15,0-2-15 0,-2 11-1 0,2-9-8 0,0-2-10 16,0-2-1-16,-3 4-26 0,-4 9-67 0,7-11-134 16,-2 0-186-16,-10 11-208 0,12-11-33 0,-11 2 168 15,4 1-349-15</inkml:trace>
  <inkml:trace contextRef="#ctx0" brushRef="#br0" timeOffset="45137.3">26434 8778 2484 0,'-2'6'1306'16,"2"-6"-359"-16,-3 10-186 0,3-7-661 0,0-3-210 0,-4 7-94 15,1-1-68-15,3-6-48 0,0 0 93 0,-2 0-56 16,4 0-20-16,-2 0-120 0,-2 0-59 0,-10-8-74 16,12-3-8-16,0-2 28 0,0-11-78 0,2 8-41 15</inkml:trace>
  <inkml:trace contextRef="#ctx0" brushRef="#br0" timeOffset="45258.98">26373 8602 851 0,'-7'-9'1339'16,"-2"-10"-482"-16,6 9 83 0,-5 0 16 0,-1-1-486 15,4 0 142-15,1 9-167 0,1-3-132 0,-5-6-150 16,8 11-5-16,-4-2-36 0,-4-4-53 0,8 6-45 15,0-3-27-15,0 6-57 0,0-3-185 0,8 6-9 0,-4-2-215 16,1 7-211-16,-5-11-214 0,6 13-139 0,-2-10 272 16,-4 8-358-16,2-11 229 0</inkml:trace>
  <inkml:trace contextRef="#ctx0" brushRef="#br0" timeOffset="58985.47">12191 8503 484 0,'3'5'307'0,"1"3"-126"16,-8-10 74-16,8 4-17 0,-4-2-55 0,0-10 5 15,3 7-67-15,-3-5 48 0,2 3 33 0,-2 5 20 16,3-2-52-16,4-9 133 0,-7 11-41 0,0 0 16 16,0-6-95-16,2-1 23 0,-2 7-38 0,-2 0-5 15,-10-9-97-15,9 7-4 0,-6 4-45 0,-3-2-8 0,-6 0-1 16,-8 6 3-16,4-1-12 0,0 0-5 0,4-2 8 16,-8 5 3-16,-8 0-3 0,5 0-8 0,2-3 4 15,10 0 5-15,-10 1 3 0,4-1-6 0,-3-3 6 16,7 2 4-16,2-2 7 0,-1-2 1 0,1 0 7 15,5 0-2-15,-5-2 11 0,7 2-6 0,-2-4-6 16,4 2-1-16,-1-1 37 0,2 3-9 0,-1-4-4 16,8 4-12-16,-14-6 12 0,14 6 13 0,0 0-26 0,-3 0-19 15,-6-3 0-15,9 1-4 0,0 4 1 0,0-2-6 16,0-2-5-16,0 4-4 0,0-2-1 0,0 0-7 16,0 0-1-16,0 0-4 0,0-2 0 0,0 4 7 15,0 1 5-15,0 10-1 0,5-2 9 0,2-1 6 0,-2-2-2 16,4 8 0-16,3 7-1 0,0-4 0 0,-4-3-2 15,4 10-5-15,-2 1-2 0,4 10 3 0,-6-11 1 16,4 9-1-16,0-4-2 0,0 2 2 0,-4-9 1 16,7 20 4-16,-6-11 5 0,3 0 3 0,-9-4 2 15,4-5-2-15,-5 19 4 0,-4-14-2 0,-5 0-6 16,4-8-5-16,-2 8-2 0,-4 2 3 0,-6 2 0 16,6-15 2-16,-6 6 1 0,0-5 0 0,3-1 6 15,-2 0 10-15,-1-5 16 0,7-4 4 0,-7 1 11 16,11-7-6-16,-10 8 41 0,-1-7 3 0,10 0 5 0,-5-4-32 15,10 2 20-15,0-2-3 0,-8 0-15 0,-1 0-27 16,9 0-10-16,0 0-23 0,0 0-4 0,0 0-2 16,0 0-3-16,0 0-4 0,0 0-7 0,3 0-1 15,9 3 0-15,-3-1-3 0,-1-2 0 0,16 11-2 0,-12-6 5 16,8 6 0-16,4 2-3 0,-7 6 4 16,1-3 6-16,3 5 1 0,-1 10 4 0,1 9 9 0,-9-8 6 15,-1 13 8-15,1-3 0 0,0 11-1 0,-3 5-2 16,-6 0-1-16,6 6 2 0,-6-1-3 0,0 1 4 15,-3-1 0-15,0 17 14 0,2-14 7 0,1 3 6 16,1-22-13-16,-1 23 9 0,2 0-2 0,5 5-3 0,-2-31-18 16,-2 13 3-16,6-7-4 0,0-6-4 15,-1-2 1-15,1-4 3 0,3-6 3 0,-3-6 19 0,2-5 35 16,4 3 44-16,3-5 0 0,-6-6 0 0,-3-8-30 16,5 6 52-16,-5-9-57 0,5 7-46 0,1-7-18 15,-12-2-10-15,12-2-3 0,-6-7-2 0,-4 7-17 16,8-7-25-16,-8 5-138 0,1-5-245 0,-1-2-237 0,-4 4-29 15,-4-1-363-15,0-5-13 0,-4 5 55 16,-1-2-756-16</inkml:trace>
  <inkml:trace contextRef="#ctx0" brushRef="#br0" timeOffset="60602.15">12952 8288 316 0,'0'-13'468'15,"2"8"-249"-15,-2-8 85 0,0 0-50 0,3 2-59 0,-3-2-46 16,0 5 29-16,4-8 45 0,-4 3-5 0,0 6-40 15,-4-4 41-15,8-6-19 0,-8 7-11 16,4 4-84-16,0 4 27 0,0-11-37 0,-3 13-28 0,6 0-9 16,-8-5 8-16,5-3-9 0,0 10-4 0,0-2-10 15,0 0-20-15,-6 0-7 0,-3 8-13 0,6-8 0 16,-3 14-1-16,3-10 1 0,-9 23-3 0,7-8 2 16,-2-3 5-16,2 5 19 0,-1 6 1 0,0 10-9 0,3-17 0 15,0 13 8-15,-3 0-5 0,3 2-17 16,0-9-13-16,3 16 5 0,-2-4 9 0,2-4-13 0,0-10 1 15,0 10 1-15,2 3 6 0,-2-4-1 0,3-5-5 16,0-10 7-16,3 9 6 0,-3-3 2 0,2-5 8 16,5-6-2-16,-8 3 7 0,8-3-2 0,-5 0 11 15,7-2-9-15,-7-4 4 0,5 2-11 0,2-1-4 0,-3-6-4 16,-1 1 2-16,7-1-11 0,-6-2-2 0,-1-2 0 16,11 2 5-16,-7-5 0 0,-2-1 0 0,12-5 3 15,-8 2 3-15,4-11-2 0,3 2 2 0,-4-1-2 16,-2 4-2-16,2-12 2 0,5 6-6 0,-5-3 0 15,-2 6 1-15,-1-11-3 0,1 5 1 0,-3 0 1 16,-7 8 2-16,7-10 0 0,-2-3 0 0,-8 7-1 0,1 4 0 16,4-3 0-16,-2-3-20 0,0-3-4 0,-1 14 8 15,-1-5-1-15,0 1 16 0,-3 7 0 0,3-8 5 16,-1 4 28-16,-2 4 43 0,4-8 28 0,-1 9 15 16,-3 2 1-16,0 1 0 0,0-5 2 0,0 11-10 15,0 0-58-15,0 0-20 0,0 0-23 0,0 0-8 16,0 0-4-16,0 0-4 0,0 0-2 0,0 9 1 0,0-1 3 15,0 8 2-15,0-1 1 0,0 9 3 16,3-11 0-16,-3 9 1 0,2 4 1 0,1-3-2 0,1-1-2 16,-1 4-1-16,2 3 1 0,2 3-1 15,-5-11 1-15,4 9 0 0,0-1 3 0,-3 8 10 0,2-11 0 16,-1-8-3-16,2 6 2 0,-4 3 2 0,8-3 3 16,-5-9-9-16,2 4-1 0,-2-1-4 0,2 2 0 15,-5-13 0-15,6 14-4 0,2-13-34 0,-8 2-114 16,10-1-39-16,-12-7-273 0,10 9-106 0,-8-9-187 0,-2-2 170 15,0 0-167-15,0 0-860 0</inkml:trace>
  <inkml:trace contextRef="#ctx0" brushRef="#br0" timeOffset="61504.73">13856 8728 188 0,'0'-10'772'0,"-3"6"-420"16,3-6-74-16,0 10 9 0,-2-3-82 0,2-8-42 0,-4 7-51 15,1-7 73-15,3 8-40 0,0-10 18 0,0 13-32 16,-3-11 25-16,3 9-2 0,-2 2-58 0,4 0-13 15,-2 0-25-15,0 0-8 0,0 0-33 16,0 0-22-16,0 0-6 0,-2 0-3 0,2 2 0 0,-3 12-1 16,-1-6 8-16,4-3-21 0,0 8-7 0,-3-2 3 15,3-6 29-15,0 9-23 0,-2-4 16 0,2 0 11 16,-7 4 34-16,4-1 19 0,-2 11 16 0,-4-3-7 0,6-5-6 16,-2 0 17-16,1-1 6 0,1-2-18 0,0-2-7 15,-2 13-7-15,1-13-5 0,1 2-16 0,3 3-8 16,-2-8 3-16,-1-1 14 0,3 4-8 0,0-8-11 15,0-3-7-15,-3 3 22 0,3 7-2 0,-4-10 2 16,4 0-2-16,4 0 28 0,-4 0 20 0,0 0 23 16,0 0-41-16,0 0 24 0,-4 0-16 0,11 0 0 0,5 3 9 15,-12-3-3-15,3 0-5 0,9 0-3 0,-4-3-22 16,4 0 14-16,5 3-25 0,2-2-29 0,-9 2-14 16,14 0 0-16,-2 0 0 0,3 0 9 0,-1 2 2 15,-9 1 3-15,9 0 6 0,-1 0 12 0,10-1 9 16,-18 1-22-16,2-1-2 0,-2 4-2 0,-1-4-8 15,10 1-5-15,-9 3-10 0,0-1 2 0,-1-5-19 0,-2 4-52 16,0 0-150-16,-4-2-391 0,2-2-80 16,-1 0 126-16,-9 0-193 0,0 0-211 0</inkml:trace>
  <inkml:trace contextRef="#ctx0" brushRef="#br0" timeOffset="62451.2">14863 8622 30 0,'0'0'523'0,"0"0"-323"16,0 0 41-16,0 0 3 0,19 0-1 0,-19-2-124 15,8 2-47-15,-1 0-9 0,-2-9-6 0,7 0 26 16,3 0-16-16,-10 1 14 0,4 3 23 0,6-6 1 16,-10 11-25-16,14-5 47 0,-4 2-48 0,-15 3-5 15,8-3-23-15,1 1-12 0,0 0-18 0,-1-1-15 16,-8 3-4-16,0 3 6 0,0-3-1 0,12-6 4 0,-9 3 7 16,-3 6 28-16,0-6 10 0,0 3 9 0,0 3 35 15,0-6 27-15,0 3 5 0,0 3 14 0,0-6 0 16,0 3-36-16,0 3 64 0,-17-6-67 0,11 3 5 15,-8 3-25-15,-8 0 25 0,-2 0 11 0,-1 1 22 16,6-1-44-16,-10 0 27 0,0 2-8 0,-1-2 14 0,1 3 10 16,-7-2-7-16,7-4-24 0,6 3-3 0,2-3-24 15,-2 2 39-15,13-2-64 0,-14 0-28 0,24 0-15 16,-5 0 4-16,-4 0-7 0,9 0-18 0,-12-2-41 16,9 2-26-16,3 0-116 0,0 0-207 0,0 0-411 15,0 0 206-15,0 0-262 0,12-3 31 0,-3 3 59 16,6-2 160-16</inkml:trace>
  <inkml:trace contextRef="#ctx0" brushRef="#br0" timeOffset="62738.45">15209 8866 360 0,'0'0'616'16,"0"0"-383"-16,0 0 88 0,0 0-24 0,-10 8 19 15,5-3-131-15,-10-5 75 0,6 0 37 0,-20 2 20 16,11-2-44-16,-11 3 235 0,2-3-119 0,-2 0 2 0,10 0-110 16,-13-5 146-16,6 2-93 0,6-3-48 0,2 2-108 15,-3 1 11-15,9-3-29 0,-8 1-73 0,8 3-41 16,0 0-37-16,-3-2-90 0,13 4-78 0,-10-7-201 15,12 7-96-15,2-9-324 0,1 2-299 0,12-4-11 16,-3 3 398-16,9-5-988 0</inkml:trace>
  <inkml:trace contextRef="#ctx0" brushRef="#br0" timeOffset="63689.89">15830 8215 113 0,'0'-8'913'0,"3"-3"-574"0,-3-2 76 15,-3 10-74-15,3-7 28 0,0-4-131 0,0 6-85 16,0 3-40-16,-2 3 71 0,4-11-32 0,-4 10 29 15,2 3-60-15,0-11 80 0,0 11-2 0,0 0-6 16,0 0-66-16,0 0-10 0,0 0-51 0,0 0-26 0,0 0-41 16,0 0-8-16,0 0-7 0,0 0 3 0,0 0 3 15,0 0-1-15,8 11 5 0,-8-1 8 0,0-2 4 16,0 5-1-16,2 3 5 0,-2-3 5 0,0 20-11 16,0-18-10-16,0 7-3 0,0 4-1 0,0 3 3 15,0-7 4-15,0 17-4 0,-2-8 19 0,2 2 8 16,-3-10-2-16,3 11 6 0,-5 4 0 0,-2-10-8 0,4-4-7 15,1 5-2-15,-5-2 0 0,4 3-3 16,1-15-2-16,-1 6 9 0,3-2 4 0,0-6 1 0,-3-5-6 16,-1 6 0-16,4-1-5 0,-2-13 0 0,2 13-8 15,0-11 3-15,0-4 5 0,0 4 22 0,0-2 51 16,0 0 7-16,0-2 53 0,0 4 49 0,0-4-40 16,0 2-37-16,0 2 28 0,0-2-41 0,0 0-24 15,0 0-36-15,0 0-5 0,0-2-3 0,2 4-9 16,10 1-12-16,-12-3-6 0,18 0-7 0,-6 0 1 0,0 0 1 15,12 0 1-15,13 0 0 0,-10 0-1 0,6 0-2 16,-6-3 2-16,10 3 3 0,7-2 0 0,4-2 1 16,-18 4 0-16,14-2 2 0,2 0 3 0,-4 2-1 15,-4 0-5-15,1 0-7 0,-4 0-8 0,-3 0-32 16,-8 0-28-16,8 0-165 0,-14 0-122 0,-7 0-190 16,8 0 33-16,-7 0-296 0,-7 0-16 0,-2 0-115 0,-3 0 56 15</inkml:trace>
  <inkml:trace contextRef="#ctx0" brushRef="#br0" timeOffset="64886.69">17474 8389 215 0,'-5'-11'879'16,"5"11"-619"-16,-12-10 179 0,2 5 9 0,5 0-215 15,-10-3-128-15,6-1 27 0,-6 0-11 0,-5-5 8 16,13 11-79-16,-18-7 20 0,1 4 27 0,15 6 8 15,-11-2 15-15,-2 2 12 0,2 2 0 0,8 1 4 16,-2-3-52-16,-4 6 3 0,6-4-11 0,0 0-21 16,0 1-17-16,7 0-1 0,-4 2-14 0,6-5 2 0,-12 5-11 15,15-1 2-15,-12 3-6 0,7-1-6 0,-2 3-9 16,-1 2 14-16,4-2 2 0,-4 4-1 0,2 2-3 16,3-9 1-16,0 21 7 0,1-20-2 0,2 15-10 15,0-18-1-15,0 20 10 0,0-2 4 0,2-4-3 16,1-10-4-16,0 10 2 0,1-7 0 0,4 2-4 15,-6-2-7-15,8 0-2 0,-5 5-6 0,4-6 4 0,-3-5 3 16,6 8 1-16,2 1 2 0,-4-8 1 0,7 1 4 16,-5-1 3-16,5-1 5 0,19-5 4 0,-16 0-4 15,-1 0-4-15,4 0-1 0,3-3-9 0,1 1-8 16,-7-4-7-16,7 3 4 0,-8-5 0 0,3 1 13 16,-10-2 2-16,3 7 13 0,2-14 4 0,-5 6-3 15,-5 1-11-15,1-6-2 0,-1 1-17 0,-2-7 0 16,-5 3 2-16,3 0-2 0,-1-6-1 0,-2-3 3 0,0-3 3 15,-2 12 2-15,-1-8-1 0,0-3 0 0,1-1 1 16,-5 1 1-16,2-2 6 0,-5-1 20 0,5-2 21 16,-4 10 0-16,1-13 43 0,-2 8-12 0,-2-1 7 15,7 12-8-15,-4-8 10 0,-3-3 4 0,0 5-8 16,4 5-33-16,-2-2 19 0,-2 2 0 0,4 4-21 16,-1-1 4-16,6 10 7 0,-4-12-2 0,2 5 0 0,5 8-19 15,-3-12 17-15,1 17-14 0,2-15-12 0,0 15-20 16,0 0-4-16,-4-3 2 0,4-8-2 0,-3 11 0 15,3 0-1-15,3 0-1 0,-3 0-2 0,0 0-11 16,0 0 3-16,4 5-2 0,1 1 0 0,7 3-2 16,-7-2-1-16,2 4 7 0,4 13 12 0,-2-9 2 15,-6 1-2-15,6 8 3 0,1 5 4 0,-2-8-1 0,-6 1-4 16,8 1-3-16,-5 9-1 0,4 8 3 0,3-12-5 16,-9-4 0-16,4 9 2 0,1-2-2 0,4 13 3 15,-7-16-2-15,2 3 0 0,-2-2 1 0,2 6 0 16,-2-9 3-16,0 9 7 0,5-9 0 0,-4 3 3 15,0-11-5-15,3 9 1 0,2 3-19 0,1-10-75 16,-10-14-52-16,8 12-182 0,-4-7-199 0,2 2-130 0,-1-2-138 16,-4-9-47-16,-3-2 58 0,0 0 79 0,0 0-255 15</inkml:trace>
  <inkml:trace contextRef="#ctx0" brushRef="#br0" timeOffset="65434.23">17895 8490 212 0,'0'0'886'16,"0"0"-584"-16,0 0 165 0,0 0 36 0,0 0 30 16,0 0-272-16,0 0 101 0,0 0-23 0,0 0-42 0,0 0-90 15,0 0 3-15,3-11-71 0,-3 9-48 0,4-9-52 16,1 3-22-16,5-10 11 0,-5 7-17 0,0 0-2 15,5-5-3-15,-8 9-1 0,13-23 5 0,-15 23-9 16,9-15 3-16,-6 7 8 0,0-1 6 0,1 3 11 16,1 2-5-16,-5-2 15 0,0 5 10 0,3-3-1 15,-3 11-15-15,-3-3 21 0,3-7-14 0,-3 7-9 16,3 3-9-16,3 3-2 0,-6-6 1 0,1 6-4 0,-8 5-9 16,8-6-6-16,-5 7-3 0,2 15-6 0,-2-6 0 15,2-5 1-15,2 11-8 0,0 0 3 0,-1 5 4 16,4-5 4-16,0 2 3 0,-2-5 6 0,2 3 1 15,2-5 0-15,5 10 6 0,-4-11-3 0,6-8 2 16,-4 1-7-16,-2 2-2 0,12 9 0 0,-3-15 2 16,-10-1 0-16,17-1 5 0,-8 3 6 0,-2-5 4 0,12-3 3 15,-10 0-8-15,1 0-5 0,12-5-11 0,-9-1-50 16,5-7-120-16,-1 2-288 0,-5-2-212 0,-6-3-142 16,-4 11 202-16,7-16-195 0,-4-1-810 0</inkml:trace>
  <inkml:trace contextRef="#ctx0" brushRef="#br0" timeOffset="65624.72">17895 7939 136 0,'-14'0'2556'0,"4"0"-1920"0,8-2 0 0,-10-1-265 16,12 3-353-16,-15 3-45 0,7 2-7 0,1 1-46 15,-5-2-44-15,7 0-110 0,-4 6-86 0,-2-2-251 16,11-8 136-16,-7 11-191 0,2-6 61 0,8-3-34 16,-3 9-88-16</inkml:trace>
  <inkml:trace contextRef="#ctx0" brushRef="#br0" timeOffset="66103.44">18305 8938 549 0,'0'0'203'0,"0"0"41"0,0 0-1 0,0 0-2 16,0 0-151-16,0 0-30 0,0 0-36 0,-8 0-18 16,1 0 13-16,-10 2 15 0,8 0 23 0,-3-2 13 15,-6 3-5-15,4-1 30 0,-4-2 23 0,-8 0 26 16,14 4-12-16,-3-4 60 0,-26 0 76 0,11 0-37 15,3 0-26-15,-11 0 101 0,-9 0 80 0,3 2-78 0,-9-2 23 16,18 0-71-16,-16 0 171 0,-17 0 93 0,12 0-157 16,12 0-88-16,-14-2 81 0,-13 2 22 15,15 0-144-15,21 0-134 0,-9-4 17 0,3 4-13 0,-5 0-36 16,29 0-50-16,-3 0 3 0,11 0-6 0,-11 0-2 16,20 0-16-16,-12 0-11 0,9 4 0 0,3-4-18 15,0 0-109-15,0 0-157 0,5-4-157 0,5 2-195 0,7-3 1 16,10-3-690-16,-7 3 198 0,4-4 135 0,2 1-406 15</inkml:trace>
  <inkml:trace contextRef="#ctx0" brushRef="#br0" timeOffset="66836.48">17686 9410 877 0,'0'0'558'0,"-3"-13"-97"15,3 13-108-15,0-5 94 0,-12-1-172 0,10 4-118 16,-13 0-78-16,6-1 0 0,-6 3-35 0,-5 0-6 0,5 3 23 16,-11-1 31-16,4 4 28 0,2 1 13 0,3-1 14 15,2 4-6-15,-9 1 44 0,10 4-38 0,-4 4-26 16,6-3-42-16,-3 10 13 0,-9 3 15 0,12 1-31 16,2-9-31-16,-5 11 4 0,3-1-15 0,3 4 6 15,3-13-22-15,2 0 2 0,4 8-2 0,4-3 5 16,2-9-3-16,-1 3 6 0,4-3-8 0,-2 4-2 0,1-9-8 15,4 3-1-15,-3-5-9 0,6 4 1 0,0-2-4 16,0-4 2-16,-7-4 2 0,13 1-2 0,-4-4 6 16,-11 0-7-16,15-2-5 0,-4-4-4 0,1-2-7 15,3-2 7-15,3-2-11 0,-4-6-14 0,4 2-7 16,-9 0 11-16,7-12-35 0,2 3-15 0,-9-3 0 16,-6 7 12-16,3-10-23 0,-6-11-17 0,-4 5 21 15,-2 11 34-15,-8-7 1 0,-1-6-3 0,-3-11 0 16,-3 8 18-16,1 14 18 0,-4-14 3 0,-3 3 36 0,1-5 30 15,3 13 19-15,-5-3 47 0,5 3 29 0,-4-3 20 16,10 14-29-16,-8-11 80 0,5 7-35 0,6 4-8 16,-2 5-43-16,5 5 24 0,-7-10 10 0,3 5-43 15,9 9-44-15,-8-6 13 0,8 10-20 0,0 0-21 16,0 0-14-16,0 0 3 0,-4 0-14 0,8 0-13 16,-4 0-5-16,-4 0-1 0,8 0-1 0,1-6-1 0,0 2-1 15,5 6-1-15,2 0-3 0,-4 1 0 0,8 5-2 16,-11-5 2-16,19 12-5 0,-7 4-1 0,1-1 2 15,-6-1 5-15,2 4-1 0,1 0 2 0,0 6 2 16,-6-1 4-16,3 3 2 0,3-3 6 0,-5 1 2 16,0-3-3-16,7 18 7 0,-5-8-4 0,0-5-3 15,-3-2-4-15,6 12-4 0,-4 4 1 0,1-3 1 16,0-9 0-16,-3-4-3 0,3 12 2 0,-1-6-4 16,3 4-36-16,-4-19-17 0,2 8-74 0,0 3-62 0,2 1-190 15,-8-17 36-15,0 5-245 0,-3-9-116 0,2 9-94 16,-2-12 209-16,1 1-228 0,1-1-218 0</inkml:trace>
  <inkml:trace contextRef="#ctx0" brushRef="#br0" timeOffset="67183.55">18110 9180 60 0,'0'-7'1040'0,"-5"-12"-429"0,-1 3-149 16,2 11-123-16,2-6-2 0,-1 11-196 0,-4-13-38 15,7 13-77-15,-2 0 10 0,-10-2 7 0,12 2-32 16,0 0-3-16,-15 9 40 0,15 0 17 0,-3-4 2 16,1 5-38-16,2 1 17 0,-6 5 92 0,0 8-19 15,6-5-31-15,-3 1 46 0,3 4 21 0,0 9 55 16,0-7-52-16,0-5-44 0,3 5 41 0,3 4-31 0,0 1 8 15,-4-13-65-15,10 12 15 0,-2-1-11 0,10 2 0 16,-11-14-36-16,9 6 10 0,-4-2-15 0,4 1-9 16,0-4-6-16,0-5-3 0,-1 3-1 0,-2-3-6 15,-1 0-5-15,8 4-1 0,-14-12-46 0,6 8-149 16,-14-11-72-16,12 9-301 0,0-2-383 0,-9-7 144 0,4-2 202 16,1 0-1030-16</inkml:trace>
  <inkml:trace contextRef="#ctx0" brushRef="#br0" timeOffset="67405.96">18373 9439 1056 0,'-3'-5'1518'16,"3"5"-964"-16,0-4 189 0,-2-5-70 0,2 9-308 15,-7-2-304-15,-2 2-37 0,6-3-16 0,-17 6-11 16,13-3-2-16,-15 2 0 0,-5 1 0 0,6 3 9 15,3-2 2-15,-8-1 8 0,-4 3 8 0,-4 1 12 16,12-5-7-16,-5 4 22 0,1-3-2 0,6-3-6 16,2 5 4-16,6-8-27 0,0 1-27 0,-5 2-119 0,8-3-265 15,1 1-51-15,-2-9-507 0,10 11 160 0,-5-11-52 16,5 7-512-16</inkml:trace>
  <inkml:trace contextRef="#ctx0" brushRef="#br0" timeOffset="70487.71">13125 10550 420 0,'0'-2'613'15,"3"-11"-372"-15,-3 6 92 0,0-4 18 0,0-5-7 16,-3 8-144-16,3-3 51 0,0-5 18 0,3 6-5 16,1-1-38-16,-2-5 92 0,-2 5-88 0,12-13-2 15,-9 11-69-15,0-2 54 0,-1-1 56 0,2 0-85 16,-4-3-14-16,3 14-52 0,0-10 22 0,-3-2-7 15,-3 7-42-15,3 2-43 0,-3-3 12 0,3 9-23 0,0 2-18 16,-9-11-2-16,9 9-2 0,0 2-6 0,0 0-6 16,0 0-3-16,0 0-2 0,0 0 0 0,-3 0-5 15,-9 4 2-15,10 5 4 0,-2-1 1 0,-2 13-3 16,1-8 2-16,-4 8 1 0,3 6-1 0,-3 2 0 16,0-1-1-16,3 7 0 0,-3-2 5 0,4 3 4 15,-2 3 0-15,2-2 0 0,2 1 1 0,0 4 1 0,-1-2 0 16,4-11-5-16,0 11-1 0,4-1 1 0,-4-4 1 15,0-12-2-15,3 5-1 0,2 0 1 0,2 1 2 16,-4-13-2-16,-1 5 2 0,8-7-1 0,-8-6 0 16,10 8 0-16,-4-6 1 0,2-2-3 0,-1 2-1 15,-1-7-1-15,1 3 0 0,6-1-1 0,0-3-1 16,-6-2-3-16,8 0 3 0,3 0-2 0,2-2 0 16,-2-3-1-16,-14 5 0 0,17-11-5 0,10 0-19 15,-15 0-8-15,-3 1 3 0,-1 0-18 0,6-4-17 0,4-2-5 16,-9 0 16-16,-3-5 3 0,3 0 5 0,-1-3 4 15,-2 3 17-15,3-16-4 0,-10 3 6 0,2 2 0 16,-2 8 15-16,2-10-2 0,-2-12 3 0,-2 9 7 16,-3 6 2-16,3 7 6 0,-3-7 8 0,-3-4-2 15,0 0 8-15,3 15 0 0,-5-7 15 0,-4 3 9 16,3 3 4-16,0 0 9 0,3 5 13 0,-4 5 0 16,5 4-6-16,-1-7-24 0,3 12 19 0,-9-9-23 0,9 9-15 15,0 2-14-15,0 0-5 0,0 0-4 0,0 0-7 16,0 0 2-16,0 0 0 0,0 2 1 0,6 14 5 15,0-3 3-15,0-5-1 0,2 16 4 0,-1-8 1 16,1 2 0-16,-1-5-1 0,1 11-4 0,-2-2 1 16,2-2 2-16,2-1 0 0,-4 8 2 0,2 2-2 0,-1-3 0 15,-4-2 0-15,-1 7 0 0,1 4-2 0,0 5 0 16,-3-8-3-16,0 10 0 0,0-2-1 0,0-1-2 16,0-10 1-16,-3 14-1 0,3-7 2 0,0-1 7 15,0-9 2-15,-3 1 3 0,3 2 1 0,-2-8-38 16,4-5-90-16,-4-10-53 0,2 7-201 0,0-13-255 15,0 7-216-15,-3-1 199 0,3-6-197 0,0 0 89 0,0-8-213 16</inkml:trace>
  <inkml:trace contextRef="#ctx0" brushRef="#br0" timeOffset="71417.23">13803 10996 85 0,'-6'-14'1460'16,"6"14"-833"-16,-2-8-187 0,2 3 226 0,0 5-202 0,-7-13-287 16,7 7-76-16,0 10 1 0,0-4-17 0,0-6-15 15,-3-2-37-15,3 8 5 0,0-3-9 0,0 6-13 16,0-3-13-16,0-3-4 0,0 6-1 0,6 2-2 16,0 4-8-16,-3 0 3 0,6 4 5 0,-3-2 2 15,-1 6 0-15,2 3-1 0,-2 0-3 0,4 2 5 16,-3 2 3-16,0-4-6 0,-3 0-3 0,6 4 4 15,-1 0 2-15,-1-2 1 0,1-4 1 0,-1 1-11 16,-2-4 10-16,-2-1 3 0,3-1-6 0,-3-2 1 0,0 2 10 16,-3-13-3-16,2 7 13 0,-2 1 17 0,0-8 26 15,0 0 11-15,0 0 52 0,0 0 92 0,0 0-17 16,0 0-49-16,-14 0 39 0,8-6-29 0,4-1-22 16,-8-6-45-16,1 5-63 0,-6-10-2 0,7-2-5 15,-4-2 3-15,10 5-9 0,-8-7 4 0,8 1-4 16,-5-12 0-16,2 9-3 0,5-9 1 0,-3-2-1 0,3 0-2 15,0 3 0-15,3-1-1 0,6-2-3 0,-1 6-3 16,1 9-1-16,3-7 1 0,0 5-2 0,3 3 0 16,-7 8-3-16,1-1 0 0,3 1-8 0,-6 11-1 15,6-5 2-15,-7 1-4 0,7 3-3 0,3 3-3 16,-1 3 4-16,-7-1 3 0,13 6-2 0,-2 8-10 16,0 0 3-16,-10-3 6 0,4 6-3 0,0-3-1 0,0 5-5 15,-6-8 12-15,3 5-1 0,-6-4-1 0,3-1-6 16,2 11-9-16,-5-3-5 0,1 3-3 0,-8-6-4 15,1 0 3-15,1 6-15 0,-8-2 14 0,2 0 7 16,-1-7 14-16,-6 1-3 0,-2 5 9 0,0-3 10 16,-2-4 4-16,4-6 0 0,0-1 6 0,3-1 1 15,-8 1-1-15,14-3-2 0,-5-2 5 0,4-4 22 16,-1 2-2-16,8 0-7 0,-4 0 9 0,8 0 5 16,-8 0-15-16,4 0-8 0,7 0-10 0,10-6-4 0,-2 6-6 15,-6 0-2-15,23 0-2 0,-7 0-2 0,-3 2-4 16,2 4 2-16,3-3-2 0,0 2 2 0,-1 3-1 15,6-3-4-15,-5 6 9 0,2-3-1 0,-2-1 2 16,-4 2 0-16,-7-3 2 0,-2-2 1 0,6 5 3 16,-10-7-15-16,-2 3-36 0,1 1-150 0,-6-6-196 0,9 7-135 15,-10-4 33-15,1-3-294 0,6 10-26 0,-6-10-22 16,9 0 161-16</inkml:trace>
  <inkml:trace contextRef="#ctx0" brushRef="#br0" timeOffset="71787.24">15209 10678 551 0,'0'0'856'0,"0"0"-481"0,0 0 266 0,0 0-183 16,0 0-139-16,-7-3-165 0,-1-2-28 0,5 5-47 0,-18 0 10 15,6 0-12-15,-2 0 42 0,-10 3 26 0,1-3 34 16,11 2-26-16,-21-2 136 0,16 3-66 0,-4 0-19 15,9 0-62-15,-2-1 30 0,-3 0-2 0,11-2-63 16,-3 3-51-16,4-3 7 0,1 0-20 0,-5 3-16 16,7-6-22-16,5 3-16 0,0 3-69 0,0-3-121 15,-3-3-221-15,-9 0-105 0,12 3-324 0,0 0 11 16,0 0 4-16,0 0 256 0,0 0-382 0</inkml:trace>
  <inkml:trace contextRef="#ctx0" brushRef="#br0" timeOffset="72038.57">15297 10940 189 0,'0'0'693'0,"14"3"-62"0,-11-3-52 0,-3 0 57 16,0 0-154-16,0 0 206 0,7-6-1 0,-2 3-121 15,-5 3-180-15,-3-2 50 0,-2-9 4 0,-11 6-197 16,8-1-88-16,-9 2-98 0,5 1-5 0,-22-3 1 15,12 4-5-15,0-1-15 0,0-1 6 0,-8 0 3 0,6 2-23 16,7-1-16-16,-7 1-13 0,15 2-8 0,-9 0-16 16,6-4-11-16,0 4-211 0,2 0-214 15,10 0-358-15,0 0 86 0,-7 0-303 0,-5 0 13 0,12 0-1135 16</inkml:trace>
  <inkml:trace contextRef="#ctx0" brushRef="#br0" timeOffset="73199.46">16092 10278 205 0,'7'-10'865'0,"-5"-3"-397"0,-2 5 63 16,0-3-115-16,0 11 171 0,3-13-253 0,-3 13-24 16,0 0-98-16,-3 0-30 0,6 0-51 0,-6 0-24 15,6 0-72-15,-3 0-20 0,0 0-11 0,-3 0 2 16,3 5 2-16,-5 3-10 0,5 8 16 0,3 5 10 16,-1 3 2-16,-2-6-6 0,6 15 7 0,0-2-6 0,-3 1 10 15,0-5-10-15,3 6 7 0,-3 18 21 0,0-12-2 16,-3-4-14-16,2 9 11 0,-2 0-11 0,0 8-1 15,0-23-17-15,0 11-6 0,4-3-6 0,-4-2-2 16,0-4 5-16,0-5 0 0,3-4 7 0,-3-15 4 16,3 15-4-16,-3-20 0 0,2 9 5 0,-2-11 7 15,0 0 47-15,0 0 56 0,0-2 83 0,0 4 10 0,-8-15 74 16,4 8-104-16,2-14 58 0,-1-2-43 16,0-5-114-16,3 2-45 0,-4-8 5 0,2 0-52 0,2-5-28 15,-3 8 1-15,3-14-33 0,0-10-49 0,-3 11 5 16,3 8 20-16,-2-8-41 0,4-3-12 0,-4-11-34 15,4 11 49-15,1 11 47 0,2-6-20 0,2-2 10 16,2-4 22-16,-3 20 28 0,3 0-7 0,-1-1 4 16,4 7 3-16,-7 7 22 0,7-9 15 0,-2 11 10 0,-5 0 15 15,7-2-7-15,-3 8 8 0,3-1-3 0,-1 2-19 16,-4 4-7-16,5 2-4 0,2 0-2 0,1 7-4 16,-7-7 5-16,7 11 2 0,-6-4-3 0,8 4-8 15,2 9-1-15,-8-7 3 0,3 3-2 0,-4 1 6 16,-4 2 10-16,2-6 5 0,-1 13 10 0,-4-8-4 15,-3 7 1-15,-3-8-4 0,-1 4-4 0,-4 9-9 0,-7-8-8 16,6-3 0-16,-8 5-4 0,2-2 1 0,-9 0-2 16,7-8 1-16,-1 5 3 0,4-5 13 0,4-14 4 15,-11 11-1-15,10-7-4 0,-3 5 6 0,7-6 5 16,2-3-5-16,5-2 4 0,0 0 24 0,0 0 7 16,0 0 14-16,0 0-11 0,0 0 14 0,0-2 6 15,17-3-20-15,-2 3-23 0,6-4-2 0,2 6-13 0,3 0-10 16,-2 0-5-16,6 2-1 0,-1 7-1 0,0 1 6 15,-5-2 4-15,18 11-1 0,-13 1 9 0,-2 2 2 16,-7-9-2-16,4 9 2 0,-2 4-6 0,2 0-1 16,-12-8-1-16,3 2-3 0,-3-2-4 0,0 3 4 15,3 6 2-15,-10-17 0 0,4 4-2 0,-1-7 1 16,2 14-13-16,-1-10-63 0,-1 0-122 0,2 2-213 16,-5-6-208-16,-2 2 45 0,6-4-261 0,3 1-186 0,-4-4-518 15</inkml:trace>
  <inkml:trace contextRef="#ctx0" brushRef="#br0" timeOffset="73804.84">17344 10792 2739 0,'0'2'1503'16,"0"-2"-653"-16,0 0 299 0,-14 4-430 0,14-4-252 15,0 0-159-15,0 0-109 0,0 0-77 0,0 0-48 16,0 0-41-16,0 0-22 0,0 0-2 0,0 0-2 16,0 0-6-16,0 0-1 0,0 0 0 0,0 0 0 15,0 0 0-15,0 0-3 0,0 0-11 0,0 0-16 0,0 0-64 16,0 0-121-16,0 0-188 0,0 0-207 0,0 0-305 16,0 0 29-16,0 0-298 0,0 0-621 0</inkml:trace>
  <inkml:trace contextRef="#ctx0" brushRef="#br0" timeOffset="74467.09">17771 10752 510 0,'-2'2'1800'0,"-4"9"-638"0,6-11-301 16,0 0-90-16,-2 9-390 0,2-5-106 0,0-4-171 16,0 0-58-16,0 0-16 0,0 0 8 0,0 0-3 0,0 0-8 15,0 0-13-15,8 0 3 0,1-4-5 0,8-5-1 16,-2 1-2-16,6-5-3 0,2-1 2 0,1-1-2 15,-9 2-3-15,9-8-1 0,-4 2-2 0,1-3 0 16,-1 0-2-16,-5 2-3 0,5-6-2 0,1 0-2 16,-4 2-2-16,-5 3 4 0,3-9 1 0,-6 6 3 15,-3-2 11-15,0 10 0 0,-3-8 10 0,0 4 3 0,0 4-3 16,-3 10-3-16,-3-12 0 0,0 1-8 16,3 15-1-16,-7-3-6 0,2-3-2 0,-2 8-6 0,-7 0 0 15,6 2 3-15,-2 2-1 0,-12 9-3 0,3 5-8 16,4 4 7-16,3-7 9 0,-2 7-7 0,3 1 1 15,-5 11-2-15,8-10 9 0,-1 8 5 0,-3-2-1 16,6 1-3-16,4-2 5 0,-5 19 1 0,7-16 2 0,0-3 10 16,4-11-6-16,1 11 8 0,5 8 11 0,-2-16-1 15,1-5 4-15,3 3 17 0,3-1 24 0,5 9 73 16,-8-19-43-16,5-1 40 0,4 4 0 0,-1-9-12 16,7 4 17-16,-22-6-97 0,22-6-16 0,-3 2-29 15,3-1-160-15,-10-1-54 0,-2-1-192 0,-6 1-340 16,18-5-225-16,-22 6 145 0,7-14-397 0,-6 9-600 15</inkml:trace>
  <inkml:trace contextRef="#ctx0" brushRef="#br0" timeOffset="74834.09">18200 10072 39 0,'0'0'675'15,"0"0"-381"-15,-15 6-13 0,11-4 3 0,-4 0-62 16,-1 4-127-16,9-6-58 0,-10 10 20 0,8-10-13 0,-4 8-2 16,6-5-6-16,0-3 3 0,-2 2 8 0,-8 9 1 15,10-11-19-15,0 0 5 0,0 0-9 0,0 0 11 16,0 0 32-16,0 0 18 0,0 0 9 0,0 0 28 15,0 0 66-15,0 0-79 0,0 0 22 0,3 0-34 16,9 4-6-16,-12-8-13 0,15-3-28 0,-6-2-15 16,-4 5 2-16,5-5 20 0,-10 7 37 0,5-7 31 15,-2 7 39-15,-3 2-23 0,0 0 69 0,0 0 44 16,0 0-80-16,0 0-61 0,0-2-3 0,0 4-24 16,0-4-64-16,0 2-18 0,0 2-7 0,-6-2-30 0,-6 2-120 15,0 4-19-15,7-3-221 0,-4 2-199 0,1 1-143 16,-2-4-17-16,-2 0 34 0,0 7-45 0</inkml:trace>
  <inkml:trace contextRef="#ctx0" brushRef="#br0" timeOffset="77149.89">30462 12344 158 0,'0'0'1333'0,"9"-2"-711"0,-4 4 16 16,-5-2-152-16,-2-2 155 0,4 4-285 0,1-6-112 16,4-1-87-16,-7 5 22 0,0 0 11 0,0 0-4 15,2-4-21-15,8 2-60 0,-8 2 37 0,-2 0-57 16,0 0-20-16,0 0-40 0,0 0-22 0,0 0-7 15,0 0 0-15,0 0 12 0,-5 2 11 0,-4 9 4 16,-18 0 7-16,10-6-13 0,-5 5 3 0,-5-4-5 0,-7 8-38 16,16-7 4-16,-3-1-7 0,-2 1 5 0,14-3 11 15,-3 0 5-15,0-1 11 0,4-3 40 0,1 0 61 16,7 0 20-16,-8-3 6 0,2-1-3 0,6 6 23 16,0-2-7-16,0-8-59 0,0-6 12 0,6 4-47 15,9-6-9-15,-12 11-11 0,26-14-9 0,-12 8 4 16,5 4-7-16,-8 1-18 0,13 1 16 0,-19 5-9 0,22-8-18 15,-24 8-2-15,14 0-8 0,-2 0-20 16,-6 3 4-16,2 5 18 0,-2-6-4 0,3 9 35 0,6 8-12 16,-13-9 11-16,4 6 8 0,0 2 1 0,-2 2-13 15,-2 0-9-15,-2-7-5 0,0 9-17 0,-1 4-19 16,-5-5 21-16,4-7 6 0,-8 2-10 0,-1 15-10 16,-5-5 34-16,2-7 27 0,-6 2 17 0,-5 5-15 15,-6 9 6-15,6-13-4 0,-8 6 14 0,2 1-15 16,-8 8-11-16,6-10-4 0,-3 5 6 0,-4-5-1 0,4-5-5 15,1 6-22-15,0-10-40 0,-2 0-46 0,2-5-70 16,-3 0-194-16,8-2-96 0,-6 0-300 0,1-9-146 16,0-4-89-16,5-6 266 0,-2-2-180 0,-12-12-794 15</inkml:trace>
  <inkml:trace contextRef="#ctx0" brushRef="#br0" timeOffset="77304.49">29674 12647 510 0,'0'0'1800'0,"-2"0"-632"0,-4-11-306 16,6 11-54-16,0 0-421 0,0 0-170 0,0 0-158 15,-2 0-62-15,2 0-8 0,2 0-55 0,-4 0-61 0,4 0-41 16,-2 0-29-16,0 0-216 0,-2-2-238 0,-13 2-153 16,15 0 19-16,-15-6 31 0,6 6-106 15</inkml:trace>
  <inkml:trace contextRef="#ctx0" brushRef="#br0" timeOffset="77668.52">29372 12133 144 0,'-6'-8'2427'16,"0"1"-1584"-16,6 7-296 0,-3-11 219 0,3 8-582 15,0 3-191-15,0 0 2 0,-3 3 0 0,1 5 0 16,-8 5 3-16,8-8 2 0,-5 19 3 0,-1-6 2 15,1 12 0-15,-1-14-4 0,2 8-9 0,0-1-7 0,0 3-3 16,0-4-2-16,-3-3-3 0,6-10-19 16,-9 5-6-16,4 2-6 0,-4-8 21 0,-2 0-13 0,4-3 0 15,-10 1 11-15,2-4 24 0,7-4 8 0,-4-4 24 16,-6-5 22-16,12-2 6 0,-6-10 61 0,4-1 5 16,5-6 37-16,0 7-2 0,-3-12 71 0,4-13 93 15,5 9-62-15,0 8-71 0,0-15 71 0,2-18 28 16,1 12-104-16,0 12-81 0,1-13 16 0,1 0-23 0,0-10 15 15,-5 23-69-15,4-4 7 0,-4 1-10 0,0-4-6 16,0 17-10-16,0 14-4 0,-4-5-16 0,4 11-21 16,-2-7-46-16,2 17 12 0,0 0-101 0,-6-9-101 15,6 5-129-15,-9 8-172 0,0-2-182 0,-9 11-210 16,1 5-40-16,5-2 305 0,-12 8-355 0</inkml:trace>
  <inkml:trace contextRef="#ctx0" brushRef="#br0" timeOffset="78314.78">28747 11546 1987 0,'-6'-16'981'0,"6"2"-260"0,-6 1 1 16,6 13-332-16,0 0-333 0,0 0-48 0,0 0-3 0,0 0-5 15,0 0-6-15,0 0-1 0,0 13-4 0,3 1 5 16,-3 10 0-16,3-9 2 0,1 15 2 0,1 10 11 15,-2-9 2-15,-1-5-1 0,2 14 2 0,-4-3-1 16,3 14 4-16,0-23-7 0,-3 12 0 0,2 3-2 16,-2-3-3-16,3-11 0 0,-3 23 1 0,0-14-1 0,-3-7 0 15,1-5-1-15,2 9 2 0,-6 2 3 0,-3-8-1 16,0-7-2-16,1-4-2 0,-4 6 0 0,-6 0-3 16,0-9-4-16,7-2 2 0,-8 1-1 0,-1-4 2 15,-4-1 1-15,4-4 3 0,-4-3 6 0,0-4 6 16,4-9 3-16,-4 6 19 0,2-8 22 0,-2-9 11 15,2 4 5-15,12 3-16 0,-17-13 95 0,12 5-9 0,1-1-15 16,7 9-39-16,2-2 25 0,-2-1 34 0,4 7-43 16,-2-2-49-16,5 4-18 0,-3 5 15 0,3 4 14 15,-4-11-16-15,4 6-19 0,0 7 6 0,0-4 6 16,0 4-20-16,0-2-12 0,4 9-13 0,1-2-5 16,-2 4-2-16,0-3-4 0,1 5-16 0,-4-5-8 15,0 11-17-15,0-1 3 0,0-7-26 0,-7 4-23 16,-1 4-35-16,-4-5 9 0,3-4-27 0,-11 6 23 0,1-3 24 15,2-6 15-15,-3 2 25 0,-4-1 49 0,0-3 10 16,-3-3 3-16,2 1 0 0,-9 0-1 0,0-6 2 16,7 0 8-16,6-1 3 0,-11-10 16 0,8 1-4 15,1 0 8-15,8 2 1 0,-3-10 20 0,-2-6 52 16,2 3-6-16,9 1-19 0,-6-7 42 0,3-1 3 16,0-14 17-16,10 13-55 0,-6-13 20 0,-2-4 2 0,1-8 46 15,6 15-50-15,-2-11 55 0,2 1 10 0,-3 1-10 16,0-8 42-16,6 22-78 0,-4-10 16 0,-1 2-34 15,2-8-5-15,1 24-51 0,-2-6 5 0,4 4-33 16,0 2-17-16,-3 3-4 0,3 9 0 0,-3 4 0 16,3 2 0-16,-5-4 0 0,5 15 0 0,-4-14-1 15,4 12-22-15,0 2-35 0,0 0-97 0,0 0-59 16,-3 5-170-16,1 6 22 0,2 2-296 0,0 6-478 16,0 7 92-16,2-5-29 0,1-4 336 0,6 3-93 0,3 4-533 15</inkml:trace>
  <inkml:trace contextRef="#ctx0" brushRef="#br0" timeOffset="78505.28">28163 11654 1016 0,'9'-2'1451'0,"-6"2"-941"0,6-2 97 0,1 2-241 16,-8 0-181-16,6 0-34 0,-4-4 93 0,11 4-53 15,-15 0-2-15,8-2-68 0,4 2-19 0,9 0-46 16,-1 0-33-16,-14 0-12 0,15 0-1 0,-6 2-7 0,-1-2-11 15,7 6-3-15,-12-4-52 0,3 3-96 16,0-1-194-16,-12-2-13 0,12 3-377 0,-9 1-7 0,-6 1 0 16,-1-1 10-16,-8 1-276 0</inkml:trace>
  <inkml:trace contextRef="#ctx0" brushRef="#br0" timeOffset="79116.66">27436 11422 777 0,'-9'-16'1039'0,"1"-1"-621"16,1 8-15-16,-5-11-259 0,7 16-139 0,-7-10-3 16,-6 6-19-16,16 3 12 0,-20-6 11 0,14 9 7 15,-4-4 1-15,0 4-26 0,12 2-9 0,-14 8 17 0,7-3-16 16,2 3-13-16,-5 5 23 0,8 5 8 0,-1 2 15 15,0-2 4-15,6 0-3 0,0 12 9 0,3-4 3 16,2 3 5-16,-1-8-11 0,4 8 0 0,1 8 0 16,0-3-2-16,-3-10-4 0,6 8 7 0,-3 0 8 15,5 7-6-15,-8-12-17 0,6 12 1 0,-4-2-7 16,-2 1 2-16,-4-10-6 0,-1 18-18 0,-1-11 13 0,-6-2 12 16,-1 2 10-16,2-13 2 0,-10 11 4 15,1 0-3-15,-1-4 26 0,-3-11 0 0,-3 6 21 0,-12 0 8 16,4-6-10-16,6-8-12 0,-15-1 19 0,4-7-10 15,-9 1 27-15,14-3 0 0,-10-3 62 0,4 3 51 16,2-2 37-16,4-4 8 0,-1 1-4 0,3 0-25 16,6-1-49-16,9 6-57 0,-8-5-30 0,5-1-44 0,9 6-14 15,3 0-17-15,0 0-6 0,0 0-7 0,0 0-2 16,0 0-6-16,0 0 3 0,3 17-12 0,1-7-5 16,-2-2-43-16,6 8 1 0,-1-3-29 0,5 11-29 15,-4-13 21-15,-5 0 21 0,3-1-32 0,0 8 21 16,-9-7 59-16,0-6 26 0,-3 6 5 0,-5-9 21 15,-4 2 53-15,-9-2 37 0,-2-2 59 0,-6-2 41 0,-7-2 91 16,-2-3 96-16,-3-4 20 0,-3-4 41 0,-4-2 7 16,2-4 9-16,8 2-156 0,2-7-71 0,0-1-83 15,7 1-37-15,3 2-78 0,2-2-33 0,6-1-6 16,1-2 0-16,8 8 0 0,-5-6 0 0,11 1 0 16,2 2 0-16,4 8 0 0,4-10 0 0,4 10-31 15,7 1-64-15,0 4-62 0,6 0-116 0,8 0-246 0,-6 9 16 16,-7 0-36-16,7 4-351 0,-2 0-106 0,2 12-211 15,-5 5 329-15,-7-4 302 0,8 7-425 0</inkml:trace>
  <inkml:trace contextRef="#ctx0" brushRef="#br0" timeOffset="79278.21">26502 12790 315 0,'3'10'1309'0,"0"0"-757"0,6 3-46 0,3-7 117 0,-1-1-251 16,10-3-111-16,-12-2-82 0,21 4-2 0,-8-8 28 15,0 0-71-15,-2 1-44 0,6-5-9 0,6 1-37 16,-5-2-28-16,-8 4-12 0,10-1-11 0,0 2-10 16,-2-2-65-16,-22 6-15 0,15-3-124 0,-5-2-132 15,-8 3-122-15,7 2-126 0,-14-4-101 0,0 8 53 16,3-10-374-16</inkml:trace>
  <inkml:trace contextRef="#ctx0" brushRef="#br0" timeOffset="79462.72">25725 12416 2523 0,'-4'-4'1225'0,"-7"-7"-353"0,4 0 11 15,7 11-1046-15,0 0-230 0,0 0-303 0,0-2-121 16,0 4-59-16,0-2 21 0,0-2 115 0,10-7-173 15</inkml:trace>
  <inkml:trace contextRef="#ctx0" brushRef="#br0" timeOffset="79604.34">25703 12115 438 0,'-8'-13'3429'0,"4"0"-2444"16,4-4 3-16,0 17-386 0,0-11-445 0,0 9-157 15,0 2-47-15,0 0-32 0,0 0-109 0,0 0-205 16,0 0-163-16,0 0-165 0,0 0 90 0,0 0-277 0,0 0-57 15,0 13 114-15,0-13 91 0</inkml:trace>
  <inkml:trace contextRef="#ctx0" brushRef="#br0" timeOffset="82798.82">9330 5820 878 0,'-8'-5'386'0,"8"5"-117"0,0-2 112 0,0-9 12 16,-3 11-46-16,3 0-192 0,-4-13 84 0,4 13 28 15,0 0 7-15,0-13 3 0,0 13-1 0,4-11-51 16,-4 5-23-16,3-1-30 0,0 1-52 0,2-4 55 0,2 2-49 15,-2 3-61-15,7-6-21 0,-3 5 7 0,6-1-19 16,5-6-18-16,-5 4-11 0,3 2-1 0,-10 1-1 16,16-7-1-16,-9 8-2 0,9-6 7 0,-7 3-4 15,-9 3-5-15,4-1 1 0,3-1 0 0,-6-2 0 16,-3 7-1-16,-6 2-9 0,6-2-8 0,6-1 1 16,-12 3-2-16,0 0-2 0,0 0 11 0,6 13 0 0,-4-8 8 15,1 8 7-15,-3-2 1 0,4 16 4 0,-4-17-3 16,0 14-4-16,0-8-1 0,3 4 2 0,-3 7 2 15,0-8-1-15,0-3 4 0,-3 8 2 0,3-6-5 16,0 6-2-16,-4-9-1 0,4-6-1 0,0 12-1 16,-3-8-7-16,1-2 4 0,-4 12 0 0,2-1-11 15,-1-7-64-15,2-6-144 0,-6 12-77 0,4-3-307 0,-10 4-263 16,0-2 2-16,11-11 298 0,-10 4-819 0</inkml:trace>
  <inkml:trace contextRef="#ctx0" brushRef="#br0" timeOffset="83007.24">9705 6132 674 0,'12'6'934'0,"-10"-6"-612"0,-2 0 108 0,0 0-98 16,0 0-186-16,0 0-119 0,6 2-5 0,-2 3 1 16,-2-1-19-16,-2-4 7 0,0 0 21 0,0 0-13 15,0 0 32-15,0 0-11 0,-6 7 4 0,6-5-2 16,-18 4-19-16,10-6-14 0,-13 5-8 0,4 1-42 0,-13 1-2 15,4-1 3-15,-1-1-2 0,7 0-10 16,-4 1-30-16,3-6-123 0,3 2-6 0,10-4-138 0,-18 2-78 16,14-6-112-16,-10-1 205 0,17 4-443 0</inkml:trace>
  <inkml:trace contextRef="#ctx0" brushRef="#br0" timeOffset="83613.62">9466 5471 400 0,'-44'0'626'16,"0"-3"-283"-16,3 3-33 0,9 0-99 0,-16 3-71 16,1-1-34-16,-15 4 52 0,24-3-83 0,-13 5 21 0,4 5-8 15,1 3-20-15,10-3-22 0,-11 13-11 0,14-2-33 16,7 3-2-16,8-3 0 0,0 5-1 0,6 5-12 15,7-5-6-15,2-2 1 0,6 7 5 0,2 2 2 16,5 10-2-16,4-4-4 0,6 4 14 0,2-4-6 16,0 6 0-16,0-15 4 0,12 28 38 0,-3-13 2 15,-6-6 3-15,2 6 4 0,-6-16-2 0,9 10 14 0,2 8-16 16,0-15-73-16,-8-17-12 0,8 6 6 0,4-5-18 16,8-1-7-16,-15-10 27 0,13-5-7 0,-4-1 32 15,6-4 25-15,-12 2-15 0,24-11 19 0,-12-2-13 16,-2-3 1-16,-10 1-1 0,13-7 28 0,7-15 48 15,-13 2-12-15,-7 9-15 0,6-10 39 0,4-8 28 16,9-8 37-16,-14 4-62 0,-10 12-34 0,9-8 31 16,-10 0 18-16,-3-9-2 0,-2 14-30 0,-10-7 9 0,-2 4 0 15,-2 2 3-15,-4 12-32 0,-6-18 7 0,-6 15-29 16,-3 1-16-16,2 12-13 0,-12-4-6 0,-12 2-8 16,0 7 8-16,7 4-3 0,-14 4-2 0,-1-1-1 15,-10 4 9-15,7 2 0 0,-5 0-2 0,9 2-5 16,0 1 2-16,9 0 2 0,-12 0 1 0,10 2-1 15,8-3-4-15,3 2 1 0,11-2-1 0,-5 0-2 0,5 1 0 16,-6 3 1-16,18-6 1 0,-9 2-3 0,2 1 2 16,7-3-2-16,0 0 0 0,0-3-6 0,0 6 1 15,0-3 5-15,0-3 4 0,0 6 3 0,0-3-3 16,0-3 6-16,0 3 5 0,0 3 2 0,0-6-5 16,0 6-5-16,0-3-3 0,0 0 3 0,-10 4 6 15,6 0 1-15,4-4-6 0,0 0-6 0,-3 0-4 0,0 10-47 16,3-10-132-16,-2 3-19 0,-10 4-125 15,12-7-59-15,-3 4-67 0,-9 3 64 0,0-1-245 0,12-3 214 16,-9-1-103-16</inkml:trace>
  <inkml:trace contextRef="#ctx0" brushRef="#br0" timeOffset="86852.96">9822 6659 433 0,'-3'-11'599'0,"3"9"-333"16,0 2 6-16,3-11-78 0,-3 8-149 0,0 3-34 16,12-4-2-16,-5 4-4 0,3 2 1 0,2 0-7 15,15 3 4-15,-3 1 11 0,-6-1 3 0,8 1 11 16,16 1 34-16,-13 4 15 0,-9-3-7 0,13 3 68 0,-1 5 29 16,10 2 27-16,-10-3-38 0,9 5 11 15,-2 1-6-15,7 0-8 0,-14-2-71 0,31 12 32 0,-16-2-23 16,6 3-12-16,-14-8-18 0,13 5 13 0,23 15 7 15,-14-9-22-15,-17-11-21 0,21 13 15 0,-3-5 10 16,11 2 7-16,4 1-3 0,-27-17-20 0,15 0 24 16,3-1-3-16,-6-4-8 0,3-6-13 0,-9 2-9 15,-4-4 1-15,-4 1-10 0,-16-4-16 0,21 0-3 16,-21-2-6-16,-8 0 1 0,-6-2-4 0,-6 2-6 16,2 0-1-16,-11 0-1 0,-3 0 4 0,-3 0-9 0,6 0-67 15,-3 0-99-15,-3 0-128 0,6 0-159 0,-18-5-117 16,-9-1-83-16,7 6 166 0,-3 0-104 0,-19-2-404 15</inkml:trace>
  <inkml:trace contextRef="#ctx0" brushRef="#br0" timeOffset="87229.95">11363 6968 240 0,'-5'-8'1004'0,"2"1"-559"16,0 7 35-16,-6-13 2 0,9 13-182 0,-9-14-145 15,9 14-45-15,0 0-53 0,-3 0-12 0,6 0-45 16,-6 0-11-16,6 3 3 0,6 10 2 0,-4-2 2 16,17 4 9-16,-5-1 11 0,-2-6 3 0,11 5 5 15,1 0-3-15,5 5-5 0,1-2-3 0,-1 1-4 16,7 1-2-16,-4 1-6 0,-9-9 0 0,13 11 3 0,-7-5 4 15,-3-1-6-15,-9-1-2 0,-1 5-1 0,-2-4-27 16,3 9-13-16,-10-13 38 0,-5-6-1 0,2 14 12 16,-5-9 7-16,-2-2 4 0,-5 11 74 0,-7-9 29 15,-9 9-2-15,-2-3 9 0,-4-5-32 0,-14 7 84 16,0-3-14-16,-1 4-15 0,8-5-52 0,-17 1 25 16,-10 7 18-16,13-7-43 0,18-4-35 0,-11 0-9 0,6 5-16 15,-3-3-22-15,18 0-14 0,-5 3-11 0,8-1-31 16,2 2-82-16,6-4-52 0,4-2-379 0,-5 5-165 15,8-12-39-15,2 7 196 0,0-11-1209 0</inkml:trace>
  <inkml:trace contextRef="#ctx0" brushRef="#br0" timeOffset="89298.44">11811 12774 1072 0,'0'-11'709'0,"-3"-19"-161"0,3 12 43 15,0 0-143-15,0-1-166 0,0 1-84 0,0-6 110 16,0 11-25-16,0-9-58 0,0 7-65 0,0-7 68 0,0 2 8 16,3-7 25-16,-3 10-106 0,0-3 56 0,3 1 12 15,-3 9 54-15,0-3-51 0,4 0-57 0,-4 7 38 16,5-5-33-16,-5 11-18 0,3-11-78 0,-1 11-26 16,-2-2-40-16,0 4-21 0,0-2-5 0,0-2 1 15,0 4-2-15,0 7 1 0,4 1 3 0,-4 14 2 16,3-3 17-16,-3 0 0 0,0 1-6 0,0 18-1 0,-3-3 1 15,-3-1 1-15,3-4-3 0,-6 16-5 0,3 16 1 16,-3-15 8-16,4-6 0 0,-5 10 0 0,8 13 1 16,-1-16-1-16,-4-5 5 0,5-10-1 0,-1 4 6 15,3-2 11-15,3-2-2 0,-1-17-7 0,-2 6 7 16,7-6-4-16,-4-5 7 0,-1-7-11 0,1 10 3 16,1-14 6-16,-1 7 9 0,-3-7-6 0,0-2 9 0,14 0 7 15,-4 0 7-15,10-5 11 0,-3-3 3 0,7 0-5 16,3-2-6-16,-10-1-18 0,19-8 10 0,-6 6-27 15,-4 0-12-15,6-1-5 0,-2 1-1 0,-4 2 0 16,6 4 0-16,0-1 0 0,-10 3 0 0,16-1 0 16,-8 4 0-16,-1-3 0 0,-9 5 0 0,9-4-13 15,-5 4-65-15,3 4-145 0,-12-2-149 0,11 3-259 16,1 3-509-16,-7 3-38 0,-5-4 280 0,2 2-238 0,-8-7-92 16</inkml:trace>
  <inkml:trace contextRef="#ctx0" brushRef="#br0" timeOffset="90097.28">13169 12954 1242 0,'7'-8'723'0,"-5"-1"-62"16,1-2 71-16,-3-4 66 0,3 12-421 0,-3-10-43 0,-3 0-76 16,3 5-41-16,-3-2-59 0,3 10-8 0,-9-17-12 15,9 17-71-15,-5-5-30 0,-5-1 10 0,-4 2-10 16,-6 4-22-16,10 0-9 0,-19 0 0 0,9 2-3 15,1 4-1-15,-6 1 8 0,9-1-3 0,-1 1 3 16,-1 7-1-16,4 2 1 0,4 0-3 0,-7 2 2 16,5 6-10-16,7-5-6 0,-2-1-4 0,2 0-8 15,5 4-2-15,2 2-5 0,5-9 10 0,4 5-6 16,-2-2 5-16,6 0 7 0,2-2 7 0,4-2 3 16,-3-7 0-16,-1 4 1 0,-2-9 1 0,3 4 1 0,12-4 2 15,-13 1 0-15,7-6 5 0,-13-1 3 0,10-2 4 16,-1-10 2-16,1-3-4 0,-9 6-8 0,3-16 1 15,0 2-9-15,-1-4-10 0,-6-4-1 0,2-2-1 16,-5-2-2-16,2-3 2 0,-7 13 4 0,0-14-1 16,-3-13 1-16,-4 11 3 0,5 9 4 0,-4-7 1 0,-3-4 5 15,-8-10 0-15,5 26 0 0,-3-14 3 0,3 5-1 16,-5 0-2-16,-5-4 2 0,8 12-5 0,-1-6 1 16,0 10-3-16,3-1-1 0,4 10-4 0,2 3-2 15,0-2 0-15,4 7-1 0,-2 6 3 0,1 5-3 16,6 0-1-16,-6 0 5 0,3 0 1 0,3 0 2 15,3 5-1-15,-3 4 0 0,6 13 4 0,-1 0 0 0,4 2 1 16,3 7-2-16,-6-7 0 0,11 13 1 0,-5 1-1 16,6-1-2-16,-9-6 2 0,3 9 1 0,0 10-2 15,-3-10 1-15,2-1 0 0,-3-6 0 0,5 9 0 16,-5 8 0-16,1 0 0 0,0-18-1 0,0 11-2 16,0-4-1-16,0 3 0 0,-4-2-2 0,4-8-2 15,3 2-1-15,-6-5-2 0,-1-5-29 0,7 11-107 16,-6-17-103-16,0 1-203 0,-3-8 14 0,-1-2-309 0,-1 6-217 15,4-6 70-15,-8-9-199 0</inkml:trace>
  <inkml:trace contextRef="#ctx0" brushRef="#br0" timeOffset="90568.02">13679 12787 128 0,'0'0'1697'0,"0"0"-487"0,0 0-368 16,0 0-11-16,6-11-320 0,-6 11-207 0,0-2-187 16,0 4-58-16,0-2-48 0,0 0-4 15,0 0 6-15,0 0 0 0,0-2-4 0,0 2-4 0,15-4-1 16,-15 4 3-16,15-4-2 0,-10-1-17 0,4-1-9 15,6-5-2-15,-3-2-5 0,-7 6 11 0,7-13-7 16,0-4-3-16,-6 6 14 0,3 5 5 0,0-16-3 16,-3 8 1-16,-6-1 4 0,2 13 2 0,-2 0 4 0,3-9 0 15,1-6 4-15,-8 18-1 0,4-7 0 0,0 13 0 16,0-16-2-16,-3 16-2 0,3 0-2 0,3 0-4 16,-3 0-3-16,0 0 0 0,0 0 2 0,-5 3-3 15,-7-1-3-15,12 17 7 0,-3-5 2 0,3 14-11 16,0-4 3-16,0 3 11 0,0-6 9 0,3 11 18 15,3 7 12-15,-3-10 24 0,2-10 2 0,2 8 29 16,1-1-9-16,4 3-2 0,0-10-25 0,3-1 1 0,-1-2-21 16,1 0-14-16,-3-6-6 0,5 7 11 0,5-10-7 15,-5-1-2-15,-8-4-8 0,6 1-10 0,5-3-52 16,-8 0-133-16,12-5-312 0,-21 1-45 0,12-3-362 16,-3-12-10-16,-2-7-213 0,-6 10-23 0</inkml:trace>
  <inkml:trace contextRef="#ctx0" brushRef="#br0" timeOffset="90735.58">13868 12098 2407 0,'-3'0'1321'0,"-9"6"-301"16,12-6-135-16,0 0-482 0,0 0-344 0,0 0-52 0,0 0-9 15,0 0-8-15,-6 0 0 0,-2 3-5 0,8 8-6 16,0-1-81-16,0-2-90 0,0 5-54 0,0-2-273 15,-3-1-133-15,3 6-428 0,0-8 425 0,-4 0-219 16,1 11-756-16</inkml:trace>
  <inkml:trace contextRef="#ctx0" brushRef="#br0" timeOffset="91266.16">14390 13334 438 0,'0'0'654'0,"0"0"-247"0,0 0-82 0,0 0 103 15,0 3-33-15,12 3-183 0,-12-6 2 0,0 0-63 0,0 0 34 16,0 0-52-16,0 0 17 0,0 0-28 0,0 0 23 16,-7 0 4-16,-5-4-25 0,4 2-30 0,-19 4 38 15,3-2-18-15,-14 4 56 0,12-2-22 0,-12 1 102 16,-9-1 48-16,-9-2 57 0,8 0-62 0,-13-2 61 0,-8-1-3 16,-21 3 48-16,30-2-188 0,-16-2 19 0,2 2-29 15,-3-1-39-15,6 1-53 0,7 2-44 0,8-2-42 16,6 2-23-16,-7-4 0 0,31 4 0 0,-4-5 0 15,13 3 0-15,8-1 0 0,-2 0 0 0,14 3-12 16,-3 0-65-16,0 0-90 0,17-5-169 0,12 3-260 16,1 2-211-16,6 2-227 0,-10-2 143 0,9 2-246 15,7-2-194-15</inkml:trace>
  <inkml:trace contextRef="#ctx0" brushRef="#br0" timeOffset="91996.21">13951 14191 709 0,'0'-13'352'0,"0"13"10"0,-4-10-39 0,-2 2 186 15,-3 0-212-15,-6 0-32 0,10 5-100 0,-10-2 42 16,-11-3-3-16,2 8-75 0,6 0-29 0,-6 0 59 15,4 0 17-15,-6 0 26 0,-4 6 97 0,10-2-111 0,-6 5 80 16,2-1-17-16,-6 10 29 0,16-5-141 0,-8 5 18 16,5 6-45-16,0 0-24 0,5 3-26 0,0 2-32 15,4 1-4-15,-2-2-1 0,8-4 3 0,-5 16 25 16,11-14-13-16,-1 1 0 0,-1-9-11 0,4 3 3 16,6 3 1-16,0-10-25 0,-10-7-1 0,10 10-1 0,3-7-1 15,-6-5-5-15,3 0-1 0,-6-1-1 0,8 0 3 16,4-4 3-16,-9-4 3 0,0 0 0 0,2-9 1 15,4 0 1-15,1-11-1 0,-11 6-8 0,10-11-3 16,-1-4 0-16,4-9 4 0,-6 5 2 0,2-13-2 16,-2-5 3-16,3 2 3 0,-3-6 0 0,-4-5-2 15,-1 4-6-15,-5 2-4 0,-2 18-1 0,-9-31-2 0,4 18 3 16,-10 3-2-16,10 15 6 0,-7-13 3 0,-10 1 18 16,10 15 13-16,2 3 34 0,0 10-7 0,1-7 41 15,4 12 5-15,-7 1-7 0,9 11-21 0,0-9 21 16,1 11-16-16,4 0-30 0,-2 0-20 0,0 0 3 15,0 4-2-15,3 14-21 0,-3-10-7 0,12 15-4 16,-4 1-17-16,4 0 0 0,0-5-2 0,0 12-1 16,8 0 0-16,1 13 5 0,-3-18 15 0,3 11 14 15,-1 3 1-15,9 13 12 0,-14-22-16 0,6 8 5 0,2 5 1 16,-4 2-4-16,6 16 4 0,-10-31-8 0,6 19 5 16,-3-4 6-16,8 11 5 0,-11-24-18 0,2 6 5 15,5-1 2-15,-8 4-1 0,1-5-1 0,0 0-11 16,-1-3 0-16,1-2-6 0,-6-6-21 0,9 3-63 15,-6-10-57-15,0-9-131 0,-7-4-50 0,7 1-515 16,0-7-30-16,-9 0-157 0,-1-9 254 0,10-13-199 0,-6 0-66 16</inkml:trace>
  <inkml:trace contextRef="#ctx0" brushRef="#br0" timeOffset="92313.37">14322 13798 966 0,'0'-11'1483'0,"-6"-11"-635"0,0 13-269 0,0-2 32 15,-3-8-227-15,6 14-103 0,1-4-62 0,2 9-29 16,-7-4-63-16,4-2-10 0,3 6-48 0,0 0-3 16,0 0-18-16,-2 3-29 0,-5 8-11 0,4 5 2 0,3-9-4 15,0 19-1-15,0-2 1 0,7-5 9 0,-2 13 28 16,1-4 38-16,3 5 29 0,0-9-16 0,9 26 78 15,-4-14-30-15,4 1 11 0,-6-7-48 0,9 10 11 16,-1 0-35-16,4-9-27 0,-7-12-19 0,3 7 10 16,7 8-21-16,-3-12-15 0,-9-7-2 0,9 7-21 15,-7-2-36-15,0 4-39 0,-5-11 0 0,3 4-114 16,-3-4-118-16,3 1-280 0,-13-12 128 0,10 5-279 0,-12-7-147 16,15-2-61-16,-12-1 105 0,3-7-398 15</inkml:trace>
  <inkml:trace contextRef="#ctx0" brushRef="#br0" timeOffset="92491.88">14624 14011 102 0,'-14'0'1999'15,"-1"0"-1280"-15,7 0 22 0,-7 0-199 0,3 0-34 16,-17 4-138-16,14-2-83 0,1-2-85 0,-10 7 57 16,0-1-3-16,-11 2 26 0,14-2-117 0,-2-2 51 15,-4 7-42-15,-2-2-65 0,8-2-52 0,9-1-10 16,-6-1-13-16,13-5-62 0,-7 2-19 0,9-2-39 15,6 0-93-15,-3 0-179 0,0 0-61 0,-3 0-373 0,6 0-443 16,-3-10 236-16,0 4 205 0,12-9-1222 0</inkml:trace>
  <inkml:trace contextRef="#ctx0" brushRef="#br0" timeOffset="93312.73">15954 13390 133 0,'15'-5'962'0,"-7"2"-385"16,-1-3 1-16,5 4 34 0,-10 0-200 0,10-7 133 15,-1 7-209-15,-4-3-59 0,-2 1-108 0,10 0 55 16,-3 1 28-16,-3-3-69 0,-9 6-55 0,18-5 19 15,-18 5-20-15,0 0-15 0,0 0-55 0,0 0-5 16,0 0-12-16,0 0-8 0,0 0-5 0,0 0 3 0,0 0 2 16,-6-2-6-16,-6 0-12 0,-2 4-10 0,-8 3-1 15,-7 3-1-15,9-3-5 0,-2-3 0 0,-4 9 3 16,-4-2 6-16,1-5 6 0,5 2 19 0,-5-3 37 16,-1 2 25-16,-2 1 137 0,12-4-85 0,-1 0 55 15,9 1 10-15,-11-3-10 0,17 3-57 0,-6 0-30 16,12-6-70-16,-3 6 4 0,-9-3-10 0,12-3-28 15,0 6-12-15,0-3-6 0,0 0-4 0,0 0-12 0,0 0-17 16,0-3-20-16,15 0-34 0,-3 3-12 0,0-3-23 16,12-1-19-16,-2-2-17 0,-3 3 32 0,13-2-66 15,-8-1 89-15,5 2-5 0,-11 1 41 0,16-5-24 16,-7-1 37-16,0 5 6 0,-10-1 14 0,10-4-13 16,-3 1 7-16,-10 6 2 0,-2-3 19 0,-4 2 3 15,5 0 7-15,-13 3 3 0,4 0 10 0,-4 0 9 0,0 0 8 16,0 0-1-16,-7-5 1 0,-3 3-5 0,-10-1 2 15,8 6-3-15,-20-1-11 0,6 0 0 0,-1 1 6 16,-5 0-2-16,3 0 3 0,2 2 19 0,-5-3 25 16,1 4 7-16,2-1 2 0,12-3-17 0,-10 4 26 15,10-1-20-15,5-3-26 0,0 2-16 0,-3 1-99 0,7-3-111 16,-1 4-120-16,9-6-178 0,0 0 17 0,0 7-294 16,-3-1-196-16,3-6 99 0,12-3 352 0,-4 3-552 15</inkml:trace>
  <inkml:trace contextRef="#ctx0" brushRef="#br0" timeOffset="93693.67">15853 13102 1735 0,'0'-11'758'0,"0"11"-207"0,-3 0 202 16,6 0-23-16,-6 0-478 0,3 0-111 0,3 0-15 15,-3 0-63-15,0 0-48 0,0 0-21 0,0 0 3 16,-3 0 0-16,6 0 0 0,6 11 7 0,-2-1 6 15,-4-2 0-15,2 8-3 0,-2-8-6 0,1 7-1 16,1 2 0-16,0-6-4 0,-5-4 2 0,4 6 0 0,-4-13-2 16,6 13 2-16,-6-10 0 0,0-3 1 0,0 8 1 15,2-5 1-15,-2-3-1 0,0 0 2 0,0 0 5 16,0 0 1-16,0 0 0 0,0 0-4 0,0 8 1 16,3-3 0-16,-3-5-4 0,0 0-4 0,0 0 1 15,0 0 2-15,0 0-2 0,0 13 4 0,4-7-1 16,-4 7 3-16,0-2 4 0,0-4-1 0,3 22 0 15,-3-23 1-15,2 14 6 0,5-3 5 0,1 4-1 0,-1-2 4 16,-2 1 8-16,-2-11 14 0,3 9 2 0,0-2 17 16,-4 0-5-16,-2-5-1 0,7 7-16 0,-2-10 5 15,1 5-5-15,3 1-16 0,-6-7-12 0,3-1 6 16,0 7-1-16,-6-13-9 0,9 11-4 0,-6-9-3 16,-3 3-22-16,0 3-123 0,0-8-68 0,0 0-258 0,0 0-282 15,0 0-105-15,0 0 4 0,0 0-1150 0</inkml:trace>
  <inkml:trace contextRef="#ctx0" brushRef="#br0" timeOffset="94837.61">16876 12377 898 0,'-6'-6'500'0,"-2"-15"39"15,-2 8-92-15,8 5-83 0,-8-3-252 0,8 6 2 16,-1-3 36-16,3 8-79 0,0 0-46 0,0 0-15 15,0 0-8-15,-3 0 49 0,-3 13-38 0,6 0-8 16,6 11 16-16,-3 5 37 0,0-5 0 0,6 11-10 16,-4 2-35-16,7 5 2 0,0 11 15 0,-6-18-4 0,6 9 30 15,-3 6 11-15,-1 1 18 0,-1-12 0 0,1 14 16 16,-2-5-23-16,0 0-14 0,0-14-32 0,0 16 5 16,-4-10-31-16,2-5-2 0,-1-11 1 0,2 7 6 15,-2-7 0-15,1-16 0 0,1 5 0 0,-5-8 5 16,3 4 50-16,0-5 76 0,-3-4 14 0,0 0 125 15,0 0 33-15,-6-10 76 0,1 2-156 0,-4-11 28 0,-3-1-83 16,0-4-81-16,-3-11-78 0,7 11-20 0,-4-16-4 16,0 7-1-16,-3-15-1 0,9 13 3 0,-2-9-1 15,-2 0-2-15,5 0 0 0,2-4 0 0,3 1 0 16,3-1-1-16,0 0-3 0,-1 11 4 0,10-23-13 16,-6 12 3-16,3 4-1 0,0 14 2 0,6-12-4 15,2-6-6-15,5 19-9 0,-8 7-4 0,9-4-13 16,10 5-10-16,-10 8 13 0,1 2 1 0,-4 5 14 15,4 4 3-15,5 0 13 0,-5 4-17 0,-6 0 5 16,2 7-13-16,4 2-11 0,-3 7-23 0,-6-5 31 0,2 8-9 16,-2 6 21-16,-3 2 6 0,-4-8 14 0,1 8 10 15,-6-3 7-15,-3 1-2 0,-3 5 0 0,-2-3-2 16,-7 2 1-16,-3 4-2 0,3-13 1 0,-12 15 0 16,4-6 2-16,-4-2 2 0,0 3 1 0,7-8-1 0,-13 16 6 15,10-9-3-15,-1-5 1 0,9-10-3 0,-5 3 1 16,7-8-1-16,5-4-2 0,-4 4-3 0,9-9 6 15,-6 12 9-15,6-8-2 0,3 4-2 0,6 0 7 16,-1 1 8-16,19 13 4 0,-15-11-14 0,9 3 10 16,2 3 12-16,6-4 2 0,1 3 1 0,6 2-3 15,-4-2-5-15,4 1-1 0,-7-1-12 0,6 8-11 0,-2-4-5 16,-1-4-4-16,-5 1-2 0,2-1-1 0,-2 1 19 16,-4-1 4-16,1-5 3 0,-7 1-3 0,4-1 2 15,-15-8-19-15,12 9-116 0,-15-12-137 0,5 6-316 16,-8-8-462-16,0 0 129 0,0 0 227 0,0 0-1346 15</inkml:trace>
  <inkml:trace contextRef="#ctx0" brushRef="#br0" timeOffset="95248.51">18051 13086 1541 0,'10'-2'760'0,"-8"2"-44"16,-4 0 3-16,4 0-94 0,-2 0-415 0,-2 0 16 15,4 0-129-15,-2 0-26 0,0 0-14 0,10-9 88 16,-8 9 21-16,-2 0-25 0,12-8-39 0,-6 1 22 16,3-2-49-16,9-15-25 0,-9 13-72 0,6-4-15 15,-5-6-4-15,2-9-9 0,0 15 29 0,0-9 4 16,-2 3 4-16,-2-3 23 0,1-8 35 0,-4 16-16 15,2-8 12-15,-2 6 7 0,-2-3 16 0,-3 16-26 0,7-12-7 16,-7 15-14-16,0-9 0 0,2 6-8 0,-2 5-2 16,0 0-5-16,-2-2-4 0,2 2-1 0,2 2-1 15,-4 9 2-15,-5-4-1 0,4 15-2 0,-2 2-3 16,-2 7-31-16,5 1 2 0,-1-10 7 0,0 7-9 16,3 4-5-16,0-5 31 0,6 1 31 0,-4-11 19 0,5 6 15 15,1 0 9-15,4-3 6 0,-3-11-26 0,-3-4 4 16,8 7-12-16,-2-6-1 0,-5-7-14 0,10 9 5 15,-5-9-8-15,3 0-10 0,5 0-61 0,-8-5-146 16,0-1-244-16,8-7-286 0,-5 2 49 0,-1-5-237 0,1-12-545 16</inkml:trace>
  <inkml:trace contextRef="#ctx0" brushRef="#br0" timeOffset="95589.6">18393 12175 2084 0,'-8'-11'1254'0,"8"11"-651"0,-7-4 205 0,2-1-350 0,8 5-318 0,-6 0-82 0,3 0-46 0,3 0-29 0,-3 0-11 0,-12 7-18 0,12-5-43 0,-3 7-134 0,3-4-209 0,0 1-171 0,-5 7 55 0,5-5-226 0,-4 2-181 0,1 3-123 0</inkml:trace>
  <inkml:trace contextRef="#ctx0" brushRef="#br0" timeOffset="95942.65">19882 12594 945 0,'2'2'874'0,"-4"-4"102"0,2 2-346 0,2-4 214 16,1-3-140-16,-3 7-183 0,0 0-207 0,0 0-69 15,0-2-65-15,-12-7-46 0,7 7-56 0,-7 0-2 16,-18-2 41-16,10 4-6 0,-1 0-32 0,-11 0 13 16,-9 0 8-16,2 0-36 0,-2 4-19 0,9-2-49 0,-12 3-17 15,-7-5-10-15,14 6-32 0,12-4-2 0,-7 1-24 16,8-1-15-16,7 0-82 0,2 2 10 0,6-2-180 16,-3-2-201-16,12 0-222 0,0 0-39 0,15-2-241 15,-3-2 179-15,14 0-65 0,-6 1 18 0</inkml:trace>
  <inkml:trace contextRef="#ctx0" brushRef="#br0" timeOffset="96154.09">20031 12911 281 0,'0'0'1003'0,"0"0"-278"15,-3 2-161-15,-2 9-16 0,-7-11-185 0,3 2-152 16,-9 2-35-16,-6-4-73 0,-1 0 8 0,6 0-24 0,-7 0 32 15,-9 0 41-15,8 2-28 0,3-2-33 16,-10 0 36-16,-8 0 9 0,6 0-51 0,14 0-33 0,-8 3 10 16,4-3-16-16,2 0-29 0,18 0-78 0,-12-3-176 15,7-5-227-15,7 6-245 0,1-9-82 0,10-7-2 16,1-4-215-16</inkml:trace>
  <inkml:trace contextRef="#ctx0" brushRef="#br0" timeOffset="96766.45">20886 12022 1184 0,'3'-16'1434'0,"-3"9"-765"15,0-12 4-15,-3 10-196 0,-2 2-406 0,-14-6-27 16,7 4-27-16,-13-1-3 0,6 7-7 0,-4-2-4 15,-6 3-12-15,5 2 2 0,7 0 4 0,-5 2-1 16,2-2 4-16,-4 5 20 0,4-2 9 0,14-3-2 16,-21 6 21-16,15-4 14 0,-5 0 26 0,9-2-19 15,-11 3 2-15,4-3-1 0,10 3-6 0,-10-3 6 0,15 0 7 16,-17 0 8-16,17 3 10 0,-9-3-17 0,-1 0 54 16,10 0 1-16,0-3-37 0,0 3-39 0,-14 0 4 15,14 0-18-15,0 0-12 0,0 0-26 0,0 0-1 16,0-3 0-16,0 6-4 0,0-3-1 0,0 0 1 15,-15 3-1-15,15-3-2 0,0 0 0 0,0 2-1 16,-3 11-2-16,3 1 2 0,0-8-2 0,0 9 4 0,0-2 2 16,0 19 9-16,0-8 4 0,-2-9-2 0,2 9 3 15,0-2 0-15,-3 9 0 0,3-9-8 0,-4 4-6 16,1 0-4-16,-2 3 1 0,-2-2 0 0,2 12-3 16,0-12 2-16,-2 3 0 0,2-10 2 0,1 10-1 0,-2 6-1 15,6-4 2-15,-5-3 3 0,5-2 0 16,0 5 2-16,0 8 3 0,0-7 2 0,3-11-3 0,-1 9 2 15,1-1-1-15,4 4 2 0,-5-13 0 0,4 6 1 16,3-3 9-16,3-3 3 0,-4-8-6 0,13 8 9 16,-6-2-7-16,2-6-4 0,-2-6-4 0,9 7-10 15,3-6-2-15,-5-3 4 0,0-5 1 0,10 3 2 0,-3-6-1 16,7-2 3-16,-9 0 3 0,-7 2 4 16,9-7 11-16,0 2 0 0,5-8 19 0,-17 8-15 0,6-6 12 15,1 4 3-15,0-1-10 0,-7 1-11 0,1-1-10 16,-12 9-21-16,9-4-15 0,-3 4 0 0,-4-3-51 15,7 1-69-15,-3 2-72 0,-10 2-40 0,2-3-273 16,4 1-151-16,-5-2-384 0,9 0 390 0,-12 4-176 16,9-14 48-16,-6 6-372 0</inkml:trace>
  <inkml:trace contextRef="#ctx0" brushRef="#br0" timeOffset="96969.91">20889 12496 939 0,'-17'-18'1384'0,"10"12"-641"15,-13-10 24-15,2 8-52 0,6 0-428 0,-2 6-46 16,-16-4-120-16,9 6-30 0,1 0-24 0,-19 0 71 16,13 2-34-16,-4 2-13 0,8 1-30 0,-12 3 27 15,0-1-17-15,0-1-113 0,14-1-65 0,-6-2-179 16,-1 3-186-16,15-6-462 0,-5 0 279 0,9-6-219 0,1 1-3 15,4-1-694-15</inkml:trace>
  <inkml:trace contextRef="#ctx0" brushRef="#br0" timeOffset="98177.68">21396 11406 44 0,'-30'-8'745'16,"-6"-1"-451"-16,-8 2 7 0,0 1-80 0,-5 6-84 15,-4-2-85-15,-6 2 1 0,11 0-11 0,-37 0 40 0,11-3 5 16,-6 3 93-16,-1 0 73 0,13 3-56 0,-44-6 164 15,17 3-31-15,2-2 11 0,18 2-84 0,-13 0 4 16,-22-6-44-16,10 6-22 0,30 0-90 0,-28 0-5 16,5 0-31-16,-31 0-15 0,51 0-30 0,-32 3 2 15,-7 2-5-15,4-2-7 0,14 3-6 0,-33 3-1 16,15-3-5-16,-3 1-2 0,27-1 2 0,-53 2-4 16,22 0 0-16,4-2 3 0,25-1 5 0,-47 3 6 15,-1-1-4-15,18 2 0 0,-2-2 4 0,32-3-6 16,-64 3 0-16,30-1-11 0,4-1-1 0,28-1 6 0,-32 0-1 15,-32 1-1-15,36-3 5 0,25 1 0 16,-25 3 6-16,-1-4 1 0,-30 3 3 0,68-2-5 0,-32 2 4 16,7-2 3-16,-25 3 0 0,60-4-7 0,-27 0 2 15,2 1-6-15,1 0 1 0,-1 0-6 0,8-3-2 16,2 2-1-16,-2 1 1 0,8-3 3 0,3 0 7 16,6 0-2-16,2 0 1 0,3 0 1 0,14 0 1 0,-31-3 1 15,20 3-3-15,3-2-6 0,16 2 1 0,-25-3 5 16,15 0-6-16,3 0-3 0,14 1 1 0,-5 2-2 15,-5-2 1-15,3 2-5 0,21 0 4 0,-14 0 3 16,7 0 5-16,-7 2 0 0,13 0-1 0,-6 1 5 16,-2 3-2-16,0-4-1 0,-2 3-4 0,13 1-3 0,-10-1 1 15,3 3-2-15,-2 3 1 0,12-9 2 0,-6 6 0 16,-1 0-3-16,3-3 3 0,0 1-2 0,-5-1-2 16,2-3 3-16,4 4 1 0,2-1 1 0,-11 1 0 15,5-1 0-15,0 1 6 0,5-2-1 0,-17 5 1 16,-2-2 0-16,-1 4 0 0,10-3-1 0,-16-1-1 15,-1 7 0-15,-14-1 0 0,26-7 0 0,-16 3-1 16,-3 0 1-16,-12 4 2 0,18-7-2 0,11 1-2 0,-17-4-2 16,3 5-2-16,-8-3 1 0,19-2 0 15,-4 2-2-15,-8 4-1 0,-11-2 0 0,28-5 4 0,-17 4 0 16,1-1-1-16,2 1-3 0,14-4 3 0,-26 1 3 16,19-1 0-16,-3 1 0 0,11 3-3 0,-20-2 3 15,10 2 0-15,2-1-3 0,8 1-1 0,-11 4 0 16,-9 1 1-16,12-1 4 0,0 1 0 0,15-6 1 0,-13 8 2 15,-8-2 2-15,15-3-7 0,5 0-2 0,-11 0-1 16,2-3-3-16,5 3-2 0,10-3 1 0,-8-1 0 16,-2 0 5-16,-3 5 2 0,16-7-1 0,-6 3 1 15,-2 3 0-15,-1-5 3 0,6-1-5 0,4 4-1 16,-4-1 0-16,4 0 2 0,8-2 0 0,-8 2 1 16,11-5-1-16,-8 3 3 0,-2 3 1 0,14-6 1 0,-10 2-2 15,0 0-1-15,15-2-1 0,-5 0-2 16,-14 0-1-16,5 0-2 0,14 0 3 0,-8 0 2 0,-4-2 2 15,0 2 2-15,12-2 0 0,-12 2-1 0,9 0 2 16,3 0-4-16,0 0-4 0,0 0-1 0,0 0-7 16,0-4-37-16,0 8-90 0,0-4 8 0,0-4-97 15,0 8-88-15,0-4-151 0,0 0 20 0,15 2-411 16,-10-4 166-16,4-2 63 0,9 2-77 0,-12 2-40 0</inkml:trace>
  <inkml:trace contextRef="#ctx0" brushRef="#br0" timeOffset="99612.85">11092 12118 59 0,'0'0'1191'0,"-5"-6"-815"16,-2 1 124-16,7 5-2 0,0 0-24 0,0 0-266 16,0 2-128-16,4 11-49 0,-1-2-21 0,-3-8-1 15,2 12 3-15,4-4-8 0,0 2-27 0,0 0 1 0,3 1-8 16,0 12 15-16,-3-2 8 0,8 0 2 0,-2 2 3 16,0 3 17-16,3 1 3 0,-7-7 6 0,13 14 8 15,-1-2-29-15,-1 0-32 0,-11-9 5 0,10 14-8 0,3-1 0 16,3 14-29-16,-7-11 10 0,-5-2 33 0,3 5 21 15,2 6 19-15,10 12 5 0,-15-27-1 0,5 18 8 16,-2 2-6-16,2-1-5 0,-2-7 3 0,6 13-13 16,-3-8-2-16,-4-3 0 0,-2-14-4 0,15 28 13 15,-12-21 6-15,2 1-22 0,-5-9 0 0,3 16 4 16,-1-5-24-16,-2-6-4 0,0-14 1 0,-4 12-14 0,7 1 42 16,-3-4 23-16,-3-3 7 0,-3-9 7 0,3 12 27 15,-4 2 3-15,2-6-19 0,-2-9-39 16,1 9-9-16,0 2-7 0,2 4-3 0,-1-17-3 0,1 13-4 15,-1-2 5-15,2 6 4 0,-4-18-1 16,1 8 0-16,0-3-1 0,-3-2 2 0,0-2 2 0,-1-13-1 16,-2 12-5-16,0-6-5 0,4-6 9 0,-4 8 3 15,-4-19-1-15,8 8-1 0,-4 5 0 0,-4-9 6 16,8 4 0-16,-4-4-9 0,-4-4-7 0,8 8-5 0,-4-4-5 16,-4-4 3-16,8 8 4 0,-4-2 10 0,3 9-3 15,-3-11 19-15,0 0 11 0,0 0-14 0,0 10 13 16,0-7-8-16,0-3-10 0,0 10-17 0,0-6-14 15,0-4-12-15,5 9 15 0,-2-5 1 0,-3-4 3 16,0 0 18-16,0 0 23 0,4 5-4 0,1-1 0 16,-5-4 2-16,0 0 23 0,0 14-33 0,3-11-9 0,-3 2-3 15,4 3-3-15,-4 0 4 0,3 0-9 0,-1 0-11 16,-2 2 11-16,3 3 3 0,4 0 2 0,-7-2 2 16,5 13-1-16,-5-19 2 0,0 17 0 0,0-7 0 15,-3 9 0-15,3-8 0 0,0-3 2 0,-2 9 6 16,-2 2-1-16,1 0-1 0,3-9-2 0,-3 9 5 15,1 0 1-15,-1-3-5 0,-1-2-3 0,1-6 2 16,1 11 14-16,-1-8-12 0,3-3-6 0,0 8 0 16,-4-3 4-16,4-4 8 0,0 10-18 0,0-9 0 0,4 3 11 15,-4 6 2-15,0-5-2 0,3-5-7 0,-1 4-8 16,-2-3 12-16,3-2 0 0,-3-2-5 0,4 6 5 16,-4-10 0-16,5 6 11 0,-5 1-9 0,0-8-2 15,6 7-1-15,-6-13 2 0,4 15-2 0,-2-15-2 0,-2 11-3 16,0-6 5-16,0 6 3 0,3-6-2 0,-3-2-1 15,0 7 2-15,0-7 0 0,0 7-1 0,0-10 0 16,0 0-1-16,0 0 0 0,0 0 1 0,0 0 0 16,0 0-1-16,5 13 0 0,-5-13 0 0,0 0 1 15,0 0-1-15,0-2-1 0,0 2 0 0,0 2-5 16,0-4 2-16,0 4 1 0,0-2 0 0,0 0-2 16,0 0-1-16,0 0 3 0,0-2 2 0,0 2-2 0,0 2 0 15,10 7 4-15,-8-5 3 0,1-4 7 0,9 6 3 16,7 2 13-16,-9-5-4 0,0 0-13 0,7-1-16 15,1-2-6-15,-2 0-12 0,4 0 5 0,4-2-15 16,-4-1 1-16,6-3 14 0,1 1 18 0,2-1 1 16,-2-1 13-16,5-1 6 0,4 1 11 0,-1-2 2 15,3 1 6-15,1 1 3 0,8-2 3 0,-1 2-14 0,5 1-9 16,-4 1-20-16,6-1-12 0,3 1-10 0,3-1-6 16,-3 2-1-16,0 1 1 0,-12-3 15 0,36 4 8 15,-21-5 10-15,2 3 0 0,-10-1 0 0,22-3 3 16,-8 1-2-16,-3-4 2 0,-21 6-1 0,21-3 5 15,12-6 11-15,-7 6-5 0,-19 1-3 0,13-2 26 16,25-1 23-16,-13-4 4 0,-20 7-12 0,27-6 32 0,-9 2 2 16,27-2 14-16,-22 2-44 0,-23 3-21 0,23-3-1 15,19 1-9-15,-19 2-9 0,-20 0-3 0,24 0 7 16,-7 0-3-16,30-3 3 0,-40 6-12 0,15-3-1 16,0 6-10-16,22-6-5 0,-42 5 0 0,25 0-1 15,-7-1-3-15,7 1-3 0,-6 0 0 0,-1-2-4 16,-5 5-1-16,2-6 0 0,-10 6 2 0,13-5 1 0,-11 3 10 15,3-4-3-15,-1 6 6 0,8-5 2 16,-2 2 3-16,3 3-2 0,2-6-1 0,-14 6-1 16,21-2 1-16,-8 0-2 0,2-1-5 0,-23 1-4 0,42-2-6 15,-16 2 3-15,4-3 0 0,-18 3 5 0,32-4 2 16,0 1 11-16,-8-1 7 0,-25 1-6 0,22 0-4 16,31-6-1-16,-25 1-5 0,-25 4-4 0,25 1-11 15,10-4-9-15,2 5 10 0,-19 1 9 0,-26 1 0 16,20-2 4-16,18-1 6 0,-22 3 4 0,-22 0 0 0,22 2-3 15,2-4 1-15,9 2 0 0,-31-1-6 0,20-2-1 16,-2 2 1-16,24-2-2 0,-42 0 1 0,25-1-1 16,-3 1 1-16,8-3-8 0,-20 1 0 0,15 1-1 15,-7-1 1-15,1-2 2 0,-1 1 2 0,-2 1 0 16,6-4 10-16,-7 5-1 0,-17-1-4 0,32-4-2 16,-5 2-18-16,-12 2-34 0,-3 1-34 0,0-1-22 0,-4-1-17 15,4 3-9-15,-6 2-17 0,-22 0 26 0,38-2-103 16,-17 5 24-16,-7-2-72 0,-13-2 54 0,20-1-231 15,-17 0-5-15,-2-1-32 0,-13-1 145 0,10 1-64 16,2-5-382-16</inkml:trace>
  <inkml:trace contextRef="#ctx0" brushRef="#br0" timeOffset="100511.44">21508 11059 428 0,'0'0'531'0,"0"0"-256"15,-3 13 13-15,3-10-13 0,0-3-216 0,-3 2-39 16,-1 11-18-16,-1 1 9 0,2-1-15 0,1 4 1 16,-2 3 4-16,4 6 13 0,0 1 21 0,0-8-7 0,0 15 7 15,0 0 7-15,4-1-7 0,-4-10-12 0,0 9 5 16,2 10-14-16,1-5-3 0,-3-8 1 0,3 11-2 16,-3-3 10-16,2 13 7 0,-2-17-13 0,0 16 30 15,-2 7 14-15,2-3 2 0,-3-11-9 0,-2 30 33 16,-2-8-5-16,-2 2 35 0,6-22-41 0,-5 20 42 15,-4 17 42-15,3-17-29 0,1 2 7 0,1-12-32 0,-1 17 16 16,-1 1-16-16,-1-9-36 0,8-16-15 0,-1 19 19 16,0 11 5-16,-1-16-22 0,2-17-8 0,2 15 29 15,-3 5 22-15,3-7 4 0,-3-19-38 0,-3 7 30 16,6-3 5-16,0 0-12 0,-3-5-16 0,3-2-9 16,0-1-19-16,0-4-2 0,0-1-21 0,-3 5-3 15,3-13-4-15,0 3-5 0,0-13-4 0,-2 4-1 0,2-4-2 16,0 5 1-16,-3-16 0 0,3 13-1 0,0-11-1 15,-4 9 1-15,4-9-4 0,0-2-16 0,-3 6-59 16,1-1-139-16,2-5-108 0,0 0-2 0,-3 0-212 16,-12-2-156-16,9-9-169 0,3 9 364 0,-2-14-756 15</inkml:trace>
  <inkml:trace contextRef="#ctx0" brushRef="#br0" timeOffset="101969.54">12045 13686 140 0,'0'0'121'0,"2"0"42"16,-4 0 93-16,4 0-18 0,-4-2-56 0,-8-7 40 15,10 9-13-15,0 0-14 0,0 0-92 0,0 0 0 16,0 0-32-16,-9 0-42 0,1 0-4 0,-7 0 5 16,6 6-4-16,-3-3-23 0,-11 7-20 0,4-2-14 15,-3 2-6-15,0-4-27 0,5 2-58 0,12-5-5 0,-19 4-103 16,9-4-51-16,0 0 15 0,6 0 68 0,6-1-46 15,-6-2-73-15</inkml:trace>
  <inkml:trace contextRef="#ctx0" brushRef="#br0" timeOffset="102209.9">12315 13850 249 0,'0'5'424'0,"0"-1"-267"15,-9 5 70-15,9-9-14 0,-17 6-92 0,11-3-51 16,-3-1-13-16,-8 4-17 0,5-1-12 0,0-3-17 0,-12 7-2 16,4-2-9-16,10-3-36 0,-7 5-24 0,8-5-83 15,-2 3-65-15,-8-1-64 0,19-4 66 0,0-2-208 16</inkml:trace>
  <inkml:trace contextRef="#ctx0" brushRef="#br0" timeOffset="107445.9">8252 12926 367 0,'-9'-2'1483'0,"9"2"-941"0,-18-5 145 0,18 5-390 15,0 0-115-15,-2-2-87 0,-8-2-45 0,10 4-19 16,0 0 40-16,0 0 29 0,-2 0 34 0,2 0-17 0,2 0 51 16,-2 0 18-16,0 0 34 0,0 0-112 0,0 0 4 15,-2 0-30-15,4 0-18 0,-2 0-8 0,-2 0-17 16,4 0 1-16,-2 0 4 0,-2 0 0 0,2 0-14 15,2 0 15-15,5-9 6 0,-2 5-10 0,5-1-12 16,2-3 4-16,-7 3-4 0,19-11-4 0,-9 6-7 0,5-4-7 16,-6-1-6-16,8 2-6 0,-8 2 0 0,6-8-6 15,2 1-4-15,-5-4-2 0,-5 9 1 0,3 0-3 16,-1-5 1-16,-2-2-2 0,-4 11 2 0,-1-2 7 16,-4 0 2-16,2-4 6 0,-1 9 17 0,-1-2 16 15,-3 2 34-15,0-4-14 0,0 10 2 0,0 0-14 16,0 0 10-16,0 0-13 0,0 0-34 0,0 0-5 15,-3 8 0-15,3-3-2 0,0 14 1 0,0-8 0 0,0 13 0 16,3-1-2-16,2 3-7 0,-5-2-9 16,7 13-23-16,-5-4 6 0,-2-5 0 0,3-10 13 0,2 6-4 15,-1-2 8-15,-1 4 21 0,2-4 7 0,0-9-2 16,-3 8 2-16,1-2-6 0,2 10-40 0,2-14-57 16,-2 1-158-16,5-3-186 0,-2 6-184 0,-4-16 19 15,6 15-446-15,2-12 175 0,-5-4-762 0</inkml:trace>
  <inkml:trace contextRef="#ctx0" brushRef="#br0" timeOffset="107668.3">8956 13163 897 0,'0'0'1287'0,"12"7"-505"0,-14-7-158 0,2 0-228 0,2 0-213 16,-2 0-129-16,0 0-43 0,-6 4 0 0,-2 3 1 15,8-7 4-15,-15 11 8 0,8-9-3 0,-7 6 35 16,-13 8 9-16,19-8-2 0,-13 6 3 0,6-5-18 15,-12 10 31-15,7-1-12 0,-6-1-7 0,8-4-20 16,-15 5 39-16,-4 0 9 0,-2 4-9 0,12-9-31 16,-5 0 4-16,3 1-14 0,5-1-18 0,0-5-26 15,4-1-2-15,10-1-16 0,-4-1-109 0,2-2-116 16,4-6-277-16,-2-2-366 0,8-10 117 0,4 11 194 0,8-19-696 16</inkml:trace>
  <inkml:trace contextRef="#ctx0" brushRef="#br0" timeOffset="108559.92">9313 13662 124 0,'0'0'643'0,"2"-2"-302"0,5-9 25 0,-7 11-84 15,0 0 63-15,-3 0-37 0,-9-3 46 0,0 6-156 16,0-3 74-16,-17 8 44 0,5-5 20 0,4-1-33 16,-10 2 73-16,1 0-40 0,-10 1-39 0,10-1-70 15,-10 3 60-15,-19 4 101 0,4-3-74 0,10-1-80 16,-17 2 80-16,-16 6 87 0,13-6-125 0,16-4-113 0,-16 8 2 15,7-5-45-15,-11 8-32 0,34-11-72 0,-14 8-15 16,6-5-1-16,-7 3 0 0,16 0 0 0,7-6 0 16,-4 3 0-16,4-3 0 0,2 1 0 0,19-6 0 15,-7 7 0-15,12-7-28 0,0 0-88 0,0 0-117 16,0 0-123-16,0 0-81 0,0 0-150 0,0 0 24 16,3-2-470-16,6-9-104 0,2 0 202 0,-7 11 295 0,13-10-342 15</inkml:trace>
  <inkml:trace contextRef="#ctx0" brushRef="#br0" timeOffset="109013.7">8815 14114 684 0,'0'0'885'0,"-3"0"-349"16,-9 9 134-16,12-9-177 0,0 5-219 0,-9 5-206 16,6-1-58-16,1 2-2 0,-5 17 11 0,4-12 9 15,1 3 18-15,-1 2 16 0,3 5 19 0,0-7-5 16,-3 18 74-16,3-3-11 0,-4-4-12 0,8-1-38 15,-4 18 46-15,3-13-35 0,0 1-13 0,-1-11-28 0,5 5 3 16,-4 6 15-16,5-2 3 0,-2-13-27 0,0 4 9 16,3-2-14-16,0 5-3 0,-1-3-16 0,2-11 16 15,2-2 35-15,-2 0 41 0,6-1 102 0,-5-5-47 16,8 1 87-16,-2-6 19 0,0 0-26 0,10-6-5 16,-3-1-36-16,5-4-47 0,6-2-47 0,-6 2-25 15,10-10 10-15,-10-3-23 0,3 6-26 0,-5 4-19 0,9-10 16 16,-9 3-23-16,-4 8-19 0,-5 3-16 0,8-3-16 15,-14 4-47-15,6 1-34 0,-10 6-89 0,7-1-81 16,-15 3-273-16,21 0-15 0,-21 0-146 0,0 0 89 16,8 3-346-16,-1-3-209 0,-10 0 384 0,3 0 246 15,3 0-177-15</inkml:trace>
  <inkml:trace contextRef="#ctx0" brushRef="#br0" timeOffset="109211.19">9451 14520 1727 0,'0'0'1542'0,"0"0"-796"15,0-2 257-15,0-9-105 0,3 11-412 0,-3 0-146 16,-5-3-141-16,-5 0-79 0,10 0-14 0,0 6-8 16,0-3 15-16,0-3-34 0,0 6-30 0,0-3-22 0,0 13 7 15,3-5-17-15,-3 8-24 0,0-3 14 16,0 3-2-16,0 19-10 0,4-11-1 0,1-6 9 0,5 8-5 16,-5-2-4-16,0 0-22 0,7 0-65 0,-2-11-46 15,-1 5-223-15,6 1-237 0,-13-11-224 0,13 2 26 16,-3-6-303-16,15 1 64 0,-17-8-1437 0</inkml:trace>
  <inkml:trace contextRef="#ctx0" brushRef="#br0" timeOffset="109695.88">10214 13369 1254 0,'3'-8'1728'0,"-3"-8"-968"0,0 16-184 0,-3-8-11 15,1 3-377-15,2 5-116 0,-15-11-32 0,12 11-24 16,-9 5-2-16,3-1-9 0,-6 3-5 0,-5 8-3 15,2-1 0-15,-2 5 2 0,5 2-1 0,-6 6 4 16,1-1 1-16,-2 3 4 0,0 2 6 0,7-4 0 16,-14 7 13-16,2 1 1 0,6-6-7 0,6-13-6 15,-3 10-2-15,4 0-7 0,-1-4-13 0,10-9-12 0,-5-2-64 16,1 2-80-16,4-6-155 0,-2 4-132 0,7-11-45 16,0 0-58-16,0 0-67 0,0 0-25 0,0 0 182 15,4-24-103-15,4 6 221 0,1-3-232 0</inkml:trace>
  <inkml:trace contextRef="#ctx0" brushRef="#br0" timeOffset="109864.44">9914 13510 1409 0,'6'-17'709'0,"-4"10"-3"0,2-10-156 0,-4 7 166 16,3-7-85-16,-3 4-273 0,0 13-134 0,3-7 26 15,-3 1-48-15,0 6-6 0,0 0-107 0,0 0-51 16,2 0-6-16,13 0-25 0,-3 11-12 0,-5-9 1 16,13 15-1-16,-3-4 1 0,0 3 16 0,2-1 8 15,4 7 15-15,-2 2-6 0,6-1-1 0,-13-6-12 16,16 3-4-16,-1 6-24 0,-2-2-14 0,-7-8-24 0,6 3-101 15,4-1-168-15,-4-1-334 0,-4-7-102 0,0-2-154 16,5-6 4-16,0-2-198 0</inkml:trace>
  <inkml:trace contextRef="#ctx0" brushRef="#br0" timeOffset="110491.75">10185 11850 34 0,'-5'22'582'0,"-2"-2"-310"0,2-7-52 16,-5 11 125-16,8-5-70 0,-5-1-107 0,7-2-33 0,-3 6 49 16,3 6 11-16,-2 7 43 0,-1-11-91 0,3 7 59 15,-7 4-13-15,5 0-22 0,-1 9 21 0,0-15-97 16,3 11 10-16,0 8-3 0,0-6-8 0,0 1-10 16,3 6 31-16,0-1 10 0,6 3-5 0,-9-17-35 15,8 17 40-15,4 15 24 0,0-3-37 0,-3-10-32 16,3 18 8-16,-1 8 1 0,8 24 11 0,-11-33-51 15,10 22 18-15,-3 3-3 0,2 8-12 0,-2-23-18 0,2 13 6 16,7-14-3-16,3-2 3 0,0-6-1 0,-2-5 66 16,8-5 48-16,2-6 21 0,1-2-4 0,-7-13-13 15,10 16 36-15,-4-9-32 0,4-6-88 0,-10-12-40 16,10 15-13-16,-7-7-8 0,0-8-11 0,-8-7 0 16,14 12 2-16,-6 4 0 0,-5-7 2 0,-10-10-2 15,10 11-8-15,-3 5-64 0,-4-11-40 0,-11-8-28 0,6-1-114 16,-4-1-175-16,-5-6-188 0,4-2 95 0,-5-2-233 15,0-4-136-15,5-4 52 0,-5 2-301 0,-1-6 47 16</inkml:trace>
  <inkml:trace contextRef="#ctx0" brushRef="#br0" timeOffset="111811.22">22471 11086 224 0,'0'0'324'0,"0"0"-163"0,0 0 2 0,15-6-24 16,-13 6-75-16,8 6-38 0,-4 1-10 0,5 1-3 15,-4 1 15-15,7 19 27 0,-6-12 5 0,2-3-4 16,-1 9 43-16,-1 2 28 0,7 2 39 0,-9-8-70 16,2 9 34-16,4-1-2 0,0 9-10 0,-2-9-34 15,2 19 72-15,-4-2-21 0,-6-1 2 0,5-5-35 16,-4 13 33-16,-3 16 32 0,0 3-51 0,-6 8-14 0,2-14-34 16,-1 27 32-16,-7 0 4 0,-3-5-16 0,3-19-16 15,-5 14 11-15,2-1 23 0,-9 19 58 0,7-35-66 16,-3 30 44-16,-1-3 12 0,1 0 5 0,1-21-36 15,-13 45 65-15,5-28-27 0,1-1 5 0,11-26-41 16,-8 14 41-16,-6 17 25 0,8-29-63 0,3-16-44 16,1 11-7-16,-2-9-21 0,-1 12-17 0,-4-15-21 0,16-14-9 15,-11 4 2-15,7-4-3 0,-10 3 0 0,7-17-12 16,-6 1-25-16,6-4-60 0,0-6-193 0,-5-1-198 16,-6-6-436-16,-1-6-3 0,-2 1 6 0,5-3-60 15</inkml:trace>
  <inkml:trace contextRef="#ctx0" brushRef="#br0" timeOffset="122239.58">12954 16481 638 0,'3'-4'489'15,"-3"-5"-83"-15,-3 9 39 0,3-6-27 0,-2-2-85 16,2 8-132-16,0-3 90 0,0-7-99 0,0 10-15 16,0 0-23-16,2-8 47 0,1 2-35 0,1 6 10 0,-4 0-40 15,-4 0 79-15,8 0-68 0,-4 0-36 0,0 0-46 16,0 0 18-16,0 0-44 0,-4 0-12 0,8 0-2 15,-4 0 6-15,-4 0 43 0,8 0 35 0,-4 0 16 16,-4 0 19-16,8 0 26 0,-4 0 34 0,0 0 43 16,0 0-82-16,0 0 26 0,-4 0 1 0,8 0 27 15,-4 0-109-15,-4 0 3 0,1-3-29 0,-5-4-29 16,8 7-29-16,-6 0-15 0,-6-6-8 0,9 6-6 0,-12-5 1 16,15 5-1-16,-14-6 5 0,2 4 1 0,4-3-2 15,-8 3 1-15,8 2 1 0,-7-4 0 0,-2-1-4 16,10 5-3-16,-10-4-4 0,-1 0-9 0,6 2-7 15,0 2 0-15,-2-3-8 0,-1 6-3 0,3-6 10 16,-3 6 11-16,10-3-22 0,-10 6-3 0,-1-4 14 16,11 0 8-16,-7 7-6 0,0-2 0 0,4-1 8 0,-2-1 18 15,2 8 3-15,-1 0 21 0,6-2 0 0,-3 5 3 16,0 8 10-16,4-3 4 0,-2-11-6 0,4 9-4 16,0-6-14-16,0 22 5 0,4-12-19 0,-4-4 1 15,5-6 6-15,0 11-1 0,2-3-7 0,-2-5-4 16,-1-13-5-16,7 10-6 0,1 0 0 0,-2-2-1 15,-5-4 4-15,12 2-5 0,-7-5 5 0,2 2 1 0,2 2-2 16,-2-5-8-16,-4-3-1 0,16 0 0 0,-14 0 2 16,4-6-22-16,9-1 10 0,-8-1 0 0,9-8 3 15,-10 5 5-15,4-2-4 0,0-3 4 0,0-3 12 16,-9 4 3-16,2-7 1 0,1 2-2 0,-3-4 0 16,0 0 1-16,-3-5 0 0,-4-4 0 0,1-4-1 15,1 6 1-15,-1-1 2 0,-3 0 4 0,-3-12-3 16,-1 20-2-16,-1-13-1 0,-7 4-1 0,2-4-3 0,0-2-2 15,0 3 0-15,-4-5 1 0,2-6 1 0,4 12-1 16,-2 0 3-16,-2-1 5 0,-5-9-8 0,5 8 2 16,0 13 6-16,-5-10 6 0,-1-9 3 0,4 7-1 15,4 9 2-15,1-5 19 0,-3-3 4 0,4 6-9 16,1 11-7-16,2-1 8 0,0 4 0 0,-5 1-20 16,10 10-1-16,0 0 5 0,-5-6-1 0,5 10-12 0,0 0-4 15,0 0-16-15,0 0-13 0,5 8-13 0,-2 2 16 16,6 6-3-16,3 10 5 0,-4 1 35 0,2-1 26 15,-1-4 3-15,2 10 22 0,-2-1-13 0,3 1-7 16,-4-8-8-16,7 15-6 0,1-2-15 0,-6 1 2 16,2-6 3-16,10 17 9 0,-10-3-3 0,2 2-1 15,-3-12-3-15,8 23 8 0,-5-9-6 0,4-2-6 16,-6-17-2-16,5 22 3 0,-2-5-2 0,2-8-2 16,-2-6 0-16,-1 6 0 0,-2-4-2 0,6-1-12 0,0-9-38 15,-3-7-17-15,0 4-48 0,-1-6-98 0,1-1-139 16,-10-14-33-16,10 11-194 0,-6-7-135 0,-3-6-144 15,-2 0 170-15,4 0-386 0,-8-3 327 0,9-7-190 16</inkml:trace>
  <inkml:trace contextRef="#ctx0" brushRef="#br0" timeOffset="122858.92">13356 16174 110 0,'-9'7'2162'0,"6"-7"-1375"0,6 0 12 16,-3 0-233-16,0 0-26 0,0 0-223 0,0 0-243 15,0 0-41-15,-3 0-12 0,6 0-9 0,-6 0 1 0,3 0-2 16,3 0 4-16,-3 0 0 0,0 0 2 0,0 0-4 15,0 0-5-15,0 0 2 0,14-3 3 0,-14 3-1 16,15-4-1-16,-10 1 10 0,2-3 13 0,1-5 9 16,1 2-18-16,-3 3 3 0,-2-1-15 0,4-13-18 15,-2 10-16-15,-3-1-16 0,9-10-1 0,-9 11 1 16,2-1 5-16,2-10 16 0,-2 11 11 0,-2-4 11 0,3-2 0 16,-3 2 5-16,-3 5 10 0,0-8 7 15,3 17 10-15,-3-13 1 0,0 10 3 0,0 3-2 0,0-2-2 16,0 4-10-16,0-2-4 0,0-2-15 0,0 4-2 15,0-2-6-15,0 0 0 0,0 16-4 0,0-3-3 16,-3 6 1-16,0 3-3 0,1 4-1 0,-2 1 3 16,4-7 6-16,4 9 0 0,1 6 3 0,-2-9 2 0,3-2 0 15,2 3 5-15,2-1 8 0,4-2-3 0,-2-6 0 16,0-5-3-16,0 4 3 0,6 1 1 0,-13-12 6 16,10 4-7-16,-3-4 5 0,0-2 3 0,8 5-4 15,-8-7-6-15,0 1 3 0,8-3-13 0,-2 0-41 16,0-3-61-16,-13 3-201 0,16-5-270 0,-9-8-179 15,-6 10-20-15,15-24-241 0,-16 12 91 0,1-3-619 0</inkml:trace>
  <inkml:trace contextRef="#ctx0" brushRef="#br0" timeOffset="123045.43">13444 15625 1282 0,'-21'-7'1758'0,"15"5"-996"0,-6-7 4 0,12 9-345 16,-14-8-314-16,14 8-57 0,0 0-42 0,0 0-11 16,0 0-2-16,0 0-15 0,0 0-10 0,0 0-22 15,0 6-41-15,0 5-219 0,0 4-201 0,0 1-65 16,0-11 53-16,2 14-210 0,1-8 18 0,1-1-149 0,-4-7 210 16</inkml:trace>
  <inkml:trace contextRef="#ctx0" brushRef="#br0" timeOffset="123626.88">14059 16949 858 0,'0'0'689'16,"0"0"-249"-16,0 0 361 0,0 0-162 0,0 0-159 16,0 0-255-16,0 0 53 0,0 0-86 0,0 0-92 15,0 0-53-15,-5-3-14 0,-5 0-15 0,0 3-1 16,3 0-9-16,-8 3 5 0,-12-3 20 0,10 0 70 0,-10 3-10 15,-7-1 57-15,-14 3 72 0,6-1-17 0,-4 0 17 16,4 1-50-16,-28 4 49 0,8-1-49 0,0 3 0 16,15-2-23-16,-38 5 134 0,19-1-47 0,-5-2-7 15,13-1-46-15,-18 4 26 0,8-4-56 0,0 1-70 16,14 0-44-16,-22 2-15 0,23 0-24 0,4-3 0 16,15-4 0-16,-7 5 0 0,14-6 0 0,10-1 0 0,14-4 0 15,-17 6 0-15,16-8 0 0,8 4 0 0,-4-2 0 16,-4-2-3-16,8 4-70 0,-4-2-138 0,18-10-198 15,-13 7-97-15,22-10-289 0,-3 5-223 0,-2-3-161 16,-3 4 333-16,13-2-452 0,-8 2-455 0</inkml:trace>
  <inkml:trace contextRef="#ctx0" brushRef="#br0" timeOffset="124328.99">13573 17634 183 0,'0'0'683'0,"0"0"-110"0,0 0 105 0,-9-2 22 16,4 2-243-16,-7-6 25 0,0 3-156 0,-6 1-56 15,4-1-180-15,2 3 9 0,-6 0-9 0,-14 3 21 16,14-1-46-16,-2 3 24 0,-2 1 47 0,0 5 108 0,-2-4-27 16,9-1-43-16,-12 5 130 0,10 2-58 0,-7 3 32 15,9-3-170-15,-8 11 33 0,7-6-60 0,-4 11-21 16,11-13-41-16,-6 13 2 0,7 2-11 0,2-7 4 16,0-2-2-16,12 4 2 0,3 3-3 0,6 6-1 15,-1-11-1-15,4 2 1 0,3 8-2 0,-6-8-2 16,-1-2-2-16,-6-4-1 0,2-11-9 0,-5 4-5 0,11 2-1 15,-8-13-8-15,9 3-19 0,8 1-12 0,-13-6 9 16,20-4-4-16,-8-3-6 0,2-10-26 0,-8 2 12 16,-1-3 13-16,7-6-9 0,-4-13-1 0,-5 5 19 15,-3 2 13-15,6-3 15 0,-3-10 5 0,-7 7 3 16,1-2 2-16,-6 1 1 0,0-2 2 0,-3-1-1 16,-3-8 0-16,0 8 4 0,-6-5-1 0,1-2 1 0,-1 5 0 15,-6-8 4-15,-6 10 6 0,3 3 21 0,1-3 23 16,2 3 29-16,-6 7 12 0,1-1 23 0,3 0 47 15,2 9-34-15,3 6 23 0,0-3-10 0,0 8 31 16,7 4-65-16,-5-4 25 0,10 9-22 0,-5-9 5 16,5 6-61-16,0 5-1 0,0 0-19 0,0 0-19 15,0 0-17-15,0 0-5 0,0 0 0 0,0 0 0 16,8 0 3-16,1 0 2 0,1 14 1 0,4-5 1 0,1 8 0 16,-4-4 0-16,5 5 1 0,6 6-1 15,0 3-4-15,-5-9 1 0,7 6 2 0,1 13 5 0,-3-13-3 16,-2-3 1-16,4 8 3 0,5 8 6 0,-2-8-5 15,-10-5-3-15,10 7 0 0,2 13 2 0,-5-11-5 16,-4 2-2-16,4 13 0 0,-4-12 0 0,7 5-1 16,-13-15 0-16,10 10 0 0,-9-1 0 0,6-3 0 0,-10-5 0 15,1-4 0-15,-3-7 0 0,1-5-1 0,0-4-32 16,0-1-6-16,-10-6-69 0,14 8-82 0,-14-8-185 16,0-3-84-16,13-8-282 0,-11-13-497 0,1 4 109 15,4-2 54-15,-7-2-195 0</inkml:trace>
  <inkml:trace contextRef="#ctx0" brushRef="#br0" timeOffset="124642.17">13997 17054 476 0,'-9'-15'1974'0,"-2"-1"-1138"0,2 8 13 0,0-3-46 0,9 11-414 16,-12-11-116-16,12 11-102 0,0 0-56 15,-3-2-31-15,-5-5-8 0,8 7-7 0,0 0-2 0,0 0-13 16,0 9-24-16,3-3-16 0,-1 10 0 0,4 2 5 16,3 3 2-16,-2 11 7 0,1-5 29 0,4 2 23 15,0 5 14-15,3 0 11 0,-3 1 42 0,-4 2 18 16,6-3 9-16,-2 1-17 0,10-4-12 0,-8-1-13 16,-2-6-27-16,8 10-30 0,0-6-25 0,2-4-22 15,2-2-15-15,-4 4-6 0,-3-4-1 0,4-2 0 0,-1 4 4 16,-2-13-4-16,3 5-1 0,3-3 1 0,-13-5-11 15,1-5-16-15,0 2-72 0,20 1-110 0,-26-6-59 16,12 0-20-16,-4 0-325 0,-2-3-106 0,6 0-88 16,-12-2 164-16,5-6-305 0,-7-9-79 0,-1-4 158 15,-1 7-14-15</inkml:trace>
  <inkml:trace contextRef="#ctx0" brushRef="#br0" timeOffset="124826.66">14436 17382 221 0,'-12'-10'1816'0,"-2"4"-1095"0,2 4 77 15,1 0-175-15,-10-1 123 0,9 3-396 0,-8 0-51 16,5 0-112-16,-14 3 113 0,17-1-116 0,-3 3-16 16,-12 3-24-16,6 3 27 0,-2 0-28 0,2-4-15 0,1 1-22 15,-4 1-19-15,4-2-22 0,1-1-17 0,11-4-13 16,-13 3-15-16,13 1-22 0,1-6-30 0,-1 3-48 16,-1 1 8-16,9-6-72 0,0 4-134 0,0-2-242 15,0-2-224-15,-3-16-221 0,6 10-58 0,0-3 27 16,6-5 231-16</inkml:trace>
  <inkml:trace contextRef="#ctx0" brushRef="#br0" timeOffset="125642.48">16060 16258 429 0,'0'0'710'0,"0"-3"-205"0,12-2 111 16,-12 5-150-16,0 0 235 0,0 0-199 0,0 0-77 16,0 0-146-16,0 0 93 0,0 0-165 0,-5 0-20 15,-12 3-64-15,12 2 22 0,-12-2-10 0,-13 2-27 16,16-3-11-16,-16 4 71 0,1 2 21 0,-2 0 8 16,9-3-33-16,-17 6 183 0,4-7-72 0,-1 5-23 0,4-4-43 15,6-5-73-15,-21 6 25 0,8-4-94 0,3-2-52 16,10 2-11-16,-4-2-4 0,4-2 0 0,11 4 0 15,7-2 0-15,-1-2 0 0,3 4-14 0,-6-2-57 16,12-2-110-16,0 4-243 0,0-2-122 0,0-2-169 16,0 4-81-16,0-2-449 0,0-2 123 0,0 4 142 15,0-2 409-15,10 4-414 0</inkml:trace>
  <inkml:trace contextRef="#ctx0" brushRef="#br0" timeOffset="125941.68">15665 16002 138 0,'0'-14'2350'15,"0"14"-1600"-15,0 0 435 0,0-14-279 0,0 14-440 16,0 0-171-16,0 0 27 0,0 0-104 0,0 0-113 16,0 0-81-16,0 0-24 0,0 0-4 0,0 4-1 15,3 6 2-15,6 4 0 0,-9-9 10 0,12 21 4 16,-9-13 7-16,6 19 48 0,2-6 27 0,-2 2 33 15,-2-10-9-15,10 24 97 0,-5-10-29 0,3 2-5 0,-1 3-33 16,1 0-32-16,2 0-36 0,-2-2-31 0,0 2-18 16,-6-10-20-16,8 4-9 0,-2-2-1 0,2 3 0 15,-5-14 0-15,0 4 0 0,0 2 0 0,-4-6 0 16,2 1 0-16,-8-14 0 0,8 13-14 0,-5-5-79 16,-2-10-110-16,3 2-281 0,-3 4-196 0,-3-9-302 15,9 0-223-15,-3 2 17 0,-6-2-277 0</inkml:trace>
  <inkml:trace contextRef="#ctx0" brushRef="#br0" timeOffset="130505.49">16750 15451 47 0,'-3'-13'630'0,"3"-9"-82"0,-7 2-201 0,7 12 34 16,-2-14-118-16,2-2-16 0,-6 1 61 0,6 12-76 15,0 1-24-15,0-1 104 0,0-7 86 0,0 18-112 16,0-3-9-16,0-10-84 0,0 13 51 0,0 0-40 15,0 0-92-15,0 0-67 0,0 0 1 0,0 0-32 0,0 0-18 16,0 0-1-16,0 0-2 0,0 0 0 0,0 3 1 16,0 12 4-16,3-6-4 0,-3 0-4 0,0 24-1 15,0-18 8-15,0 9 28 0,3 3 33 0,-1 4 18 16,2-1 17-16,-4 3 12 0,6 2 7 16,-6 2 5-16,2-2-40 0,-2 7-8 0,0-5-23 0,0 1-10 15,3-2-7-15,1-6-9 0,-4-4-12 0,3 3-6 16,-1-5-4-16,-2-6 0 0,6 6-3 0,0-5-2 15,-3-3-1-15,0-6 2 0,3 4-43 0,-3-12-91 0,2 9-95 16,-5-11-68-16,0 0-328 0,10 2-235 0,-5 1-35 16,-1-6 262-16,4-10-383 0</inkml:trace>
  <inkml:trace contextRef="#ctx0" brushRef="#br0" timeOffset="131005.14">16744 15276 73 0,'-12'-16'975'0,"3"1"-275"0,-3-1-87 15,6 8-123-15,0-8-210 0,3 8-117 0,0-5-42 16,1-3-10-16,2 8-44 0,0 0 21 0,5-7 5 0,2 0-29 16,-5 13-35-16,10-11-1 0,3 2-13 0,-3 6-21 15,6-3-1-15,-4 3 5 0,1 0 10 0,14-3 1 16,-23 8-2-16,15-5 5 0,-4 5 11 0,-2 0-6 15,2 0-11-15,-5 0-3 0,6 0-3 0,6 5-1 16,-15 0-3-16,-1 1 3 0,7 1-1 0,-6 4-3 16,-6-5 4-16,6 7-1 0,-6-6 2 0,3 10 2 0,-3 9-1 15,-3-13 3-15,0 1 0 0,-7 19 0 0,-1-6 0 16,-1-8-1-16,-3 5 0 0,-5 7-3 0,-7-5 2 16,6-4 1-16,-6 2 3 0,-8 2 7 0,6-3 6 15,11-6 7-15,-12 1 35 0,1 1 58 0,6-3 30 16,2-9 3-16,14-3-19 0,-11 5 125 0,5-5-58 15,6-4-34-15,4 0-65 0,0 0 16 0,0 0 10 0,0 0-67 16,0 0-33-16,0 0 3 0,6 2-8 0,2-2-3 16,11 0-5-16,4 3-1 0,4-1-3 0,-1 0 0 15,-2 2 0-15,8-2 4 0,10 6 0 0,-13 0-4 16,-2-2 0-16,7 1 7 0,5 9 14 0,-10-3 0 16,7-2 7-16,-13 0-3 0,16 4 25 0,-13-4-6 15,-2 2 2-15,-6-2-20 0,8 2 10 0,-8 3-11 16,-6-3-12-16,-10-11-7 0,16 18-4 0,-9-7-12 15,-6-8-5-15,-1 8-2 0,2-5-10 0,-1 1-115 0,-3 0-129 16,0 0-57-16,0-9-372 0,0 0-239 0,-3 0-7 16,-1 8 246-16,4-3-387 0</inkml:trace>
  <inkml:trace contextRef="#ctx0" brushRef="#br0" timeOffset="131439.98">17710 16121 93 0,'3'7'412'0,"-1"1"-226"0,-4-5 186 0,-1 10-48 0,-12-5 8 16,13-3-122-16,-25 8 99 0,10-4-55 0,-5-2 40 16,5-1-60-16,-10 5 221 0,-2-6-82 0,0 1 29 15,2-2-87-15,-14 1 216 0,-1 1-1 0,-7 1-59 16,-2-3-23-16,-2 1 0 0,-6 0-57 0,-9-2-59 15,-3-3-120-15,-2 0-68 0,12-3-64 0,-5-2-41 16,-4 2-39-16,28 1 0 0,-2-4 0 0,3 4 0 0,6-3 0 16,16 5 0-16,11-4 0 0,-13 4 0 0,6-2 0 15,13-1 0-15,2 6 0 0,0-3 0 0,0 0 0 16,0 0 0-16,12-5-11 0,-4 3-106 0,28-2-301 16,-16 4-179-16,-2 0 4 0,5 0-405 0,1 0-206 15,6-2-266-15,-13 2 379 0</inkml:trace>
  <inkml:trace contextRef="#ctx0" brushRef="#br0" timeOffset="132041.38">17032 16589 89 0,'-2'-18'1535'0,"2"9"-799"15,-3 1-183-15,3 3 367 0,-4-6-373 0,1 9-168 16,3-11-168-16,0 13-24 0,0-3-89 0,0 6-58 16,0-3-22-16,0-3-6 0,0 6-10 0,0-3-6 15,0 0-1-15,0 0-6 0,3 5 4 0,4 1 2 0,-2 12 11 16,2-5 51-16,1 13 8 0,-2-4 3 15,-3 4 4-15,0-2 2 0,-1 7 5 0,1-2-17 0,-3 1-18 16,0-1 17-16,4 8 25 0,-4 0-1 0,0 1 20 16,-4-5 10-16,4 4 18 0,0 1-15 0,-3 4-18 15,3-18-24-15,0 13 39 0,0-11-45 0,0-4-16 16,3-4-28-16,1-7-2 0,-4-1-9 0,3 8 0 0,-1-7 2 16,-2-8-6-16,3-3 5 0,1 6 3 15,-1 3 43-15,-3-9-2 0,8-2 50 0,1 2 29 0,15-3 51 16,-13-1-71-16,19-2 33 0,-7-2-35 0,10-2-18 15,-10-1-67-15,13 0-11 0,-1-2-14 0,6 0-7 16,-12 8 0-16,13-6 0 0,-6 3 0 0,11 0 0 16,-23 8 0-16,2-6 0 0,4 4-10 0,2 0-95 15,-8-1-62-15,-10 0-81 0,1 3-223 0,5 0-349 16,-3-3-343-16,-2 3 274 0,4-2-232 0,-7-1-278 16</inkml:trace>
  <inkml:trace contextRef="#ctx0" brushRef="#br0" timeOffset="132871.16">18373 16033 117 0,'-5'0'841'0,"-5"3"-360"0,10-3-21 16,-14 0 14-16,14 2-45 0,-3-2-138 0,-12 6-66 0,15-4-39 15,-12 3 48-15,10-1 41 0,2-4 3 0,0 0 54 16,0 0-27-16,0 0 95 0,0 0-55 0,0 0-61 15,0 0-24-15,0 0-23 0,0 0-61 0,0 0-25 16,0 0 8-16,-7 0-82 0,-1 2 27 0,8-2 34 0,0 0-16 16,8-6-56-16,-1-1 6 0,3-6-10 15,2-3 4-15,3 3-45 0,-3-4-16 0,5-1-6 0,2-11-3 16,-8 16 1-16,3-4-1 0,-2-3 2 0,0 7-16 16,-9 2-1-16,4 0 20 0,-2 0 2 0,-5 11-14 15,0 0-12-15,3-13-13 0,-3 13 5 0,0 0-46 16,0 0 10-16,0 0-20 0,0 0 0 0,0 0 15 15,-3 11 11-15,3-6 27 0,0 3 11 0,0 5 10 16,0 14 1-16,0-12 8 0,0 7 5 0,0 9 3 0,-3-4-2 16,1-3 1-16,-1 6 2 0,-1-2-2 0,1-4 3 15,1 0 0-15,4 10 3 0,-2-10 1 0,7-2 0 16,-2-4-3-16,1 3 10 0,0-10-3 0,6 2-1 16,-4-8 4-16,4 0 19 0,12 3 0 0,-4-5-1 15,-5-3-2-15,0 2-3 0,11-4-2 0,1 2-21 16,-3-3-35-16,-4-5-32 0,7 3-40 0,-3-3-150 15,-2-2-148-15,-3 2-114 0,8-6-434 0,-4-1-53 0,-2 2-21 16,-9-4 287-16,8-4-1157 0</inkml:trace>
  <inkml:trace contextRef="#ctx0" brushRef="#br0" timeOffset="133077.6">18514 15298 2617 0,'-12'-9'1323'0,"-5"-4"-379"15,8 8-89-15,-6 0-568 0,15 5-96 0,-12-3-57 0,12 3-104 16,0 0-28-16,-15 3-12 0,13-3-17 0,2 0-29 16,-6 10-34-16,6-6-134 0,0 3-157 0,3 1-294 15,0 5 7-15,-1-2-250 0,2-4 27 0,4 7-183 16,-8-12-200-16</inkml:trace>
  <inkml:trace contextRef="#ctx0" brushRef="#br0" timeOffset="133687.98">20070 15800 195 0,'14'3'842'0,"-2"-3"-391"0,3-3 181 15,-6 1-119-15,3 0-171 0,-9 2 42 0,9-6 72 0,-9 6-115 16,-3 0-97-16,5-9 81 0,2 7 39 0,-7 2 5 16,0 0-120-16,0 0 68 0,0 0 23 0,-7-11-117 15,4 9-76-15,-9-1 5 0,-5-2-46 0,-7 2-65 16,9 3-30-16,-7-3 6 0,-12 1 2 0,5 2-18 15,0 0 1-15,-10 0 20 0,-10 2 38 0,7-2-16 16,1 3 2-16,14-3-4 0,-14 3 24 0,9 0-17 16,8-1-14-16,7-2-11 0,-7 0-4 0,12 0-25 0,1 0-11 15,-4 0 1-15,15 0-104 0,-4 0-119 0,8 0-154 16,-4 0-27-16,-4 0-556 0,8 0 12 0,-4 0-86 16,6 3 317-16,3-1-145 0,11-2-299 0</inkml:trace>
  <inkml:trace contextRef="#ctx0" brushRef="#br0" timeOffset="133960.24">20147 16088 69 0,'0'0'913'0,"15"0"-198"0,-15 0-24 0,3 0-125 16,-3 0-203-16,0 0-42 0,0 0-28 0,0 0-37 15,0 0-87-15,-3 0 101 0,6 0 94 0,-6 0-91 16,-7-2-79-16,8 2 2 0,-8-2-34 0,-4-4 20 16,2 6-123-16,-3 0 57 0,-14-3 77 0,5 3 32 15,4 0-53-15,-10-2 64 0,-8 2 59 0,3 0-77 16,2-3-41-16,13 3-89 0,-19 0 25 0,12 0-60 16,17 0-20-16,-6 0-22 0,-2 3-32 0,-2-3-65 0,8 0-100 15,10 0-137-15,-5-3-466 0,-1 1-86 16,4-2-262-16,-1-5 272 0,5-2-241 0,2 0-1217 15</inkml:trace>
  <inkml:trace contextRef="#ctx0" brushRef="#br0" timeOffset="137541.66">21349 15070 38 0,'8'-10'499'0,"-4"4"-132"0,7-7-14 16,-5 0-53-16,-3 8-99 0,0-6-36 0,-3 0-3 0,0 9 64 16,0-7-46-16,0-1 63 0,0 5 2 0,0-8 52 15,0 13-101-15,0-14 60 0,0 14-31 0,-3-2-16 16,3-9-20-16,0 11-78 0,-3-2 20 0,-9-7-35 15,10 9-37-15,-13-2-40 0,3 2-15 0,-15 2-7 16,1 1-1-16,-1 3 0 0,0-1 0 0,-10 3 8 0,4-1 2 16,-2 2 2-16,-1-1 0 0,4-1-1 0,-3 2 1 15,11-5 3-15,-14 2 1 0,8-1-2 0,-2 0-5 16,15-5 1-16,-14 4 6 0,11-4-5 0,11 2 2 16,-9-2 7-16,6-2 31 0,4-2 43 0,-1 2 3 15,4-1 18-15,5 3-22 0,-10-5 74 0,1 2-40 16,9 3-23-16,-3-3-33 0,-9-1 5 0,12 4-3 0,0 0-25 15,0 0-22-15,0 0-3 0,0 0-3 16,0 0-7-16,0 0-3 0,0 0-3 0,0 0-3 0,0 0-3 16,0 0 3-16,0 0 0 0,12 2 0 0,-9-2-1 15,1 5 1-15,1 6 0 0,5-1-2 0,-2 1-8 16,4 2-3-16,0 1 5 0,0-4 0 0,-4-2 2 16,11 18-3-16,-11-13 9 0,-6-4 1 0,10 17-1 15,-2-7-3-15,-1 2-2 0,-1 3-2 0,4-3 2 16,-3 0 1-16,-1 0 4 0,4 6 3 0,-9-3 3 0,4-4 1 15,-5-3-1-15,1 12 5 0,0-8-3 0,-3 0 5 16,4-6-4-16,-4 9 5 0,0-7-3 0,0 3-2 16,0 4-9-16,0-10-8 0,0-4-16 0,0 12 1 15,0-12-1-15,0 6 6 0,0-8-8 0,0 7 10 16,2-2 9-16,-2-9 11 0,6 12 8 0,-4-3 4 16,2-8-3-16,-4-2-4 0,8 7 4 0,-5-7-5 0,6 7-15 15,-3-6 4-15,0-2 2 0,9 0 8 0,2 7 4 16,-2-9-1-16,2 0 11 0,7 2 0 0,0-4-4 15,-4 2-7-15,4 0-6 0,0-6 1 0,-4 3-4 16,7 1-1-16,-12 0 0 0,-3 2 2 0,17-6 1 16,-9 1-2-16,1 2-5 0,-1 0-19 0,-10 3-52 15,10-3-72-15,-8 1-93 0,0 0-134 0,5-1-192 0,-17 3-208 16,9-3 121-16,1 0-366 0,-2 1-317 0</inkml:trace>
  <inkml:trace contextRef="#ctx0" brushRef="#br0" timeOffset="137810.94">21361 15385 75 0,'0'-2'1289'0,"0"2"-828"0,0 0 83 0,-4-4 126 16,-7 2-212-16,11 2-296 0,-12-3-145 0,8 3-1 15,-13-2 6-15,12 0 10 0,-19 4 50 0,-3-2 39 16,7 2-17-16,3 1-9 0,-14 3 64 0,-4-1 40 0,-1-1-10 16,14 2-65-16,-12-3 51 0,0 2 43 0,4-5-87 15,16 0-54-15,2 3 1 0,-8-3-19 0,1 0-39 16,19 3-72-16,-8-3-58 0,1 0-219 0,7 0-262 16,0 0-127-16,0 0 106 0,0 0-208 0,15 2 49 15,12-2-731-15</inkml:trace>
  <inkml:trace contextRef="#ctx0" brushRef="#br0" timeOffset="138203.89">21871 16139 189 0,'2'0'378'0,"13"0"-150"0,-12 0 65 0,9-7 10 15,-7 7 82-15,-5 0-155 0,12-4 72 0,-9 4-39 0,-3 0 13 16,0-2-20-16,0 4-16 0,0-2-36 0,0 0-61 16,-3-5-62-16,-5-3-11 0,-7 8-35 0,6 0-10 15,-20 3-13-15,5 0 6 0,-3-1 0 0,-2 1-21 16,-15 3 7-16,14-2 4 0,-8 1 4 0,-9 4 1 15,-14 1 5-15,22-2 5 0,-15 0 50 0,-4 0 53 16,-20 2 107-16,34-4-56 0,-17 1 150 0,-4-1 96 16,-6-3 146-16,30-3-239 0,-9 2 78 0,6-4-48 0,-6 2 12 15,30-3-237-15,-7 1-24 0,6 2-46 0,3-4-33 16,15 2-26-16,-14-1-21 0,17 3-16 0,0 0-118 16,0 0-173-16,0 0-59 0,0-2-362 0,3-9-522 15,11 3 134-15,1 5 303 0,3-7-487 0</inkml:trace>
  <inkml:trace contextRef="#ctx0" brushRef="#br0" timeOffset="138672.65">21089 16512 239 0,'0'0'863'0,"0"0"-308"0,0-13 80 16,0 13 29-16,0 0-263 0,0-3-68 0,0 6-120 16,0-6-3-16,0 3-124 0,0 3-16 0,0-3-35 0,0 0-18 15,0 0-15-15,0 0 1 0,-3 0-6 0,-2 11-5 16,5-4 6-16,0 4 12 0,0 10 10 0,0 8 47 15,0-3 12-15,0-4-14 0,-3 4 33 0,-1 16 21 16,2 0 95-16,-4-12-57 0,0 10 24 0,0 10 28 16,-3-8-44-16,6-10-43 0,-2 2 33 0,-2-1-70 15,7 9 19-15,0-18-36 0,0 2 24 0,0 3 12 0,0-3 1 16,3-8-33-16,1-1 12 0,-1-1 4 0,2-5-18 16,2-1-16-16,-2-2 23 0,4 0 43 0,6-1-4 15,-3-3 26-15,-1-2-27 0,18-4 61 0,4 2-1 16,-3-11-39-16,-10 5-57 0,21-4 11 0,-2-3-50 15,-1 2-22-15,-11-2-11 0,13-4-7 0,-7 4 0 16,-1 4 0-16,-10 0 0 0,3-6 0 0,-3 6 0 0,-2 4 0 16,-8 3-1-16,2-2-55 0,-4 0-84 0,4 1-79 15,-8 3-47-15,3-3-378 0,-6 3-77 0,3 0-218 16,2 0 137-16,-8 0-400 0,0 0 112 0,0-3-625 16</inkml:trace>
  <inkml:trace contextRef="#ctx0" brushRef="#br0" timeOffset="139655.03">25691 16150 863 0,'12'8'570'15,"-12"-8"-118"-15,0 0-50 0,0 0 269 0,0 0-262 16,0 0-13-16,0 0-61 0,0 0 318 0,0 0-79 16,0 0-84-16,0 0-140 0,0-13 126 0,3 13-79 15,-14-13-153-15,7 7-126 0,-10-2 26 0,-9 2-39 0,-6-2-8 16,10 6-44-16,-25-3 30 0,5 2-34 0,-10 0-10 16,13 3-10-16,-35-3 16 0,4 3-17 0,2 0 2 15,0 3-4-15,-9-3-3 0,1 0-3 0,5 0-10 16,-3 3-3-16,3-6-4 0,1 3-3 0,7 0 0 15,-4-3 0-15,20 1 0 0,-4 0 0 0,14-4 0 16,-5 3 0-16,19 1-1 0,1-3-61 0,11 5-68 16,-4-4-161-16,0-3-205 0,12 7-203 0,0 0-285 0,-2-8-181 15,2 1 173-15,2-2-209 0,8-4-571 0</inkml:trace>
  <inkml:trace contextRef="#ctx0" brushRef="#br0" timeOffset="140021.04">24604 15816 1039 0,'4'-7'1410'0,"1"-6"-658"16,-5 4-292-16,3 1-114 0,-3 5-244 0,3-5-42 15,-3 8 55-15,0 0-30 0,0 0 26 0,0 0 7 16,0 0-20-16,0 0-42 0,-3-2 9 0,6 4-34 16,-3-2-14-16,6 8-8 0,-3-3 2 0,2 10 0 15,-5 0 5-15,-2-8-5 0,2 17 3 0,-8-4 1 16,1 0-8-16,-1-3-2 0,-4-2 1 0,-3 6-4 0,-9 5-3 15,10-13-2-15,-4 7-2 0,0-2 1 0,-5 1-6 16,2-4 6-16,9-6 4 0,-6 4 44 0,-4-3 64 16,3-2 0-16,16-6-14 0,-14 7 36 0,17-7 39 15,-15 3-47-15,15-5-70 0,0 0-2 0,0 0-14 16,0 0-20-16,0 0-5 0,-6 14 5 0,10-4 15 16,-2-4 9-16,4 5-3 0,0-2 19 0,24 15 35 0,-10-8-12 15,-3-5-16-15,14 2 20 0,9 4-5 0,1 1-11 16,-5-5-19-16,-12-5-19 0,25 19 5 0,-13-9-19 15,-1 1-6-15,-11-6-3 0,17 8 2 0,-6-2-19 16,-3-4-82-16,-11-7-50 0,3 5-271 0,2 1-381 16,-5-1-159-16,-9-5 215 0,-4-2-236 0,7 7 79 15,-3-8-685-15</inkml:trace>
  <inkml:trace contextRef="#ctx0" brushRef="#br0" timeOffset="140542.64">24375 16874 624 0,'-12'3'2795'16,"9"0"-1788"-16,3-3-244 0,0 0 53 0,0 0-298 0,12 0-262 15,8-3-180-15,1 0-17 0,17 1-23 0,-2 0-19 16,-2-2-2-16,0 2-4 0,19-1 7 0,-6-2-5 15,-6 2-2-15,-6 3-7 0,21-7 16 0,-12 4-11 16,-8 0-21-16,-7 0-7 0,22 1-37 0,-16-3 8 16,-9 5-32-16,-8 0-44 0,11 0-265 0,-22 0-16 15,13 2-150-15,-20-2 62 0,12 5-370 0,-10-5-128 0,-2 0 180 16,-2 9 273-16,-1-2-81 0,-4 6-69 0</inkml:trace>
  <inkml:trace contextRef="#ctx0" brushRef="#br0" timeOffset="140740.1">24425 17123 2177 0,'-4'3'1340'15,"4"-3"-683"-15,0 0 222 0,7 0-247 0,8 5-447 16,5-7-129-16,4-1-25 0,10 3-5 0,-3-6-5 16,4 4-4-16,-6 0-3 0,24-4 7 0,-9 1-6 15,3 2-7-15,-11 1-3 0,28-4 0 0,-19 4-2 16,2-4-5-16,-15 6-2 0,19-3-69 0,-19 3-89 15,-5 0-153-15,-10 0-61 0,7 3-337 0,-9-3-400 16,-1 3 234-16,-8 0 255 0,3-3-869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2:55:47.4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27568 209 309 0,'7'-11'2173'0,"5"0"-929"0,-12 9-5 0,8-11-289 0,-2 10-425 16,-3-10-160-16,-3 0 3 0,0 13-13 0,3-17-144 15,-3 17-28-15,-3-13-37 0,3 13-70 0,-3-3-50 16,-6-10-6-16,9 11-19 0,-5-11-1 0,1 13 0 16,-2-11 0-16,6 11 0 0,0 0 0 0,0-3 0 15,0 6 0-15,0-6 0 0,0 14 0 0,3-1 0 16,-3 1 0-16,0 2 0 0,-3 0 0 0,1-5 0 0,2 10 0 15,-4 9 0-15,4-3 0 0,4 6 0 0,-2-12 0 16,1 8 0-16,4 14 0 0,-5-11 0 0,1-8 0 16,0 8 0-16,-3 3 0 0,2 0 0 0,2-11 0 15,-4 13 0-15,3-8 0 0,-3 11 0 0,0-17 0 16,-3 11 0-16,-1-10 0 0,-6 3 0 0,-2 0 0 16,0-1 0-16,-6-4 0 0,0-1 0 0,-5 2 0 15,11-13 0-15,-15 4 0 0,7-3 0 0,2-6 0 0,-2 1 0 16,-7-1 0-16,0 2 0 0,3-8 0 0,7 4 0 15,-10-5 0-15,5-3 0 0,-2-8 0 0,12 9 0 16,-8-14 0-16,5 5 0 0,0-8 0 0,6 8 0 16,0-10 0-16,3 2 0 0,-3 2 0 0,6 9 0 15,1 2 0-15,-1 1 0 0,3 2 0 0,3 2 0 0,-3 6 0 16,0 0 0-16,12-7 0 0,-10 7 0 0,6 5 0 16,-4-3 0-16,8 9 0 0,-4 2 0 0,-1-4 0 15,-2 9 0-15,-2-5 0 0,-3 0 0 0,0 6 0 16,-3-3 0-16,-9 10 0 0,4-10 0 0,-4 0 0 15,-2 5 0-15,-8 1 0 0,2-4 0 0,-1-5 0 16,-2-2 0-16,-7 7 0 0,4-7 0 0,-10 2-3 0,12-10-53 16,-8 5-219-16,0-2-196 0,0-4-373 15,11 0-64-15,-6-2-297 0,-10 0-284 0,10 0-319 0</inkml:trace>
  <inkml:trace contextRef="#ctx0" brushRef="#br0" timeOffset="332.1">25871 1013 1421 0,'0'0'2226'0,"0"0"-1529"15,6 8 502-15,-2-5-624 0,-4-3-81 0,0 0-270 16,0 0 101-16,0 0-56 0,0 0 35 0,0 0-163 16,0 13 0-16,0-11-69 0,0-2-16 0,0 0-26 15,0-2-15-15,0 4-13 0,8 7-2 0,-4-7 0 16,4 0 0-16,1 1 0 0,8 3 0 0,-7-4 0 0,-5 1 0 16,10 1 0-16,-3-4 0 0,-3 4 0 0,-1-2 0 15,-5-2 0-15,11 8 0 0,-10-11-3 0,7 1-36 16,-11 2-118-16,9-5-217 0,1 1-17 15,-8 4-73-15,16-4-378 0,-6-1-215 0,0 5-91 0,-3-4 426 16,-1-5-270-16,-1 3-311 0</inkml:trace>
  <inkml:trace contextRef="#ctx0" brushRef="#br0" timeOffset="1002.31">25679 584 2285 0,'-2'-15'1566'0,"-4"2"-714"0,6 7-156 16,0-5-376-16,0 11-228 0,-2-7 5 0,2 1-18 16,0 6 69-16,0 0-18 0,0 0 42 0,0 0-82 15,0-3 7-15,0 6-48 0,0-6-11 0,0 3-23 16,14 0-8-16,-14 0-6 0,12 11-1 0,-4 0-2 15,-5-6 3-15,6 14 4 0,-3-1-4 0,0 3-5 16,-6-13 2-16,0 11-2 0,0-12 0 0,-2 6-4 0,-2-2 4 16,-4 5 2-16,1-10 2 0,-13 18 10 0,8-17-4 15,0 4 3-15,-11 4 0 0,9-6 3 0,-8-1-4 16,-5-1 6-16,5-1 9 0,-5-1 30 0,6 0 4 16,-2-2 36-16,-16 0 70 0,15-1-17 0,-8-2 72 15,15-2-84-15,-14-1 56 0,14 3-62 0,0-8-24 0,11 8-51 16,-8-5-9-16,2-1-38 0,8 4-6 0,-2-3 0 15,-3-3 0-15,6-1 0 0,1 2 0 0,2 3 0 16,-6-5 0-16,6 9 0 0,0 0 0 0,0 0 0 16,0 0 0-16,0 0 0 0,0 0 0 0,0 0 0 15,0 0 0-15,3 7 0 0,-3 1 0 0,-3 6 0 16,-1-6 0-16,-1 2-2 0,-7 11-23 0,7-12-24 16,-17 6-8-16,8 1-18 0,-13-1-30 0,7-1 15 0,-1-4 10 15,-5-1 18-15,-4 4 17 0,0-2 25 16,4-4 10-16,0-1 8 0,-12-4 6 0,8-2 3 0,6 0 2 15,-5-2 22-15,2-2 35 0,0 0 29 0,19-1-28 16,-16-12 43-16,10 4-25 0,-4-14 5 0,12 12-54 16,-6-20-15-16,-3 6-20 0,7-13-1 0,1 13 0 15,-1-3 0-15,-1-12 0 0,4 4 0 0,-2-6 0 0,4 15 0 16,1-8 0-16,-5-9 0 0,2 0 0 0,-1 19 0 16,0-13 0-16,-6 5 0 0,6 8 0 0,-3 1 0 15,-3 5 0-15,4 4 0 0,-4 4 0 0,7 10 0 16,-7-8 0-16,-10-1 0 0,10 6 0 0,7 6 0 15,-12-4 0-15,5 1 0 0,-3 2 0 0,12 3 0 16,-9-3 0-16,10 3 0 0,-5 8 0 0,4 5 0 16,1-2-17-16,2 11-180 0,2-9-234 0,1 16-346 0,0-16 119 15,13 9-756-15,1-2 211 0,-2-1 72 0,2 2 203 16,4-2-430-16</inkml:trace>
  <inkml:trace contextRef="#ctx0" brushRef="#br0" timeOffset="1171.85">25114 468 968 0,'0'2'3834'0,"12"7"-2340"0,-12-9-597 15,0 0-80-15,0 0-767 0,0 0-46 0,0 0-5 16,0 0-1-16,0 0-2 0,2 15 2 0,2-15 0 16,-4 0-2-16,0 8-37 0,3 0-133 0,-3-8-496 15,-3 5 121-15,3 3-436 0,-6 1-479 0,0 0 284 16,-15 0 49-16</inkml:trace>
  <inkml:trace contextRef="#ctx0" brushRef="#br0" timeOffset="1341.4">24138 1138 149 0,'0'0'55'0,"-14"0"-54"0,8-4-9 0,0-6-106 16</inkml:trace>
  <inkml:trace contextRef="#ctx0" brushRef="#br0" timeOffset="1469.06">24101 1063 88 0,'-4'-11'430'0,"4"1"-38"0,-5-8 346 0,-5-2 105 16,10 16-134-16,-5-12 139 0,0-1 264 0,1 12-257 0,1 1-165 16,3 4-167-16,-12-11-27 0,9 8-209 0,3 3-134 15,0 0-126-15,-12-10-27 0,12 10 0 0,0 0 0 16,0 0 0-16,0 0 0 0,0 0 0 0,0 0-4 15,0 0-119-15,0 0-266 0,0 0-20 0,0 0-483 16,0 0 132-16,-14 13-425 0,2-8-258 0,4-3 178 0</inkml:trace>
  <inkml:trace contextRef="#ctx0" brushRef="#br0" timeOffset="3532.54">10168 1018 868 0,'12'-21'1407'16,"-7"8"-906"-16,7-9 402 0,-7 4-297 0,2-8-219 15,-4 7-172-15,2-5 127 0,-5 17-96 0,7-15-12 16,-7 11-126-16,2-2 18 0,1-5-10 0,-3 2 1 0,3 6-49 16,-3-23 38-16,4 18-26 0,-4-7 18 0,0 17-44 15,2-16 21-15,-2 5-23 0,0 14-10 0,0 2-23 16,0-14 4-16,0 12-12 0,0 2-6 0,0 0-7 16,0 0-2-16,-2 13-1 0,2-10-4 0,2 15 1 15,1-10 0-15,0 5-1 0,9 18-5 0,-12-7-1 0,5 0 2 16,2 11-4-16,-2 5-3 0,-2-3 1 15,1-13 5-15,-2 16 1 0,-2-1 9 0,3 12 5 0,0-25 4 16,-1 18 0-16,2 4 4 0,2 16 2 0,0-27-2 16,0 3 28-16,-1-3-19 0,2-1-5 0,1 5 8 15,1-18-9-15,0 3 2 0,2-4-5 0,5 6-36 16,-8-11 31-16,1 6-4 0,3-4 5 0,-4-1 28 0,-1-12-21 16,8 10-17-16,-7-5 3 0,-2-7-10 15,6-4 2-15,3-2-21 0,-7 0-16 0,13-12 31 0,-13 6 10 16,2-3-1-16,14-20 11 0,-7 9 5 0,-2 2-3 15,2-17-4-15,7-3-4 0,0-1 1 0,-6 5-2 16,-1-3-6-16,-2-12-1 0,2 6 5 0,-2-6 2 16,-6 20-1-16,3-19-4 0,-4 15 3 0,1-12 3 15,-6 15-1-15,6-8 3 0,-6 3 18 0,0 3 31 16,-3 13-15-16,4-8 21 0,-4 16-11 0,2-4 7 0,-2 4-24 16,0 3-14-16,0 7-16 0,0 0 1 0,0-8 0 15,3 9-2-15,-3 2 0 0,3 6-9 0,-1-1-8 16,5 16-15-16,-4-3 8 0,-3 9-7 0,2-1 9 15,-2 7 3-15,3 6 18 0,-3 8 20 0,0-7-8 16,0 3-7-16,0 1 7 0,0-7-3 0,4 11 12 16,-4-24-13-16,0 12-13 0,3-3 21 0,-3 2 19 0,0-7-8 15,5 1 4-15,2 0-27 0,1-7-17 0,1-4-27 16,3 6-220-16,0-14-242 0,-1-5-330 0,-2 1 81 16,6-3-256-16,-6-3 21 0,3-5-1044 0</inkml:trace>
  <inkml:trace contextRef="#ctx0" brushRef="#br0" timeOffset="3999.3">11331 1494 477 0,'0'-2'1682'15,"7"-12"-810"-15,-7 14 20 0,0 0-14 0,0 0-500 16,0 0-230-16,0 0-98 0,0 0-11 0,-10 3-20 15,8 3-1-15,-8 1-16 0,5 4-8 0,-7 4-5 16,0 5-6-16,3 8-12 0,0-6 7 0,0 1 7 16,4-6 8-16,-2-2 1 0,2 9 20 0,-5-3 6 15,8-8-4-15,-4 6 7 0,2-1-1 0,-1 1 1 0,2-1-2 16,1-2-4-16,-2 1-3 0,4-8 3 0,0 2-3 16,4 5 40-16,-2-8 61 0,4 3 40 0,3-6 16 15,-1-2 112-15,23 2 125 0,-8-5-36 0,1 2-115 16,5-4 27-16,10 0-47 0,5-1-55 0,-6 0-93 15,-6-2-57-15,12 0-24 0,0-1-7 0,-2 4-1 16,-16-1 0-16,6-3 0 0,10 6-3 0,-13 0-87 0,-12 0-135 16,-2 0-446-16,1 0-296 0,-8 3-228 0,4 0-18 15,-12-6-88-15,0 6-1088 0</inkml:trace>
  <inkml:trace contextRef="#ctx0" brushRef="#br0" timeOffset="4469.04">13190 1364 1961 0,'0'0'629'0,"0"0"120"0,3-10 17 0,0 10-174 16,-3 0-371-16,-8-8 69 0,1 6-122 0,-10-2-9 15,5 4-23-15,-15 4 76 0,-2 1 81 0,-1 0-24 0,10 1-41 16,-6 1 108-16,-8 1-16 0,-6 1 10 0,10-7-171 16,-5 0 25-16,-1 1-69 0,4-3-56 0,0-3-44 15,3 1-15-15,2 2 0 0,6-2 0 0,15 2 0 16,-14 0 0-16,8 0 0 0,3 0 0 0,9 0 0 15,0 0-19-15,0 0-224 0,0 0-206 0,0 0-277 16,0 0-10-16,0 0-418 0,17 0-60 0,2-4-301 0,-2-1-161 16</inkml:trace>
  <inkml:trace contextRef="#ctx0" brushRef="#br0" timeOffset="4692.43">13220 1654 247 0,'5'7'2012'0,"4"-1"-1435"16,-11-10 251-16,4 8 56 0,-2-4-194 16,-2-4-186-16,4 8-21 0,-11-4-53 0,4 0-41 0,2 0-82 15,-16 0 16-15,2 0-110 0,-6 0-86 0,-1 0-62 16,-2 0-6-16,-6 2-19 0,-4-2-27 0,-3 3-13 16,4-3 0-16,-3 2 0 0,3 0 0 0,-1-2 0 15,9 0 0-15,-10 4 0 0,8-4 0 0,7 2 0 0,13-2-21 16,-11-2-229-16,8-6-527 0,4 5-311 0,8 1 178 15,0-11-304-15,5 4-1131 0</inkml:trace>
  <inkml:trace contextRef="#ctx0" brushRef="#br0" timeOffset="5682.79">14295 1039 1283 0,'12'-35'1046'16,"-7"15"-532"-16,5-10 315 0,4 4-128 0,-2-3-356 15,-4 11-95-15,2 1 4 0,2-6-22 0,0 6-99 0,-7-3-46 16,2 4-12-16,3-3 21 0,-6 12-11 0,4-7 30 16,-8 11 9-16,15-8 48 0,-18 11-49 0,6 0-30 15,6-9 8-15,-9 9-30 0,0 0-23 0,0 0-26 16,0 0-18-16,0 0-6 0,0 0 0 0,0 9-4 15,0-3 0-15,0 26-6 0,0-8-5 0,-2 13-3 16,2-11 8-16,-7 14-8 0,2 5 1 0,-2 2 4 16,2-10 6-16,-5 9 5 0,0 7 4 0,0 4 2 0,1-17 7 15,4 13 12-15,-7-3 6 0,2 14 12 0,5-27-16 16,2 11 8-16,-3-4-3 0,0-4-7 0,1-8-13 16,-2 6-4-16,5-14-4 0,-1 2-1 0,0-6-4 15,-1-14 0-15,2 15 3 0,2-13 25 0,-3 1 23 16,3-9 11-16,0 13 99 0,0-17 36 0,0 8 8 0,0-4-54 15,0-4 67-15,3 2-69 0,9-5-33 16,-7 1-76-16,4 1-26 0,9-6-9 0,3 3 0 16,-6 3 0-16,5-1 0 0,13-1 0 0,-8 1 0 0,-1 3 0 15,12-2 0-15,6 3 0 0,2-2 0 0,-7 0 0 16,-4 4 0-16,9-3 0 0,10 6 0 0,-8 1 0 16,-11-4 0-16,14 4 0 0,12 1-5 0,-15 0-54 15,-8-5-23-15,8 0-132 0,-3-3-254 0,0-4-592 16,-21 3 189-16,10-5-338 0,-4-2 54 0,-4-2-1323 0</inkml:trace>
  <inkml:trace contextRef="#ctx0" brushRef="#br0" timeOffset="6531.52">16720 1235 67 0,'-9'-7'1364'0,"1"-2"-746"0,-4 1 213 0,0 3-314 15,-18-6 172-15,1 6-281 0,2 2-135 0,-2-2-3 16,5 5-141-16,-11-2 61 0,-1 2-22 0,2 2-40 16,10 0-37-16,-8 4 13 0,-16 5 38 0,16-1-38 15,8-2-39-15,-14 10 34 0,12-1-32 0,-1 3-19 0,10-6-22 16,-2 7-3-16,2 1-11 0,2 9-12 0,3-9-4 15,7 0-2-15,-2 0-4 0,2 2 0 0,7 0 1 16,1-6 7-16,6 1 8 0,6-1 0 0,0 1-4 16,2-11-3-16,7 2 6 0,3-1-1 0,-1-4-5 15,-8-5 2-15,11 0 2 0,-2-5 6 0,-1-6 0 16,-6 3-4-16,10-6 6 0,-6-6 1 0,2 1-4 16,-2-5-1-16,6 3 1 0,2-18 2 0,-12 2-7 0,4-3-4 15,-3-1 1-15,-1-12-1 0,-5 4 2 0,-6 4-1 16,-1-8 0-16,-1 0-3 0,-5 0 0 0,-4 0 6 15,-5 10 0-15,4 1 12 0,-2-15 54 0,-4 13 30 16,-3 5 23-16,0 2 31 0,-6-8 54 0,4 16-34 16,2 3-18-16,-6 0-40 0,1-2-7 0,5 8-50 15,3 4-22-15,1-8-5 0,1 16-15 0,-1-8-7 16,1 5-4-16,7 9-5 0,0 2-7 0,0 0 1 0,0 0-4 16,0 11 4-16,7 2-4 0,-2 11 5 0,-2-6 4 15,6 8 6-15,-3 7 1 0,3 0-3 0,0 4 0 16,2 1 0-16,-2 1 0 0,9 16-8 0,-4 2-2 15,-4-26 4-15,7 24 0 0,-5-12 1 0,5 2 1 16,-7-13 1-16,2 4 2 0,0 10-1 0,5 9 3 16,-12-26-2-16,10 16 3 0,-3 0-1 0,0-2-3 0,-3-9-26 15,-1-2-118-15,2-3-98 0,2-5-98 0,-4-6 6 16,4 12-528-16,3-10-122 0,-3-3-121 0,-7-12 113 16,4 6 230-16,-2-7-1190 0</inkml:trace>
  <inkml:trace contextRef="#ctx0" brushRef="#br0" timeOffset="6968.36">17230 1267 190 0,'2'3'3215'0,"5"4"-1710"0,-4-7-367 15,-3 0-400-15,0 0-329 0,0 0-70 0,0 0-155 16,-3 0-53-16,6 0-47 0,2-10-30 0,-2 2-32 16,6-5-11-16,-4-5-5 0,2 1-3 0,-2 4 3 0,2-8 2 15,1 0 2-15,-4 10 7 0,4-16 9 0,-1 12-9 16,-5 4 11-16,6-15-11 0,-4 12 2 0,-1-7-9 15,-3 11-6-15,3-3-4 0,-3 2 0 0,2 9 0 16,-2 2 0-16,0 0 0 0,0 0 0 0,0 0 0 16,0 0 0-16,0 0 0 0,-2 2 0 0,2 16 0 15,-6-7 0-15,0 20 0 0,-2-4 0 0,-4 7 0 0,5-12 0 16,2 4 0-16,2 6 0 0,-4 11 0 0,7-20 0 16,4 1 0-16,-1 2 0 0,2-2 0 0,5 0 0 15,-2-11 0-15,1-2 0 0,3 2 0 0,-7-8 0 16,10 8 0-16,0-4 0 0,-3-5 0 0,14 2-8 15,-11-6-43-15,3-2-154 0,18-4-590 0,-12-1-108 16,-7-8 33-16,3-5-344 0,7-6-379 0,-6-1-821 0</inkml:trace>
  <inkml:trace contextRef="#ctx0" brushRef="#br0" timeOffset="7123.94">17439 650 1857 0,'-9'9'2276'0,"1"-2"-878"0,8-5-282 0,0-2-325 16,0 0-711-16,0 0-81 0,0 0-84 0,0 0-92 16,0 0-71-16,0 0-105 0,0 0-279 0,0 0-122 0,0 0-119 15,0 0-68-15,5 14 37 0,-7-1-156 0,-1-5-350 16</inkml:trace>
  <inkml:trace contextRef="#ctx0" brushRef="#br0" timeOffset="7622.61">17781 1876 491 0,'0'0'915'0,"0"0"-426"0,-10 4-120 16,5 2 114-16,-10-1-125 0,-6 0-118 0,1 1-169 15,-4-1 6-15,-3 1 36 0,-5-1 88 0,0-1 15 16,-9 2 74-16,-3-1 69 0,-7 1 49 0,-20 1 191 16,22-4-246-16,-22 0 96 0,-9 2-19 0,-17-2-4 15,12 0-161-15,-13 0-25 0,-2-1-91 0,0 0-24 16,5 4-65-16,5-6-45 0,10 3-15 0,12-3 0 15,4 0 0-15,10 2 0 0,10-2 0 0,8-2 0 16,16 4 0-16,6-2 0 0,-1 0 0 0,18 0 0 16,-3 0-16-16,14-2-166 0,8 2-238 0,3 0-197 0,11-3-292 15,-4 3 39-15,7 0-344 0,19 0-330 0,-10 0-744 16</inkml:trace>
  <inkml:trace contextRef="#ctx0" brushRef="#br0" timeOffset="8265.89">16926 2912 471 0,'0'0'1992'16,"0"0"-1296"-16,0 0 507 0,0 0-248 0,-3 0-331 16,-14 0-255-16,2-2-101 0,-12-4-131 0,1 4-29 15,8-1-51-15,-18 3 26 0,4 3-27 0,0 3-4 16,3-4-8-16,-10 9 18 0,-2-2-4 0,6 2-7 0,11-2-11 16,-12 4 29-16,1 11 8 0,9 0-39 0,6-4-6 15,5-3-10-15,-6 6 9 0,3 9-22 0,4-8-20 16,4-6-4-16,5 9-4 0,2 10-6 0,6-8 18 15,2-10-3-15,7 5 5 0,3-4 16 0,9 2 11 16,-7-11-6-16,7-4 5 0,-4-1-9 0,10 3 11 16,-6-5-10-16,2-4-9 0,4-4-2 0,-4-5-1 0,-3-2-4 15,6-2 4-15,-2-9 1 0,6-2 2 0,-12 4-2 16,-7 1-9-16,10-13-3 0,-6-2 1 0,-4-11-6 16,-2 15 6-16,-2-14 1 0,-5-7 4 0,-2-10 11 15,-3 24-1-15,-3-16 7 0,-6-7 2 0,3 4-7 16,-8 3-1-16,-1-2 1 0,-2 0 0 0,-5-2 1 15,8 10-4-15,-7 2 3 0,0 8 6 0,6-3 31 16,7 20 12-16,-8-10 38 0,14 22-22 0,-6-5 1 0,4 5-20 16,-2 3 21-16,6 5-47 0,0 0-27 0,0 0-1 15,0 0 0-15,0 0 0 0,10 13 0 0,-5-6 0 16,4 10 0-16,6 4 0 0,0 5 0 0,2 0 0 16,-2-4 0-16,12 13 0 0,-1 9 0 0,-6-7 0 15,-1-5 0-15,4 11 0 0,-2 12 0 0,-1-13 0 0,-8-10 0 16,5 13 0-16,5 10 0 0,-8-12 0 0,-6-12 0 15,4 15 0-15,3-2 0 0,2 7 0 0,-1-12 0 16,-8-12 0-16,7 8 0 0,2 4 0 0,-5-12 0 16,0-9 0-16,0 6 0 0,0-5-6 0,3-1-80 15,-10-12-49-15,10 3-175 0,-3-3-181 0,-5-1-253 16,7-2-277-16,1-17-181 0,-4-1 69 0,1-3-730 16</inkml:trace>
  <inkml:trace contextRef="#ctx0" brushRef="#br0" timeOffset="8564.09">17380 2412 1068 0,'0'-7'1381'16,"3"-12"-501"-16,-6 8 78 0,-3 1-3 0,-6-3-220 15,9 13-442-15,-5-8 35 0,8 8-41 0,-19-3-40 16,19 3-150-16,0 0 6 0,-12 11-14 0,10 2-34 15,-1 5-28-15,-2 11-8 0,1-3-12 0,4 4 0 16,4-7-4-16,-2 14-6 0,1 11 3 0,2-13 8 0,2-4-3 16,-2 9 4-16,7 3-3 0,3 10 1 0,-6-27 2 15,9 12-5-15,-1-2-10 0,7-2-12 0,6 1-18 16,-10-19 23-16,4 5-15 0,0-5 26 0,5 8 7 16,-12-14 1-16,1 0 15 0,3 1-20 0,-4-2-58 15,7-5-222-15,-6-1-156 0,-4-3-245 0,1-3-270 16,0-4 122-16,-6 1-269 0,6-18-250 0,-10 9-395 15</inkml:trace>
  <inkml:trace contextRef="#ctx0" brushRef="#br0" timeOffset="8727.65">17527 2730 166 0,'-14'2'2205'0,"2"1"-723"0,-8 3-451 0,-2-4 123 15,14-2-654-15,-21 9-173 0,7-5-95 0,2 5-51 16,-4-4-53-16,0-1-54 0,10 2-36 0,-1-1-32 0,3 1-16 15,-11-1-15-15,11-3-19 0,3 1-55 0,-11 0-85 16,13-3-62-16,-10 0-461 0,2 0-150 0,3-3-221 16,-5-7 272-16,8 4-302 0,-6-9-1123 0</inkml:trace>
  <inkml:trace contextRef="#ctx0" brushRef="#br0" timeOffset="10099.99">27680 4056 695 0,'0'0'1131'16,"0"0"-608"-16,0-4 181 0,0-9 184 0,0 17-368 0,3-8-290 15,9-3-57-15,-12 7-103 0,15-6 8 0,-15 6-17 16,14 0-16-16,-7 0 10 0,1 4-8 0,1-2 4 15,-6 0-11-15,9 7-2 0,-12-9-16 0,5 15-10 16,-5-12-2-16,0 12 3 0,0 5-1 0,-8-11-6 16,-6 8 1-16,-4 1 7 0,-12-2 1 0,4-6-1 15,2-1-2-15,-8 2 3 0,3-4 19 0,-10-5 40 0,12 2 12 16,-2-4 61-16,2-4 78 0,7-3 34 0,-6-1 93 16,22 5-147-16,-16-15 38 0,10 1-39 0,-2-3-51 15,7 1-103-15,2-2-11 0,6-5-21 0,2 2-12 16,5 0-6-16,-4-5 5 0,5 5 1 0,4-2-6 15,-1 9-5-15,10-6-12 0,-2 10 5 0,3 2 0 16,-1 5 3-16,12 1 0 0,-4 5 11 0,0 5 2 0,-11 4 3 16,6 4 1-16,8 8-9 0,-6-3-6 0,-2 6-5 15,-6 0 1-15,-1 8 1 0,7 11-2 0,0-7 3 16,-15-4 10-16,5 10 6 0,-2 11 6 0,-7-13-3 16,1-8-2-16,-2 8 10 0,-14 10 24 0,-2-13-7 15,3-10-9-15,-8 6 8 0,-6 4 0 0,-14 5 3 16,12-20-22-16,-8 4-1 0,-3-4-5 0,-16 2-8 0,19-14-9 15,-9-2-25-15,-5 0-84 0,-4-5-195 16,14-3-82-16,-28 0-659 0,9-11-88 0,-6 0-3 16,3-7-371-16,15 3-428 0</inkml:trace>
  <inkml:trace contextRef="#ctx0" brushRef="#br0" timeOffset="10667.47">26195 3437 1480 0,'-9'-22'2057'0,"-2"9"-1111"16,7 2 27-16,-1 0-346 0,0-2-399 0,5 13-81 15,-4-7-74-15,1 1-4 0,3 6-32 0,0 0-32 16,0 0-8-16,0 0-14 0,7 6 8 0,-5 1 0 16,4 6 7-16,3-2 8 0,6 11 4 0,-3 2 2 15,-2-6 3-15,12 17-3 0,-5-7-5 0,0 7-3 0,-2-8-3 16,1 10-2-16,4 5-2 0,-5-5-2 0,2-6 3 16,-5 2 0-16,3 6 2 0,-3 6 4 0,3 0 2 15,-6-16 2-15,-1 11 9 0,-1 8-1 0,-2-11 3 16,-2-4-2-16,1 2-2 0,-8 0-1 0,-4-6-4 15,5-5-4-15,-6-1-1 0,-9 9 2 0,4-10-3 16,-1-9 0-16,-6 0 4 0,-3-6 6 0,-11 6 57 0,13-10-5 16,-7 0 32-16,-3-3 37 0,5 0 25 0,-11-8 74 15,20 3-99-15,-4-8 9 0,-2-4-28 0,-6-3 1 16,16 4-72-16,-5-1-16 0,4-1-19 0,1 5-9 16,-1 0-1-16,10 5 0 0,-1-6 0 0,6 12 0 15,0-14 0-15,0 16 0 0,0 0 0 0,11-10 0 16,-4 10 0-16,5 2 0 0,8 6 0 0,-8-5 0 15,0 5 0-15,10 8 0 0,-7-5 0 0,4 4 0 0,-14-2 0 16,-2-5 0-16,6 8 0 0,-9 8 0 16,3-16 0-16,-3 2 0 0,-8 8 0 0,1-7-8 0,-10 11-17 15,2-15-2-15,-6 10-26 0,-11-4-90 0,2-2-29 16,6-4-13-16,-8-1-186 0,-12-1-108 0,-2 0-242 16,15-2 96-16,-6-3-310 0,-2 0-92 0,0 0 86 15,2-8 66-15,4 5-643 0</inkml:trace>
  <inkml:trace contextRef="#ctx0" brushRef="#br0" timeOffset="10828.04">25294 4542 2723 0,'-3'16'965'16,"3"-16"-328"-16,0 10 191 0,0-6-386 0,0-4-316 16,0 0-108-16,3 2-10 0,6 9-1 0,-4-11 2 0,10 3-3 15,-3-6-3-15,12 0-4 0,-1 0-6 0,10-2-15 16,-13 3-41-16,7-2-114 0,2 0-189 0,0-7-244 15,-11 6 8-15,0-6-218 0,-3 0-15 0,-7 3 75 16,7-10 117-16</inkml:trace>
  <inkml:trace contextRef="#ctx0" brushRef="#br0" timeOffset="11384.55">25220 4146 647 0,'-9'-4'2252'0,"-8"-3"-1232"0,7 1-120 0,8 6 20 15,2 0-725-15,-3 0-91 0,-9-7-87 0,12 7-13 16,0 0-6-16,0 0-8 0,3 5 0 0,3 3-2 16,2-1 3-16,4 7-5 0,-5-6 1 0,10 14 0 0,-2-9 0 15,-6 0 4-15,-1-6-4 0,4 12 2 0,-6-3 1 16,0-8 4-16,0 15-4 0,-6-4 7 0,-3-1 2 16,-2-4 0-16,-5 5 5 0,-2-4 1 0,-8 3-2 15,6-12-3-15,-8 5-2 0,-4-6 0 0,-6 3 4 16,8-8 8-16,-8 3 21 0,2-3 45 0,-4-3 108 15,3-3-10-15,2 2 36 0,-1-10 21 0,3 4 27 0,-2-6 67 16,14 3-162-16,-5-4-18 0,6 4-21 0,-10-5 0 16,9 5-56-16,0-3-31 0,1 0-29 0,-4-5 1 15,16 15-8-15,-8-10-4 0,4 11 0 0,3-8 0 16,3 13 6-16,0 0-1 0,0-6-10 0,-3-1-8 16,3 7-8-16,0 0-20 0,0 0 1 0,0 5-7 15,0 10-1-15,-5-1-77 0,-2 7 22 0,2-2-11 0,-4-5 17 16,-6 8-79-16,-5 2-2 0,-1-4 51 0,-2-2 25 15,4-8 36-15,-15 12-15 0,0-9 50 0,5-6 26 16,6-1 7-16,-10-1 5 0,-4-5 30 0,3-2 65 16,12-4-11-16,-8-1 73 0,-8-9 81 0,1-3-16 15,17 3-54-15,-9-3 30 0,-3-12-49 0,3-4-36 16,10 12-73-16,2-12-6 0,2-4-32 0,0-14-6 16,6 18 0-16,6-13 0 0,1-2 0 0,-5-16 0 0,7 13 0 15,-3 11 0-15,3-22 0 0,3 7 0 0,-3 3 0 16,0 18 0-16,-3-15 0 0,1-1 0 0,2 17 0 15,-3 11 0-15,-4 0 0 0,2 3 0 0,0 11 0 16,1-1 0-16,-4 0 0 0,8 9 0 0,-12-7 0 16,12 7 0-16,0 2-8 0,0 0-121 0,-3 2-131 15,-4 9-102-15,7 0-223 0,0-3-221 0,7 10-541 16,-2-7 167-16,5 2 373 0,-2-10-433 0</inkml:trace>
  <inkml:trace contextRef="#ctx0" brushRef="#br0" timeOffset="11539.14">24660 3650 646 0,'3'9'2567'0,"3"2"-1746"0,-3-2 206 0,-3-9-612 15,0 13-370-15,0-7-40 0,-3 8-5 0,1-4-4 16,-2-5-2-16,4 8-5 0,-6-4-8 0,6-4-72 16,-2 1-72-16,-5 7-243 0,-4-4-412 0,5 0 10 15,0-1 201-15,-8-1-257 0,-8 2-771 0</inkml:trace>
  <inkml:trace contextRef="#ctx0" brushRef="#br0" timeOffset="11718.65">23609 4598 1913 0,'-7'8'2666'0,"2"7"-1460"16,5-11-6-16,0-4-519 0,0 0-339 0,0 0-496 0,0 0-245 15,0 0-1-15,0 0-309 0,-3-11-200 0,1 0-298 16,2-4 249-16,2-1-80 0,-4-14 231 0,-2 4 54 16,4 10 125-16</inkml:trace>
  <inkml:trace contextRef="#ctx0" brushRef="#br0" timeOffset="11847.31">23546 4375 1953 0,'-11'-15'1459'0,"11"15"-294"0,-12-9 37 16,10 9-263-16,2 0-238 0,-12-7-330 0,8 5-117 0,4 2-143 15,0 0-78-15,0 0-30 0,-6-4-3 0,1-1 0 16,5 5 0-16,0 0 0 0,0 0 0 0,0 0-20 15,0 0-78-15,0 0-305 0,-4 3-87 0,-1 5-254 16,5-8-3-16,-15 7-420 0,6-3-27 0,-6-4-191 16,-5 0-141-16</inkml:trace>
  <inkml:trace contextRef="#ctx0" brushRef="#br0" timeOffset="13664.46">9361 5714 946 0,'0'0'1605'0,"0"5"-847"15,0 4 17-15,0-9-210 0,0 0-193 0,0 0-146 16,0 0-51-16,0 0-84 0,0 0 37 0,0 0 23 0,0-3-11 16,5-8-5-16,7-2 0 0,-7 8 37 0,13-19 37 15,-4 14-61-15,8-17 71 0,-2 6-55 0,-2 0-12 16,0 2-54-16,8-16-13 0,-11 9-60 0,5 3-9 15,-8 1-11-15,5-4 1 0,2-11 4 0,-11 10-2 16,-1 9-2-16,-5-8 5 0,1-2-2 0,0 8-5 0,-3 1-3 16,0 14-1-16,0-13-3 0,0 1 0 0,0 6-1 15,0 4 0-15,0 7-4 0,0-2 2 0,0-9 0 16,0 11 1-16,0 0-3 0,0 0-2 0,0 13 2 16,0-8 1-16,0 14-2 0,-3 5 0 0,0 5 1 15,1 2 4-15,-5 4 7 0,-1 2 4 0,-1 5 3 16,3-9-2-16,-6 22 9 0,0-11-1 0,7 4-6 15,-4-8-6-15,9-14-2 0,-3 16-3 0,3-12-2 0,3-3 0 16,-1-12 1-16,5 7 7 0,4-2 5 0,-5-11-2 16,9 4 2-16,-7-8 3 0,25 5 4 0,-10-10 9 15,-2 0-10-15,3-4-11 0,6-7-2 0,4-2-12 16,-7-1-60-16,5-1-171 0,1-7-195 0,-1-2-283 16,-14 6-12-16,11-17-658 0,-7 9 272 0,-10 0 43 15,-4-1-380-15</inkml:trace>
  <inkml:trace contextRef="#ctx0" brushRef="#br0" timeOffset="13821.04">9649 4961 666 0,'-12'-11'2673'0,"-6"-8"-1522"0,16 12-215 16,-5-2-437-16,2-4-301 0,2 5-117 0,-1-2-5 15,4 10-39-15,-3-17-47 0,3 17-83 0,-2 0-114 16,2 0-14-16,2 0-197 0,5 0-217 0,1 0-213 15,-8 0 52-15,7 9-159 0,-2-5-769 0</inkml:trace>
  <inkml:trace contextRef="#ctx0" brushRef="#br0" timeOffset="14316.71">10819 4910 94 0,'12'-24'1625'0,"0"0"-836"0,-7 0 9 16,-2 6-152-16,3-3 189 0,-3-6-222 0,-3 12-212 16,0 9-137-16,0-12 30 0,-3 5-71 0,3 10-48 15,-6-8-99-15,6 11-36 0,0 0-12 0,-6 0-18 0,-6 3 4 16,10 5-4-16,-5 3-3 0,-5 12-5 0,1 1-2 15,5-3-1-15,-2 30-1 0,1-12-6 0,2 9-3 16,1-8 4-16,-2 15 0 0,4 22 0 0,2-13 2 16,-3-18-1-16,-1 24 1 0,4-4 11 0,7 0 13 15,-7-16 19-15,12 3 10 0,-7-5 12 0,10-8 5 16,-1-14-16-16,10 14 17 0,-6-14-21 0,-1-2-27 16,7-11-5-16,-7 1-5 0,13 1-3 0,-6-6-6 0,2-5-2 15,-2-1-2-15,6-3-15 0,-4-5-70 0,4 0-263 16,-13-3 42-16,-2-5-290 0,2-7-226 0,-2 2-240 15,-6-3 12-15,0 0-264 0</inkml:trace>
  <inkml:trace contextRef="#ctx0" brushRef="#br0" timeOffset="14524.15">11119 5246 921 0,'-6'0'1464'0,"-8"-6"-834"0,-1 4 16 15,8 2-283-15,-15 2-121 0,-9 4-126 0,8-1-35 16,-3 6 8-16,4-3-28 0,-12 6 20 0,-10 4 51 0,8-5-13 16,6 0-34-16,-4 6 26 0,-5-6-9 0,0 1 5 15,13-7-56-15,0 1-33 0,2-3-23 0,10-3-56 16,7-2-94-16,-8 4-283 0,4-12-449 0,7 3 85 16,2-4 207-16,-1-9-248 0,3-3-702 0</inkml:trace>
  <inkml:trace contextRef="#ctx0" brushRef="#br0" timeOffset="14813.38">10580 4884 490 0,'-6'-6'1729'0,"-10"-7"-809"0,2 0-51 0,6 8 197 15,-2-4-552-15,-2 5-332 0,10 4-18 0,-6-3-42 16,-2 0-39-16,4 3-46 0,-2 3-18 0,1 4-19 0,2 2-4 15,-5 9-1-15,5 3-3 0,-4 11-5 0,3 0 1 16,0-8 4-16,3 10-1 0,3 5 2 0,0 14 13 16,3-18 1-16,3 13 7 0,0 2 4 0,3 1-1 15,0-7-4-15,6 20-6 0,-7-12-17 0,4 7 7 16,0-6-10-16,0-13 1 0,8 28-7 0,-5-13 5 16,3-1-18-16,0-20-16 0,2 5-101 0,13 12-138 0,-10-16-89 15,-2-17-19-15,6 3-259 0,2-8-167 0,-3 1-12 16,4-12 86-16,0-4-711 0</inkml:trace>
  <inkml:trace contextRef="#ctx0" brushRef="#br0" timeOffset="15134.52">11414 4553 500 0,'0'-9'2039'15,"0"2"-1462"-15,0 7 192 0,0 0 136 0,0 0-546 16,0 0-323-16,0 0-38 0,0 0-1 0,0 21 2 16,0-5-2-16,2 5 2 0,5 3-1 0,-2 2 1 0,7 3-2 15,0 6 0-15,3 0-1 0,0 2 0 0,-1 0 2 16,1-1 1-16,5 18 3 0,4-12 14 0,-4 8 13 16,-1-16-3-16,1 16 13 0,6 14 17 0,-4-11-5 15,-5-14 27-15,-5 12 89 0,5 10 47 0,-11-13-43 16,3-4 2-16,-9-9-34 0,3 2 44 0,-6 10-47 15,-4-4-87-15,2-16-2 0,-7 4 19 0,0 9 1 16,-3-8-37-16,5-9-16 0,-6 9-3 0,-2-3-7 0,-8 3-130 16,11-11-57-16,-8 5-211 0,-1-2-226 0,-5-5-290 15,8-9 151-15,-14 7-507 0,8-10 78 0</inkml:trace>
  <inkml:trace contextRef="#ctx0" brushRef="#br0" timeOffset="16252.53">13022 5310 326 0,'3'0'1184'0,"-3"0"-363"0,0 0-1 0,0 0 289 15,0 0-510-15,0 0 18 0,0 0-240 0,0 0-121 16,-3-4-77-16,-2-5-36 0,-2 5-76 0,-2 4-33 16,-11 0-2-16,5 0-16 0,-14 0 5 0,8 4 1 15,-5-2-6-15,-4 1 20 0,-2 5 23 0,0-3 6 16,2 3-5-16,1-3-4 0,-10 3 26 0,10-5-14 0,2 5-28 15,10-5-27-15,-10-1 0 0,10-2-5 0,7 0-55 16,-2 2-57-16,4-2-126 0,4 0-277 0,2 0-176 16,2 0-58-16,2 0-310 0,-4-4 46 0,2-7-1466 15</inkml:trace>
  <inkml:trace contextRef="#ctx0" brushRef="#br0" timeOffset="16497.89">13142 5569 144 0,'12'5'1165'0,"-12"-5"-725"15,0 0 92-15,0 0-104 0,7 2 18 0,-2 4 32 16,-5-6-85-16,0 0-103 0,0 0 111 0,-2 0-43 0,-8 8 20 16,10-8-165-16,-14 0 38 0,2 0 13 0,-14 3 37 15,8 0-93-15,-5-3 19 0,-6 2 25 0,-2 0-8 16,6 4-20-16,-9-3-55 0,2-3-35 0,3 0-25 15,-7 0-19-15,11 0-67 0,1 0-11 0,-3 0-10 16,12 0-15-16,3 0-74 0,-2-3-98 0,-1 6-64 16,15-3-251-16,-12-3-3 0,7-3-563 0,5 2-256 0,-3-7 230 15,8 2 243-15,-2 5-1335 0</inkml:trace>
  <inkml:trace contextRef="#ctx0" brushRef="#br0" timeOffset="26106.19">13735 4513 441 0,'-3'0'789'15,"6"0"-142"-15,-6-2-107 0,-2-7 210 0,5 9 31 16,0 0-138-16,0 0-264 0,0 0 5 0,0 0-106 16,2-4-50-16,4-2-34 0,-6 6 9 0,0 0-3 15,0 0-14-15,0 0-42 0,0 0 8 0,0 0-45 16,0 0-20-16,0 0-54 0,0 0-8 0,0 0-28 15,0 0-10-15,0 0-13 0,0 0-80 0,0 0-126 0,0 0-59 16,0 0-110-16,0 0 5 0,0 0-228 0,0 0-146 16,0 0-358-16,0 0 480 0,0 0-194 0,0-3-776 15</inkml:trace>
  <inkml:trace contextRef="#ctx0" brushRef="#br0" timeOffset="27011.77">14215 4366 626 0,'0'-4'1000'0,"0"8"-357"0,0-4 47 0,0-4 26 0,0 8-82 15,0-4-229-15,0 0-111 0,0 0 167 0,0 0-137 16,0-4-17-16,0 4-98 0,0 4 111 0,0-8-132 16,0 8-61-16,0-4-35 0,0 0 15 0,-3 0-15 15,-9 2-31-15,4 0-13 0,-4 3 29 0,-14 8 14 16,2-7-11-16,6 2-12 0,-6 2 33 0,-1-1 0 0,-11 2 4 15,6-2-36-15,6-3-22 0,-8 1 4 16,-6 4-11-16,11-5-25 0,7-1-13 0,-7-3-2 0,1 4 0 16,-1-6 0-16,16 0 0 0,-1 0 0 0,-14 3 0 15,11-1 0-15,3-2 0 0,3 3 0 0,-6-3 0 16,0 0 0-16,13 0 0 0,2 3 0 0,0-3 0 16,-15-3 0-16,15 3 0 0,0 0 0 0,0 0 0 15,0 0 0-15,0 0 0 0,0 0 0 0,0 0 0 16,0 0 0-16,0 0 0 0,0 0 0 0,0 0 0 0,0 0 0 15,0 0 0-15,0 0 0 0,0 0 0 0,0 0 0 16,0 0 0-16,0 0 0 0,0 0 0 0,9 6 0 16,-3-6 0-16,-6 2 0 0,14 9 0 0,-2-4 0 15,-6 4 0-15,0-3 0 0,0-1 0 0,6 7 0 16,-7-8 0-16,7 9 0 0,-3-6 0 0,11 19 0 16,-8-10 0-16,-2 4 0 0,-5-6 0 0,4 8 0 0,-3 2 0 15,3-2 0-15,-6-2 0 0,6 9 0 0,-6-2 0 16,6 3 0-16,-6-14 0 0,-1 17 0 0,-2-6 0 15,0-3 0-15,0-4 0 0,-2 4 0 0,-1 0 0 16,-1 1 0-16,4-9 0 0,0 6 0 0,-3-5 0 16,3-3 0-16,-2-12 0 0,2 10 0 0,0-1 0 15,0-10 0-15,0-3 0 0,0 0 0 0,0 14 0 16,0-14 0-16,0 0 0 0,9 2 0 0,-4-2 0 0,13-6 0 16,-6 4 0-16,5-6 0 0,7-5 0 0,-4 5 0 15,4-3 0-15,-7 6 0 0,7-3 0 0,1 1 0 16,-3 1 0-16,2 1 0 0,3-1 0 0,-3 1 0 15,1-3 0-15,-6 3 0 0,8 2 0 0,-5-3 0 16,2 4 0-16,-6 0 0 0,6-1 0 0,-10 0 0 16,-4 3 0-16,10-3-17 0,-11 1-50 0,-1-3-227 0,4-1-202 15,-7-5-304-15,-5 11-55 0,4-7-359 0,-1-6-383 16,0 0-1098-16</inkml:trace>
  <inkml:trace contextRef="#ctx0" brushRef="#br0" timeOffset="27260.12">14275 4762 202 0,'0'0'1472'0,"0"0"-517"0,-9-11-3 16,9 11 95-16,0 0-235 0,0 0 252 0,0 0-509 15,-6 3-166-15,0 0-159 0,3-3 59 0,-12 5-124 16,1 1-111-16,-8-2-49 0,8-1-5 0,-13 5 0 0,2-3 0 15,-5 3 0-15,6 1 0 0,-12 0 0 0,2 2 0 16,4-2 0-16,6-2 0 0,-3 1 0 0,-5 3 0 16,15-9 0-16,8 1 0 0,-9 3 0 0,-6-4-41 15,12 1-78-15,7-3-43 0,5 0-268 0,-3-3-312 16,-9-5-325-16,15 3 157 0,0-6-556 0,9 0-507 0</inkml:trace>
  <inkml:trace contextRef="#ctx0" brushRef="#br0" timeOffset="27632.11">14687 5558 594 0,'0'-2'939'0,"0"2"-513"0,0 2 148 0,0-2-12 16,-9-10-34-16,3 7-362 0,-6 3-58 0,-5-2-28 16,5-2 9-16,-12 4-10 0,-8 0 126 0,5 0-4 15,1 4 33-15,-1-4-50 0,-10 0 74 0,-19 5 90 0,10 3-10 16,9-6-73-16,-16 12 104 0,2-6 13 15,-13 5 52-15,11-3-129 0,11-2-107 0,-14-3-26 0,-5 6-52 16,10-5-89-16,16-4-29 0,-9 3-2 0,6 1 0 16,-1-1 0-16,24-3 0 0,-2 4 0 0,8-6 0 15,-3 3-63-15,12-3-181 0,0-3-379 0,-3-3-314 16,3-7-265-16,7 6 292 0,1-6-1037 0</inkml:trace>
  <inkml:trace contextRef="#ctx0" brushRef="#br0" timeOffset="28278.38">14110 5852 869 0,'2'5'1090'0,"1"6"-414"0,1 5 35 16,1-3-136-16,-5-5-397 0,6 8-34 0,0-3-6 15,2 16 25-15,-4-14-70 0,2 7 31 0,-4 2 12 16,5 2 6-16,-2-2-11 0,7 14 86 0,-6-7-43 16,3 1-1-16,-6-11-57 0,9 11 7 0,-3 8-5 15,-4-14-63-15,-2 3-3 0,4-8-25 0,-5 6 1 0,4-1 10 16,0-2 3-16,-6-8-14 0,3-11 13 16,-3 16-1-16,3-10 1 0,-3-4-13 0,0 4 5 0,2-9-12 15,-4-2-4-15,-1 9-12 0,0-7 4 0,3-2 1 16,-14 0 3-16,14 3-3 0,-10-11 5 0,-2 0 3 15,0 1 3-15,7-4-4 0,-12-11 17 0,5 4 19 0,0-14 21 16,2 3-9-16,2 5-16 0,-1-9 12 0,1-15 3 16,-1 2-25-16,6 15-20 0,-6-9 15 15,6 3 1-15,3-11 10 0,3 19-15 0,-1 3 6 0,8-9-3 16,-1 4-5-16,-1 9-15 0,7-7-9 0,-3 8-4 16,9 3-5-16,-6 5 3 0,10-7-1 0,-4 11-4 15,6 0 4-15,-7 1 4 0,4 1 4 0,0 4-2 0,-7 0-4 16,-14 3-1-16,24 0 3 0,-15 3-8 15,0 0-11-15,2 4 6 0,-8 1 2 0,3-3-6 16,-4 8-7-16,-5 4 3 0,0-12 10 0,-9 19-1 0,1-8 0 16,-9 5-1-16,5-10 7 0,-6 5-16 0,-3-1 1 15,1 1 1-15,1-1 4 0,-3 2 8 0,-2 1 15 16,6 4 56-16,1-9 23 0,-4 13 94 0,3-8-13 16,4-4-6-16,11-8-43 0,-6 14 53 0,-1-9-94 15,10-5-29-15,0-1-36 0,0 3-12 0,7 2 0 16,1-4 0-16,11 7 0 0,-9 0 0 0,21 3 0 0,-2-6 0 15,3 1 0-15,-8-4 0 0,11 4 0 0,6-2 0 16,-2-5 0-16,-10 2 0 0,9-1 0 0,10 6 0 16,-10 2 0-16,-12-8 0 0,10 6 0 0,-10 0 0 15,4 2 0-15,-15-8 0 0,5 5 0 0,-11-7 0 0,15 8-8 16,-7-5-96-16,-14-4-161 0,14-2-327 16,-13 0-393-16,-4 0-380 0,0-2 303 0,6-9-1222 0</inkml:trace>
  <inkml:trace contextRef="#ctx0" brushRef="#br0" timeOffset="28865.82">15865 4621 928 0,'-3'-9'1377'0,"3"3"-649"16,-2 6 218-16,2 0-425 0,-3 0-180 0,-6-5-121 15,9 5-69-15,-15 2-18 0,15-2-56 0,-15 0 2 16,6 0-6-16,1 5 7 0,-1-1-23 0,-1-2 24 0,0 9-9 15,-2-4-20-15,9-1-10 0,-18 10 2 0,6 2 36 16,0-2 10-16,3-6-10 0,0 9 86 0,2 5 62 16,-2 7 103-16,5-7-124 0,2 11 61 0,-5-1-27 15,8 3-29-15,-4 5-69 0,0 4-60 0,6 2-42 16,-3 1-23-16,6 18-17 0,-3-25-1 0,0 19 0 0,2-3 0 16,2 3 0-16,-1 3 0 0,0-12 0 15,2 12 0-15,2-6 0 0,-2-10 0 0,10 15 0 0,-1-12 0 16,1-9 0-16,0-8 0 0,9 8 0 0,0-13 0 15,-2-5 0-15,-3-11 0 0,4 3 0 0,6-3 0 16,-5-4-23-16,-7-7-83 0,7 0-240 0,0-2-226 16,-4-7-470-16,2-4 1 0,-2-4-172 0,-3-4-73 0,4 1-1137 15</inkml:trace>
  <inkml:trace contextRef="#ctx0" brushRef="#br0" timeOffset="29396.4">16143 5264 145 0,'0'6'1911'0,"0"10"-689"0,2-3-252 15,-2-10-279-15,0-3-462 0,0 0-150 0,0 0-26 16,7 4-8-16,-2 2-11 0,-5-6-10 0,3 0 16 0,14-2 20 15,-5-9 9-15,-2 9 1 0,10-11 19 0,-6-1 2 16,8-7-1-16,-8 8-34 0,10-14-1 0,-4 6-23 16,-2-8-21-16,0 11-9 0,0-10-1 0,4-1 0 15,-3 3 12-15,-11 8 13 0,4-4 23 0,5 4 59 16,-7-3 63-16,-1 8 13 0,-6 2-48 0,2 4 60 0,4-7-1 16,-9 11 22-16,6-4-131 0,-2 4 20 0,-4 3-6 15,0 0 3-15,0 0-52 0,2 10-5 0,1-2 1 16,2 19 0-16,-1-9 6 0,2 6-9 0,-4 8-7 15,5-1-1-15,-4-4-11 0,-1 16 7 0,-2-7-20 16,0 3-11-16,0-9-1 0,0 15 0 0,0-13 0 16,0 2 0-16,0 1 0 0,0-11 0 0,3 13-25 0,4-13-86 15,-5-6-130-15,1-3-6 0,4-1-370 0,-5-6-129 16,1-3-259-16,2 3 125 0,-5-8-224 16,0 0 50-16</inkml:trace>
  <inkml:trace contextRef="#ctx0" brushRef="#br0" timeOffset="29597.85">16750 5492 310 0,'2'11'2549'0,"-2"-8"-1464"15,0 1 47-15,0 10-285 0,-2-12 249 0,-13 4-656 16,5 1-156-16,2-3-119 0,-16 1-25 0,-2 1-50 16,2-2-42-16,6-1-43 0,-8 5-5 0,-4-1 0 15,1-1 0-15,5-3 0 0,-5 5 0 0,-3-3 0 0,0 3 0 16,2-5 0-16,6-3 0 0,0 2 0 0,-5-2 0 15,9 0 0-15,11-2-16 0,-3-7-124 16,-3 2-443-16,0-10-284 0,13 8 46 0,-4-13-392 0,12 11-1 16,6-17-834-16</inkml:trace>
  <inkml:trace contextRef="#ctx0" brushRef="#br0" timeOffset="30163.34">17810 5365 1553 0,'0'0'614'0,"-9"0"-187"0,1 3 166 0,-4 3-5 15,-6-4-397-15,9 3-46 0,-11 1-17 0,1-1 61 16,-3 3 58-16,-5-1 42 0,12-4-56 0,-6 3 90 0,4 1 12 16,-7-1 98-16,13-1-178 0,2-3 49 0,-13 4-43 15,2-4-7-15,18 1-120 0,-10 0 22 0,9-3-32 16,6 0 2-16,-3 0-61 0,-3 0 1 0,6 0-31 16,-3 0-16-16,-3 0-1 0,8-6-18 0,7 2-4 15,8-5-1-15,2 4-1 0,7-1-8 0,-2 4-23 16,-1-3-21-16,4-1 0 0,-6 1-8 0,-2-1-3 0,5 2 2 15,-6 1 15-15,-6 1 23 0,0-2 0 0,-5 2 11 16,12 2 9-16,-22 0 0 0,14-3-7 0,-8 6 11 16,-6-3 7-16,0 0 6 0,0 0 25 0,-6 2 22 15,-6 4 14-15,-5-1-15 0,-7 1 12 0,-5-1 13 16,5 0-33-16,6 1-24 0,1-6-16 0,-7 2-83 16,7 0-252-16,5-2-280 0,-3-2-46 0,10 0-484 15,-5-7-45-15,-2 2-359 0,12 3-766 0</inkml:trace>
  <inkml:trace contextRef="#ctx0" brushRef="#br0" timeOffset="30780.69">18505 4944 130 0,'0'0'2239'15,"-5"4"-1205"-15,-5-2-69 0,10-2-233 0,0 0 259 0,0 0-660 16,-2 2-190-16,-4 7-90 0,6-7 7 0,-4-2-21 16,8 0-7-16,2 3-15 0,3 5-2 0,-1-1-2 15,1-1 12-15,-3-1 1 0,6 3 21 0,0-3-8 16,-3 1 0-16,-1-1-7 0,1-3 5 0,9 7 3 16,-1-7-8-16,-8 1-16 0,9-3 4 0,6-3-4 15,0 1-1-15,-4-4 0 0,-3-1-3 0,7-4-16 0,0 2 15 16,-4-4 1-16,-2 0 4 0,8-3 3 0,-4 1-1 15,-5 2 21-15,-5 2 7 0,0-5 32 0,-4-3 60 16,-1 8-4-16,-2 4-33 0,-2-9 31 0,-3 6-21 16,-3-6-19-16,-9 3-33 0,7 2-29 0,-7 0-22 15,-12-2-6-15,6 7 1 0,-6-1 0 0,2 7 3 16,-3 2 0-16,8 1 0 0,-10 7 1 0,-5 4 3 16,8 5-8-16,4-1 0 0,6-3 1 0,-5 7-1 15,2 7 0-15,5 8 0 0,6-13 0 0,0 16 0 0,0 2 0 16,4 3 0-16,4 2 0 0,1 1 0 0,4-4 0 15,1 4 0-15,-2-15 0 0,14 14 0 0,-2-13 0 16,3-7 0-16,-4-6 0 0,19 8 0 0,-6-13 0 16,-1-5 0-16,-9-3 0 0,22-1 0 0,-13-7 0 15,3-2 0-15,-1-7 0 0,-9 2 0 0,14-6 0 16,-9 0-87-16,-4-6-290 0,-2 5-147 0,-1-10-535 0,4-9-459 16,-9 4 305-16,-6 7-721 0</inkml:trace>
  <inkml:trace contextRef="#ctx0" brushRef="#br0" timeOffset="31699.23">18761 4138 33 0,'0'0'446'0,"-11"4"-49"0,11-4-11 15,-18 6 84-15,15-6-76 0,3 0 151 0,0 0-116 16,-15 8-1-16,15-5-109 0,-8 0 65 0,2-1 26 16,-4 3-113-16,5 3-126 0,-7-3 59 15,4-1-34-15,-4 3 4 0,-3 1-87 0,6-5 28 0,-8 5 21 16,-7-1 36-16,18-7-46 0,-12 9 19 0,3-7-4 15,10 0 0-15,-10-2 34 0,15 0-83 0,-15 0 9 16,15 3-25-16,0-3 2 0,0 0-31 0,-12-3-6 0,7 3-11 16,5 0-17-16,0 0-7 0,0 0-7 0,0 0-5 15,0 0-1-15,8 0-9 0,4 0-4 0,3-2-6 16,-3 0 0-16,-10 2-1 0,16-3 2 0,0 0 0 16,-10 0 1-16,4 3 4 0,3 0-6 0,18-2 0 15,-10 2 1-15,1-3-1 0,-7 3 1 0,5-2-1 16,7-2-5-16,-9 2 7 0,-5 0 3 0,0 2 1 0,2-3-2 15,-1 3 0-15,-8 0 1 0,7-2 7 0,-6 2 1 16,3 0 4-16,-12-4 0 0,11 4 6 0,-7 0-2 16,-4 0-1-16,0 0-9 0,0 0 1 0,-4 0-5 15,8 0-6-15,-16 0-1 0,2 0 0 0,-10 0 0 16,8 4 0-16,-20 1 0 0,18-1 0 0,-8 2 0 16,5-6 0-16,-7 5 0 0,6 1 0 0,9-3 0 15,-11-1 0-15,11 0 0 0,-3-2 0 0,-3 3 0 16,15-3-28-16,-3 0-91 0,3 0-110 0,-12 0-286 0,12 0-272 15,0 0-344-15,0 0 223 0,0-7-278 0,4-4-205 16</inkml:trace>
  <inkml:trace contextRef="#ctx0" brushRef="#br0" timeOffset="33295.97">19590 3751 625 0,'0'0'379'0,"0"-2"-5"16,-3-7 71-16,3 7 37 0,0-11-89 0,0 13 74 0,0-16-85 15,3 8-21-15,-3-3-87 0,0 4 46 0,2-6 49 16,-2 4-117-16,0 9-102 0,0-15 55 0,4 12 3 15,-8-10 48-15,4 9-90 0,4 4 34 0,-4 0-19 16,-4-9 18-16,4 9-63 0,0 0 9 0,0-4-33 16,0 8-47-16,0-8-19 0,0 4-34 0,0 4-9 15,0-4-4-15,0-4-3 0,0 8 1 0,0-4 1 0,0 9-1 16,4 2 1-16,-4 2 1 0,-4 9 1 0,4 2-2 16,0 2-1-16,0-10 3 0,0 10 4 0,4 6-1 15,-4 0 0-15,3-10 2 0,-3 6 23 0,3 10-2 16,-1-7-20-16,-2-10 8 0,0 6 19 0,0-3-24 15,0 5-12-15,0-14-12 0,0 9 12 0,0-6 6 16,0-5-23-16,0 4-2 0,0-1 19 0,0-5 4 0,0-7 14 16,0 7 2-16,0-2 12 0,0-9 15 0,0 0-1 15,0 0 3-15,0 0-6 0,0 0-36 16,0 0 29-16,0 0-23 0,0 0-31 0,0 0-10 0,-12-14-7 16,10 4 9-16,-1-10 20 0,3-4-46 0,-3 4 15 15,3-4 34-15,0 6-3 0,-4-8 5 0,4 2 4 16,-2 0 0-16,2-3 4 0,0 12-1 0,-6-13-1 15,6 2 0-15,-2-1-4 0,2 7 0 0,-4-9 0 16,8-3-3-16,-4 3 2 0,2 13 0 0,4-10-1 0,3-4-2 16,0 12-1-16,-3 2 1 0,6-1 5 0,2-1-5 15,-6 5 1-15,4 5 3 0,-2 1 1 0,7-7 3 16,-5 4-2-16,-9 7-2 0,11-5 2 0,-4 5-4 16,-1 1 0-16,-1-2-4 0,1 4 3 0,3 0 0 15,-4 0-5-15,4 4 10 0,-2 1 0 0,-2-3 6 16,4 7 0-16,0 6 1 0,-10-6-7 0,10 9 16 0,-6-5-6 15,-2-2-13-15,-2 7 0 0,4-2-4 0,-6-11 6 16,0 11 8-16,-6-5-7 0,0 13-1 0,3-9 11 16,-9 7 0-16,7-7-6 0,-7 7-5 0,-6 4-12 15,4-10 3-15,7-8 2 0,2 2 1 0,-7-2 5 16,0 3 6-16,12-11 0 0,-8 5 1 0,5-3 19 16,3-2 8-16,-12 6-29 0,12-6-6 0,0 0 6 15,0 0 15-15,0 0-18 0,0 0-12 0,0 0-2 16,5 11 16-16,-5-8-5 0,12 4-8 0,-6-4-4 0,6 7 16 15,9 4 2-15,-6-4-3 0,-7-2 5 0,13 6 14 16,-1 4 5-16,-3-2 3 0,2-2-6 0,-2-1 0 16,-2 2 1-16,5 1-5 0,-4-3-18 0,1 0-6 15,-2 1-6-15,0-4-3 0,-6-1 2 0,6 4-9 0,-7-8 8 16,6 0-15-16,-7-2-71 0,-2 2-179 0,-5-5-195 16,12 2-243-16,-9-2-47 0,-3 0-318 0,7-7 22 15,1 1-1463-15</inkml:trace>
  <inkml:trace contextRef="#ctx0" brushRef="#br0" timeOffset="34126.74">20314 4342 474 0,'0'0'360'0,"0"0"9"0,0 0-1 15,4 2 14-15,4 5-120 0,-8-7 42 0,0 0-115 16,0 0 16-16,0 0-50 0,0 0 65 0,0 0-10 16,0 0-32-16,0 0-66 0,0 0 13 0,0 0-13 15,-15 0 19-15,15 0-44 0,-8 0-22 0,2 4 23 16,-9-2 32-16,0 1-17 0,10-1-10 0,-19 4 61 15,4-4 18-15,-7 7 64 0,9-4-85 0,-3 3 96 0,-8-6 33 16,-10 6 47-16,19-2-138 0,-13-4 75 0,-2 0 31 16,-1 4-11-16,-1-3-56 0,4 2-34 0,1 1-25 15,-10-4-28-15,13 3-57 0,-6 1-38 0,2-6-30 16,1 2-14-16,5-2-2 0,-7 0 0 0,7 0 0 16,6 0 0-16,6-2 0 0,-2 2 0 0,5-4 0 15,0 2 0-15,9 2 0 0,-9-3 0 0,9 3 0 16,6 0 0-16,-3 0 0 0,0 0 0 0,0 0 0 0,0 0 0 15,-3 0 0-15,3 0 0 0,3 0-9 0,-3 0-79 16,12 5-91-16,-12-5-41 0,0 0-207 0,0 0-301 16,9-2-311-16,-3-1 200 0,-6 3-278 0,0 0 82 15,6-4 134-15,0-2-545 0</inkml:trace>
  <inkml:trace contextRef="#ctx0" brushRef="#br0" timeOffset="34828.87">19740 4656 1213 0,'6'-8'1564'0,"-4"-2"-627"16,2 2 8-16,4-1-16 0,-5 0-305 0,1 0-306 0,4 1-143 15,-11 8-31-15,6 0-16 0,9-10 33 0,-12 10-42 16,0 0-33-16,0 0-48 0,0 0 22 0,0 0 18 16,0 0-20-16,0 0-27 0,-9 10-13 0,9-7-15 15,0-3-4-15,0 3-21 0,6 8 15 0,-6-9-11 16,6 9 30-16,-6 2 18 0,4-3-9 0,-4 6 9 16,-4 2-3-16,4 2-10 0,0-7-1 0,-3 10-10 15,0-4-3-15,1-4-3 0,-2-1 0 0,1 7 5 0,0 10-5 16,-2-9-6-16,5-4-8 0,-4 6-13 0,1 0-4 15,6-6-11-15,-3-7 16 0,-3 0 17 0,6 10 21 16,-3-14 31-16,4 4 39 0,-1 0-6 0,-1-3 22 16,-2 0-2-16,3-6-27 0,6 11-26 0,1-7 8 15,-2-1-31-15,9 3-12 0,-2-8-8 0,15 5 0 0,0-5 0 16,-5-2 0-16,-6 2 0 0,7-3 0 0,6 3 0 16,0-6 0-16,-5 2 0 0,2 1 0 0,1 1 0 15,-1-7 0-15,-2 5-60 0,-3-5-103 0,-4 1-143 16,4 1-297-16,-9-2-94 0,11-4-602 0,1 0-66 15,-7-3 158-15,4 3-1148 0</inkml:trace>
  <inkml:trace contextRef="#ctx0" brushRef="#br0" timeOffset="35493.08">20791 3894 270 0,'0'-8'1153'16,"3"-2"-477"-16,1-1 61 0,-1 0-223 0,-3 1 47 16,2-8-95-16,5-2-2 0,-4 16-236 0,2-18 50 15,-5 4 7-15,3 2-27 0,-3 8-49 0,4-8 74 16,-4-3-23-16,0 8 30 0,0-4-73 0,0 12 107 0,0-12-99 16,0 15-32-16,0-6-88 0,0-1 15 0,0 7-60 15,-4-14-46-15,4 12-13 0,0 2-1 0,-6-11 0 16,6 11 0-16,0 0 0 0,0 0 0 0,-12-11 0 15,12 11 0-15,-2 0 0 0,2 0 0 0,2 0 0 16,-4 0 0-16,4 0 0 0,-2 3 0 0,0 8 0 16,-9 7 0-16,6-2 0 0,-2 0 0 0,-2 4 0 0,2 4 0 15,-4 14 0-15,6-14 0 0,0 10 0 0,1 4 0 16,-5 1 0-16,7-8 0 0,0 11 0 0,0-2 0 16,0-8 0-16,4 3 0 0,1-4 0 0,-2 4 0 15,6-6 0-15,3 6 0 0,-6-20 0 0,3 9 0 16,-1-6 0-16,7 6 0 0,-3-13 0 0,0 5 0 15,-7-8 0-15,19 8 0 0,-17-14 0 0,16 7 0 0,-11-5-13 16,-3 1-97-16,6-5-82 0,-3 0-270 0,-4 0-97 16,9-5-275-16,-13 1 5 0,11-5-357 0,-3-6-46 15,-2 1 172-15,-3 1 54 0</inkml:trace>
  <inkml:trace contextRef="#ctx0" brushRef="#br0" timeOffset="35721.48">20996 3984 336 0,'0'0'1218'0,"0"0"-210"0,0 0-158 15,0 0 69-15,0 0-97 0,0 0-333 0,0 0 150 16,0 0-219-16,0 0-58 0,0 0-137 0,0 0 6 16,-19-2-25-16,11 4-81 0,-1-2-51 0,-9 2 4 0,-3 1-3 15,-4-3-23-15,6 3-16 0,-4 0-11 16,-4 2-24-16,-6 1-1 0,16-4 0 0,-10 3 0 0,0 1 0 15,2-4 0-15,18-2-15 0,-15 0-130 0,15 0-201 16,-5-2-305-16,12 2-703 0,-3-4 445 0,3-5-304 16,6-5-50-16,0 6-909 0</inkml:trace>
  <inkml:trace contextRef="#ctx0" brushRef="#br0" timeOffset="37408.96">21881 4048 273 0,'-2'-5'1901'0,"-6"-12"-1120"0,1 6-55 15,2 4-48-15,-2 1-381 0,7 6 21 16,-3-5 12-16,-2-3 3 0,5 8-101 0,0 0 117 0,0 0-112 15,0 0-41-15,0 0-70 0,0 0-57 0,0 0-44 16,3 3-16-16,9 11-7 0,-7-7 2 0,16 19 2 16,-13-4 5-16,11-1 14 0,-8-5 10 0,15 13 35 15,-4-3-15-15,0 7-3 0,0-11-17 0,2 19 8 0,5 12-5 16,-6-9-9-16,-9-6-9 0,13 19 7 0,-10 7-3 16,-5-5-5-16,0-11-4 0,0 14 4 0,-2 26-12 15,-8-12-21-15,1-14 3 0,-3 14 13 0,-5 12 9 16,-2-4 31-16,-5-10 12 0,4-26 4 0,-7 18 48 15,-9 11 47-15,7-19-42 0,-4-13-36 0,-11 11 0 16,-7 5-10-16,2-6-28 0,6-18-26 0,-6 8-11 0,-2-2 0 16,-5 1 0-16,12-15 0 0,-4 3 0 0,4-5 0 15,0-1 0-15,5-8 0 0,3-1 0 0,4-10 0 16,14-4-28-16,-14 3-251 0,1-12-314 0,8 1-315 16,-3-22-293-16,4 1-12 0,1 2 192 0</inkml:trace>
  <inkml:trace contextRef="#ctx0" brushRef="#br0" timeOffset="55356.98">28204 7550 1781 0,'4'3'799'16,"-4"-3"-91"-16,0 0-12 0,8 8-258 0,-5-5-170 0,-3-6-184 15,0 6-79-15,0-3-10 0,0 0-1 0,0 10 3 16,4-10 2-16,-4 0 5 0,0 14 15 0,0-12 7 16,-4 9 32-16,4-9 11 0,-3 9 23 0,-2-3-13 15,-7 3 68-15,7-4 41 0,-7-1-8 0,-7-1-48 16,-4 0 34-16,-1-1 27 0,4-8-58 0,2 4-52 16,-5-5-12-16,-1-3-6 0,0 1 4 0,13-4-4 0,-7-8 36 15,6 3 6-15,-3-8 30 0,7 4-39 0,5 4-24 16,-1-6 9-16,4 1-25 0,0 5-32 0,4-10-13 15,4 4-9-15,2 4 4 0,2-6-5 0,-2 11-10 16,9-3 8-16,1 3-5 0,4 2-10 0,-4 9 23 16,7 0-4-16,-1 2 1 0,4 2-1 0,-4 9-12 15,-2-2 10-15,3 11 5 0,-4-2-21 0,-5 3-15 0,5 14-10 16,-6-6 24-16,5 0-12 0,-8 3 13 0,4 4-10 16,-9-1 39-16,3 2 22 0,-4-6-9 0,-5-7-25 15,-3 24 28-15,0-19-9 0,-3 0-1 0,-2-8-18 16,-10 12 1-16,1-7-4 0,-4-8 15 0,2-2-19 15,-7 5-6-15,-18 1-33 0,9-9-151 0,5-6-82 16,-11 4-203-16,-6-6-295 0,-19-1-557 0,31-8 520 0,-15-1-241 16,1-3-457-16</inkml:trace>
  <inkml:trace contextRef="#ctx0" brushRef="#br0" timeOffset="56290.36">27015 7204 1283 0,'-27'-18'1843'0,"0"2"-989"0,0 5-107 0,17 0-492 16,-17 3-138-16,3 3-60 0,-8 3 7 0,11 2-27 16,-6 2 3-16,4 1 2 0,2 10 37 0,-2 6 22 15,2-3 9-15,6 8 4 0,1 0-3 0,4-6-28 0,0 19 26 16,6-6-53-16,1-1-30 0,3-10-17 0,3 13-3 15,1 4-5-15,1-1-3 0,0-10 1 0,2-6 3 16,5 1 4-16,-1 6 1 0,5 1 3 0,-8-14 1 16,4-1 7-16,5 2-2 0,-5-1-6 0,0-4 0 15,3-5 3-15,-6 1-1 0,8-3-10 0,-11-1-3 16,6-2 10-16,0-2 5 0,-10 2-7 0,5-11-3 0,1 0 2 16,-1-7 3-16,-2-4-5 0,-5 7-9 15,3-9-2-15,-3-5 3 0,-3 3 2 0,-6-1 4 0,3 6 3 16,-3-6 10-16,-2-2 9 0,-1 3 15 0,0 0 32 15,0 4 28-15,3 2 13 0,-2-2 13 0,2 9-27 16,4 4 93-16,-5 2-55 0,4-1-39 0,6 8-39 16,-8-5 7-16,1 1-36 0,7 4-38 0,-8 0-12 15,-1 4-12-15,-9 14-9 0,9-2 6 0,4-3 11 16,-5 11 16-16,-2 5 5 0,-5 8-1 0,5-5 16 0,4-14 12 16,-4 15 10-16,-12 6 4 0,4-10-9 0,11-7-6 15,-3 6 3-15,-6-4-4 0,-6 10-37 0,14-17 1 16,-2 1 23-16,0-3 2 0,-3 1-1 0,-2-5 1 15,10-5-8-15,-13 5 29 0,1-7 8 0,5-1-18 16,-6-3 42-16,8 2 31 0,-3-2 6 0,-2-5-26 16,-1 1 39-16,-1-10-36 0,11 6-16 0,-6-8-31 0,2-3-25 15,0-7-4-15,6 5-1 0,2 0 0 0,2 5 0 16,2-14 0-16,0 10 0 0,2 1 0 0,2 9 0 16,-1-9 0-16,2 1 0 0,-2 7 0 0,4 3 0 15,-2-3 0-15,-2 8 0 0,6-7 0 0,-9 7 0 16,3 3 0-16,-1 9 0 0,8-2 0 0,-10 6 0 15,0 0 0-15,-3 15 0 0,-4-8 0 0,2 2 0 0,-7 4 0 16,-3-2 0-16,3 0 0 0,-10-1 0 16,3-4 0-16,-6-1 0 0,-6 1 0 0,2-3 0 0,-3-3 0 15,-7-4 0-15,2-2 0 0,1-1 0 0,4-4 0 16,-19-2 0-16,10 0 0 0,9-6 0 0,8 1 0 16,-11-8 0-16,11-2 0 0,7-2 0 0,5 4 0 15,-6-5 0-15,4-9 0 0,4 9 0 0,2 5 0 0,4-6 0 16,4-8 0-16,0 19 0 0,0-10 0 0,4 10 0 15,4-6 0-15,-1-1 0 0,-4 10 0 0,2-1 0 16,-5 4 0-16,9-3 0 0,-9 1 0 0,0 4 0 16,0 4 0-16,0-4 0 0,12 5 0 0,-12-1 0 15,0 13 0-15,-12 4 0 0,0 0 0 0,0-8 0 16,-5 14 0-16,-7-6-1 0,-14 0 1 0,17-4 0 16,-11-2 0-16,0 1-3 0,-13-3 3 0,1 0 0 0,14-8 0 15,-8 1 0-15,3-4 0 0,-12 1 2 16,23-6 0-16,3 3-2 0,6-2 0 0,1 2 0 0,-1-8 0 15,10 0 0-15,2 2 0 0,3-9 0 0,0 4 0 16,0 0 0-16,15-9 0 0,-1 4 0 0,4 5 0 16,18-10 0-16,4 8 0 0,10-1 0 0,-11 4 0 15,25-8 0-15,-4 2 0 0,-5 8 0 0,-14-1 0 16,10 2 0-16,-2-1 0 0,-3 3-19 0,-9-1-94 0,-10 6-110 16,9-3-348-16,-14 3-202 0,0 0-256 0,-10 3 127 15,0-1-293-15,-2-2 13 0</inkml:trace>
  <inkml:trace contextRef="#ctx0" brushRef="#br0" timeOffset="56641.41">26242 6942 240 0,'4'0'4528'0,"-8"0"-3324"0,8 0 3 0,-4 0-465 16,0 0-548-16,0 0-187 0,0 0-3 0,-7 5-7 16,2 1-8-16,8-6-8 0,-3 0-14 0,0 0-30 15,0 0-211-15,0 0-69 0,-3 0-67 0,-6 5-25 16,9-3-405-16,-10-2-212 0,-4 0-308 0,3 0 650 16,-1 0-846-16</inkml:trace>
  <inkml:trace contextRef="#ctx0" brushRef="#br0" timeOffset="56815.93">24855 7643 2720 0,'-20'13'685'0,"1"-2"-305"0,16-9-211 16,-17 9-618-16,14-5-221 0,0-4-242 0,6-2 378 15,3-10-28-15,0 5-120 0</inkml:trace>
  <inkml:trace contextRef="#ctx0" brushRef="#br0" timeOffset="56944.58">24793 7474 154 0,'-4'-14'2997'0,"-1"4"-2216"16,-4-6 316-16,9 11-30 0,-3-6-371 0,0 9-372 16,1-15-86-16,2 17-50 0,0 0-94 0,0 0-52 15,0 0-8-15,0 0-29 0,0 0-84 0,-3-2-63 16,-1-5-265-16,4 7-165 0,0 0-270 0,0 0 59 15,-3 0-351-15,-9 4 75 0,12-1-1176 0</inkml:trace>
  <inkml:trace contextRef="#ctx0" brushRef="#br0" timeOffset="59541.64">8954 8418 185 0,'0'0'853'0,"0"0"-408"15,0-2 234-15,8-9 22 0,-4 11 142 0,-8-3-254 0,4-10-214 16,0 13 74-16,0 0-49 0,-8-13 3 0,8 13-111 15,-10-13 92-15,5 8-41 0,-7-3-52 0,-3-1-45 16,3 4-61-16,-8 3-75 0,-4-4-45 0,7 4-39 16,-7 2-2-16,-3 6-7 0,-2-2-7 0,5-1-6 15,-13 5 0-15,3 3-5 0,8-1-7 0,0-2 1 16,-12 8-5-16,6 0-2 0,5 0 4 0,0 0 1 16,6-3 5-16,1 8 3 0,-4 3 0 0,9-3 4 0,3-6 2 15,0 9 1-15,1 11-4 0,2-8-1 0,6-12 3 16,1 12 9-16,2-3-10 0,2 4 4 0,4-17-6 15,3 2 5-15,3 9 2 0,5-6-10 0,-5-6-1 16,3-2 2-16,5 0-11 0,1-6 2 0,-3 1 1 16,8-3-14-16,-1-5-3 0,-5-3-14 0,0 3 9 15,13-8-15-15,-6-3 13 0,-2-3 2 0,2 1 6 16,-6 2 11-16,6-19 10 0,-10 4 7 0,3-1-2 0,-8 5-1 16,7-17 1-16,-9 1-8 0,0 1-14 0,-5 13 2 15,2-17-13-15,-2-9-13 0,-2 11 8 0,1 3 9 16,-8-3 1-16,-2-12 6 0,1 8 12 0,-2 17 21 15,-1-10-7-15,-1 2 13 0,-6-3 21 0,6 7-5 16,4-1 6-16,-7-1-3 0,0 2-17 0,4-9 21 0,1 16-34 16,-2-3-5-16,-2 2-3 0,-1-6-1 0,5 14-5 15,2 0-2-15,2 10 0 0,-3-7 1 0,6 10 1 16,0 0 0-16,0 8 3 0,9-3 2 0,0 1 2 16,9 13 0-16,-1-4-2 0,-2 10 0 0,-1-2 1 15,13 16 1-15,-6 2 0 0,-3-2-4 0,-4-5-2 16,4 14-1-16,3 8 6 0,-1-2 6 0,-3-4 9 15,-5-9 1-15,6 15 9 0,3 11 10 0,-6-9-13 16,-1-16-3-16,-2 19-2 0,6 6-6 0,-4-4-13 0,-2-18 1 16,3 13 3-16,-3-2 0 0,3 10-6 0,-7-29 1 15,4 8-3-15,6 0 5 0,-7-10-6 0,1-6-51 16,3 6-96-16,-6-9-131 0,3 3-45 0,-9-10 4 16,-1-1-324-16,1 6-520 0,1-2 121 0,-4-14 319 15,-4 0-195-15,8 0-947 0</inkml:trace>
  <inkml:trace contextRef="#ctx0" brushRef="#br0" timeOffset="60006.4">9371 8273 340 0,'4'6'1486'0,"-1"1"-653"0,-3-7 40 0,0 0 7 0,0 0-300 16,0 0-47-16,0 0-259 0,3-13-101 0,-3 10-120 15,2 1-9-15,1-11-10 0,4 4-1 0,-5 7-11 16,8-11 0-16,-2 2-11 0,-6 6-16 0,8-3-5 15,-1-1-4-15,3 5-3 0,3-10-3 0,-7 6 8 16,1 1-2-16,6-10 10 0,-6 10 5 0,-4-4 2 16,7-5-2-16,-9 8 2 0,0-3 0 0,3-2-1 0,-3 13-2 15,-3-5 1-15,3-3 0 0,-3 8-2 0,0 0 1 16,0-3 0-16,0 6-2 0,0-3 0 0,0 0 1 16,-12 11-1-16,9-1 2 0,-2 14 2 0,-2-8 2 15,4 6 6-15,1 4 6 0,-1 5 18 0,3-9-11 16,0 7 12-16,3-1 7 0,2-1 22 0,2-3 20 15,-2 0 1-15,0-9-5 0,2-1 0 0,1-1 3 0,4 0-25 16,12 9 8-16,-12-12-41 0,5 1-10 16,-5-4-8-16,8 4-1 0,2-11-93 0,-5 0-215 0,-5-2-42 15,15-9-368-15,-10-2-269 0,0-3-41 0,-5 3 256 16,0-11-1425-16</inkml:trace>
  <inkml:trace contextRef="#ctx0" brushRef="#br0" timeOffset="60161.98">9593 7805 2349 0,'-6'-6'1168'16,"-15"-4"-291"-16,9-1 217 0,9 11-684 0,1-6-335 15,-10-1-23-15,9 7-9 0,-9-6-1 0,12 6-25 16,0-2-12-16,0 4-23 0,0-2-25 0,0 11-78 0,3-5-105 16,-3 7-280-16,0 0-248 0,0-3-132 0,0 9 214 15,0-6-201-15,-3 14-780 0</inkml:trace>
  <inkml:trace contextRef="#ctx0" brushRef="#br0" timeOffset="60624.75">10114 9096 47 0,'12'-2'627'16,"0"-2"-82"-16,-4-1-209 0,4 3 9 0,-12 2-121 15,0 0-61-15,15-6-66 0,-12 6 40 0,-3 0-35 16,-3 0 50-16,6 0 22 0,-3 0-1 0,0 0 50 15,-6 0-103-15,-8 3 19 0,-1 2 2 0,0-5 16 0,-14 9 3 16,5-2 38-16,-3-1 39 0,-2 3 12 0,2-3-55 16,-19-1 96-16,-11 6-18 0,4-3-15 15,6 0-54-15,-18 2 83 0,-32 6 120 0,18 1-58 0,16-8-95 16,-25 11 55-16,-12-5-26 0,-7 1-78 0,41-5-125 16,-14 4-24-16,-3-4-47 0,-17 2-8 0,32-4 0 15,21-5 0-15,-14 7 0 0,-2-8 0 0,10-1 0 16,28 2 0-16,-6-4 0 0,8 2 0 0,6-2 0 0,10 0 0 15,7 0 0-15,0 0 0 0,0-2 0 0,3-15-5 16,15 4-84-16,2-1-197 0,10 1-143 0,-6 4-23 16,11-8-393-16,15 1-574 0,-8 5 225 0,-13 7 358 15,10-7-1303-15</inkml:trace>
  <inkml:trace contextRef="#ctx0" brushRef="#br0" timeOffset="61208.19">9490 9643 1043 0,'3'0'718'0,"-3"0"-272"16,9 6 188-16,-4-3-14 0,-5-3-160 0,0 0-231 16,-5 0 45-16,-7 4-115 0,12-4-41 0,-19 0-54 15,11 0 6-15,-24 3-24 0,11 0-10 0,6 0-8 16,-9 2 9-16,-2 3 13 0,0-1 38 0,-3 4 12 15,-2 2 7-15,6 0 35 0,1 4 22 0,2-1 10 16,2-1-19-16,0 12 25 0,4-6-34 0,8 0-14 0,-1-2-59 16,4 10 23-16,-2-3-39 0,7 1-25 0,4-6-21 15,-1 10 0-15,5-4-2 0,-2-3 3 0,2-5-5 16,8 1 2-16,2 0-2 0,8-2 2 0,-8-10-4 16,2 5-1-16,1-2-7 0,9-4-13 0,-16-4-2 15,6 0-21-15,-1 0-11 0,1-3-9 0,-11-3 7 16,14-5-36-16,1-3 6 0,-9-2 20 0,-1-3 19 15,-4 3 16-15,-2-6-1 0,1-10 12 0,-4 3 16 16,-5 2 0-16,-2-8 2 0,-1-2 0 0,0-17 1 0,1 18-3 16,-10-13 0-16,2 2-2 0,-2-7 2 0,0 3 1 15,-2-9-1-15,-4-2 2 0,1 6 36 0,5 13 10 16,-5-5 47-16,-1-8 94 0,6 19-15 0,0 10-24 16,0 3 62-16,10 3 37 0,-8-1-51 0,5 8-59 15,-2 1-54-15,5 2 11 0,-1-1-14 0,3 9-33 16,0 0-25-16,0 0-9 0,0 0 2 0,9 6-2 0,-6-3-6 15,17 15 6-15,-5 1 0 0,9 10 3 0,-7-10-6 16,4 12 0-16,2 2-2 0,4 3 1 0,-3 3-4 16,0 4-4-16,-2 2-4 0,2 0 2 0,-9-7 1 15,12 22 1-15,-10-10 1 0,4-4-1 0,-3-2-1 16,-1 4 1-16,4-6-3 0,-6-2 0 0,5-3 0 16,-5-11 0-16,9 14 0 0,-7-14 0 0,-2-2 0 15,-3-6 0-15,2 6 0 0,-8-15 0 0,12 6 0 0,-15-15-6 16,12 9-68-16,-1-9-188 0,-2-6-177 0,-4 3 0 15,4-15-412-15,-2-1-255 0,2 1-89 0,-7-4 88 16,2-9 157-16,-5 2-199 0</inkml:trace>
  <inkml:trace contextRef="#ctx0" brushRef="#br0" timeOffset="61462.5">9958 9257 2884 0,'0'-13'1396'0,"0"13"-665"15,0-3 224-15,-12-8-477 0,12 11-367 0,0 0-43 16,-2 3-44-16,-8 10 6 0,5 1-2 0,5 4 16 16,0 4-7-16,0 1 39 0,3 9 22 0,6 5 11 0,-4-8 1 15,7 24 102-15,3-13-42 0,-3 8-4 0,3-14-62 16,2 11 18-16,7 8 10 0,-9-14-82 0,-1-12-22 16,6 16-3-16,4-10-22 0,3 7-3 0,-12-21 0 15,9 5 0-15,-2 3 0 0,2-7 0 0,0-4 0 16,-6-6-4-16,-4 1-35 0,4-2-105 0,-9-9-120 15,6 4-30-15,-1-6-446 0,-6 0-134 0,2-4-159 0,-5-5 189 16,2-2-226-16,-2-14 121 0,-1 1-675 0</inkml:trace>
  <inkml:trace contextRef="#ctx0" brushRef="#br0" timeOffset="61618.09">10290 9652 1510 0,'-8'-6'1068'0,"-6"1"-266"0,-13-6 207 15,10 9-503-15,-5 2-148 0,0 0-159 0,-5 2-49 0,0 4 15 16,-2 1 19-16,2 4 58 0,1 0 52 15,4-6-67-15,-7 10 127 0,9-4-117 0,-4 2-50 0,12-4-81 16,-3 1-22-16,7-5-96 0,-9 8-91 0,17-13-35 16,-10 3-217-16,4 3-199 0,6-6-410 0,-3-9 158 15,3-9-311-15,7-1 82 0,1-1-578 0</inkml:trace>
  <inkml:trace contextRef="#ctx0" brushRef="#br0" timeOffset="61942.22">11213 8741 1428 0,'3'11'1023'0,"-3"-9"-257"0,0-2 22 0,0 0-211 15,0 0-91-15,0 0-196 0,0 0-75 0,0 0 11 16,0 0-22-16,0 0 159 0,0 0-86 0,-15 4-9 16,15-4-78-16,-12 0 97 0,4 0-111 0,-16 0-66 0,12 0-38 15,-2 2 13-15,-18 0-2 0,5 3-22 0,6-1-22 16,-9 1 7-16,1-3-9 0,0 6 5 0,11-5-23 16,-6 5 1-16,12-5-10 0,-8 1-7 0,11-4-16 15,-6 9-74-15,3-7-194 0,10-2-151 0,2 0-211 16,-8 6-233-16,4-6-211 0,4 0-94 0,0 0 79 15,0 0 372-15,4 0-934 0</inkml:trace>
  <inkml:trace contextRef="#ctx0" brushRef="#br0" timeOffset="62154.65">11269 9022 95 0,'9'8'1630'0,"5"-1"-932"15,-4-1-195-15,2 1 360 0,-7-3-365 0,4-2-248 16,-9-2-67-16,0 3 89 0,0-6 114 0,0 6-50 0,0-3-52 15,-5 5 115-15,-2 3 31 0,-10-6-35 0,5-2-171 16,-18 6 37-16,6-1-72 0,-8-2-56 0,15-1-87 16,-10 2 6-16,1-2-11 0,-4-2-19 0,16-2-21 15,-8 2-1-15,14-4 0 0,-10-1 0 0,3 3-3 16,10 2-52-16,-7-6-173 0,12 6-176 0,-12-5-243 16,9 5-67-16,3 0-768 0,0-2 272 0,-3-9-291 0,3 11-310 15</inkml:trace>
  <inkml:trace contextRef="#ctx0" brushRef="#br0" timeOffset="68121.72">13805 6905 48 0,'7'-3'200'0,"-2"-5"-113"16,-5 12-10-16,0-4 16 0,7-11-46 0,-4 11-80 15,-3 0-25-15,0 0-29 0,-10-11-12 0,10 9-71 16</inkml:trace>
  <inkml:trace contextRef="#ctx0" brushRef="#br0" timeOffset="68655.28">13629 6990 865 0,'0'0'678'0,"3"-8"-136"0,-3 3 16 16,0 5-94-16,0 0 20 0,0 0-223 0,3-13-72 15,-3 13-49-15,0 0 39 0,0-4 36 0,6-3-57 16,-6 7-39-16,-2 0 29 0,2-6 19 0,-7-1 58 16,7 4-91-16,-5-5 38 0,5 8-15 0,-15-11-26 15,8 6-37-15,-13-3 0 0,-4 3-59 0,-2-3-4 0,8 5 5 16,-11 1 15-16,-10 2-3 0,5 2 1 0,7-2-13 15,-5 3 13-15,-4-1-3 0,4 6-19 0,-7-5-2 16,19-1-14-16,-7 4 0 0,3-3-6 0,4 1-1 16,8 0-4-16,-2-4 3 0,7 2 0 0,-1-2-11 15,-1 3-9-15,9-3-14 0,0 0-42 0,0 0-70 0,0 0-54 16,2 0-229-16,10 0-201 0,3-3-331 0,-10 1 265 16,17-6-223-16,-2 3 74 0,-2 1-5 0,-12 2 41 15</inkml:trace>
  <inkml:trace contextRef="#ctx0" brushRef="#br0" timeOffset="68927.53">13744 7130 659 0,'5'5'1143'0,"-5"-5"-578"0,-2 0 34 16,-1 11-184-16,3-9-101 0,-15 1-76 0,1 3 16 0,-10-1-116 16,4-1 71-16,-4 2 15 0,-3 2 5 0,4-5-46 15,-15 2 149-15,8 1-96 0,-2-1-15 0,2-3-23 16,10 1-64-16,-10 0 70 0,6-3-66 0,19 3-29 16,-16-3-41-16,15-3-14 0,-3 3-53 0,9 0-157 15,-5-8-92-15,2-1-213 0,6 2-232 0,9-4-246 16,2-4 181-16,13-7-352 0,2-2-502 0</inkml:trace>
  <inkml:trace contextRef="#ctx0" brushRef="#br0" timeOffset="69781.27">14797 6746 51 0,'14'0'898'16,"-11"0"-531"-16,-3 0 130 0,-3 0 65 0,6 0 53 16,0-8-357-16,-1 3 37 0,-2 5-51 0,-5-2-75 15,-4 2-91-15,-9 0-12 0,6 0-36 0,-14 2 8 0,8-2-3 16,-2 0 30-16,-13 3 31 0,10 1 2 0,4 0-12 15,-3-2 38-15,-5 3 0 0,0 1 22 0,10-3-64 16,-4-3 47-16,13 0-3 0,-14 0-9 0,-4 0 37 16,23 0-66-16,-12 0 17 0,3 0-12 0,10 0-29 15,-5 0-10-15,-1-3-11 0,11 3-17 0,-3 0-5 16,0 0-6-16,0 0 1 0,0 0-6 0,-3 0-4 16,3 0-3-16,3 0-1 0,-3 0-2 0,0 0 2 15,0 0-2-15,0 0 0 0,-3 0 1 0,6 0-1 0,11 5 4 16,-14-5 0-16,12 8 0 0,-12-5 0 0,12 8 0 15,-9-9 0-15,0 9 1 0,3-4 0 0,-3 6-4 16,-3-7-1-16,3 7 1 0,-1 5-1 0,1-4 1 16,-3-4-2-16,0 6-2 0,4 6 4 0,-4-1 0 15,0-5 3-15,3-3 4 0,-3 0-3 0,0 11-5 16,2-19-2-16,-2 17-2 0,0-7 1 0,3-4-5 0,-3 0 2 16,3 2 6-16,1 0 10 0,4-2 3 0,-4-4-3 15,1 2 2-15,7 4 3 0,3-2-1 0,-10-9-10 16,10 3-1-16,-3 1-3 0,9 1 2 0,4-1 3 15,-6-6 2-15,-2 0 6 0,7 0 12 0,-1 0 25 16,-1-4-11-16,7 2 29 0,-2-3-15 0,-1-3-1 16,-6 3-16-16,12-6 5 0,-2 0-21 0,-6 4 14 15,-12-1-9-15,2 3 7 0,6-3-10 0,-4 5-21 0,-8 1-46 16,-8 2-115-16,15 0-117 0,-12 0-157 0,-3 0-307 16,0 0 204-16,0 0-327 0,0 0-46 0,0 0 104 15,0 0 43-15</inkml:trace>
  <inkml:trace contextRef="#ctx0" brushRef="#br0" timeOffset="70019.62">14914 7010 488 0,'0'0'778'0,"-5"-13"-288"16,5 13-98-16,-7-9 266 0,7 5-246 0,0 4-140 15,-5-5-128-15,-5 0 12 0,13 8-9 0,-15-6-65 16,7 3-28-16,-10 0 10 0,3 0-22 0,-3 0 17 0,-9 3 3 15,4-1 6-15,-6 3 1 0,6 1-2 0,1-4-26 16,-10 7 42-16,6-4-17 0,11-1-17 0,-12 0-1 16,18-2-12-16,-15 1 20 0,4-1-16 0,17-2-20 15,-6 0-14-15,-8 0-6 0,14 0-44 0,0 0-240 16,0 0-48-16,0-2-222 0,-4-11-154 0,4 13-26 16,12-14-44-16,-6 10-655 0</inkml:trace>
  <inkml:trace contextRef="#ctx0" brushRef="#br0" timeOffset="70353.75">15243 7315 21 0,'7'13'373'0,"-4"-10"-60"16,-3 8-121-16,0-7 87 0,-3 5-3 0,3-4 14 0,0-5-28 16,0 0 16-16,-12 3-28 0,9 0-9 15,-3-3-63-15,-9 4 117 0,-2-1-92 0,2 3-44 0,-9-4-42 16,1 7 40-16,-7-5 83 0,-2-1-25 0,-3 3 18 16,8-4-54-16,-11 1 86 0,-6-3 57 0,0 0 9 15,12 0-114-15,-7-3 50 0,0 1-32 0,-2-4-22 16,24 3-123-16,-7 1 0 0,11 2-35 0,-4-6-41 15,14 6-25-15,3 0-60 0,-12-5-58 0,10 5-85 16,2 0-23-16,0 0-281 0,0 0-407 0,9-2 39 0,-1-4 194 16,4-1-194-16,-3 4 83 0,9-5-166 0</inkml:trace>
  <inkml:trace contextRef="#ctx0" brushRef="#br0" timeOffset="70987.03">15046 7572 644 0,'0'2'510'16,"0"-2"-135"-16,-3 9 259 0,3-4-171 0,0-5-144 16,0 0-158-16,0-3 55 0,-2 10-35 0,-1 2-120 15,3-9-6-15,0 2 19 0,0 15 5 0,0-7 27 0,0-4-34 16,3 9 27-16,-1-2-1 0,-2-2 6 0,10 16 1 15,-8-12 1-15,1 7-18 0,4-4 4 0,-2 3-16 16,-2 0-25-16,3 5 0 0,0-7-11 0,-4 3-2 16,5-6-17-16,-2 4-14 0,-5-12-9 0,6 8-2 15,-2-5 1-15,-2 0 3 0,1-1 3 0,-3-10 4 0,0 0 3 16,3 14 26-16,1-14 78 0,-4 2 37 0,0-2 0 16,0 0 57-16,-4-2-1 0,-11-9 39 0,7 0-91 15,4 9-76-15,-4-22-20 0,-1 8-60 0,1-8-8 16,1 11 1-16,4-9-28 0,-6-2-45 0,1-5-49 15,1 11 42-15,5-6-63 0,-1-4-31 0,0 4-13 16,3-3 32-16,3 1 26 0,0 2 20 0,2 0 11 16,2 11 54-16,2-11 6 0,-1 8 26 0,4 0 8 0,0 6 12 15,5-4-1-15,-7 6 7 0,16-8-4 0,-11 12-4 16,5-2 1-16,-3 3-2 0,5-2-1 0,-10 5-4 16,5 0 1-16,-5 3-4 0,0-1-3 0,3 1-1 15,-15-3 6-15,8 10-4 0,-6-7-8 0,2 8-10 16,-1-7 13-16,-6 2-6 0,-1 8 1 0,-4-1-4 15,-1-11 10-15,-3 11 10 0,-8-2 5 0,3 0 4 0,-5 0 4 16,5-6-3-16,0-1 2 0,5 2 8 0,0-3 7 16,-3 2 19-16,3 1-11 0,12-6 1 0,-15 4 3 15,15-4-10-15,-2 0 5 0,2 4-14 0,-3 9 16 16,3-13-4-16,5 13 31 0,7-5 27 0,8 5 21 16,-5-5-12-16,6 3 62 0,9-1 32 0,-1 0-46 15,-5-1-48-15,8 2 26 0,0-1 16 0,4 0-27 0,-16-2-57 16,10-3 13-16,-4 4 5 0,1-5-2 0,0 5-19 15,-10-7-29-15,-2 4-10 0,3-1-2 0,2 3-17 16,-10-3-58-16,0 0-142 0,6 1-177 0,-8-4-241 16,-1 1-11-16,-7-3-550 0,5-3 251 0,5 1-979 15</inkml:trace>
  <inkml:trace contextRef="#ctx0" brushRef="#br0" timeOffset="71730.05">16284 7117 780 0,'3'0'611'16,"11"0"-115"-16,-14 0 25 0,0 0 2 0,0 0-120 16,0 0-195-16,0 0 18 0,0 0 10 0,0 0-46 15,0 0-57-15,0 0 41 0,0 0-16 0,0 0-25 16,0 0-31-16,0 0 15 0,0 0-23 0,-2 0-19 0,-10-3-36 15,4 3 7-15,-7 3-9 0,-9 2-19 0,3-3-2 16,6 1-2-16,-2 3 7 0,-3-4 0 0,-10-2 18 16,18 3-4-16,0-1 20 0,-9-2 5 0,13 4 6 15,-13-4-9-15,6 0 80 0,9 0-20 0,-6 2 6 16,12-2-21-16,-14 0 53 0,14 0-10 0,0 0-37 16,0 0-48-16,0 0 10 0,0 0-11 0,0 0-18 15,0 0-22-15,0 0 2 0,0 0-9 0,0 0-1 0,12-8-7 16,-10 5-9-16,18 3 0 0,-7-2-3 0,8-4-5 15,-16 6-3-15,19 0-17 0,-6-3-4 0,-6 3-20 16,2-2 11-16,4 2-13 0,8-2-3 0,-4 2 1 16,-2-3 26-16,1 0-9 0,-1 0 18 0,-8 3 8 15,-4-2 6-15,11 2-6 0,-5-3 10 0,1 1 4 0,-12-2 3 16,-1 8 0-16,10-4 1 0,-12 0-1 0,0 0-2 16,0 0-1-16,0 0 0 0,-2 0-1 0,-13 0 0 15,-2 2 1-15,-5 1 2 0,-4-3 3 0,-4 0 2 16,13 0 1-16,-19 0 3 0,9 0-1 0,-5 0 0 15,18 2-3-15,-1-2-1 0,-2-2-2 0,2 4-51 16,6-2-5-16,6 0-114 0,-9 0-191 0,12 0-209 16,0 0-46-16,3-15-318 0,6 4-187 0,6-5-854 0</inkml:trace>
  <inkml:trace contextRef="#ctx0" brushRef="#br0" timeOffset="72403.25">17374 6191 80 0,'2'0'1361'0,"2"-13"-644"0,-4 10-167 0,0 3-38 16,0 0-246-16,-14-11-112 0,7 9-93 0,-8-2-4 15,-9 2-36-15,-5 2-12 0,6 2 3 0,-1 2 8 16,0 1 1-16,-2 0 12 0,-4 1 13 0,8-2 36 16,3-1 0-16,-4 0 32 0,-6-3 42 0,8 3-19 15,13-3-26-15,-14 0 51 0,14 2-10 0,-10-2 13 0,6 0-55 16,9 0 39-16,-5 0-5 0,1-2-5 0,7 2-33 16,0 0 26-16,0 0-19 0,0 0-27 0,0 0-30 15,0 0-19-15,0 0 9 0,0 0-27 0,0 0-15 16,0 0-4-16,0 0 0 0,0 0-1 0,3 0 1 15,9 0 0-15,-9 2-2 0,6 7 3 0,3-2-3 16,-7-1 0-16,5 7 0 0,-8-6 0 0,8 12 0 16,-8-8 1-16,1 20 1 0,0-7-3 0,-3 3 0 0,0-9 1 15,0 8-1-15,0 11-2 0,0-7-2 0,-3 2 1 16,3-11 1-16,0 8-3 0,0 6-2 0,0-12 4 16,0-4 1-16,0 1 3 0,3 2 1 0,-3-14 6 15,6 10 0-15,-3-7 3 0,2 0 2 0,2 2 0 16,-4-8-3-16,6 3 7 0,-1 3 3 0,1-9 1 15,1 1-2-15,4-1 14 0,4-2 13 0,6-2-8 0,-10 2-11 16,6 0 2-16,4 0 0 0,-1-3-3 0,4 1-11 16,-6-2-9-16,-1-3 0 0,4 5-1 0,-4-2-4 15,4-1-7-15,-4 3-17 0,-8 2-66 0,10-2-88 16,-17 2-56-16,16 0-428 0,-21 0-101 0,15 0-161 16,-15 0 227-16,0 0-173 0,0-4-759 0</inkml:trace>
  <inkml:trace contextRef="#ctx0" brushRef="#br0" timeOffset="72646.6">17522 6532 76 0,'0'-5'1304'0,"-9"-1"-747"0,-3-4 96 0,-3 4-108 16,3 1-284-16,-8-3-108 0,-1 3-62 0,-2 3 19 15,1-2-36-15,-7 4 35 0,2 0 20 0,-5 0 40 16,6 0-10-16,-9 4 52 0,-1-2-16 0,12-2-15 16,7 3-67-16,-10-1-9 0,10-2-37 0,2 6-19 15,3-6-40-15,-3 0-26 0,15 2-45 0,-14-2-109 16,11 0-54-16,6 0-190 0,-3 0-149 0,-3 0-160 0,6 0-35 16,-3 0 222-16,-3 0-984 0</inkml:trace>
  <inkml:trace contextRef="#ctx0" brushRef="#br0" timeOffset="72969.74">17593 7014 180 0,'8'7'771'15,"4"-1"-493"-15,5 1 241 0,-8-1 21 0,1-3-64 0,-10-3-192 16,14 2 78-16,-11-2 154 0,9 3-73 0,-9-3-25 16,-3 0-156-16,-3 0 93 0,6 0 2 0,-6 0-134 15,3 0-98-15,-15-5-5 0,6 2-52 0,-18-3-27 16,3 4-32-16,-5 2-7 0,-6 0-3 0,-6 0-1 16,5 0-1-16,-28 2-1 0,17 4-1 0,-1-3 2 15,9-1 4-15,-7-2 3 0,-4 3 3 0,14-3-1 16,19 2-3-16,-12 2-2 0,5-2-9 0,12 0-24 0,-3 1-83 15,7-1-29-15,1 2-176 0,7-4-215 0,0 0-158 16,0 0-170-16,0 0-42 0,3-11 71 0,4 3-713 16</inkml:trace>
  <inkml:trace contextRef="#ctx0" brushRef="#br0" timeOffset="73590.08">17383 7307 496 0,'-3'8'621'0,"-1"3"-287"0,4-6 86 0,0 3-160 15,0-5-182-15,7 10-17 0,-4-5-8 0,-1-1 44 0,1 9 13 16,1 3 42-16,-1-1 31 0,2-1 11 0,2 1 20 16,-5-5-50-16,4 11 65 0,1-11-57 0,-2 5-8 15,2-4-58-15,1 7 24 0,-2 1 16 0,-6-15-34 16,6 12-30-16,-4-6 3 0,-2 1 2 0,3 1-2 15,-3-10-26-15,-3 6 0 0,3 0-12 0,0-9-10 16,-2 9-6-16,2-9-14 0,0-2-3 0,-6 11 1 0,2-11 13 16,8 2 48-16,-8-4-9 0,2 2 2 0,-6-8 4 15,1 3-23-15,4-6 16 0,-2-2-38 16,-2-8-23-16,4 5-5 0,-6-5-9 0,6 0-14 0,-6-17-55 16,9 18 12-16,-3-10-37 0,-2 1-14 0,2-2-20 15,-1-1-14-15,2 3-4 0,-4-4 32 0,6 5 8 16,-2 7 34-16,2-6-36 0,0 6 22 0,2-3 24 15,1 13 27-15,0 4-9 0,6-6 13 0,-4-4 12 0,-2 12 17 16,9-3 5-16,0 1 17 0,-2 1-1 0,4 3 7 16,4 1-8-16,-6 2-7 0,17 2 3 0,-9-2-8 15,-1 5-9-15,1-1 6 0,1 1 9 0,-4-1 2 16,-11 0 3-16,15 6 0 0,-6 0 5 0,-7-1 2 16,1 2-9-16,-6-1-15 0,-3-2-8 0,0 5 10 15,-3-2 8-15,0-3-8 0,-6 5 6 0,-6-3-2 16,7-4 14-16,-18 7 7 0,4-5-13 0,5 0 19 0,5-2 16 15,-3-4-11-15,1 0 41 0,-6 3 6 0,10-1 31 16,4-4-20-16,3 0 13 0,-12 5 38 0,18-5-20 16,-3 0-38-16,0 0 15 0,-3 0-24 0,6 0 20 15,1 8-31-15,1-1 10 0,17 6-2 0,-5-4 3 16,0-2-7-16,19 6 42 0,-4 2-26 0,-2-2-17 16,-6-6-24-16,10 4 9 0,8 4-9 0,-10 1-29 15,-6 1-7-15,-4-10-5 0,0 6-2 0,12 4-4 0,-17-7-4 16,-2 3 2-16,-3-2-76 0,0-3-144 0,-4 3-329 15,-2-4-170-15,-3-7-136 0,-3 0-94 0,0 0-1325 16</inkml:trace>
  <inkml:trace contextRef="#ctx0" brushRef="#br0" timeOffset="74219.39">18202 6784 923 0,'3'0'955'0,"-3"0"-450"16,-5 7 210-16,5-1-25 0,0-6-169 0,0 0-125 15,0 0-241-15,0 0-40 0,0-3-36 0,8-7-47 16,-8 10-14-16,12-9-10 0,-3 7-3 0,8-3-5 16,-7 1 2-16,15-3 7 0,-9 1-2 0,13 1-1 15,-11-1-1-15,11-1 2 0,-5-4 0 0,-1 1-2 16,-2 5-1-16,6-6 3 0,-2-5 5 0,-1 3 1 16,-9 5 1-16,6-3 12 0,-10 4 25 0,1-10 60 15,-6 10 8-15,0-6-25 0,-6 4 40 0,0-2 13 0,0-2-17 16,-6 6-66-16,4-1-8 0,-5 5-26 0,-8-5-12 15,-5 5-16-15,11 3-3 0,-18 3-6 0,10 0-7 16,0 0-4-16,-5 2-6 0,-2 3 6 0,7 5 11 16,2-2 27-16,-5 7 43 0,2 0 13 0,3 1 12 15,10-3-9-15,-5 8 65 0,5 0 2 0,2 2-27 0,3-8-27 16,3 9 30-16,0 10 41 0,6-13-30 0,-1 0-7 16,4-6-29-16,7 6 25 0,3-3-19 0,0-5-27 15,-5-3-26-15,7 3-6 0,11 1-7 0,-6-10-19 16,-8 1-6-16,9-3 4 0,4-5-10 0,2 2-75 15,-13-2-76-15,6-2-193 0,-2 0-268 0,6-9-671 16,-15 4 382-16,6-7-294 0,-1-5 66 0,-2 1-844 0</inkml:trace>
  <inkml:trace contextRef="#ctx0" brushRef="#br0" timeOffset="74821.78">18924 6204 602 0,'0'0'447'0,"0"0"-105"15,0 0-71-15,9 0 80 0,-3 0 36 0,-9 0-168 16,3 0-67-16,3 0 61 0,-3 0 9 0,0 0 22 16,0 0-71-16,0 0-42 0,-15 0-24 0,6 0-18 15,-11 0-37-15,-7 5 70 0,3-2-20 0,1 2 28 0,-1-2 28 16,7-1-16-16,-2 2 129 0,2-2-64 0,-1-2-16 16,13 2-54-16,-14-2 18 0,5 0-1 0,14 3-33 15,-8-6-50-15,-2 3 15 0,10 0-10 0,0 0-14 16,0 0-9-16,0 0-12 0,0 0-16 0,0 0-15 15,0 0-15-15,30-8-17 0,-18 6-6 0,14-6-9 16,-6 2 7-16,7 2-15 0,3-5-10 0,-6 7 4 0,-7-4 20 16,4 1-5-16,-13 3 7 0,7 2 8 0,4 0 7 15,-19 0 8-15,0 0-1 0,0 0 4 0,14 0 2 16,-14 0-2-16,0 0 2 0,-14 0-3 0,2 0 0 16,-10 2 0-16,0 3-2 0,-9-2-4 0,-1 0-1 15,17 2 2-15,-12 3-17 0,5-3-61 0,-2 1-117 16,6-1-27-16,9-3-258 0,-8-2-151 0,10 0-186 15,-4-2-7-15,5-9 5 0,6 8-760 0</inkml:trace>
  <inkml:trace contextRef="#ctx0" brushRef="#br0" timeOffset="75552.83">19219 5844 590 0,'0'0'852'0,"-3"-16"-428"0,3 16 136 16,-4-10-275-16,4 7-90 0,4 3-61 0,-8-11-30 0,4 11-39 16,0 0-2-16,-3-2-41 0,6 4-30 15,-3-2-10-15,0 0 4 0,0 0-7 0,-3 5 10 16,1 6 10-16,4-3 3 0,1 0 8 0,6 16 8 0,-6-9 0 15,0 2 1-15,3 1 22 0,0-2 32 0,0 8 48 16,0-9-34-16,-4 4 45 0,5-1-2 0,-2 6 0 16,2-8-43-16,1 8 19 0,1-2-48 0,-3-4-26 15,-4-2-20-15,5 0 2 0,2 0-11 0,-6-8-6 16,2 8 1-16,-2-9 1 0,1-1 6 0,-1 5 20 0,-1-7 6 16,-2-4 18-16,0 0 40 0,0 0 38 0,0 0 78 15,0 0-27-15,0 0 25 0,0 0-9 0,-2-2-36 16,-10-6-58-16,0-6 16 0,9 7-84 0,-9-17-25 15,9 9-8-15,-6-7-4 0,4-4-5 0,-2 4 2 16,4 4 2-16,1-4-1 0,-1-6-3 0,-4 1-4 16,7 1 4-16,0 7 4 0,0-8-4 0,0 7-5 0,4 7-7 15,2-7 0-15,-4 10-2 0,10-6-11 0,-6 0-6 16,0 14 11-16,6-11-14 0,3 2 14 0,-10 9 0 16,10-7 11-16,-3 7 3 0,0 2 3 0,8-3-2 15,-8 0 2-15,12 6-5 0,-16 0 0 0,13-1 0 16,-3 4 2-16,6-1 3 0,-4 3 4 0,-1-3 6 15,-5 4 0-15,9-2 6 0,-8 1-1 0,-6-3 2 0,6 8-2 16,-6-4-1-16,-4-2 0 0,1 6-7 0,-6-2-8 16,0-9 0-16,-6 13-10 0,-3-8-3 0,-6 4-8 15,-5-3 12-15,-1 5-2 0,1-8 8 0,-4 3 8 16,-3-3 6-16,7 4 3 0,-4-7 1 0,4 0 10 16,11-2-1-16,-14 0 4 0,11 0-2 0,3 0-2 15,9 0-2-15,-18 0 2 0,18 3-9 0,0-3-7 0,0 0 2 16,0 0 1-16,-12 2 3 0,10 2-1 0,2-4 2 15,0 0 9-15,5 15 13 0,-2-15 0 0,11 14-1 16,-7-10-4-16,17 18 5 0,-7-11-4 0,1 2-9 16,-4 0-6-16,8 0 13 0,-2 3 9 0,0 0-5 15,-5-6-5-15,3 6 12 0,2 1 7 0,4 1 11 16,-9-10-27-16,5 5 5 0,-1-5 1 0,-11-2-5 16,10 1-8-16,-10-1-11 0,4-1-10 0,-9-3-58 15,9 4-132-15,-12-6-85 0,0 0-438 0,0 0-95 0,0 0-7 16,0 0 132-16,0-2-1181 0</inkml:trace>
  <inkml:trace contextRef="#ctx0" brushRef="#br0" timeOffset="75955.75">19746 6508 709 0,'6'-8'449'0,"0"8"47"0,-6 0 52 0,-3-2 104 15,3-9-139-15,0 11-264 0,0 0 52 0,-21-8-73 0,10 8-89 16,-8 0-59-16,-7 0-60 0,3 0-21 0,-6 2-4 16,5 2-2-16,-18-2 3 0,10 1 49 0,-4 5 29 15,4-6 9-15,-12 1 63 0,-7-1 42 0,5 4 59 16,14-6-81-16,-14 3 48 0,2-3-4 0,12 2-42 16,0-2-29-16,-1 2-22 0,16-4-53 0,5 2-12 15,-6 0-39-15,6 0-18 0,7 0-6 0,5 0-20 16,0 0-44-16,0 0-26 0,0 0-118 0,0 0-158 0,9-8-83 15,-3 8 22-15,6-3-283 0,0 1-130 0,10-3-35 16,-15 5 14-16</inkml:trace>
  <inkml:trace contextRef="#ctx0" brushRef="#br0" timeOffset="76301.82">19263 6661 160 0,'0'0'740'0,"0"0"-207"0,0 0 250 16,0 0-306-16,0 0 119 0,0 0-103 0,0 0-85 16,0 0-158-16,0 0 11 0,2-5-136 0,-2-3-10 15,0 8-34-15,0 0-3 0,0 0-62 0,0 0-12 0,0 0-3 16,0 0-2-16,0 0-3 0,0 0-3 0,3 11 0 16,1-5 2-16,-1 7-3 0,-3 0-1 0,2-6-2 15,-2 9 4-15,0-5 1 0,0 0-2 0,0 8-2 16,-2-10 7-16,-1 5 4 0,6 5 2 0,-3-4-1 15,2-10 4-15,-2 12 7 0,3-12 5 0,0 3 3 16,-3-5-3-16,6 10 22 0,-8-13 37 0,4 2 12 0,4 9 67 16,-6-11-36-16,12 8 49 0,-3-5 2 0,-1-1-5 15,11-2-58-15,-5 0 3 0,6 0-47 0,-8 0-32 16,8-2-19-16,2-4-9 0,-14 3-60 0,16 1-57 16,-9-3-35-16,11-3-215 0,-11 5-227 0,6-5-152 15,-3 3 64-15,4-8-218 0,2 2 53 0,3-4-951 16</inkml:trace>
  <inkml:trace contextRef="#ctx0" brushRef="#br0" timeOffset="76768.58">20255 5778 29 0,'-2'-2'383'0,"-8"-9"-123"0,2 5-87 0,-4 6 39 16,0 3-128-16,4 5-48 0,-1-2 26 0,-15 20 17 0,4-2 32 15,5-8-39-15,0 8 49 0,1 0 49 0,2-2 58 16,2 2-35-16,-4 9 96 0,8-4-1 0,0 2 62 16,3-7-97-16,0 11 47 0,-3 2 18 0,6-6-93 15,0-9-67-15,0 4 39 0,6 0-73 0,0 6 30 16,-2-13-63-16,1 1 28 0,4-1-6 0,-1-1-26 15,4 2-21-15,6-7 30 0,-6 0-22 0,-3-6-19 16,11 6-24-16,2-2 9 0,-8-2-20 0,1-5-17 16,-3 2-16-16,5-3 0 0,1 5-62 0,-6-5-97 0,8-3-140 15,-14 0-59-15,9 0-243 0,0-11-171 0,-1 6-236 16,-4-1 446-16,0-7-818 0</inkml:trace>
  <inkml:trace contextRef="#ctx0" brushRef="#br0" timeOffset="76952.09">20311 6212 271 0,'-5'-6'966'0,"-4"-4"-388"0,-3 5-19 0,6 5 11 15,-6-6-126-15,-2-1-129 0,4 7-90 0,-19-3-85 16,14 0-50-16,-11 3 45 0,11 0-14 0,-15 0-27 16,13 3-25-16,-3 2 15 0,1 0-4 0,9 1-1 15,-9 5-43-15,7-9-17 0,4 3-9 0,-4 3-28 0,9-5-106 16,-6 5-58-16,9-6-208 0,0-2-121 0,-3 0-133 15,1 11 112-15,2-8-334 0,0-3 220 0,0 0-275 16</inkml:trace>
  <inkml:trace contextRef="#ctx0" brushRef="#br0" timeOffset="103459.21">20679 6445 23 0,'0'0'303'0,"0"0"-2"0,0 0 36 15,0 0-51-15,0-8-11 0,0 3-88 0,-2 1 22 16,4 8-28-16,-4-8-48 0,2 4-30 0,2 4 39 16,-2-4 1-16,-5-4 33 0,0-3-66 0,5 7 32 15,0 0-14-15,0 0 16 0,0 0-71 0,-12-8 17 16,8 8-23-16,4 0-44 0,-15-3-15 0,10 3-5 16,-7 3-11-16,-3-1-10 0,6-2-5 0,-21 13-11 0,13-7-26 15,-3-1-23-15,5 4 14 0,-3-2-34 0,10-1-39 16,-14 1 8-16,8 1-27 0,11-5 27 0,-9 5-90 15,9-8 39-15,-6 7-72 0,9-3-14 0,0-4-99 16,0 0-8-16,-5-4-194 0</inkml:trace>
  <inkml:trace contextRef="#ctx0" brushRef="#br0" timeOffset="103732.5">20671 6498 256 0,'-2'5'409'0,"-2"-3"-163"0,-4 9-62 0,4-11 120 16,-14 8-126-16,13-5-106 0,-2 2-61 0,-3 1-6 15,-2-2-4-15,5 2 0 0,-5-1-2 0,9-2-11 0,-2 3-8 16,-4-2-41-16,-3 1-36 0,6-1-95 0,-3-4-45 16,4 2-6-16,-10-2 11 0,3-2-232 0</inkml:trace>
  <inkml:trace contextRef="#ctx0" brushRef="#br0" timeOffset="114123.7">12450 8040 264 0,'-3'-16'438'0,"3"16"-232"0,0 0-47 0,0-13 61 16,3 11-46-16,-3-2-31 0,0 4-60 0,0 4 29 15,0-4-6-15,0-4-3 0,0 8-55 0,0-4 13 16,0-4 10-16,4 4-15 0,4-5-13 0,-8 5 15 16,3-2 30-16,6-9 19 0,-12 11 2 0,6 0-22 15,9-11 35-15,-12 11 33 0,0 0-28 0,0 0-23 16,0 0 10-16,0 0-14 0,0 0-2 0,0 0-44 15,0-2 15-15,-17 2-15 0,7 2-27 0,1 4-19 16,-16 2-3-16,1 0-2 0,0-3-2 0,4 1 0 0,-10 1 3 16,-8 4 2-16,6 0 3 0,8-7 19 0,-8 5 49 15,-2-4 32-15,0 1 54 0,12-4-63 0,-3-2 39 16,1 0 10-16,-3 2-20 0,3-2-6 0,7-2-56 16,0 2 1-16,7 0 4 0,-10-2 0 0,17 2-21 15,-11-3 24-15,10 0-25 0,-8 0 0 0,12 3-13 16,0 0 16-16,0 0 13 0,-3 0-14 0,-5-8-20 0,4 5 11 15,4 3-3-15,0 0-3 0,0 0-18 0,0 0-3 16,0 0 4-16,0 0-6 0,0 0-15 0,0 0-4 16,0 0 5-16,9 0 1 0,-3-2-8 0,-6 2-3 15,9 2-2-15,-2 1 15 0,-2 0-2 0,4 5-2 16,-6-8-7-16,5 13-9 0,2-5-1 0,-8 3 7 16,5 5-5-16,-4-6 1 0,-1 6 4 0,1 6 10 0,0 6 5 15,-3-4 3-15,4-6 2 0,-4-2 2 0,2 21 8 16,-2-7-4-16,0-3-3 0,3-9-6 0,0 6-2 15,1 2-4-15,1 5-11 0,-5-9-1 0,3-4 4 16,3 3-2-16,-3 3 0 0,0 0 1 0,-1-8 6 16,5 6 0-16,-2-7 4 0,1 1 1 0,-2-5 0 15,4 4 7-15,-2-6 0 0,6 4-1 0,-6-8-1 16,3 1 2-16,6 1-1 0,-1-1-2 0,-8-6-3 0,8 0-1 16,1 0 2-16,0 0 6 0,9 0 1 0,-10-6 1 15,10 3-1-15,-4 1 2 0,-8 2-4 0,12-8 3 16,-1 0-12-16,1 0-1 0,-4 3 5 0,-1-1-2 15,6-1 1-15,-1 1 0 0,0 1 2 0,-9 3-1 16,5 2-2-16,-11-4-23 0,11 4-54 0,-11 0-25 16,3 0-123-16,-9 0-128 0,12 0-177 0,-15 0-72 0,0 0-153 15,0 0-36-15,0 0 72 0,0 0 211 0,-3-2-580 16</inkml:trace>
  <inkml:trace contextRef="#ctx0" brushRef="#br0" timeOffset="114397.96">12401 8323 402 0,'0'0'610'16,"-3"0"-274"-16,-9-2 4 0,12-1-32 0,-9 3-120 15,6 0-62-15,-12 3-52 0,3-1 5 0,-2 1-20 0,2 3 28 16,-6-4 26-16,-11 5 4 0,14 2-34 0,-9-5 18 15,4 7 21-15,-1 0 11 0,-2-3-7 0,-1 3-8 16,-5-1 7-16,5-2-16 0,9 1-36 0,-9-2 22 16,16-5-33-16,-9 4-9 0,17-3-6 0,-9-3-22 15,-3 2-1-15,12-2-16 0,-12 0-13 0,6 0-39 16,9 0-115-16,-3 0-166 0,0 0-225 0,12-5 19 16,0-1-81-16,-4 1-42 0,19-8-541 0</inkml:trace>
  <inkml:trace contextRef="#ctx0" brushRef="#br0" timeOffset="114811.86">12908 8916 316 0,'0'0'529'0,"8"7"-343"0,-4-7 70 15,4 4-24-15,-6-2-67 0,-2-2-118 0,0 0 1 16,0 0 27-16,10 0 13 0,-4 0 65 16,-6 0 11-16,0 0 25 0,0 0 6 0,0 0 0 0,-9 0-31 15,-3 0-14-15,-3 3-57 0,1-3-40 0,-6 0 1 16,-4 2 66-16,2 2 6 0,0 0 40 0,-2-1-29 15,-11-1 120-15,-1 4-23 0,1-3 14 0,2-1-39 0,-14 4 63 16,-4-1 19-16,2-3 13 0,13-2-105 0,-11 3 65 16,6 0-36-16,-12 0-16 0,21-3-108 0,-7 2 20 15,4-2-9-15,-1-2-22 0,4 2-27 0,15-3-25 16,-4 0-1-16,13 0 6 0,-7 1-18 0,15 2-20 16,-19-5 0-16,19 5-15 0,0 0-85 0,0 0-58 15,0 0-161-15,0 0-143 0,0-4-146 0,10-3 40 16,-8 5-627-16,13-4 209 0,-6 3 93 0,-1-1-301 0</inkml:trace>
  <inkml:trace contextRef="#ctx0" brushRef="#br0" timeOffset="115549.72">12598 9254 151 0,'0'3'646'0,"0"-3"-332"0,0 0-39 16,0 0 73-16,0 0-120 0,0 11-119 0,3-11-76 0,-3 0-31 16,0 15-2-16,2-11 21 0,2 3 4 0,-4 4 42 15,3 7 43-15,0-1 55 0,2-8 14 0,2 13-15 16,-2-1 55-16,2 0 4 0,4 9 24 0,-5-12-108 15,2 8 62-15,-1 1-15 0,5-3-29 0,-9-6-48 16,9 9 53-16,-7-4-57 0,2 1-21 0,-2-11-46 16,0 11-9-16,2 3-10 0,-4-6-9 0,-1-5-2 0,5 2 5 15,-4-10 8-15,2 16 4 0,-5-17-19 0,4 4 2 16,1 6 3-16,-5-17 0 0,0 13 0 0,3-10-7 16,-3-3 17-16,-3 0 45 0,6 0 48 0,-3 0 16 15,-3-3 1-15,-9 3 4 0,7-6 1 0,1-1-44 16,-11-15 9-16,10 1-73 0,-10 0-10 0,10 2-5 15,-10-7 4-15,-1-3-8 0,-1 0-1 0,5 10-2 16,-3-10 2-16,-2-6-2 0,2 4-5 0,10 10-1 0,-5-11 0 16,8 6-1-16,-5-6-3 0,7 14-1 0,0-6-3 15,4 0-12-15,1-3-20 0,1 6-12 0,0 5 16 16,0-2-24-16,6 2-6 0,2-3-15 0,-2 8 42 16,6 1-8-16,-1 0 1 0,5-1-5 0,-8 5 16 15,13 1-25-15,-22 3 0 0,19 0-17 0,-21 2 10 16,18 0-47-16,-3 0 25 0,-6 2 5 0,-7 0 31 0,7 7-21 15,-3-4 30-15,-3 3 15 0,-1-1 9 0,-1 2-1 16,1 4-2-16,-2 0 8 0,0-2 1 0,-3-4 3 16,-6 6 3-16,4 4 5 0,-5-10 5 0,-4 9 1 15,5-8 0-15,-2 8 1 0,-16 5 8 0,17-16-1 16,2 8-2-16,-13 7 1 0,12-5 8 0,0-4-7 16,-3 2 5-16,6-2 3 0,1 5 5 0,2-12 3 15,5 7 28-15,2 5-2 0,1-5 5 0,-4-5-9 0,18 12 39 16,0-8-10-16,-5 1 10 0,-2-4-14 0,9 4 24 15,5 2 34-15,0-4-29 0,-2-2-11 0,-7-1-30 16,19 5 25-16,-10-6-26 0,0-3-11 0,-7 4-16 16,3-1 5-16,4 0 11 0,-5 1-13 0,-9-2-14 15,2 2 2-15,-7-3-6 0,7 2 3 0,-2 1-10 16,-6-4 1-16,3 3-6 0,-9-5-1 0,9 11-6 0,-12-11-16 16,9 8-57-16,-6-6-80 0,-3-2-72 0,2 11-106 15,1-8-145-15,-3-3-172 0,0 10-171 0,0-7 199 16,0-3-320-16,0 0-558 0</inkml:trace>
  <inkml:trace contextRef="#ctx0" brushRef="#br0" timeOffset="118441.99">13795 8720 39 0,'5'-10'678'0,"-2"10"-353"0,-3 0 61 0,-3-6-156 16,3-4 26-16,0 10-133 0,-3-13-32 0,3 4-16 15,-2 1 5-15,-2-5 24 0,1 8 3 0,0-3-25 0,3 5 39 16,-2-8-24-16,2 9-37 0,0 2-30 0,-7 0-15 15,-4-2-4-15,7 4-8 0,-4 6-8 0,2-3 1 16,0 4 13-16,-6 6 0 0,-2-2-4 0,-1 1 1 16,0-1 6-16,6-5 27 0,-11 8 9 0,5-3-6 15,-2 0 19-15,1 0-1 0,1 1-9 0,7-1-19 16,-6 0-15-16,-1 0 0 0,6-2-3 0,-9 2-6 16,12-8-1-16,-14 12 7 0,8-4 7 0,9-11-9 15,-9 9-1-15,12-8-4 0,-9 4-10 0,9-4-106 0,0-3-12 16,0 0-99-16,0 0-96 0,0 0-113 0,0 0 49 15,0 0-178-15,9-8-242 0</inkml:trace>
  <inkml:trace contextRef="#ctx0" brushRef="#br0" timeOffset="118694.31">13532 8648 663 0,'-3'-13'980'0,"3"11"-454"0,-6-3 24 0,3-3-199 16,3 8-47-16,-5-5-107 0,-2-4-87 0,7 9-62 15,0 3-12-15,0-3-24 0,0 0-3 0,0 0-5 16,0 0 7-16,0 0 10 0,15 6 14 0,-6 1 10 16,-4-1 8-16,17 7 15 0,-10-8 25 0,0 3-13 0,13 8 32 15,-1-3 5-15,0-2-10 0,-4-1-5 0,-1 0-33 16,6 4-3-16,4 2-8 0,-2 0-25 0,-8-9-23 16,3 4-5-16,2 5-7 0,8 3-10 0,-13-8 4 15,4-1-15-15,-2 4-65 0,-1-5-116 0,-3 0-94 16,-2-1-260-16,0-3-110 0,-6 0-44 0,1 3 188 15,-8-8-111-15,-2 0-300 0</inkml:trace>
  <inkml:trace contextRef="#ctx0" brushRef="#br0" timeOffset="119262.8">14263 7945 43 0,'3'3'737'0,"-3"-3"-486"15,0 0 43-15,-15-6 88 0,15 6-154 0,0 0-148 16,0 0-29-16,0 0-13 0,0 0-7 0,0 0-14 15,0 0-9-15,0 8 3 0,-3-2 12 0,3-4 59 16,3 14 73-16,0 2 8 0,-3-7 18 0,6 8-15 0,-3 1 73 16,0 4 56-16,-1 0-126 0,5-6-56 0,-4 6 37 15,-1 3-13-15,1 5-28 0,0-3-28 0,1-3-14 16,-2 7 14-16,1 0-11 0,0 2-9 0,3 2 2 16,-3 1 8-16,0-2-9 0,3-2-27 15,-3-10-12-15,0 11 11 0,-1-4-10 0,5-7-10 0,-2-8-9 16,1 0 1-16,-2-3-2 0,1 8-3 0,-2-16 0 15,3 8 3-15,-6-13-1 0,3 20-3 0,-3-20-2 16,0 0-2-16,3 13 0 0,-3-13 0 0,0 0 0 0,0 0-3 16,0 0-16-16,0 0-58 0,0 0-81 0,0 0-77 15,0 0-218-15,-3-3-335 0,-9-5 84 0,9 0 186 16,-6 0-156-16,-3-16-435 0</inkml:trace>
  <inkml:trace contextRef="#ctx0" brushRef="#br0" timeOffset="119866.18">14234 8066 712 0,'-7'-10'437'0,"4"5"-225"16,-2-6 73-16,-2-2-89 0,5 2-144 0,2 4-36 15,-3-6-8-15,6 4-8 0,-3-2 11 0,2 4-12 16,1-6 14-16,6-1 8 0,-6 0 7 0,1 10-4 16,11-18 8-16,-5 4-6 0,-3 13 2 0,10-14-17 15,-2 6 1-15,-3 2-8 0,3 6-4 0,-3-1 3 0,5 1 2 16,-8 5-4-16,6-2 0 0,2 0 0 0,-11-2 0 16,8 4 3-16,-2 0 5 0,-2 0-8 0,4 0-1 15,1 4 3-15,-6-2-2 0,6 3 1 0,-7-3-4 16,1 4-6-16,9 7 13 0,-9 1 7 0,-6-10-4 15,6 18 4-15,-4-6 0 0,-2-1 3 0,4 4-2 16,-5-5-2-16,-4-1-5 0,2 13 7 0,0-17 5 16,-7 11 14-16,2 2-4 0,-7-4 12 0,0 1 32 15,4-6-23-15,-14 7 47 0,8-3-22 0,-6-4 20 0,8-3-12 16,-7 1 43-16,8-3-1 0,-15 5 16 0,19-8-57 16,-8 4 31-16,7-7-17 0,-1 4 1 0,6-6 1 15,-11 5 24-15,14-5 14 0,0 0 17 0,0 0-30 16,-3 0 39-16,-9-5 3 0,15 5-63 0,-3 0-57 15,0 0-1-15,5-8-27 0,7-1-18 0,-3 9-7 0,3-5-4 16,-4 5 4-16,16 0 1 0,-12 3 0 0,6-1 0 16,-4 4 3-16,10-1 10 0,-1 6 0 0,-8-6-4 15,15 8 5-15,-7-2-1 0,1 2 1 0,-7-2-3 16,10 2 3-16,0 6 5 0,-7-1 5 0,-6-5 7 16,8 3 13-16,2-1 9 0,-1-1 19 0,-6-4-12 15,4 7 11-15,-6-7-3 0,2 1-15 0,-7-3-18 0,4 8 11 16,-8-8-13-16,3 5-12 0,-4-3-4 0,-1-4-6 15,7 7-13-15,-4-5 4 0,-5 0-21 0,4 2-25 16,0-1-58-16,0-4-127 0,6 8-221 0,-10-8 41 16,2-2-301-16,2 0-57 0,6 4 43 0,-12-7-327 15</inkml:trace>
  <inkml:trace contextRef="#ctx0" brushRef="#br0" timeOffset="120314.98">15197 9017 49 0,'0'0'841'0,"0"0"-449"0,0 0 119 0,-3 0-187 15,-6 0 54-15,-6 2-141 0,0 1 1 0,-2-1-64 16,-4 0 79-16,1 4-14 0,-7-3 9 0,0-1 1 15,-2 4 30-15,-3-1 26 0,-4-3-22 0,-17 4 82 0,18-3-141 16,-9-1 97-16,-7 4 6 0,-1-1-31 0,-11-3-28 16,5-2-10-16,2 3-36 0,0-3-41 0,9-3-66 15,-6 3-1-15,9 0-26 0,5-2-38 0,7 2-25 16,-9-2 5-16,11-1-16 0,6 0-3 0,15 3-2 16,-8-3 3-16,14 3-12 0,3-2-26 0,0 2-12 15,0 2-77-15,5-13-187 0,5 9-51 0,11-3-7 0,-1 3-254 16,4-4-165-16,8 6-410 0,-12-3 179 0,-1 3 332 15,7-2-409-15</inkml:trace>
  <inkml:trace contextRef="#ctx0" brushRef="#br0" timeOffset="120826.61">14643 9320 341 0,'0'0'1388'0,"-9"-7"-868"0,9 4 24 0,0 3-8 15,0 0-285-15,0-3-186 0,-3-8-14 0,3 11-18 16,0 0 12-16,0 0-35 0,0 0-13 0,0 0 2 15,0 0-1-15,0 0-2 0,0 4 0 0,5 9 3 16,-5-13 11-16,7 16 2 0,-4-9-3 0,-1 10 3 0,1 1 9 16,1-3 14-16,-1 2 25 0,-1 10 27 0,-2-12-14 15,3 16 73-15,0-7-18 0,-3 0 5 0,0-8-36 16,0 13 28-16,-3-5-16 0,0 0-11 0,3-9-42 16,-2 5 16-16,-1-5 8 0,3-2 41 0,-4 3 0 15,1-8 1-15,3 8-2 0,-2-5-6 0,2-9-26 16,2 4 33-16,-2 1-75 0,0-7-15 0,0 0-10 15,0 0 16-15,12 6 30 0,-12-6 36 0,12 0 10 16,-9 0-19-16,2-3 44 0,22 0 2 0,-3 3 25 0,-6-4-75 16,3 1-4-16,2-3-17 0,3 4-12 0,8-1-9 15,-5-5-3-15,3 6-10 0,-3-1-8 0,-5 1-12 16,18-2 3-16,-13 4-16 0,-2 0-4 0,-22 0-3 16,19 0-3-16,3 4 0 0,-7-4 0 0,-15 0-4 15,14 2-32-15,-5-2-50 0,4 0-215 0,-6 0 59 16,2-2-151-16,-8 2-162 0,12 0-236 0,-7-4-297 0,-4 2 255 15,5-3 18-15,-7-6-891 0</inkml:trace>
  <inkml:trace contextRef="#ctx0" brushRef="#br0" timeOffset="122062.31">16199 8657 693 0,'-7'5'514'0,"-1"3"-111"15,8-8 34-15,-21 2 12 0,21 1-98 0,0-6-85 0,-15-1-19 16,15 4 95-16,-3 0-48 0,3-4-15 0,0-6-90 16,0 10 17-16,0 0-23 0,0 0-45 0,0 0-84 15,0 0 12-15,0 0-31 0,0 0-15 0,0 0-10 16,0 0-1-16,3 5-6 0,6-2 9 0,-9-3-2 16,3 6 6-16,6-4-10 0,-6-2-8 0,12 2 1 15,-6 1 3-15,-1-1-9 0,7 2-2 0,-1-4 3 0,-7-4 7 16,17-1 5-16,-4 5 2 0,-8-4 2 0,5-2-5 15,-2 1 2-15,12-6-2 0,-18 6-1 0,11-3-7 16,-5-5 3-16,6 2-1 0,-10 6 5 0,-2-3-2 16,3-3 4-16,0 4-5 0,-7-4-1 0,-2 5 0 15,1-4 2-15,-4 2-6 0,0-3 1 0,-7 4 2 16,2-2 4-16,-4 1 1 0,-9-5-3 0,-6 6 0 16,10 1 1-16,-6 1-2 0,-7 2-5 0,0 3-1 15,1 3 1-15,-4-1-4 0,4 7-2 0,-6-2 0 16,10 4 4-16,-4-3 7 0,-6 8 13 0,2 2 3 0,13-5 0 15,-7 6 7-15,6-1 4 0,-3 12 5 0,13-12-7 16,-4 6 8-16,9 2 6 0,1 1 11 0,4-6 6 16,6 11 17-16,4-6 1 0,0 0 6 0,3-4-21 15,3 2 24-15,8 2 18 0,6-8-31 0,-5 2-1 0,-6-11-25 16,11 4 1-16,12 1 2 0,-5-6-22 0,-10-3-13 16,7 1 2-16,-1-4-6 0,9-2-4 0,-17-5-5 15,5 2-48-15,1-2-102 0,-4-3-170 0,-11 0-100 16,8-11-537-16,-6 4-98 0,-8-7 29 0,-5 4-821 15</inkml:trace>
  <inkml:trace contextRef="#ctx0" brushRef="#br0" timeOffset="123764.76">16867 8117 134 0,'-8'5'636'0,"8"-5"-366"0,-9 0 17 0,-1 0-79 16,8 0 7-16,-10 3-67 0,9-6-74 0,-9 6-38 16,4-3 6-16,-4 3-16 0,-3-3 14 0,3 2-2 15,3-2-4-15,-11 0 61 0,8 2 27 0,-20-2 33 0,17 3-58 16,-9 0 24-16,-3 0 41 0,1-1 21 0,6 1-58 16,-10 3 37-16,4-2-5 0,-1-4 22 0,10 0-47 15,-7 3 13-15,4-1 16 0,8-2-35 0,0 4-31 16,-6-8 37-16,9 8-8 0,-6-8 33 0,15 4-75 15,-12 4 24-15,12-4-12 0,0-4-10 0,0 8-28 16,0-4-7-16,0-4-16 0,0 8-12 0,0-4-15 0,10-6-5 16,4 3-4-16,6-5-1 0,-10 8 0 0,7-5 1 15,7 3-1-15,0-1 2 0,-4-3-1 0,-5 4-3 16,-3 2-6-16,8-5-6 0,1 2-20 0,-9 0 11 16,-1 1-10-16,5-1 1 0,-8 3 3 0,1 0 11 15,-9 0-9-15,0 0 17 0,0 0 5 0,0 0 1 16,0 0-2-16,0 0-2 0,0 0 5 0,-9 0 2 15,1 0 0-15,-4 0 1 0,0 3 7 0,-3-1 6 16,-6 1-2-16,-2 3 1 0,4-4 0 0,-1-2 5 0,15 2-6 16,-16 7-2-16,6-9-5 0,6 2-4 0,1-2-7 15,8 3-48-15,0-3-61 0,0 0-110 0,0 0-36 16,0 0-253-16,0-8-380 0,8-8 171 0,4 8 149 16,5-5-969-16</inkml:trace>
  <inkml:trace contextRef="#ctx0" brushRef="#br0" timeOffset="125029.37">17144 7902 146 0,'0'0'668'0,"0"0"-347"16,-2 0 140-16,4 0 14 0,-4 0 64 0,2 0-248 15,2 0 43-15,-2 0-100 0,-2 0-71 0,4 0-49 16,-2 0-2-16,-2 0-46 0,4 0-42 0,-2 0-25 16,0 0-4-16,0 0-17 0,0 0 6 0,0 0 12 15,0 11 3-15,3-3 8 0,-3 5 13 0,0 5 5 16,0-9-3-16,3 17 12 0,-3-8 20 0,4 12 19 0,-4-14-31 16,0 5 8-16,2 0 1 0,4 3 11 0,-6-9-17 15,9 12 13-15,-4-8-12 0,-2-1-3 0,1-5-7 16,-1-4 9-16,2 6-10 0,-2 7-13 0,-3-20-8 15,6 11-2-15,-6-13 1 0,6 16-8 0,-6-16-3 16,0 0 0-16,0 13-1 0,2-13 2 0,-2 0 0 16,0 0 1-16,0 0 3 0,0 0 3 0,0 0 22 0,0 0 14 15,0 0 39-15,0 0-16 0,0 0-2 0,0 0-16 16,-2 0 17-16,-13-13-22 0,10 0-33 16,2 10-6-16,-4-12 1 0,-1 4-3 0,2-2 0 0,0-6 0 15,0 9 1-15,3-1-9 0,-12-15-2 0,10 4 0 16,-4 1-4-16,3 3-7 0,0-6-5 0,0 3 1 15,4 2 7-15,-2-10-9 0,4 10-1 0,0 12 8 0,0-17 7 16,0 5 2-16,4 9-4 0,-4-9-6 0,2 8 12 16,1-2 8-16,0 0-4 0,3 5-3 0,-3-2 1 15,2-1 7-15,-2 11 5 0,6-11-7 0,-3 9-3 16,10-7-13-16,-8 4-1 0,1 5-5 0,3-2-5 16,-4 2-13-16,-1-2-13 0,3 2 4 0,0 0 13 15,-10 2 9-15,17 3-5 0,-17-5 8 0,21 8-6 16,-18-5 17-16,9 5-2 0,-12-8-2 0,9 11 4 0,-6-4 0 15,2-1 12-15,-5 7 6 0,3-6-3 0,-3 4-2 16,-3-2 2-16,3 4-4 0,-2-6 0 0,-8 6-4 16,8-4-3-16,-8 6 2 0,-7-2 0 0,5 1 5 15,4-4 1-15,-1 1 0 0,-9 5 3 0,4-3 3 16,7-8-3-16,-8 14 1 0,13-14-1 0,-1 3-1 16,0-8 0-16,-6 13-2 0,9-13 0 0,0 3-1 15,7 8 3-15,-5-11 9 0,10 4 8 0,-1 0 6 16,-2-2-5-16,9 1 10 0,6 2 13 0,-4-2-1 0,1 0-6 15,-1-1-6-15,7 0-4 0,-6 1-5 0,-1 0-12 16,7 0-6-16,-3-1-7 0,-4-2 0 0,1 3 4 16,-10-1-1-16,-2-2 3 0,18 4 5 0,-10 0-1 15,-14-4-2-15,16 5-1 0,-11 1-9 0,4-1-9 0,-3 3-16 16,-9-8-86-16,5 11-122 0,-5-8-165 0,0-3-108 16,0 0-181-16,-2 13-56 0,2-13 37 0,-6 2-245 15</inkml:trace>
  <inkml:trace contextRef="#ctx0" brushRef="#br0" timeOffset="125429.3">17730 8402 84 0,'0'0'704'0,"0"0"-386"15,-11 9-78-15,5-7 89 0,-6 7-58 0,6-9-50 16,-6 4-137-16,-2-4-19 0,-10 3-3 0,4-1 38 0,-2 2 39 15,0-2 20-15,-12 1 5 0,2 1 36 0,6 2 0 16,-18-3 141-16,-1-1-4 0,-1-2-37 0,10 3-68 16,-8-3 94-16,0 3-20 0,-3-9 7 0,20 6-155 15,-9-2 25-15,7-1-39 0,5-3-36 0,13 4-12 16,-7 0-64-16,15-1-1 0,-5 1-16 0,-1-2-21 16,9 4-4-16,0 0-46 0,12-5-66 0,-7 3-61 0,16-4-13 15,-6 6-240-15,17-5-384 0,-8 3-2 0,-7-1 171 16,1 0-158-16,6 3-156 0</inkml:trace>
  <inkml:trace contextRef="#ctx0" brushRef="#br0" timeOffset="125845.19">17271 8654 506 0,'0'0'847'0,"0"0"-113"0,0 0-270 16,0 0 143-16,3 0-155 0,9 3-73 0,-12-3-142 16,0 0-11-16,0 0-136 0,0 0-27 0,0 0-49 15,0 0-17-15,0 0 0 0,0 0-4 0,2 7 5 16,-2 1 2-16,0 6-3 0,3-1-3 0,-3-5-2 15,0 8-1-15,4-5 0 0,-1 13-5 0,-3-20 4 0,0 14 6 16,2-1 3-16,-2-7 5 0,0 9 3 0,3-14-1 16,-3 8 3-16,7 0-2 0,-5-13-5 0,1 9 0 15,0-1 1-15,-1-6 2 0,8 3 34 0,-10-5 6 16,2 3 46-16,13 5 17 0,-15-8 43 0,15 5 89 16,-15-5-97-16,18-3 28 0,-10 3-12 0,14 0-26 15,-10-2-38-15,13-6-1 0,-1 3-45 0,0 0-13 0,-9 1-15 16,2 0-8-16,-2-1-11 0,14-1-26 15,-14 3-66-15,-3 1-126 0,3-4-175 0,2 1-242 0,-5 0-193 16,0-1-85-16,5-9 19 0,-5 4-458 0</inkml:trace>
  <inkml:trace contextRef="#ctx0" brushRef="#br0" timeOffset="126475.51">18278 7908 562 0,'0'-11'821'0,"0"9"-269"0,-5-11-44 16,5 10-171-16,-3-3-63 0,-1-5-15 0,4 11 41 15,-2-2-111-15,-6-3 1 0,8 5-65 0,0 0-47 0,0 0-21 16,-10-6 6-16,8 6-24 0,-8 6 3 0,5 1-12 15,-4 7 17-15,3 2 13 0,-8 7-15 0,7-6-4 16,2 3 14-16,-5 10 6 0,-2-3 3 0,7 2-13 16,-4 5 31-16,3 0 3 0,0 3-2 0,3 0-1 15,0 3 2-15,3 0 1 0,3-6 2 0,-3-5-16 16,3-7-20-16,3 17 17 0,0-18-27 0,0 0-8 16,0-7-9-16,0 4-14 0,2 3-5 0,2-8 0 0,-2-4-3 15,1 2-3-15,8 2-1 0,-5-8-6 16,3-1-3-16,6-4-38 0,-3 0-91 0,6-2-106 0,-19 2-51 15,27-11-387-15,-11 2-19 0,-3-2-112 0,-9 0 217 16,-1-5-114-16,4-3 80 0,-7 4-174 0</inkml:trace>
  <inkml:trace contextRef="#ctx0" brushRef="#br0" timeOffset="126634.08">18434 8264 320 0,'0'0'1332'0,"-12"-9"-760"0,7 5-130 16,5 2 136-16,-12-5-68 0,0 1-289 0,7 3-110 15,-5 3-50-15,-4-2 17 0,-1 2 0 0,0 0-23 16,-5 0-32-16,-4 5-7 0,4-3 0 0,-6 6 0 0,4-5-12 16,-7 5-3-16,2 3-3 0,5-4-6 0,3 2-18 15,-4 4-107-15,2-2-176 0,9-7-150 0,1 2 7 16,-1-1-201-16,-9-2 6 0,9-8-798 0</inkml:trace>
  <inkml:trace contextRef="#ctx0" brushRef="#br0" timeOffset="130543.63">19377 8638 384 0,'15'-3'602'0,"-8"1"-321"15,7 2 57-15,-3-9-3 0,1 7-94 0,3-3-48 16,-1-3 36-16,-1 3 0 0,4-3-24 0,2-6-6 16,-14 12-56-16,22-9 113 0,-18 3-97 0,-1 3-19 15,1-3-35-15,3 5 44 0,-6 1 23 0,-6 2-14 16,9-5-68-16,-4-1 26 0,-5 6 7 0,0 0 2 0,0 0 11 16,0 0-11-16,0 0-24 0,0 0-16 15,0 0-25-15,-14-5 7 0,14 3-44 0,-20 2-29 0,13-4-6 16,-13 4-5-16,-4 0 3 0,0 4 5 0,-1-4 8 15,6 2 3-15,-11 1 2 0,-4 1 7 0,-5 2 5 16,12-3-6-16,-7-1-4 0,-5 1-1 0,-12 0 5 16,25 0-3-16,-6-3 0 0,2 0 3 0,4 2-1 15,8-2-1-15,6 0-4 0,-5 0-10 0,5 0-8 16,7 0-6-16,7 0-57 0,-4 0-173 0,4 0-111 0,-2 0-1 16,0 0-291-16,-2 0-132 0,4 2-14 0,10 4-153 15,0-6-100-15</inkml:trace>
  <inkml:trace contextRef="#ctx0" brushRef="#br0" timeOffset="130889.7">19492 8945 735 0,'10'11'570'0,"-8"-9"121"0,-2-2-48 15,0 0-175-15,0 0 22 0,0 0-51 0,0 0 48 16,0 0-255-16,0 0-26 0,0 0-74 0,0 0-40 16,0 0-45-16,-14-7 1 0,4 3-21 0,-13 2 0 15,5 2-10-15,-2 0 1 0,-19 0-1 0,10 2 13 0,-1-2 21 16,-4 4 39-16,-12-2 56 0,6-2 47 0,14 3-38 15,-10-6 115-15,9 1 26 0,-2-2-38 0,-1 2 17 16,16 2-138-16,-4-3 10 0,1-1-41 0,2 0-81 16,6 4-25-16,6-2-23 0,-9 2-78 0,12 0-84 15,0 0-32-15,-2 0-230 0,4 0-84 0,-2 0-242 16,12 0 90-16,-6 0-308 0,6 0-162 0,5-5 95 16,-14 1-247-16</inkml:trace>
  <inkml:trace contextRef="#ctx0" brushRef="#br0" timeOffset="133734.1">20901 7750 651 0,'12'-9'370'0,"-7"9"-26"0,-2-8 79 0,6 3 20 16,-9 3-203-16,6-7-30 0,-6 9-35 0,12-11 1 15,-12 11-37-15,0 0 41 0,12-10-32 0,-12 10 0 16,0 0-19-16,0 0 65 0,0 0 43 0,0 0-88 15,0 0-51-15,0 0 16 0,0 0-21 0,0 0-46 16,0 0-42-16,0 0-15 0,0-3-7 0,-15 3-6 0,-5 6-9 16,1-1 16-16,-1 3-5 0,-6 0 3 0,-1-2-2 15,0 1 3-15,0 1-2 0,-2-3 5 0,2 3 2 16,7-5 6-16,-6 3-1 0,-13-1 17 0,14-3 4 16,3 0 6-16,-4-2 20 0,-1 4 16 0,0-4 34 15,10-4-23-15,0 4 26 0,5-2 4 0,-8 0 1 0,10-1-18 16,-7-3 18-16,-4 1-18 0,13 3-1 0,-4-4 11 15,2 4-25-15,5-1 30 0,-4 1-26 0,1-4-11 16,8 6-16-16,2 3-3 0,-16-11-16 0,11 8-10 16,3 0-3-16,0 0 2 0,0 0-1 0,0 0 7 15,0 0-3-15,-9-6 4 0,6 6-3 0,3 0-1 16,0 0-1-16,0 0-3 0,0 0-9 0,0 0-6 16,0 0 1-16,0 0-2 0,0 0 2 0,0 0 1 15,0 0-4-15,0 0 2 0,0 0 5 0,0 0-4 0,0 0-7 16,0 11 7-16,0-5-5 0,0-1 13 0,3 3-1 15,-3-6-3-15,5 9 4 0,-1 0 5 0,-4-4-6 16,5 6 4-16,-5 3-8 0,3 6 0 0,0-3-3 16,1-4 1-16,-2 9 3 0,1-1-6 0,0-1-6 15,-3-3 5-15,2 1-2 0,2 7 6 0,-4 2-1 16,0-10 2-16,0 7 6 0,0 1 5 0,0-3 0 0,0 4 2 16,-4-14-10-16,8 7-1 0,-4-8-3 0,-4 5-2 15,8-7 4-15,-4 7-6 0,0-7 1 0,3-3 2 16,-3 6 0-16,3-6-5 0,-3-3-4 0,2 3-6 15,-2-3 8-15,0-5 1 0,0 0 7 0,0 0 20 16,0 0 3-16,0 0 4 0,0 0 3 0,0 0 3 16,10 8-10-16,-8-5 7 0,10-6-20 0,-6 3 2 0,6 3-2 15,0-6-2-15,2 3 2 0,10 0-5 0,-6 0-3 16,-9 0-3-16,23 0-5 0,-12 0 1 0,9 0-2 16,-10 0 4-16,4 0-3 0,3 0 2 0,-2 0 5 15,0 0 2-15,-1 0-1 0,1 0-4 0,-4-3-2 16,-1 3 2-16,3-3 0 0,2 3-7 0,-14-2-3 15,7 2-1-15,-5 2-27 0,6-2-38 0,-1 3-94 16,-10 0 26-16,3 2-128 0,-10-5-120 0,19 5-128 0,-16-5-193 16,-3 4 255-16,8 0-259 0,-4-4 28 0,-4 0 100 15,0 0 203-15</inkml:trace>
  <inkml:trace contextRef="#ctx0" brushRef="#br0" timeOffset="134177.91">20818 8064 146 0,'0'0'610'0,"3"-13"-301"16,-3 13-63-16,4-9 29 0,1 2-76 0,-5 4-128 15,3-7-37-15,-3 10 24 0,0 0-16 0,0-8 18 0,3-1 10 16,-3 9 41-16,0 0 62 0,0 0-24 0,0 0 15 16,0 0-27-16,0 0 51 0,0 0 15 0,0 0-9 15,0 0-78-15,0 0 49 0,0 0-16 0,0 0-26 16,-3 0-15-16,-9-5-28 0,12 5-27 0,0 0-2 15,-11-2-29-15,7 2 15 0,-11-2-3 0,10-2-8 16,-10 4 4-16,6 4 50 0,-18-2 33 0,1 0-3 0,8 1-29 16,-8-1 24-16,-4 4-5 0,1-1-8 0,-10-3-25 15,22 4-39-15,-10-3 0 0,-2 5-19 0,2-3-4 16,5 0-11-16,10-2-14 0,-10 2-27 0,8-2-108 16,6 3-18-16,8-6-248 0,0 0-233 0,0-3-89 15,0 3 177-15,0-14-168 0,5 9-342 0</inkml:trace>
  <inkml:trace contextRef="#ctx0" brushRef="#br0" timeOffset="134709.51">21108 8852 329 0,'0'-2'530'16,"0"2"-289"-16,14 0 93 0,-14 0 94 0,3 0-135 16,9-6-166-16,-9 6 7 0,9-2-15 0,0-1 35 15,-4 1-51-15,-8-1 39 0,17-3-20 0,-17 6-9 16,4 0 11-16,7-4-36 0,-11 4 2 0,0 0-16 0,0 0-5 16,0 0-10-16,0 0 58 0,0 0-20 0,0 0 38 15,0 0-29-15,0 0 33 0,0 0 59 0,0 0-47 16,0 0-48-16,0 0 23 0,0 0-40 0,-18 2-15 15,13-2-21-15,-24 5-21 0,5-2-7 0,-3 2 4 16,10-2-6-16,-13-1 20 0,-8 4 64 0,3-4 10 16,6 1-5-16,-10-1 64 0,-12 4 48 0,-13-3 97 0,13-3-51 15,5 0-63-15,-5 2 63 0,2-4-26 0,-10 2 2 16,26-3-135-16,-5 1 15 0,5-4-54 0,6 6-30 16,7-5-31-16,3 3-15 0,8 2-11 0,-1-4-6 15,10 4-2-15,4 0-176 0,-8 0-68 0,8 0-33 16,-4 0 30-16,0 0-161 0,6 11-224 0,-1-3-180 15,4-5 313-15,1 1-288 0,-5 0-35 0,7 3 80 16,0-1-938-16</inkml:trace>
  <inkml:trace contextRef="#ctx0" brushRef="#br0" timeOffset="135224.12">20609 9260 829 0,'12'-8'625'15,"-10"8"-53"-15,5-11 87 0,-4 3 4 0,-1-2-122 0,-2 10-126 16,3-13-105-16,1 7 177 0,1-7-206 0,-5 10-60 15,0 3-96-15,3-8 15 0,-3 3-16 0,0 5-68 16,0 0-26-16,0 0-7 0,0 0-9 0,0 0-5 16,0 0-5-16,0 0-4 0,0 0 1 0,-5 11-2 15,5-9 1-15,-7 20-1 0,2-4 1 0,-7 4 0 16,6 2-1-16,-3-6-2 0,-3 10-1 0,4 7 2 0,-4-8 2 16,3-6 3-16,-3 8 3 0,6 0-1 0,-8 10 7 15,4-19-4-15,-2 6-4 0,4 0 0 0,2-2-5 16,0-3-2-16,1 0 2 0,1-5-3 0,4-3 2 15,4-2 2-15,-4 5 3 0,0-6 1 0,0 1 13 16,0-11 2-16,11 11 17 0,1-4 25 0,-3-7 8 16,3 6 38-16,0-6-22 0,11-3 27 0,3 0 16 0,-4 1-39 15,-8-1-23-15,12-5 6 0,4 6-39 0,8-7-5 16,-20 7-6-16,14-3 7 0,3-1 5 0,9 4 31 16,-17-1-15-16,9-3 19 0,-4 4-4 0,-3-1-10 15,-2 1-6-15,-3 2-7 0,-1-2-26 0,-5 2-17 16,0 2-1-16,-4-2-3 0,1 0-3 0,5 5-12 15,-13-3-37-15,7 7-132 0,-2-1-217 0,-6-3-90 16,0 3-260-16,-3-1 69 0,0-1-385 0,2 2-197 16,-1-2 127-16,-1-6-219 0</inkml:trace>
  <inkml:trace contextRef="#ctx0" brushRef="#br0" timeOffset="136257.35">22076 8512 41 0,'-3'0'734'0,"-9"2"-256"16,4-2-108-16,-4 0 287 0,0 0-142 0,10 0-140 15,-10-6-129-15,9 4 66 0,-12-6-10 0,11 8-64 16,2-3-67-16,-6-4 82 0,8 7 44 0,-10-6 20 16,5 3-99-16,5 3-69 0,0 0 11 0,0 0-16 0,0 0-53 15,0 0-60-15,0 0-18 0,0 0-11 0,0 0-7 16,0 0 4-16,0 0-2 0,0 0-1 0,8 5 1 15,1 3 2-15,-3-5 6 0,3 0 1 0,6 5-2 16,2-6-2-16,-5 2 2 0,15 0-1 0,-7-4-1 16,-2 3-2-16,5-1-1 0,-2-4 4 0,2 2-1 15,-8-3 1-15,9 3 0 0,3-8 7 0,-7 6-1 0,-2-9-2 16,-12 11-2-16,15-11-9 0,-6-2-23 0,-10 8 4 16,7-8 4-16,-9 4-5 0,-1 5-1 0,-2-14-2 15,0 7 21-15,-2 0 5 0,-8-5 0 0,5 6-3 16,-7-10 0-16,-5 2 0 0,5 3 4 0,-12 2 10 15,9 7-2-15,-5-4 5 0,5 2 1 0,-14 3 7 16,11 1-9-16,9 2-2 0,-8 2-6 0,7 0-2 16,-4 6-7-16,-4-1-1 0,12-3-2 0,-6 11 1 0,-3 0-1 15,10 3 1-15,-5 6 2 0,2-1 7 0,8 3-1 16,-2-3 0-16,2 7 1 0,2 10 1 0,4-4 0 16,-4-7 2-16,2 8 8 0,2-4 10 0,3 11 24 15,-1-18-16-15,4 11 29 0,-3-4 7 0,6-1 17 16,-3-10 9-16,11 10 19 0,-9-12-23 0,5-2-2 15,-2-5-5-15,1-1-21 0,9 4 27 0,-3-7-34 0,-2 1 9 16,-7-3-15-16,12-1 2 0,11-2-43 16,-14-2-44-16,-4 0-33 0,7 0-110 0,-3-2-126 0,5-4-316 15,-14-2 73-15,-7 2-410 0,16-12-56 0,-9-1 51 16,-10 4-468-16</inkml:trace>
  <inkml:trace contextRef="#ctx0" brushRef="#br0" timeOffset="136948.5">22344 7825 263 0,'-14'4'359'0,"-6"-2"-30"0,8-2-57 0,-12 3 2 15,18-1-103-15,-20 6-11 0,8-3-24 0,-3 1 44 16,13-3-41-16,-11 1 85 0,2 0 18 0,5-2 17 15,-3-2 102-15,3 0-155 0,12 0 79 0,-8-2-45 16,-1 2-45-16,9 0-49 0,0 0 5 0,0 0-62 0,0 0-26 16,0 0-48-16,0 0-6 0,0 0-2 0,0 0-8 15,0 0 3-15,0 0 4 0,0 0 1 0,0 0-1 16,9-6-4-16,-4 6 1 0,5 0 1 0,-2-2-3 16,10-1-4-16,-3 1-6 0,8-2 4 0,-2 2 1 15,-3-1 0-15,-12 3 5 0,17 0 3 0,-8 0 2 16,2-2 2-16,2 2-3 0,-7 0 2 0,5 0 2 0,0 0-7 15,-14 0-3-15,4 0-5 0,1 0-5 0,-8 0 0 16,0 0-1-16,0 0 4 0,0 0 6 0,0 0 2 16,0 0 5-16,0 0 8 0,-6 2-1 0,-3-2-4 15,-3 0-4-15,1 3 0 0,-7-1-1 0,-9 4 19 16,7-3 9-16,3 1 22 0,7-4 11 0,-10 4 1 16,11-2 4-16,-3-2 1 0,-6 0 1 0,18 0-9 0,-14 0-13 15,11 0-17-15,3 0-4 0,-9 0-37 0,6 0-21 16,3 0-39-16,0 0-113 0,0 0-275 0,0 0-233 15,3-10 111-15,-1 1-199 0,8 0 18 0,2 3-410 16</inkml:trace>
  <inkml:trace contextRef="#ctx0" brushRef="#br0" timeOffset="138859.42">22969 7384 43 0,'4'-3'739'0,"-4"3"-422"15,2-5-92-15,4-3 161 0,-2 3-134 0,-2-3-109 16,-2 8-56-16,6-16 76 0,-4 1 96 0,2 9-47 16,-1-8-38-16,0 10 65 0,-3-5 10 0,2-4 79 15,-2 13-106-15,0 0-71 0,0 0 32 0,-2-5-36 16,-1-1-28-16,3 6-48 0,0 0-33 0,0 0-33 0,0 0 3 15,-3 3-9-15,3 7-3 0,0-4-4 0,3 10 0 16,-3-8 7-16,0 0 6 0,0 18-4 0,3-13 4 16,-3 6-3-16,2-1 4 0,1 4 0 0,-3-4-4 15,4 1-3-15,-1 4 0 0,-3-1 1 0,2-3 2 16,-2 1 3-16,3-4-1 0,-3 10 4 0,0-4-2 16,-3-3 1-16,3-6-1 0,-2 5-1 0,2-7-8 0,-3 9-1 15,3-14 1-15,-4 10-4 0,1-3 1 0,3-10 1 16,0 5 9-16,-2-3 4 0,2-2 4 15,0-3 3-15,0 5-1 0,-3 4 6 0,3-9 5 0,0-4 14 16,0 4-2-16,0 4 12 0,0-8 13 0,-3 4-13 16,-3-7 1-16,0-2-24 0,4 5-8 0,-5-13-7 15,-2-1-10-15,6 5-2 0,-2-3-1 0,2-3-4 0,-4-2-2 16,5 2 4-16,-1-5 0 0,0 1 3 0,-1-1 0 16,4 3 0-16,0-6 9 0,0 6 0 0,0 0 0 15,0 2-3-15,4-5 2 0,2 1 3 0,-1 2-2 16,2 5-7-16,-2-5-6 0,4 3-7 0,6-6-10 15,-10 13 9-15,5 0-14 0,-1-2-1 0,8-5 2 0,7 7 7 16,-21 9 13-16,20-9 7 0,-11 8 2 0,17-3 8 16,-14 4-1-16,3 2 2 0,0 0-2 0,-6 0-3 15,5 0-7-15,-2 2-3 0,-3 4-7 0,0 2-6 16,-4-2-6-16,-4-2-12 0,4 7-1 0,-6 5-9 16,-2-8 21-16,0 8-9 0,0-8 8 0,-2 2 17 15,-4 11 3-15,4-5 2 0,-10 1 2 0,5-10 0 16,-8 17 0-16,3-11 1 0,-2 9-3 0,-1-9-1 0,-5 0-2 15,5-2-2-15,-6 2-2 0,1 3-3 16,5-9 3-16,9-3 1 0,-14 3-8 0,8 1 3 16,9-5 7-16,-6-1 1 0,1 0-3 0,10 2 0 0,-2-4 3 15,0 0 6-15,-2 13-1 0,2-13-2 0,0 0 7 16,5 7 2-16,-2-1 6 0,9-1 4 0,-6 1 0 16,2 1-5-16,2-1 6 0,2-1-2 0,17 8-3 0,-12-2-3 15,-14-8-2-15,21 7 0 0,-9-5-1 16,11 8-1-16,-11-4-3 0,0-4 0 0,-1 3-2 0,-4-3-2 15,7 3 0-15,0 3-1 0,-11-9-1 0,6 7-6 16,-3-7-5-16,-4 1-52 0,2 5-188 0,1-3-44 16,-8-5 4-16,0 0-212 0,-5 8-206 0,-5-1 5 15,-4-7 6-15</inkml:trace>
  <inkml:trace contextRef="#ctx0" brushRef="#br0" timeOffset="139336.12">23246 8040 140 0,'9'0'602'16,"-9"0"-308"-16,15 0 23 0,-15 0 57 0,12-5-28 15,-9 5-151-15,-3 0 82 0,8-8-21 0,-2 8 40 16,-6 0 22-16,0 0-98 0,0 0 93 0,0 0-41 0,0 0-65 15,0 0-99-15,0 0-1 0,0 0-54 0,-14-11-29 16,7 11-18-16,-4-2 1 0,-10-1-2 16,-3 3 5-16,9 0 7 0,-19 0 4 0,2 0 5 0,2 0 14 15,6 0 15-15,-12 0 59 0,-1 0 17 0,4-2-13 16,6 2-30-16,-2 0 29 0,2-4-9 0,-3 2-21 16,13 2-44-16,12 0-21 0,-14-3 7 0,16 3-6 0,-9 0 0 15,7-2-18-15,8 4-2 0,-3-2-8 0,0 0-16 16,0 0-19-16,6 0-52 0,2 0-56 0,-8 0-111 15,15 0-28-15,-3 0-334 0,-5 0-59 0,3 0-122 16,2-2 225-16,-2 0-196 0,14-2-657 0</inkml:trace>
  <inkml:trace contextRef="#ctx0" brushRef="#br0" timeOffset="139840.78">23010 8185 55 0,'0'-2'1092'0,"0"2"-756"0,0 0 132 0,0-13 12 0,0 13-42 15,0 0-174-15,0-3 69 0,7-8-137 0,-7 11-32 16,0 0-54-16,0 0 17 0,0 0-45 0,0 0-67 16,0 0-7-16,0 0 2 0,0 0 3 0,12 11 15 15,-12-11-19-15,0 11 1 0,2-4-2 0,-2 4-1 0,0 5 0 16,0-8-13-16,-2 16-8 0,-5-8 10 0,4-1 4 15,1-2-1-15,-8 14 1 0,5-6 11 0,-2 1 7 16,2-9-3-16,0 5 8 0,1-7-2 16,-4 0-2-16,4 2-9 0,4-6-2 0,0 4 1 0,0-9 3 15,0 12 1-15,0-14 27 0,6 8 9 0,-3-3 10 16,-3-5 5-16,12 6 11 0,-7-6 17 0,5 0 7 16,2 0-16-16,12-6-14 0,1 1 14 0,-1 5-16 15,3-5-17-15,-10-1-25 0,12 1-6 0,5-3-6 0,-9 6-5 16,-6 2-6-16,3-5-3 0,2 1-4 0,0 2-51 15,-18 2-54-15,11 0-170 0,-5 0-201 0,-5 0-164 16,-7 0 70-16,5-3-394 0,0-1 187 0,-5-7-531 16</inkml:trace>
  <inkml:trace contextRef="#ctx0" brushRef="#br0" timeOffset="140339.44">23765 7405 48 0,'3'0'827'16,"-3"0"-549"-16,-10-6 49 0,5 1 5 0,-4 5-5 16,1-2-258-16,5 2-57 0,-12 0 6 0,15 2-1 15,-16 3-2-15,14-1-6 0,-4 1 31 0,-3 3 6 16,1 3 23-16,4-6-16 0,1 8 43 0,-2 0 25 0,2-2 87 15,3 0-81-15,-4 4 49 0,4-4 1 16,0 7 1-16,0-5-55 0,0 22 60 0,0-11-64 16,-2 0-8-16,4-8-30 0,-2 8 23 0,0 2-5 0,4 0 11 15,-1-8-54-15,2 6 2 0,2-2-6 0,-2-4-6 16,5 4-13-16,0-4-8 0,6-3 4 0,-5 2 0 16,-7-12-2-16,11 10-9 0,-5-1 4 0,0-6-10 0,2 5-3 15,-10-10 0-15,10 10 0 0,-2-2-7 0,-5-1-10 16,0-5-3-16,5 4-31 0,-8-7-99 0,1 6-172 15,6 0-4-15,-9-8-272 0,12 10-207 0,-12-10 82 16,10-2 151-16,-5 2-801 0</inkml:trace>
  <inkml:trace contextRef="#ctx0" brushRef="#br0" timeOffset="140580.79">23938 7754 431 0,'0'-10'645'0,"0"7"-286"0,0-10 43 0,0 13 23 16,0-16-97-16,0 16-139 0,-5-8-7 0,5 6-2 15,-7-7-19-15,5 4-62 0,-1 5 18 0,-12-8-55 0,6 6-12 16,6 2-19-16,-2 0 17 0,-14 0 6 0,-1 0 31 16,11 2-7-16,-8 0 36 0,-7 4-6 0,-3-3-4 15,7-1-14-15,0 4-13 0,1-1-21 0,5 0-47 16,-6 3-11-16,8-3 3 0,-18 6-12 0,13-3-42 15,10-5-171-15,-10 5-60 0,8-6-265 0,3 1-113 16,6-1-166-16,0-2-232 0</inkml:trace>
  <inkml:trace contextRef="#ctx0" brushRef="#br0" timeOffset="144272.92">29528 11180 550 0,'9'-2'772'0,"11"-3"-377"15,-13 2-83-15,7 0 54 0,4-2-127 0,-10 3-41 16,8-2-32-16,-6 0 77 0,-3 4-23 0,8-5 45 15,-3 1-54-15,-10 4-69 0,4 0-30 0,3-2-31 16,0 4-15-16,-3 2-36 0,-6-4-4 0,9 7-7 16,-9-5-1-16,3 12-2 0,-3-4 4 0,-3 4-7 15,-6-1 5-15,-3 4 2 0,-8-2 7 0,-4 1-2 0,0-1-1 16,4-1-6-16,-7-1 7 0,-9 6 2 0,11-8-9 16,6-2 8-16,-8 0 37 0,2 2 67 0,6-7-15 15,2-4 7-15,12 3-7 0,-10-3 74 0,-4 0 73 16,11-3-76-16,-1 3-61 0,0-10 37 0,6 2 27 15,0 0-74-15,1-5-72 0,2 2-5 0,8-13-22 0,1 1-15 16,-2 10-7-16,3-11-3 0,5 2-1 0,4 1-7 16,-2 5-6-16,3 1 3 0,4 1-5 0,-3 6-6 15,-3 3 7-15,8 0-15 0,-3 2 13 0,1 3 5 16,-7 0 5-16,13 3-3 0,-9 2 7 0,-1 4 1 16,1 4 0-16,-6-6 5 0,8 12 0 0,-4 4-3 15,-2 1 1-15,-2-2 6 0,2 6-2 0,-2 10 7 0,-3-10 0 16,0-4 6-16,-3 9 22 0,-1 0 26 0,-1 2 7 15,-5-13-11-15,1 9 15 0,-3 1-1 0,-3 8 4 16,-3-20-46-16,-2 13 1 0,-4-4-1 0,-6-1-8 16,4-8-6-16,-8 0 1 0,-2-4-2 0,-1 0-21 15,-5 0-102-15,0-5-82 0,-5 0-167 0,-1-4-225 16,-4-1-228-16,7-6 82 0,-21-6-478 0,10-1 270 16,-5-7-769-16</inkml:trace>
  <inkml:trace contextRef="#ctx0" brushRef="#br0" timeOffset="144528.24">28623 11466 632 0,'3'13'2535'16,"-3"-13"-1563"-16,0 4-196 0,9 9-59 0,-9-13-436 16,18 0-114-16,-16 2-57 0,10-2 43 0,0 0-38 15,-9 0-25-15,4 0-51 0,3 3-14 0,-10-3-54 0,10 2-92 16,-5 1-27-16,-5 0-183 0,0-3-220 0,0 0-470 16,0 0 290-16,0 0-215 0,-3-3 25 0,1-15-794 15</inkml:trace>
  <inkml:trace contextRef="#ctx0" brushRef="#br0" timeOffset="144922.18">28208 10816 620 0,'0'0'388'0,"0"0"-123"0,0 0 11 0,-12 10-86 16,12-2-119-16,3 0-41 0,-3 14 11 0,0-9-14 0,3 13-9 15,-3-10-15-15,2 8 12 0,-4 7-2 0,2 1-10 16,-3-11-5-16,3 11-2 0,-5-8-2 0,-2 7-13 16,2-11 6-16,-5-2-6 0,8-14 20 0,-8 10 32 15,-2-4 103-15,4-7 41 0,-4 8 67 0,-9-5 27 16,13-6 18-16,-21 0 13 0,7-6 1 0,0-2-70 16,-2-2-40-16,6-1-52 0,-11-11 57 0,5-7-4 0,3 1-13 15,10 4-62-15,-8-11 29 0,2-12 12 0,5 7-60 16,0 8-33-16,1-12 11 0,2-7-21 0,-3-5-9 15,7 14-12-15,-2-11 22 0,2 3 11 0,2-3 3 16,-4-11 20-16,5 31-37 0,-4-11 13 0,2 5-18 16,2-1-14-16,-4 19-22 0,0-2 0 0,3 6-11 15,0 10-4-15,-2-2-2 0,5 5-4 0,-9-5-8 0,9 9-23 16,-3 0-36-16,-16 9-110 0,5 4-67 0,-1 2-109 16,4-1-13-16,-4 7-263 0,-9 6-374 0,12-1 208 15,7-8 254-15,-10 4-938 0</inkml:trace>
  <inkml:trace contextRef="#ctx0" brushRef="#br0" timeOffset="145561.48">27380 10379 1509 0,'-3'-5'661'0,"3"-6"-74"0,-4-2-11 16,4 11-222-16,0 2-237 0,0 0-13 0,0 0-77 15,0 0-46-15,0 0 0 0,0 0-5 0,10 18-1 0,-8-3 16 16,2 4 1-16,-1 2 8 0,2 9 20 0,2-1 3 16,-2-5 0-16,1 15 5 0,3-2-10 0,0 1 2 15,-1-10-8-15,4 12 0 0,-2 10-4 0,-2-8-12 16,4-2 0-16,-6-8 6 0,0 13 3 0,-4 14 8 16,1-15 2-16,1-15-4 0,-1 10 9 0,-6 2 0 15,-1 1-1-15,-1-18-3 0,-5 5 2 0,2 0-1 0,2-5 0 16,-2-9-1-16,-7 12 37 0,-4-3 38 15,5-9 15-15,3-6-12 0,-8 4 43 0,-1-2 31 0,-6-6 57 16,8-5-93-16,-6 0 29 0,-2-3-16 0,-4-8-14 16,-4 1 21-16,15 2-82 0,-8-5 11 0,2-6-29 15,-2 1-15-15,9-1-13 0,-2-2-10 0,2 0-11 16,0-3-1-16,10 11 0 0,-2-3 0 0,2 3 0 16,2-3-4-16,3 8 4 0,-2 1 2 0,7 7-2 0,-8-11-3 15,6 8-2-15,0 3 0 0,0 0 1 0,0 0-2 16,0 0 1-16,6 14-2 0,-3-1 5 0,-3-6 2 15,3 6 0-15,-3 0 0 0,2 3 3 0,-2 3 0 16,-2-3-1-16,2-10-1 0,-6 12-1 0,-3-5 0 16,3-5-2-16,-6 2 0 0,0-4 0 0,-12 1 0 15,-1 2-2-15,9-9 2 0,-9 2 0 0,-5-4 0 16,0-1 0-16,12-3 1 0,-14-3 3 0,3-5 5 0,-4-2 8 16,15 6 4-16,-8-16 60 0,3 4 24 0,2-2 30 15,6 0 1-15,-2-2 56 0,2-16 49 0,3 2-63 16,-5-2-26-16,7 7-58 0,-2-15 17 0,-2-19-27 15,6 8-22-15,1 19-8 0,-1-17 23 0,4-11 9 16,-1 0-5-16,5 28-35 0,-3-11 11 0,0 3-11 16,-1-5-13-16,4 25-23 0,-2-2-10 0,-1 1-4 15,-2-1-5-15,1 14 0 0,1-1-2 0,0 11-4 0,-2-11-4 16,5 12-4-16,-7 1-3 0,10 6-60 0,-3 0-58 16,0 0 11-16,-3 0-188 0,-6 16-88 0,4 3-11 15,2 5-87-15,0-9 87 0,3 12-209 0,-4 4-279 16,4-7 173-16,0-5 129 0,10 2-160 0,4 3 100 15,1-5-170-15</inkml:trace>
  <inkml:trace contextRef="#ctx0" brushRef="#br0" timeOffset="145784.88">26868 10704 341 0,'0'6'1412'0,"0"-1"-663"0,0-5-117 16,0 0-172-16,0 0-104 0,0 0-156 0,0 0-44 15,0 0-77-15,0 0 28 0,8 0-15 0,-2-5 5 16,9 5-16-16,-3 0 2 0,3-2-28 0,10 2-10 16,-4 0-19-16,-3 0-15 0,-9 0-4 0,29 0-7 15,-17 0-1-15,-18 0 1 0,21 2 0 0,-10 0 0 16,-2 1-43-16,0-3-60 0,-9 2-105 0,-3-2-154 16,8 11-118-16,-4-11 12 0,-4 0-448 0,0 0 218 0,-9 2 106 15,3 4-71-15</inkml:trace>
  <inkml:trace contextRef="#ctx0" brushRef="#br0" timeOffset="146388.26">26071 10514 47 0,'-12'-8'895'15,"7"3"-625"-15,2 5-67 0,-9-8 63 0,12 8-119 16,-2 0-126-16,-8-5-1 0,10 5 5 0,-2 0 2 0,4 0-1 16,-7 0-12-16,-4 7 2 0,9-4 2 15,0 13-7-15,2-6 2 0,1 1 14 0,1 15 7 0,4 4 16 16,1-12-22-16,3 4 11 0,0 4-1 0,-1 1-5 16,5 1 0-16,-1 4 17 0,-1 0-2 0,1-3-3 15,0 3 31-15,-3-5-19 0,2 6 17 0,4 4-14 16,-6-4-29-16,-7-7 7 0,7 5 0 0,-3 2-36 0,-3 6 3 15,-6-18 18-15,2 3 5 0,-4 0 0 0,-8-6-7 16,-2 3 16-16,-2-1 8 0,-1-5 19 0,0 1 3 16,-2-5-11-16,-10-1 75 0,1 4 78 0,-4-7 28 15,10-5-47-15,-13 4 62 0,4-1-8 0,-9 1 63 16,12-4-104-16,4-2-91 0,2 3-3 0,-1-3-27 16,6 2-11-16,1-2-41 0,6 4-7 0,-2-2-20 15,8-2-4-15,-5 11 0 0,11-4-2 0,-4 4 0 16,12 5 2-16,-4-3-1 0,7 2-1 0,2 5 2 0,2 1-1 15,-7-8 1-15,5 8-2 0,3 3 3 0,-3 2-1 16,-7-10 3-16,-1 5 3 0,-1 3 3 0,-1-6 0 16,-7-2 6-16,-7-3-2 0,-4 11 0 0,-5-11-2 15,-4-2 0-15,0-2-3 0,-21-5 67 0,5-4 31 16,-8 0 62-16,12-4 33 0,-12-5 140 0,-12-6 136 16,10-7-88-16,12 6-141 0,-10-8 53 0,2-7-40 0,1-1-140 15,14 5-84-15,-2-6-21 0,5-2-15 0,-3-5 0 16,17 14 0-16,0-11 0 0,1 2 0 0,6-2 0 15,3 3 0-15,7 10 0 0,1-2 0 0,1 4 0 16,11-2-15-16,-1 17-53 0,6-4-152 0,2 6-151 16,0-1-70-16,-3 6-44 0,8 0-305 0,-8 9-58 15,-4-2-51-15,-2 1 221 0,2 6-161 0,-2 7-22 0,-3 8-227 16</inkml:trace>
  <inkml:trace contextRef="#ctx0" brushRef="#br0" timeOffset="146568.78">25542 11922 608 0,'5'7'943'16,"2"6"-383"-16,-2-10-88 0,7 5 140 0,5-5-145 0,-5-3-67 15,0 2-188-15,9 2 16 0,-4-2-19 0,4-2-32 16,-3-2-78-16,3-2 15 0,-1 4-46 0,4-2-10 16,3-1-27-16,-13 1-22 0,6-4 0 0,-13 6-3 15,10-3-7-15,-5 1-34 0,-6 2-70 0,-6 0-91 16,0 0-147-16,0-2-27 0,14-1-525 0,-16 0 118 15,2 0 47-15,-7-4 19 0</inkml:trace>
  <inkml:trace contextRef="#ctx0" brushRef="#br0" timeOffset="147332.74">22422 10025 1237 0,'17'-6'1816'0,"-2"1"-1152"16,14-6-27-16,-8 6-520 0,11-3-107 0,24-5 2 0,-12 4-4 15,-9 5-6-15,21-5-4 0,0 0 0 0,21 3-7 16,-32-2-1-16,13 2-68 0,1 2-116 0,-8 1-97 15,-2-3-138-15,-16 4 19 0,-1 2-175 0,-12-3-66 16,-8 1 87-16,0-2 65 0</inkml:trace>
  <inkml:trace contextRef="#ctx0" brushRef="#br0" timeOffset="147526.22">22388 10268 50 0,'0'5'856'0,"-2"-2"-546"0,-4 10 85 0,6-13 124 16,8 0-169-16,4 0-163 0,12-5 53 0,3-1-11 0,10 1 29 16,-10 0-110-16,14-3 28 0,1 3-36 0,-1-3-70 15,0 3-50-15,6-3-19 0,-2 2-29 0,-5 1-23 16,-9 2-43-16,6 1-137 0,0-4-169 0,-8 4-72 16,-6-3-91-16,-7-1 145 0,-8 3-315 0</inkml:trace>
  <inkml:trace contextRef="#ctx0" brushRef="#br0" timeOffset="149073.1">9763 2638 72 0,'0'-3'369'0,"0"3"-216"0,0 3 65 0,0-3 21 0,0-3-13 16,0 3-83-16,0 3 8 0,0-6-13 0,7-8-55 16,-4 11-30-16,-3 0-2 0,-3 0-5 0,8 0-11 15,7-6 3-15,-12 4-2 0,0 2 5 0,15 0 8 16,0-2 8-16,-13 2-15 0,25-3 14 0,0 3-12 15,12-3 5-15,-14 0-14 0,14 1-11 0,-1-3-14 16,9 1 5-16,6 0 0 0,1-1 4 0,4-1-4 0,-2 1-11 16,-12 3 10-16,15-4 4 0,9 3-19 15,-15 1-6-15,-18-1 1 0,9 3 9 0,0 0 18 0,-5 3-3 16,5 2 2-16,-17 1-2 0,2-2-12 0,-5 1-2 16,0 4-23-16,-7-5-5 0,13 5-46 0,-6-1-12 15,-16-8-39-15,13 3 33 0,-1-1-122 0,1 4-118 16,-13-10-74-16,7 2 105 0,-11 2-15 0,-8 0-241 0</inkml:trace>
  <inkml:trace contextRef="#ctx0" brushRef="#br0" timeOffset="149303.48">10088 3024 18 0,'-3'5'318'0,"-6"6"-163"0,6-11 1 16,-2 13 109-16,5-13-82 0,0 0 20 0,17 5-28 16,-2-2-4-16,5-3-36 0,16-3 61 0,5-2-54 15,6 2-73-15,-11-3-36 0,10-1 1 0,10 1 1 16,15-5-13-16,-30 7-18 0,9-1-10 0,-2-1 11 16,1 1 18-16,-1 3-5 0,-4 2-2 0,-9 2-13 0,-6 3-17 15,-7 1-20-15,-2-1-113 0,-8 3-276 0,0-6 60 16,-12 1-178-16,0 8-250 0</inkml:trace>
  <inkml:trace contextRef="#ctx0" brushRef="#br0" timeOffset="151737.96">9739 11522 126 0,'0'0'2120'0,"0"0"-1552"0,0 0 67 0,0 0-17 15,0 0-466-15,0 0-100 0,0 0 18 0,0 0 4 16,-2 8 1-16,-1 0-17 0,0 8 41 0,3 10 81 16,0-18-20-16,0 10-37 0,0 9 47 0,0-6 16 0,0 3 56 15,0-6-51-15,0 9-4 0,0-1 2 16,0 7-4-16,0 0-1 0,0 4-29 0,0 3-39 0,0 0-15 16,0 3-9-16,0-10-45 0,3 26 27 0,2-14-15 15,-1 5 3-15,-1-10-18 0,0 10 7 0,6 3 4 16,-1 0-17-16,1-21-25 0,3 5-5 0,0-6-8 15,3-4 3-15,-3-8 9 0,3 1 0 0,-1-3 22 16,4-7 15-16,-4-2-12 0,11 1 25 0,-8-2-24 16,6-5-3-16,-7-4-5 0,9-1-4 0,4-5-8 15,7-5-4-15,-6-5-2 0,-6 2-2 0,5-8-2 0,10-15-6 16,-10 1-1-16,-9 10-1 0,7-12 1 0,-1-10 0 16,1-3 0-16,-12 18 0 0,5-13 1 0,1 6-2 15,-4-19 0-15,-7 27-1 0,-2-11-1 0,1-6-6 16,-6-2-7-16,2 11 2 0,-1-6-4 0,-4 6-2 15,3 0 0-15,-3 16 5 0,0-15-1 0,2 12 6 0,-2 11 1 16,0 10 3-16,0-10 1 0,3 5-3 0,-3 2 2 16,0 13-1-16,0-6 3 0,0-5-2 0,0 9 1 15,0 0 3-15,0 0-1 0,0 0 1 0,-8 24-4 16,4-2-1-16,4-4 3 0,-3 13 4 0,-2 17 5 16,5-6 2-16,-3-7-7 0,-3 13 6 0,3 7 15 15,3 0-3-15,0-12-14 0,-3 10-7 0,6 0 14 0,2 2 8 16,2 11 1-16,-4-26-16 0,6 10 7 0,-1-2 10 15,7 7 4-15,-3-28-16 0,2 5 0 0,4-3-6 16,3-7-9-16,-4-4-21 0,5-3-95 0,-2-4-143 16,-3-3-225-16,-5-8-125 0,0-2-483 0,6-2-364 15,6-20 319-15,-19 11 54 0</inkml:trace>
  <inkml:trace contextRef="#ctx0" brushRef="#br0" timeOffset="152506.92">10931 12294 1628 0,'0'-2'862'0,"0"-6"22"0,0 2-179 0,0 6-197 15,0 0-338-15,0-10-121 0,-3 5-5 0,3 5 4 16,0 0-19-16,0 0-11 0,0 0-3 0,0 0-5 15,-4 11-2-15,4-7-6 0,0 12 1 0,0 3 1 16,0 3 3-16,0-9 2 0,0 7 11 0,4 9 13 16,-4-5 19-16,0-5-7 0,-4 5 29 0,1 3 10 15,1-1 1-15,-1-2 25 0,0-1 25 0,-1-1-19 0,-1-4 3 16,8 6-5-16,-3-11-23 0,2 11 81 0,2-9-56 16,-1-4-13-16,0 0-19 0,6 5 52 0,-4-3 47 15,5-7-26-15,0 1-35 0,0-3 65 0,16 3 13 16,1-5 12-16,-10-4-86 0,10 2 3 0,0-5-35 15,2-1-31-15,6 1-41 0,-5-3-18 16,2 3-4-16,-2-1 0 0,-13 1 0 0,15-3 0 0,-10 5 0 0,-13 1-2 16,11 2-49-16,-15 0-88 0,10-2-240 0,-11 2-73 15,7 0-228-15,-11 0-30 0,0 0-439 16,-6-3-14-16,-6-5-149 0,4 3-371 0</inkml:trace>
  <inkml:trace contextRef="#ctx0" brushRef="#br0" timeOffset="153020.53">12015 11591 1315 0,'-12'0'1792'16,"10"2"-1030"-16,-5-2-190 0,-8 3-16 0,3-3-424 15,4 6-109-15,4-2 14 0,-4 10 64 0,1-6 29 0,-1 10 18 16,2 6 35-16,3 2-4 0,3 9 81 0,0 0-46 16,0-1-19-16,3-2-57 0,3 12 47 0,-3 7 26 15,0-14-62-15,3-11-50 0,0 9 23 0,3 5-19 16,2 2 18-16,-2-18-55 0,3 7 15 0,3-1 6 15,0-1-14-15,-3-9-26 0,8 4 2 0,-6-8-18 16,1 1-11-16,-3-4-11 0,12 5-8 0,-7-7-1 16,-5-3 0-16,3 2 0 0,-10-7-5 0,17 7-81 0,-2-4-80 15,-11-4-243-15,8 1 23 0,-5-3-375 0,0 0-354 16,8-8-373-16,-13 0 639 0,1 0-1520 0</inkml:trace>
  <inkml:trace contextRef="#ctx0" brushRef="#br0" timeOffset="153230.97">12277 11948 2420 0,'0'0'729'0,"-3"-8"170"0,-2 0 25 16,1 5-267-16,-2-8-260 0,6 9-123 0,-14 0-28 16,14 2-51-16,-12-3-90 0,-3-3 16 0,-5 12-55 15,-1-1-50-15,3 1-8 0,-6 4 2 0,-2 3 6 0,-6 6 8 16,2-8 3-16,6 2-2 0,-8 0 16 0,6 0-1 15,-9 1 4-15,16-10-27 0,-1 7-16 0,3-2-50 16,7-5-82-16,-4-1-117 0,4 3-270 0,2-1-237 16,11-5-230-16,-6-3 190 0,-6-5-232 0,9-10-174 15</inkml:trace>
  <inkml:trace contextRef="#ctx0" brushRef="#br0" timeOffset="153554.1">11720 11635 1316 0,'-18'-15'1906'0,"7"10"-1006"0,2-4-289 0,-6 5-125 0,3 1-309 16,0 0-60-16,-5 0-16 0,7 3-8 0,-4 0-15 15,3 3-16-15,4-3-27 0,-2 10 5 0,1 1-15 16,1 0-9-16,2 11-7 0,5-2 4 0,-3 4-1 15,3 13 2-15,0-10-5 0,3 10 0 0,2 5-1 16,2 0 1-16,-4-5-3 0,9 22 8 0,-7-6 4 0,4-7 9 16,6 8 3-16,-6-14-3 0,2 18 9 0,10 10 7 15,-1-18-14-15,-1-15-15 0,4 13-4 16,1-6-8-16,8 0-9 0,-11-23 1 0,11 2-15 0,0 3-25 16,-3-5-83-16,-2-12-52 0,6 4-206 0,-3-6-149 15,-3-5-201-15,-10 0 61 0,6-7-213 0,-2-7 15 16</inkml:trace>
  <inkml:trace contextRef="#ctx0" brushRef="#br0" timeOffset="153858.29">12383 11440 120 0,'0'-5'2057'0,"-4"-4"-1194"0,2 5-88 0,2 4-13 15,0 0-236-15,0 0-424 0,0 0-87 0,9 0-22 16,-4 2 0-16,5 4-2 0,2 1-6 0,8 12-7 16,1-1-3-16,-4 0 10 0,3 6-3 0,4 3 2 15,3 5 11-15,0-1 8 0,-1 7 8 0,1 1 0 16,3 1 3-16,-13-11 0 0,12 16 16 0,3 6-1 16,-8-9 22-16,-4-3 24 0,-5-6-17 0,4 9 24 0,-2 13 26 15,-5-12-26-15,-7-14-19 0,2 13-7 0,-4 6-26 16,-1 9 0-16,-2-27-22 0,-2 12-2 0,-1-4-5 15,-1-1-5-15,-4-8-1 0,-1 2-18 0,1-5-27 16,-2-2-35-16,-2-8 4 0,0 3-93 0,-2-3-348 16,6-6-182-16,-2-2 70 0,-4 0-182 0,-4-8-294 15</inkml:trace>
  <inkml:trace contextRef="#ctx0" brushRef="#br0" timeOffset="154254.23">13800 12006 1071 0,'-9'2'673'16,"1"4"49"-16,-10-6-148 0,9 3 201 0,-12-1 35 15,-5-2-233-15,2 0-61 0,3 3-157 0,-8-3 173 0,-3 3-52 16,5-3-112-16,7 3-132 0,-7-3 19 0,-2 4-92 15,0-4-85-15,14 0-76 0,3 3-2 0,-5-3 0 16,5 6 0-16,2-4 0 0,10-2 0 0,-17 9-1 16,17-9-35-16,-7 7-98 0,2 1-287 0,-4-3-89 15,3-3-255-15,6-2 44 0,3 0-448 0,-3 0-8 16,7 15-61-16,-7-15 401 0</inkml:trace>
  <inkml:trace contextRef="#ctx0" brushRef="#br0" timeOffset="154486.6">13800 12268 294 0,'15'3'1279'15,"-3"0"-590"-15,5 1 81 0,-17-4 57 0,0 0-78 16,12 3-163-16,-9-3-120 0,-3 0-147 0,0 0 180 0,0 0-174 16,-3 0-61-16,3 0-100 0,-5 0 47 0,-5 3-115 15,-7-3-33-15,8 3-26 0,-21-1 10 0,1 1 23 16,0-1 4-16,11 2-26 0,-8-2 13 0,-4-2 5 15,-6 2 6-15,22-2-43 0,-6 3-15 0,-2-3-32 16,10-3-142-16,-8 3-237 0,11-2-18 0,1 0-448 16,-11-18-299-16,14 10-37 0,2-4 323 0,-1-12-2008 0</inkml:trace>
  <inkml:trace contextRef="#ctx0" brushRef="#br0" timeOffset="155892.85">14675 11090 308 0,'0'0'2128'0,"0"0"-1359"15,0 0-110-15,-17 0-111 0,17 0-514 0,-10 14-22 0,8-6-2 16,2 5 10-16,-3-2 7 0,3 13 13 0,0 5 29 16,0-3 31-16,0-4-16 0,3 9 48 0,-3 4 19 15,-3 7 27-15,3-11-11 0,0 6 30 0,-3 0-15 16,-1 3-1-16,4 6 9 0,-2-4-10 0,-4 0 0 16,0 1 4-16,0-10-50 0,-6 20 36 0,0-2-25 15,4-9-45-15,-6 1-30 0,7-12-38 0,-8 17-27 0,3-17-1 16,4-1 11-16,2-3 3 0,-6 1 1 0,4-4 37 15,4-16 25-15,-2 8-13 0,4-8 26 0,-5 5 29 16,7-13-32-16,0 0-24 0,0 0 8 0,0 0-24 16,0 0-17-16,0 0-25 0,0 0-9 0,0 0 0 15,0 0 0-15,0 0 0 0,0 0 0 0,9 0 0 16,3-3 0-16,8-1 0 0,-8 0 0 0,6-1 0 16,12 5 0-16,-7 0 0 0,4-2 0 0,-1 2 0 15,7 0 0-15,-4 0 0 0,0 2 0 0,7-2 0 0,-1-2 0 16,1 4 0-16,-9-2 0 0,14 0 0 0,-9 0 0 15,0 0 0-15,-8 3 0 0,5-3 0 0,-14 2 0 16,2-2 0-16,-10 4 0 0,10-2 0 0,-17-2 0 16,15 5 0-16,-15-5 0 0,0 0 0 0,0 2 0 0,12 9-8 15,-15-11-81-15,3 0-103 0,3 0-187 16,-3 0-240-16,0 0-442 0,0 0 18 0,0 0-162 0,0 0-11 16,0-13-1034-16</inkml:trace>
  <inkml:trace contextRef="#ctx0" brushRef="#br0" timeOffset="156604.97">15736 11802 49 0,'6'0'870'0,"-10"0"-188"0,4-2-270 0,0-9 152 16,0 11-15-16,0 0-97 0,0 0-143 0,-5-5-73 0,0 0-69 16,5 5-24-16,-4-3-49 0,-8 3-7 0,9 0-20 15,-9 3-1-15,12-3-27 0,-17 7 19 0,9-1 31 16,-2 8 11-16,-4-5 26 0,4 0 16 0,-7 9 2 16,5-2 15-16,4-5-43 0,-1 7 53 0,-6-2-41 15,3 5-32-15,3-5-34 0,-2 6 1 0,-1-4-25 16,0 1-3-16,0-4-23 0,12-10-7 0,-9 11-5 0,6-5-8 15,0-3-9-15,3-6-40 0,-2 12-70 0,-1-14-84 16,6 0-108-16,-3 0-42 0,-3 0-446 0,6 0-76 16,-3 0 23-16,-3-11 259 0,-4 4-1079 0</inkml:trace>
  <inkml:trace contextRef="#ctx0" brushRef="#br0" timeOffset="156819.37">15494 11773 245 0,'0'0'1726'0,"0"0"-895"0,0-2-1 15,0 4 38-15,0-2-302 0,0-2-21 0,0 4-207 16,0-2-49-16,0 0-101 0,0-13 15 0,0 13-61 16,15 0-55-16,-12 2-27 0,9 7 22 0,9 4 29 15,-4 0-17-15,1 3 11 0,-4-3-36 0,13 11 12 16,0 2-21-16,-7-4-8 0,-2-6-18 0,2 8 6 16,4 4-3-16,-4-4-9 0,-8-8-12 0,6 6-2 15,0 4-73-15,0-6-143 0,-6-3-65 0,2-4-245 0,-8-5-266 16,8 5-297-16,-7-10 215 0,8 2-495 0,-5-2-285 15</inkml:trace>
  <inkml:trace contextRef="#ctx0" brushRef="#br0" timeOffset="157638.2">16982 10824 60 0,'6'0'1067'0,"0"-4"-419"15,0 2 26-15,-6 2 23 0,0 0-53 0,0 0-155 16,0 0-124-16,0 0-135 0,0 0-117 0,-4 0-1 16,-4-7-31-16,-16 9-43 0,19-2-23 0,-22 5 7 15,1 3-1-15,-13 0 6 0,19-2-14 0,-12 1 2 0,-1 1 3 16,1 1 22-16,-5-2 33 0,5-1 25 0,-2-1 18 15,4 1 22-15,6-4-1 0,-12-2 184 0,14 2-66 16,0-4 1-16,5 2-6 0,5 0 10 0,-3-2-2 16,3 2-50-16,12 0-76 0,0 0-42 0,-17 0 19 0,17 0-45 15,0 0-32-15,0 0-27 0,0 0-5 0,0 0 0 16,0 0 0-16,0 0 0 0,0 0 0 0,0 0 0 16,0 0 0-16,9 2 0 0,-1 0 0 0,-5 1 0 15,13 10 0-15,-5-5 0 0,-5-3 0 0,12 8 0 16,-4 7 0-16,-8-16 0 0,15 23 0 0,-12-12 0 15,-1 7 0-15,4 4 0 0,-2-10 0 0,-5 10 0 16,2 1 0-16,-5 5 0 0,-2-11 0 0,3 11 0 16,-6-3 0-16,1 3 0 0,2-3 0 0,-4 2 0 0,1-1 0 15,0 1 0-15,1-9 0 0,-5 9 0 0,4-4 0 16,1-6 0-16,2-3 0 0,0 9 0 16,0-19 0-16,0 14 0 0,0-18 0 0,5 12 0 0,2 3 0 15,-2-12 0-15,2 2 0 0,3-2 0 0,5 1 0 16,-6-3 0-16,15-1 0 0,-18-2 0 0,26-2 0 15,-3-2 0-15,-5 2 0 0,-6-4 0 0,6 2 0 0,14 2 0 16,-11-5 0-16,-10 3 0 0,7-4 0 0,-4 6-24 16,7-5-85-16,-12 2 9 0,2 0-120 0,-8 3-110 15,11-3-248-15,-8 3 112 0,-2 0-255 0,4 0-138 16,-11 0-175-16,2-4 294 0,2-2-244 0,-4-2-326 16</inkml:trace>
  <inkml:trace contextRef="#ctx0" brushRef="#br0" timeOffset="157874.54">17047 11321 1446 0,'-3'-3'985'0,"-9"-7"-447"0,3 7 188 15,-2-3 61-15,-5 4-566 0,6 2-107 0,-17-3-39 0,6 3-23 16,-9 9-10-16,10-7-5 0,-6 3 24 0,-4 6 3 15,-3-5 0-15,10 1-8 0,-9 4 12 0,5-3-15 16,6-3-23-16,-2 3-18 0,17-5-10 0,-18 2-5 16,16-3-24-16,-2 2-92 0,10-4-32 0,-12 7-226 15,10-7-359-15,4 0-41 0,-2 0 180 0,0 0-179 0,4-13-741 16</inkml:trace>
  <inkml:trace contextRef="#ctx0" brushRef="#br0" timeOffset="158248.54">17371 12038 166 0,'0'0'617'0,"0"0"-123"0,0 0 69 15,0 0 55-15,-9 5-196 0,3 0-1 0,-15-1-122 16,10-2-70-16,-22 3-40 0,6-5-29 0,-2 8 4 16,-6-3 6-16,-3 1 7 0,-4-1 18 0,-2 1 39 15,-9-1 2-15,1-1 21 0,13 0-38 0,-31 1 191 16,7-3-14-16,2-2-7 0,19 0-128 0,-26 0 132 0,21-2-149 15,-3-3-75-15,18 1-95 0,0 0-51 0,-4-1-21 16,21 1-2-16,4 2 0 0,-1-3 0 0,0 1 0 16,10 4-56-16,2 0-103 0,5 0-255 0,7-2-107 15,5 0-321-15,5-1-317 0,-5 1 248 0,7-7-246 16,-4 5-150-16</inkml:trace>
  <inkml:trace contextRef="#ctx0" brushRef="#br0" timeOffset="158753.21">16669 12377 2311 0,'0'0'1046'0,"0"0"-102"0,0-3-2 15,0 6-208-15,0-3-445 0,0-3-208 0,0 6-45 16,0-3-23-16,0 0-13 0,0 0-7 0,0 0 2 16,0 11 1-16,0-9 2 0,0 20 0 0,7 0 0 15,-2 0 6-15,-2-4 7 0,1-1-2 0,-1 6 8 16,-1-2 15-16,-2 1 1 0,-2-4-2 0,2 6 13 15,-3 8 9-15,-4-5-7 0,7-5-2 0,-5 11 11 0,-4-2 10 16,3 1-14-16,0-14-17 0,3 9 16 0,-2-1 8 16,-2-9-27-16,7-12-14 0,-3 16 3 0,3-11 4 15,0 3 4-15,0-2-17 0,0-9 12 0,-2 9 12 16,4-5 45-16,-4-6 9 0,4 0-13 0,8 7 61 16,-8-7 10-16,16 0 18 0,-16 0-78 0,17-4 4 15,4-2-25-15,10-2-17 0,-13 2-45 0,10 4-4 0,-1-5 0 16,7 3 0-16,-4-1 0 0,3 3 0 0,1-4 0 15,-7 1 0-15,0 3 0 0,1-4 0 0,-4 1 0 16,-2 3 0-16,-9-1 0 0,8 0-3 0,1 0-29 16,-7 3-56-16,-8 0-23 0,9-5-177 0,-6 5-135 15,-3-2-199-15,-6 2-232 0,9-4 117 0,-10 4-379 16,-2-2-182-16,6-9-302 0</inkml:trace>
  <inkml:trace contextRef="#ctx0" brushRef="#br0" timeOffset="166718.91">18405 11663 212 0,'0'2'926'0,"0"-2"-396"0,0 0 63 0,0 0-131 0,0 0 229 15,0 0-314-15,0 0-18 0,0 0-138 0,0 0 8 16,0 0-5-16,0 0-37 0,0 0-28 0,0 0 51 16,0 0-31-16,0 0 5 0,0 0-9 0,0 0 82 15,0 0-22-15,0 0-32 0,0 0-59 0,0 0 59 16,0 0 57-16,0 0-68 0,0 0-29 0,0 0-53 0,0 0 60 16,0 0-52-16,0 0-27 0,0 0-42 0,0 0 0 15,0 0-22-15,0 0-25 0,0 0-2 0,0-2 0 16,12-7 0-16,-9 9 0 0,6-8 0 0,-4 3 0 15,10 3 0-15,6-7 0 0,-13 5 0 0,11-2 0 16,1-2 0-16,-11 2 0 0,11 2 0 0,2-5 0 16,-2 2 0-16,1-1 0 0,-4-1 0 0,1 4-2 0,-1 3-6 15,2-9-3-15,-11 6-10 0,6-3 4 0,-2 0-22 16,-5 0-3-16,-2-2-2 0,-5 1 13 0,0 2-21 16,0-6-2-16,-9-4 6 0,6 15 15 0,-11-12-5 15,-4 1-10-15,-3 2 13 0,6 7 18 0,-5-2 1 16,-6 3 2-16,-1 1 8 0,7 2 5 0,-7 2 3 15,1 1 0-15,2 3-3 0,-6 2-6 0,18-3 3 0,0 6-1 16,-5 7 6-16,-3 3 4 0,11-5 7 0,-3 5 9 16,0 3 4-16,6 5 1 0,-6 0 3 0,10 2-6 15,2 2-7-15,2 1-9 0,5-5-2 0,4 11 16 16,1-9 21-16,6 1 0 0,0-14-8 0,8 17 38 16,-3-11-11-16,1-6-1 0,-7-2-28 0,17-3-9 15,-2-2-2-15,-3-5-10 0,-2-1-10 0,5-3-1 0,6-2 0 16,6-11-22-16,-12-2-140 0,-5 6-91 0,3-6-270 15,-4-7-313-15,-2-6-599 0,-12 8 525 0,-4-4-282 16,-1 2-586-16</inkml:trace>
  <inkml:trace contextRef="#ctx0" brushRef="#br0" timeOffset="167515.76">19313 11020 233 0,'8'-3'943'0,"2"0"-683"0,-8 0 196 16,13-4-126-16,-15 7-140 0,12-8-101 0,-9 8 22 16,-3-3 51-16,12-3-4 0,-10 6-44 0,-2 0 55 15,-2-2-13-15,4 4 32 0,-2-2-74 0,-2-2 13 16,-1 2-39-16,-6-5-13 0,-1 7-36 0,-4 1 18 16,-16 2-14-16,4 1-1 0,6-4 4 0,-2 4 2 0,-12-4 75 15,7 3 3-15,3-2 1 0,7 0-17 0,-6 0 50 16,-8 1 38-16,11-4-40 0,6 3-46 0,-8-3 25 15,12 3-15-15,-12-3-26 0,20 0-28 0,-10 0 11 16,12 0-23-16,0 0-28 0,0 0-13 0,0 0 8 16,0 0-8-16,0 0-9 0,9 0-6 0,-1-3 2 15,16 3-5-15,0-3 1 0,-1 1 0 0,-5 2 1 0,9-2-2 16,2-1 0-16,-3 0-4 0,-5 3 4 0,3-3-2 16,-1 1 1-16,-2 2 1 0,-1-3-1 0,-11 3 3 15,9-2 0-15,-4-2 3 0,-14 4 1 0,3 0 1 16,9 0 0-16,-12 0-1 0,0 0 0 0,3 0-1 15,-6-2-3-15,-12 2-1 0,7-2 0 0,-4 2 0 16,-17 0 1-16,2 2-1 0,3-2 1 0,0 2 1 16,4 2-1-16,-9-2 1 0,8 1-1 0,10-1-2 0,-1-2-9 15,-9 0-20-15,15 0-49 0,-3 0-39 0,9 0-256 16,0 0-330-16,0 0-130 0,0 0 184 0,0-2-200 16,3-14-552-16</inkml:trace>
  <inkml:trace contextRef="#ctx0" brushRef="#br0" timeOffset="168402.41">19626 10464 94 0,'2'-8'1597'0,"1"-3"-957"0,-3 11-190 0,3-16 306 16,-3 16-361-16,2-15-268 0,-2 12-37 0,0 3 30 15,0 0 10-15,0 0-63 0,0 0-28 0,4 0-12 16,-8 0-3-16,8 0-9 0,4 3-5 0,-1-1 0 15,-2 11 9-15,5 0 2 0,-2 7-4 0,1 2 8 16,0 0-1-16,-1-4 1 0,4 6 6 0,-2-7-9 16,-2 3 7-16,4 4 8 0,-3-6-10 0,-4-1-10 0,2 1 2 15,-2 4-8-15,-2-9-6 0,4 2-2 0,-5-4 1 16,4 7 1-16,-2-7 3 0,-4-6-2 0,2 3 8 16,1-3 0-16,-3-5 3 0,0 0 4 0,0 0 21 15,0 0 20-15,-9 6-2 0,3-4-12 0,4-4 22 16,-17-11 12-16,8 0 8 0,-1 2-45 0,3-5 11 15,-3-3-11-15,-3 1-5 0,3-8 7 0,10 10-21 0,-10-8 19 16,6-2-2-16,4-1-3 0,-1 8-11 0,-4-10 9 16,7 0-10-16,0 3-14 0,0 7-12 0,3-5-1 15,4 3 0-15,-2-5-1 0,4 10 0 0,-1 0 2 16,4 0 0-16,3 5-2 0,-3 4 1 0,12-6 0 16,-7 4-14-16,5 1-6 0,-8 6 4 0,6-3-11 15,7 2 6-15,-7 0 2 0,4 6 7 0,-7-3 16 16,10 5 4-16,2 0 8 0,-7 3 0 0,-5-3-6 0,0 4 3 15,-10-5-4-15,10 7-2 0,-7 2-5 0,-5-2-1 16,4 2-5-16,-3 1-2 0,-6-4-2 0,-3 8-8 16,-6-1-5-16,3-7 1 0,-3 9 5 0,-3-3-2 15,-5 5 6-15,-3 0 6 0,8-8 6 0,-10 4 7 16,0 1 0-16,-5-3-1 0,0 9-2 0,13-15-4 16,-1 6 1-16,6-12 0 0,-3 16-2 0,6-10 3 0,6 0 4 15,0 6-1-15,6-4 0 0,0-2-2 16,9 9 3-16,5-5-1 0,-5 0-5 0,2-5-1 0,7 6-1 15,-3-1-1-15,11 2 9 0,-14-9 0 0,8 8 4 16,-2-1 0-16,-1-4 0 0,4 2 0 0,-3 0 1 16,-4 0-9-16,7 0-1 0,-13-4-6 0,10 1-8 15,3 5-72-15,-12-4-108 0,-10-4-132 0,14 5-34 0,-9-5-300 16,2 1-290-16,3 1-29 0,-15-7 374 0,9 3-907 16</inkml:trace>
  <inkml:trace contextRef="#ctx0" brushRef="#br0" timeOffset="168714.57">20377 11154 45 0,'0'0'604'16,"0"0"-62"-16,0 0-7 0,-22 8 134 0,17-8-143 0,-22-2-37 16,3-4-61-16,-5 6-23 0,6 0-140 0,-21-2 81 15,6 2-96-15,-4 0-9 0,10 0-60 0,-33 0 105 16,-1 0 80-16,8 0-19 0,14 0-82 0,-18 0 78 16,-11 0 54-16,22 0-130 0,19 0-101 0,-4 0-45 15,-2 2-47-15,18-2-45 0,-4 0-25 0,18 0-4 16,-15 0-13-16,21 0-66 0,0 2-52 0,0-2-32 0,4 9-132 15,-4-4-102-15,32 3-326 0,-15-6 141 0,1-2-332 16,8 3-138-16,1-6 65 0,-10 3 310 0,14-4-1269 16</inkml:trace>
  <inkml:trace contextRef="#ctx0" brushRef="#br0" timeOffset="172651.06">20754 10675 650 0,'-4'-15'383'16,"4"-7"-11"-16,0 4 46 0,-3-4 94 0,3 4-217 16,0 8-36-16,-2-6-16 0,4 12-3 0,-4 0-69 0,2-7 59 15,0 11-104-15,0 0-34 0,0 0-38 0,0 0-3 16,0 0-17-16,0 0-26 0,-10 8-2 0,5-3-3 16,-2 12-1-16,-1 6 0 0,-1-2-5 0,1 3-12 15,-1 3 9-15,-1 4 6 0,5 1 4 0,2-11 11 16,-3 22 20-16,6-10 25 0,0 2 28 0,0-8-24 15,0 12 44-15,4-4-31 0,1-1-1 0,0-13-19 16,5 8-2-16,-5 1-11 0,7-4-6 0,0-10-13 0,0 2 13 16,3-1-8-16,-1 1-7 0,1-5 0 0,-6-11-6 15,11 12-11-15,-2-6-9 0,-9-6-14 0,15 3-148 16,-6-5-116-16,-9-2-164 0,8-1-145 0,-11-1 37 16,3-2-179-16,6-8-225 0</inkml:trace>
  <inkml:trace contextRef="#ctx0" brushRef="#br0" timeOffset="172832.56">20940 10901 47 0,'-4'-9'827'0,"-2"1"-460"15,1-3 212-15,-2 9-102 0,2-5-46 0,-2 1-230 16,2 1-21-16,-7-1-8 0,0 1-101 0,-3 7-9 16,3-2 33-16,-13 9 4 0,1-4 31 0,6 1-16 0,-8 1 8 15,2 4-14-15,-3-3-19 0,12-1-39 16,-14 6 12-16,9-2-36 0,8-2-29 0,0-2-3 0,-3 1-93 15,1 8-223-15,4-8-63 0,8-5-41 0,2-1-211 16,-6 0 9-16,0 7-30 0</inkml:trace>
  <inkml:trace contextRef="#ctx0" brushRef="#br0" timeOffset="174367.47">19923 11514 409 0,'3'-11'578'0,"-1"0"-322"0,-2 9 97 16,3-11-55-16,1 6-116 0,-1-2 32 0,-3 9-45 15,0-15 151-15,2 15-6 0,-2-14-9 0,0 12-97 16,0 2 50-16,0-6-49 0,-2-2 38 0,2 8-126 15,2 0-21-15,-4-3-20 0,2 6-14 0,2-3-9 0,-4-3-20 16,2 3-19-16,-7-11-13 0,7 11-5 0,0 0 0 16,0 0-2-16,-3 11 1 0,3-8-1 0,3 3 1 15,-3 9-1-15,4-2 0 0,-4 3 0 0,3-3 0 16,-3 9-1-16,0-1 4 0,2 0 0 0,-4 0 3 0,2 1 3 16,2-2 0-16,-4 7 7 0,2-8-3 15,0 12 3-15,0-4-4 0,0-1-3 0,0-7-3 16,0 8 0-16,0 4-3 0,2-2-2 0,1-10 0 0,0-1 1 15,1 1 0-15,-2-8 1 0,1-2-1 0,-3-3 0 16,3 2 3-16,-1 0 2 0,-2-8 9 0,0 0 43 16,12 5 24-16,-5-5 6 0,5-3 2 0,-7-1-22 15,5 1 39-15,15-8-16 0,-6 3-15 0,-17 6-25 16,18-7 18-16,-8 4-1 0,15-8 5 0,-22 8-20 16,17-1 4-16,-8-4-24 0,-4 7-16 0,10-2-6 15,-3-3 6-15,-5 8-10 0,3-2-3 0,-3-1 0 0,0 0-3 16,8 3-1-16,-1-5 3 0,-11 5-1 0,13 0 3 15,-9 0 0-15,3 0 0 0,5 0-4 0,-15 0-1 16,7 0-6-16,3 2-13 0,-15 1-64 0,12-3-94 16,-6 3-130-16,-6-3-176 0,0-3-184 0,0 6 34 15,11 2-238-15,-11-5-185 0,0 0-548 0</inkml:trace>
  <inkml:trace contextRef="#ctx0" brushRef="#br0" timeOffset="176241.86">28055 13908 754 0,'0'-13'2610'16,"0"13"-1517"-16,0-13-30 0,0 13-316 0,0 0-685 0,0 0-25 16,0 0-26-16,0 0-5 0,5 10 57 15,-2 1 95-15,1 13 22 0,1-2 17 0,5 1-17 0,-2 14 61 16,1-2-17-16,-1-1-68 0,1-7-94 0,3 20 23 15,-6-10-27-15,-2 2-10 0,-2-10-17 0,1 12-6 16,6 3-18-16,-6-6-55 0,2-7-129 0,-2-1-28 16,1 14-343-16,-1-9-176 0,-1-4-250 0,-2-12 105 15,0 5-279-15,0 5-114 0,3-11-485 0</inkml:trace>
  <inkml:trace contextRef="#ctx0" brushRef="#br0" timeOffset="176441.32">28417 14935 1274 0,'-6'5'1938'0,"1"1"-1170"0,-2-1-24 0,5-5-493 0,-10 11-105 15,-3-7-119-15,-5 7-14 0,5-5-8 0,-1 1-7 16,-9 7 4-16,6-4 5 0,2-1 0 0,-7 4 0 16,1 0-2-16,6 3 2 0,-2-3-4 0,4-5 0 15,-7 2 0-15,-9 7-12 0,14-4-26 0,2-6-46 16,-5 2-239-16,-1-5-217 0,3-4-376 0,1 0 335 15,8-2-184-15,-9-5-458 0</inkml:trace>
  <inkml:trace contextRef="#ctx0" brushRef="#br0" timeOffset="176769.45">27329 14834 1059 0,'-20'-15'1613'0,"11"4"-967"0,1 3 94 15,-1 3-90-15,-1-4-409 0,10 9-204 16,-10-9-16-16,10 5-11 0,-4-3 2 0,1 1-3 0,3 6-5 16,0 0-6-16,0-10 3 0,3 7-4 0,1 3 3 15,4 0-8-15,6 3 4 0,-4 0 9 0,-2 2 1 16,10-3 6-16,-6 4 5 0,-1-1 1 0,1 3-6 16,-5-5 4-16,19 12 0 0,-8-6-6 0,-4-1-8 0,4-1-1 15,3 2 0-15,8 6 1 0,-14-6-1 0,-3-5 2 16,8 14 2-16,-8-9 1 0,3 6 0 0,-7 2 1 15,-2-4-3-15,0 1 3 0,-2 8 3 0,-8-8-2 16,-2 10 4-16,0-9-3 0,-2 4 2 0,-7-3-2 16,0 0-4-16,-2 3-3 0,-10-4-9 0,3-4-6 15,-12 5-14-15,2-3 1 0,-2-5-32 0,6-3-43 0,-11 1-184 16,-18-6-411-16,18-3-55 0,6-2 184 0,-9-4-260 16,3-4-960-16</inkml:trace>
  <inkml:trace contextRef="#ctx0" brushRef="#br0" timeOffset="176943.98">26961 14308 2058 0,'-5'-14'1397'0,"2"5"-634"0,3 9-209 0,-4-4-267 16,1-5-223-16,3 9-26 0,0 0-10 0,0 0-16 15,-12 2-5-15,10-2-10 0,-6 13-7 0,1-10-34 16,-1 15-103-16,4-5-164 0,-1-5-214 0,-5 8-115 15,5-3-223-15,-2-5 31 0,2 10-901 0</inkml:trace>
  <inkml:trace contextRef="#ctx0" brushRef="#br0" timeOffset="177383.82">26361 14810 565 0,'-4'-2'1963'0,"-11"0"-915"16,19 2-299-16,-4 0-196 0,-9-9-396 0,6 9-137 15,3 0-21-15,0 0-4 0,0 0-1 0,0 0 1 16,0 0-18-16,0 0-30 0,0 0-4 0,8 0 10 16,4 3-14-16,0 3-17 0,3 2 21 0,-12-6 22 0,11 12-7 15,-4-4 14-15,11 11-1 0,-18-19 10 0,9 17-4 16,-2-3 5-16,2 3 7 0,-2-1 11 0,-5-13 3 15,7 21-2-15,-5-6 2 0,-5 0 5 0,1-7-3 16,0 2 1-16,-6 5-5 0,0 2 4 0,1-2 0 16,-5 2 2-16,-2-1-6 0,-6 3 4 0,7-11-1 15,-16 10 6-15,4-1 15 0,-9-3 22 0,5-9 8 0,-8 3 48 16,-14 0 128-16,11-5 60 0,3-3-22 0,-4 1 128 16,-17-6 139-16,13-2-91 0,4-2-127 0,-11-3 27 15,-13-6-44-15,14-3-146 0,16 5-78 0,-4-8-18 16,-14-7-43-16,16 2-16 0,5 3 0 0,15 2 0 15,-11-14 0-15,5 9 0 0,6 0 0 0,6 2 0 16,1-7 0-16,1 5 0 0,4-2 0 0,0 5-12 16,4-3-87-16,-1 3-108 0,2 8-184 0,2 2-4 0,-2-5-505 15,7 1-112-15,0-5-145 0,-9 13 334 0,14-10-183 16,0 2-817-16</inkml:trace>
  <inkml:trace contextRef="#ctx0" brushRef="#br0" timeOffset="177572.3">26039 14549 1703 0,'0'0'2419'0,"6"-18"-1247"0,-6 18 9 0,0-13-344 16,0 9-458-16,0 4-185 0,0 0-76 0,0 0-58 16,0 0-28-16,0 0-12 0,0 0-24 0,0 0-11 15,0 0-69-15,0 0-42 0,0 0-101 0,0 0 20 0,0 0-239 16,0 0-153-16,0 0-141 0,-15 8 62 0,12-3-370 15,-6 6 70-15,-6 0-445 0,10-9-10 0</inkml:trace>
  <inkml:trace contextRef="#ctx0" brushRef="#br0" timeOffset="177752.82">25306 15221 2971 0,'-10'5'1647'0,"0"5"-983"16,3-4 124-16,-2 2-939 0,1-2-462 0,1-2 71 15,2 2-321-15,-5-3-301 0,2-3 315 0,8 0 303 16,-9-13-125-16</inkml:trace>
  <inkml:trace contextRef="#ctx0" brushRef="#br0" timeOffset="177884.47">25174 15012 851 0,'-4'-11'2967'0,"1"11"-1287"0,0-15-466 0,3 15-207 0,0 0-668 16,-2-3-227-16,-5-5-96 0,7 5-11 0,0 3-5 16,0 3-24-16,0-6-77 0,0 6-209 0,0-3 11 0,0 0-231 15,4 0-439-15,7 5-131 0,-11-5 214 0,0-3-228 16,0 6-107-16</inkml:trace>
  <inkml:trace contextRef="#ctx0" brushRef="#br0" timeOffset="179651.74">11920 14806 1597 0,'-6'-22'1120'0,"3"4"-495"0,0 5 440 16,1-11-322-16,-1 13-428 0,3 0-156 0,0 2 18 15,0 0-79-15,0 1-34 0,0 8-30 0,0 0-15 16,0 0 9-16,0 0-7 0,0 0-8 0,0 0-9 15,0 0-2-15,5 8-1 0,5-3 0 0,-5 8 0 16,2 6 2-16,-2 10 9 0,0-2 7 0,-5-9 2 16,7 14 36-16,-7 3 38 0,3 1 34 0,-1-12-28 0,1 11 36 15,4 9 53-15,-4-3-25 0,-1-12-59 0,8 13 18 16,-5 10-8-16,2-10-41 0,-5 2-13 0,4-13-36 16,0 14-13-16,2-5-6 0,2-9-3 0,-8-9-2 15,16 9-2-15,-4-14 0 0,2-2 1 0,-5-4 5 16,8-4-2-16,3-1 7 0,0-3-5 0,-8-6 2 15,9-5-2-15,4-3-16 0,-3-7-1 0,-10 3-2 0,22-15-9 16,-13-4 2-16,1-6-2 0,-7 10 14 0,10-9 9 16,0-14 2-16,-10 5-4 0,-5 4-7 0,3 6-2 15,-1-6 1-15,-4 3-8 0,-2-3-3 0,-2 17 7 16,-3-23 2-16,-3 13 16 0,-9 3 11 0,3 10-6 16,-8-11 25-16,2 14 47 0,-3 3 17 0,15 13-1 15,-12-12 23-15,7 8-20 0,5 9 1 0,0 0-39 16,-3-4-18-16,3 10-34 0,-12 14-10 0,12-6-1 0,-4 12 0 15,1 6 0-15,3-5 0 0,0-1 0 0,0 19 0 16,3-5 0-16,1 0 0 0,1 2 0 0,2 2 0 16,-2-4 0-16,7 3 0 0,-4-3 0 0,4-9 0 15,0 4 0-15,3-4 0 0,-3-5-15 0,3 1-112 16,2-6-171-16,-2 1-137 0,-1-4-288 0,-7-12-44 16,10 10-574-16,-5-9 5 0,0 1 223 0,3-5-483 0</inkml:trace>
  <inkml:trace contextRef="#ctx0" brushRef="#br0" timeOffset="181131.78">13108 15210 62 0,'2'-5'1104'0,"5"-3"-580"16,-7 8 143-16,0-5 178 0,-4-3-211 0,4 8-265 16,0-3 5-16,-3-8-101 0,3 11-111 0,0 0-22 0,0 0 59 15,-2-7-4-15,-1 1 47 0,3 6-82 0,0 0-55 16,0 0 14-16,0 0-43 0,0 0-9 0,0 0-51 16,0 0-9-16,0 0-7 0,0 0 0 0,0 0 0 15,-7 9 0-15,2-2 0 0,2 14 1 0,1-16-1 16,-8 32 2-16,8-15 2 0,-2 4 7 0,1-8 0 15,0 15 9-15,-2 2 5 0,1-7 3 0,1-4-4 0,1 10 16 16,2 1 16-16,0-11-8 0,0-4-12 0,0 4 12 16,0 0 8-16,2-5-20 0,-2-1-7 0,3-13-15 15,1 19 12-15,-4-13-5 0,3-3 53 0,2 3-6 16,-5-8 65-16,15 7-4 0,-6-5 46 0,-4 0-37 16,-1-5 84-16,14 4-104 0,-18-4-13 0,14 0-40 15,4-4 10-15,8-3-63 0,-6 4-11 0,-1 0-1 16,8-7 0-16,-5 2 0 0,5 2 0 0,-10 1 0 0,13-3 0 15,-9 3 0-15,3-4 0 0,6 7 0 0,-16 0 0 16,4-3 0-16,-1 1 0 0,-5 2 0 0,0-1-40 16,8 3-145-16,-11-2-219 0,1 0-298 0,-2 2-223 15,4-4-430-15,0-1 144 0,2 0-285 0,-8 5-247 16</inkml:trace>
  <inkml:trace contextRef="#ctx0" brushRef="#br0" timeOffset="181701.26">14210 14750 719 0,'2'-8'1095'0,"5"-10"-250"0,-4 5-134 0,-3 9-230 16,2-9-32-16,-2 13-50 0,-2-16 18 0,2 16-196 16,0 0 16-16,0-13-18 0,0 11 11 0,0 2-118 15,0 0-2-15,0 0-34 0,-7 2-39 0,2 3-20 16,2-1-15-16,-4 14-7 0,2 3-1 0,2 0-1 0,1 9 0 15,-5-2 4-15,2 1 5 0,2 4 5 0,-4 0 18 16,5 0 33-16,2 4 28 0,-3-1 2 0,3-4-5 16,0 10 31-16,0-2-13 0,0-5-4 0,0 2-26 15,0-8-17-15,3-3 7 0,6-2 2 0,-6-2 10 16,-1-2-3-16,8-1-10 0,0-3-5 0,0-5-10 16,2 2-6-16,-7-2-21 0,19-2-16 0,-7-3-18 0,-5-6-17 15,12-2-24-15,-6-2-78 0,14-5-114 0,-14 0-25 16,2 1-154-16,4-5-176 0,-6-5-194 0,-6 4 125 15,5-10-553-15,-5 6 342 0,0-1-497 0</inkml:trace>
  <inkml:trace contextRef="#ctx0" brushRef="#br0" timeOffset="181953.58">14351 14940 156 0,'0'4'1326'0,"-9"-2"-856"0,1 3 202 15,-7-3 38-15,0 4 75 0,6-3-320 0,-6 1-185 16,1 0 47-16,-16 1-32 0,9 3-47 0,4-3-99 16,-6 0-2-16,-4 6-37 0,-6-3-30 0,13-1-44 15,-1 2 1-15,-2-1-21 0,8-6-11 0,-3 3-12 16,10-1-33-16,-5-2-61 0,1 3-92 0,12-3-149 15,-2-4-220-15,-13 4-189 0,15-2-163 0,-5-4 245 0,-2-1-233 16</inkml:trace>
  <inkml:trace contextRef="#ctx0" brushRef="#br0" timeOffset="182264.75">13903 14758 972 0,'-3'-5'1531'0,"3"-6"-678"0,0 11-76 0,0 0-249 15,0 0-221-15,-12-8-120 0,9 8-122 0,1 0-37 16,-13 6-6-16,3-4-14 0,3 6 1 0,3 0 10 16,-6 7 24-16,3 9 5 0,1 3 22 0,1-11-23 15,2 16 40-15,2 5 12 0,-3 2-6 0,3 6 1 0,3-13-17 16,0 16 46-16,3 16 52 0,-3-17-41 0,6-10-33 15,-3 11 37-15,9-1 13 0,0 9-14 0,0-25-74 16,8 6-1-16,0 1-30 0,1-7-12 0,-3-10-22 16,8 3-21-16,-2-2 3 0,3 1-95 0,-4-10-10 15,6-2-113-15,7 2-118 0,-4-7-238 0,-8-6-41 16,6-6-248-16,-1-7-77 0,-2-3 82 0,2 3-513 0</inkml:trace>
  <inkml:trace contextRef="#ctx0" brushRef="#br0" timeOffset="182598.86">14548 14626 592 0,'0'-16'2382'0,"-2"-3"-1317"0,2 14-397 16,0-8 24-16,-3 2-442 0,3 9-52 0,0-4-101 15,0-2-4-15,0 8-44 0,0 0-34 0,0 0-6 16,0 0-2-16,0 0-4 0,11-2 0 0,-7 2-1 15,4 7 1-15,1-1 0 0,8 17 1 0,-7-9 0 0,2 9 4 16,-2 7 5-16,2 1-2 0,0 2 0 0,0-4 1 16,6 4 9-16,-3 0-1 0,3 1 4 0,-3-11 6 15,5 20 38-15,-8-11-13 0,3 2-7 0,-10-5-13 16,2 11 15-16,-5 5-13 0,1-5-27 0,-3-11-9 16,3 15 1-16,-6-11 0 0,0 1-2 0,3-11 1 15,-5 10 13-15,-7 4 23 0,3-6-19 0,-3-7-19 16,-3 5-4-16,-5 6-13 0,1-9-3 0,2 0-45 0,5-8-18 15,-3-1-82-15,0 4-124 0,7-13-95 16,2 0-27-16,3-8-266 0,-12 8-424 0,15-11 233 0,-14 3 270 16,14 0-322-16</inkml:trace>
  <inkml:trace contextRef="#ctx0" brushRef="#br0" timeOffset="183283.04">16189 15049 1210 0,'12'0'827'0,"-12"3"-40"0,0-6-269 16,15 3 109-16,-12 0-280 0,-3 0-5 0,12-6-80 16,-12 6 38-16,14-5-12 0,-4 3-27 0,-1 0-25 15,-9 2 8-15,20-4-59 0,-20 4-18 0,0 0-52 16,0 0 34-16,0 0-51 0,0 0-19 0,0 0-30 16,0 0 26-16,0 0-16 0,0 0 2 0,0 0-7 0,0 0-19 15,-17 0 25-15,5 6-11 0,-18 1 8 0,13-3-20 16,-19 5 44-16,7-3 14 0,-3 2 1 0,8-2-27 15,-8 1 19-15,-10 1 4 0,13-3-30 0,5-1-38 16,-6-2-18-16,-6 0-6 0,11 1 0 0,6-6 0 16,2 3 0-16,2-2 0 0,1 0 0 0,2-2 0 15,12 4 0-15,0 0 0 0,0 0-35 0,0 0-89 0,0 0-192 16,0 0-166-16,0 0-191 0,21 0-492 0,-16 0 312 16,10 0-323-16,2-2 151 0,5-1-60 0</inkml:trace>
  <inkml:trace contextRef="#ctx0" brushRef="#br0" timeOffset="183520.39">16157 15324 1356 0,'3'2'981'0,"6"9"-197"0,-9-11 69 15,0 0-25-15,0 0-258 0,0 0-90 0,0 0-105 16,0 0 46-16,0 0-105 0,0 0-77 0,-6 0-114 15,-5 0 36-15,-8 0-18 0,7 0-12 0,-13 0-24 0,6 0-19 16,-8 3 14-16,7-3-21 0,0 2-43 0,6-2-27 16,-13 0-10-16,18 0-1 0,-9 0 0 0,6 0 0 15,0 0 0-15,-2 0 0 0,14 0-24 0,0-2-70 16,-12-9-265-16,9-2-543 0,3 5-256 0,0-11 248 16,3 1-303-16,3 0-1634 0</inkml:trace>
  <inkml:trace contextRef="#ctx0" brushRef="#br0" timeOffset="185166.99">17634 14428 99 0,'8'-9'1695'0,"4"-6"-939"0,-3-5 166 16,-6 16-373-16,2-7-21 0,-5 0-133 0,3 0 12 0,1 6-195 16,-8 3 37-16,4-14-22 0,-5 10-16 0,-1-1-28 15,-8 1-61-15,-1 1-15 0,-9-1-16 0,7 2-22 16,-17 1-4-16,5 1-26 0,0 2-16 0,9 2-13 15,-19 1-9-15,7-3 3 0,-4 2 3 0,16-2-1 16,-16 0 14-16,4 2 17 0,2-4 14 0,4 2 6 16,11 0-14-16,-9-2 58 0,12 2-12 0,-5 0-1 15,5 0-22-15,-3-3 47 0,3 3 14 0,9-2-26 0,-5 2-34 16,4 0 16-16,4 0 0 0,0 0-34 0,0 0-35 16,0 0-1-16,0 0-3 0,0 0-8 0,0 0-2 15,0 0 0-15,4 2 0 0,7 3 0 0,-2 3 0 16,-6-3 0-16,9 8 0 0,-3 7 0 0,-3-2 0 15,3 1 0-15,-4 4 0 0,-2 3 0 0,1 11-1 0,-4-13 1 16,0 13 0-16,-4 1 0 0,1 6 0 0,-2-7 0 16,-2 5 0-16,2-1 0 0,-4 14-3 0,6-20 0 15,-9 7-1-15,4 0-1 0,-4 6 0 0,3-19 3 16,1 6 1-16,-2-4 2 0,1-2 1 0,1-8 0 16,1 1 2-16,5-4 0 0,2-3-2 0,0-4-1 15,0 5 2-15,2-8-2 0,8 8 1 0,2-3-1 16,-7-11-1-16,10 9 0 0,2-2 1 0,-2-1-1 0,1-3 0 15,6-3 0-15,5 4 0 0,-6-3 0 16,-6-3 0-16,5 0 0 0,9-3 0 0,7 0 0 0,-16-2 0 16,7 0 0-16,2-3 0 0,8 2 0 0,-17 3 0 15,0-4 0-15,6-1 0 0,-2-1 0 0,-6 4 0 16,-6 3 0-16,17-6-23 0,-5 0-136 0,-12 5-220 16,0 0 48-16,-1 1-250 0,3 0-484 0,-4-7-67 15,-8 7 260-15,5-11-201 0,-4 2-480 0</inkml:trace>
  <inkml:trace contextRef="#ctx0" brushRef="#br0" timeOffset="185380.42">17649 14832 467 0,'0'0'1925'0,"-15"-11"-1043"0,6 9 23 0,-1-1-342 16,-7 1-135-16,5 2-246 0,-20 0-13 0,11 2-73 15,-9 1 38-15,1 2 20 0,-8 3 67 0,3-3-38 16,2 1 26-16,0-1-11 0,-4 1 13 0,13-4-80 16,5 3-59-16,12-3-39 0,-8 4-60 0,-1-1-145 0,15-5 3 15,0 0-226-15,0 0-221 0,0 0-235 0,0 0-188 16,17-5 44-16,-7-1-237 0</inkml:trace>
  <inkml:trace contextRef="#ctx0" brushRef="#br0" timeOffset="186097.5">18782 14792 845 0,'-12'5'1313'0,"0"1"-531"0,0-1 261 0,10-3-463 15,-1-2-67-15,-9 4-92 0,12-4-113 0,0 0-107 16,0 0-6-16,0-4-37 0,-5 2 4 0,-2 0-85 15,4-1 2-15,6 6-20 0,-3-3-34 0,-3-3-14 16,6 6-12-16,-3-3-5 0,15 2-3 0,-3 4 6 16,0-6 9-16,5 5-2 0,7-5 7 0,0 2 21 0,-6-2-9 15,2-2 12-15,1 2 8 0,6-5-2 0,-7 1-32 16,6-3 1-16,4 1-6 0,2-5 14 0,-8 7-17 16,2-7-10-16,-2 0 1 0,3-2 1 0,-12 6-4 15,2-4-17-15,-9 0-21 0,1-2-10 0,1 2 30 16,-8 0-12-16,1 4 13 0,-12-12 14 0,-2 6 10 15,-1 3 8-15,-5-1-4 0,-10 0-19 0,3 3 6 16,4 6 3-16,-7-1-10 0,-9 3-1 0,4 3 12 0,6-1 19 16,-10 4 16-16,1 7 17 0,3 3 35 0,8-3 0 15,-3 5 26-15,-8 10 23 0,14 0-17 0,6-4-22 16,-2 5 34-16,8 6-31 0,1-1-16 0,4-6-24 16,4 13 7-16,4-1 2 0,1-7-9 0,0-4-15 15,11 1 9-15,4-1-4 0,10 0 13 0,-4-8-12 16,-5-7-18-16,15 1-3 0,-4-2-4 0,0-4-6 0,-2-4-9 15,22 1-6-15,-10-6-76 0,2-4-143 0,-11-1-120 16,16-3-227-16,5-10-387 0,-8-4-338 0,-12 2 402 16,7-10-223-16,-4 3-116 0</inkml:trace>
  <inkml:trace contextRef="#ctx0" brushRef="#br0" timeOffset="186649.04">19570 14004 771 0,'0'0'406'16,"0"0"135"-16,0 0 14 0,-4-2 39 0,-2-7-29 15,6 9-131-15,-20 0-168 0,8 3-29 0,-6-3-69 16,-12 0 112-16,7 2-66 0,-6 2-4 0,0 0-15 15,-2 1-10-15,-1 1-6 0,5-1-1 0,1-3 0 0,6 2-63 16,-4-2 49-16,12 1-46 0,1-3-21 0,-1 2-40 16,9-2 16-16,-9 0-36 0,10 3-17 0,2-3-15 15,0 0-14-15,0 0-10 0,0 0 1 0,0 0 3 16,0 0-7-16,8 3-12 0,1 0-10 0,11-9-5 16,4 3-22-16,0-2-17 0,8-1-47 0,-3 2 23 15,-11 1 32-15,3-3-8 0,-1 4 21 0,4-5 2 0,-19 3 44 16,10 2 11-16,-12 2 7 0,13-5 4 15,-14 5 9-15,-2 0 44 0,0-3 27 0,0 6 12 0,0-3 1 16,-9-6 17-16,-3 3 41 0,-11 1 0 0,9 0-65 16,-20-1 28-16,8 3-37 0,0 0-10 0,8 3-40 15,-17-1-62-15,14-2-84 0,6 2-55 0,10-2-57 16,-13 3-263-16,4-10-363 0,14 7-272 0,0-20 139 16,0 16 219-16,17-18-1333 0</inkml:trace>
  <inkml:trace contextRef="#ctx0" brushRef="#br0" timeOffset="187564.58">20162 13420 244 0,'0'0'1161'0,"0"0"-766"16,3-14 175-16,-3 14 13 0,-3-10-114 0,3 4-22 15,0 6-166-15,-4-14 85 0,4 14-44 0,0 0 19 16,-3-13 9-16,3 13-56 0,0 0-39 0,0-2-77 0,0 4-64 15,0-2-10-15,10-11-80 0,-5 11-27 0,-5 0-2 16,0 11-6-16,0-5 2 0,0 7 2 0,0-5 7 16,3 18 1-16,-3 0 5 0,0 1-1 0,0-8 0 15,-3 5 2-15,3 7-1 0,0 6 1 0,-3-8-5 16,3-5 0-16,-2 3 0 0,2 10-2 0,0-8-1 16,0-8 2-16,0 3 1 0,2 3 2 0,-2 1 5 0,0-12-4 15,3-3 1-15,-6 4 1 0,6-10-1 0,-3 6-2 16,0-13-3-16,0 3-1 0,3 8 13 0,-3-11 18 15,0 0 56-15,0 0 4 0,-3-3 10 0,-2-5-20 16,-2-2 46-16,4-1-45 0,-2-13-24 0,2 9-36 16,-1-7-5-16,-1-9-11 0,2 7-7 0,0-5 10 15,-1 2-8-15,4-7-2 0,-2 2 3 0,2 0-1 0,2 0-1 16,5-12 1-16,-2 9 0 0,5 1-6 0,-8 8-19 16,8-9-36-16,-2 0 5 0,-1 6 9 0,-2 8 16 15,4-6-6-15,6-1 4 0,0 6 48 0,-3 9 2 16,10 0-2-16,-3-1 5 0,4 5-12 0,-9 3-11 15,8 1 5-15,0-1-3 0,-7 6-19 0,12-5 17 16,-13 5-8-16,8 3 3 0,0-1 19 0,-6 4-6 16,-5-1 7-16,1 3 11 0,9 10-8 0,-6-2 13 15,-10-10-21-15,5 14-4 0,-5-7-6 0,2 15-4 0,-5-15-6 16,-4 5-7-16,-2-2-4 0,-4 3-9 0,-2 1-2 16,5-14 0-16,-16 15 3 0,3-8 7 0,-2 6 6 15,2-1 7-15,-5-2 11 0,2 3 2 0,1-1-1 16,-7 4-1-16,3-9-3 0,7 0 2 0,-5 3-7 15,8-6 2-15,-1 1-9 0,12 0 3 0,-6-4-1 16,6 12 1-16,3-8-2 0,0-4 5 0,3 15 2 0,1-17 6 16,16 21 1-16,-5-4 11 0,2-4 3 0,2-5 1 15,13 6 12-15,-3-1 6 0,0-2-5 0,-7-5-1 16,10-3 22-16,6 8 11 0,-11-6-13 0,-7-1-16 16,7 0 4-16,2-3 3 0,-5 8-20 0,-4-7-21 15,-8-1-13-15,3 1-35 0,-1 1-113 0,-8-3-130 16,6 4-72-16,-12-7-336 0,0-4-279 0,0 4-327 0,0-2 560 15,0-2-1356-15</inkml:trace>
  <inkml:trace contextRef="#ctx0" brushRef="#br0" timeOffset="187978.47">20798 14272 265 0,'0'0'1089'0,"0"0"-645"16,-9 4-101-16,6-1 110 0,-14-1-92 0,7 2-204 15,-4-4-52-15,-1 2 68 0,-14-2 63 0,5 3 29 0,4-3-66 16,-10 0 83-16,-3 0 19 0,-11 2 53 0,15-2-164 16,-18 2 39-16,-1 2 27 0,-11-2 140 0,27 1-123 15,-12-1 99-15,0 1 35 0,3-3-30 0,8 3-81 16,12-3-122-16,1 0-38 0,-1 0-81 0,9 0-56 15,-3 0-24-15,15 0-69 0,0 0-169 0,0 0-158 0,0 0 64 16,-2 0-227-16,4 3-230 0,10 7-409 0,6-10 424 16,6-3-188-16,0 0 195 0,1-1-692 0</inkml:trace>
  <inkml:trace contextRef="#ctx0" brushRef="#br0" timeOffset="188598.82">20229 14430 51 0,'0'2'893'0,"0"-2"-397"0,0-4 148 0,4-7-233 16,-4 11 148-16,0 0-110 0,0 0 6 0,0 0-206 15,0 0 68-15,0-13-27 0,0 13-29 0,0 0-35 16,0 0-125-16,0 0 16 0,0 0-39 0,0 0-19 16,0 0-42-16,5 7-4 0,-2-4-5 0,-3-3-5 15,6 14 0-15,-3-10 3 0,2 10 15 0,-2-4 3 0,-3-2 2 16,9 13 9-16,-6-5-3 0,1-3 3 0,1 6-11 16,-2 5 10-16,-3-3 4 0,0 0-5 0,0-8-8 15,-5 14 16-15,2-3-3 0,-1-6-3 0,4-1-14 16,-3-2-6-16,3 1 17 0,0 5 2 0,-2-7 25 15,2-1 1-15,-3 7 46 0,-1-11-20 0,1 1 4 0,1 1-11 16,2-8 9-16,-6 7-40 0,6-5-26 0,0-5-4 16,-4 9 5-16,4-7-14 0,0-2 9 0,0 0 8 15,0 0 45-15,7 7 23 0,-2-3 23 0,-5-4 3 16,10 2 67-16,-1 1-29 0,-4-3-12 0,13 0-30 16,3-3-24-16,-1 1-32 0,7-2-23 0,-1 2-26 15,-6-3-10-15,7 5-1 0,2-6 0 0,10 4 0 16,-15-1 0-16,5-2 0 0,1 2-6 0,11 0-85 0,-21 3-71 15,9-2-102-15,-5 0-137 0,0-4-358 0,-6 1-98 16,-6 2-333-16,0-7 61 0,-4 1-247 0,6-6-443 16</inkml:trace>
  <inkml:trace contextRef="#ctx0" brushRef="#br0" timeOffset="189497.42">21398 13631 597 0,'3'-22'914'0,"-3"-2"-369"16,4 1 68-16,-4-1 4 0,-4-2-149 0,4 4-129 0,-3 4-102 16,-2-12 158-16,-2 10-106 0,5-2 5 0,-1 7-78 15,-6-7 146-15,6 4-61 0,0 10-21 0,1-5-89 16,-1 5 42-16,-1-5-12 0,-1 7-58 0,2 4-58 15,-6-7-53-15,9 9 14 0,0-2-23 0,0 4-13 16,-6-2-20-16,-3 4-12 0,6-2 1 0,1 14-1 16,-5-3-2-16,2 14-2 0,-2 10-5 0,2-8 2 15,-1-5-2-15,0 10-24 0,0 6-3 0,-3 10 0 16,4-21 41-16,-2 13 10 0,-5 9-4 0,4 4 5 0,1-20 10 16,5 9 6-16,-4-1-7 0,4 17-34 0,2-27 5 15,0 6 8-15,2-2 3 0,4 3 14 0,-4 2 19 16,5-18-2-16,1 2 15 0,4 3 1 0,3-2 8 15,-3-8-26-15,2-1-3 0,10-1-13 0,-4-2-13 0,-1-4-16 16,4-1-11-16,1-4-3 0,-4 1-36 0,1-4-132 16,-4-3-195-16,5 0-193 0,0 0-275 0,-12 0 48 15,10-6-475-15,-5-1 52 0,-3-1-735 0</inkml:trace>
  <inkml:trace contextRef="#ctx0" brushRef="#br0" timeOffset="189731.79">21564 13866 446 0,'3'-11'1576'0,"-1"11"-534"0,-2-18-199 0,4 18 16 16,-4-8-399-16,0 1-21 0,-4-2-64 0,2 1-93 0,2 8-84 16,-15-5 3-16,15 3-38 0,-20 2-82 0,13 0-33 15,-20 2 7-15,7 3-15 0,-4 6-15 0,7-9-7 16,-7 6 0-16,-3 3-7 0,-2 5 6 0,12-8-6 15,-3 5-4-15,-2-2-9 0,2-1-17 0,2-2-33 16,7-3-136-16,-8 1-113 0,9-1-181 0,-6-3-273 16,5-4-250-16,4-3-47 0,-1-3 70 0,2-6-941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3:02:01.2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5078 5436 4 0,'0'0'65'0,"0"0"-1"0,0 0 62 0,0 0 3 16,0 0 84-16,0 0 26 0,0 0 73 0,0 0-136 15,0 0 36-15,0 0-28 0,0 0-66 0,0 0-51 16,0 0 17-16,0 0-33 0,0 0-4 0,0 0 0 0,0 0-15 16,0 0 44-16,0 0 6 0,0 0 18 0,0 0-22 15,0 0 51-15,0 0 4 0,0 0 4 0,0 0-47 16,0 0 17-16,0 0-21 0,0 0 51 0,0 0-48 16,0 0 48-16,0 0 7 0,0 0 39 0,0 0-62 15,0 0 61-15,12 0 3 0,-9 4 25 0,-3-4-34 16,0 0 126-16,0 0-29 0,0-4-4 0,-5 8-8 0,-1 3-30 15,2-7-29-15,-8 3-31 0,4 0-25 0,2-1-59 16,-14 1 40-16,10 3-47 0,2-2 12 16,-10-1-29-16,7 5 31 0,-1-3-25 0,-5 1 5 0,13-6-10 15,-8 5 24-15,-3 3 15 0,15-8-30 0,-11 3-23 16,2-1 11-16,0 0-5 0,1 1-29 0,8-3-16 16,2 0-4-16,-2 0-4 0,0 0-12 0,0 0-11 15,0 0 1-15,-2 0-1 0,4 0-3 0,-4 0 11 16,2 0 1-16,2 0 17 0,-2 0 12 0,0 0 9 0,0 0-18 15,0 0 2-15,-2 0-8 0,14 3-22 0,-4 0-16 16,1-3-21-16,-1-3-11 0,4 3-6 0,-5-3 11 16,5 0-44-16,2 3 28 0,-6 0 13 0,-1 0 16 15,8 0-25-15,-1 0 18 0,-8 3 11 0,6-3 19 16,-12 0-7-16,20 0 5 0,-20 0 12 0,0 0 0 16,12 0 7-16,-6 0-4 0,-6 0 4 0,12 0 6 0,-12 0-4 15,0 0-4-15,0 0 14 0,0 0-13 0,0 0-7 16,0-3 7-16,0 6 6 0,0-6 8 0,0 3 15 15,-4 0 2-15,-10 0 29 0,2 3 32 0,6-3-46 16,-6 6 21-16,-5-1 4 0,2 1-1 0,1-4-22 16,-4 0 17-16,6 1-2 0,-6 3 11 0,-8-1 9 15,22-3-20-15,-10 6 20 0,-1-5-16 0,3-1 4 0,4 2-31 16,5-8-2-16,-11 8-4 0,14-4-9 0,0 0-3 16,-4 0-3-16,-7 0-1 0,11 0 0 0,0 0-2 15,0 0-1-15,0 0-6 0,0 0 0 0,0 0 0 16,0 0 0-16,0 0 0 0,0 0 0 0,0 0 1 15,11-6 0-15,-7 6-2 0,6-3 1 0,-3 1-6 16,5 2-11-16,-4-2-6 0,4-2-9 0,3 2-7 16,-9-1 3-16,0 1-18 0,11-4-15 0,-5 1 12 0,-9 5 9 15,15-6-17-15,-10 4 11 0,2-3-1 0,2 2 24 16,-12 3-16-16,10-8 17 0,-6 6 20 0,-4 2 8 16,12-6-2-16,-9 6 3 0,-3 0 9 0,0 0 24 15,0 0-16-15,0 0-16 0,0 0 0 0,0 3 10 16,-9 4 1-16,-3-4-7 0,4 0 5 0,-11 5 10 15,-4-6 20-15,2 6 14 0,4 3-7 0,-7-6 6 0,6 3-1 16,4-3 21-16,-10 6-11 0,4-3-9 0,5-8-20 16,-9 8 23-16,16-8-20 0,-4 6-7 0,3-4-17 15,1 0 6-15,1 4-5 0,2-3-1 0,5-3-6 16,0 0 4-16,0 0 0 0,0 0-4 0,0 0-3 16,0 0-2-16,0 0-3 0,8 0 1 0,-2 0-7 15,6-9-1-15,-6 7-4 0,8 0-5 0,6-7 0 0,-13 7-6 16,8-7-25-16,5 2-25 0,-6 1-16 0,1 1 14 15,4-3-27-15,-7 3-8 0,20-3-27 0,-18 3 60 16,-4 5-26-16,7-6 12 0,0-1 12 0,-11 1 22 16,12 3 0-16,-10-1 17 0,-1 4 20 0,5-6 13 15,-12 6 1-15,3-3 3 0,9-2 4 0,-12 5 3 16,0 0 12-16,0 0 9 0,0 0 11 0,0 0 5 0,-7 0-4 16,-5-2 24-16,-3 4-16 0,7-2-7 15,-4 3-11-15,-9-1 10 0,4 4-6 0,2-3-3 0,-2 1-4 16,7 2 14-16,-10 2 4 0,3 0 3 0,10-8-28 15,-13 11-5-15,6-6-5 0,2-3 13 0,5 4-5 16,7-6 2-16,-11 2-20 0,11-2 26 0,0 0 11 16,0 0 9-16,0 0-16 0,0 0 0 0,0 0 0 15,0 0-9-15,0 0 1 0,3 0-22 0,5-8-10 16,4 3-8-16,-5 3-11 0,7-7-15 0,1 5 1 16,-7 0-1-16,11-1-22 0,-5 0 14 0,-6 2 3 0,10-2 14 15,0 0-15-15,-10-1-6 0,11 1 9 0,-11-1 17 16,4 2-16-16,3-1-1 0,-6 1 13 0,-4 4 16 15,-2 0 8-15,12-5 6 0,-15 5 1 0,0 0 9 16,0 0 7-16,6-8 15 0,-3 6 33 0,-3 2-2 16,0 0-11-16,-5 0 22 0,-5-3-2 0,5 3 11 15,-10 5-39-15,6-1 17 0,0 0 4 0,-11 5 21 0,8-7-35 16,0 3 28-16,-8 3 9 0,8-5-5 0,2 2-19 16,-4 3-10-16,6-3-10 0,1-2-4 0,7-3-17 15,-5 5-11-15,-2-2-6 0,11-1-4 0,-4-2-13 16,-4-2-27-16,8 4-23 0,-4-2-57 0,0-2-101 15,8-3 0-15,-5 5-328 0,11-6-124 0,-10 1-308 0,7 3 214 16,-4-7-208-16,-2 7 38 0</inkml:trace>
  <inkml:trace contextRef="#ctx0" brushRef="#br0" timeOffset="3051.83">5141 5464 39 0,'0'0'33'15,"0"0"-11"-15,0 0 24 0,0 0 29 0,0 0 85 16,0 0 1-16,0 0 61 0,0 0 20 0,0 0 9 15,0 0 0-15,0 0-9 0,6-4-64 0,0 4-86 0,-6 0-32 16,3 0 23-16,-6 0-33 0,6 0-13 0,-3 0-5 16,0 0 27-16,0 0 53 0,0 0 49 0,0 0-36 15,-3 0 57-15,6 0 0 0,-6 0 28 0,3 0-95 16,3 0 12-16,-12 0-45 0,-1 0-20 0,14 0-1 16,-4 0-25-16,-4 0 10 0,-6 6-17 0,10-4 11 15,0-4 3-15,0 4-2 0,0-2 3 0,0-2 2 16,0 2-6-16,0 2 22 0,0-4-25 0,0 4-5 0,0-2-14 15,0 0 2-15,0 0-7 0,0 0-12 0,0 0-1 16,0-2-4-16,0 4-4 0,0-4-9 0,0 2 6 16,2 2-4-16,13 3-6 0,-15-5-10 0,15 4-8 15,-15-4 13-15,12 0-3 0,-7 0-1 0,4-4-1 16,-1 4 10-16,-4 0 9 0,7-2 0 0,-14 2 0 0,3 0 3 16,3 0 0-16,-6 0 14 0,6 0 4 0,-3 0-2 15,0 0 12-15,0 0 27 0,0 0 1 0,0 0-6 16,-3 0 19-16,6 0 5 0,-6 0 13 0,3 0-35 15,-17 6 9-15,12-4 12 0,-5-2 3 0,-7 5 11 16,8-3-29-16,-1 2 35 0,-13-2 18 0,11 3 7 16,-12 4-5-16,16-9-5 0,-16 4 8 0,7 2-8 15,8-6-40-15,-9 8 21 0,4-2-30 0,7-6-18 16,-1 4-13-16,8-1-8 0,-15 5 3 0,15-8-6 16,0 0-4-16,-12 5 2 0,10 1-2 0,2-8-1 0,0 2-3 15,0 2 0-15,0-2-1 0,0 0 0 0,0 0-1 16,5-6-2-16,2 4-4 0,-2 2-1 0,10-3-1 15,-3 1-13-15,-7-2-25 0,12 2-17 0,-5-3-7 16,-5 5 13-16,8-6-48 0,-3 1 18 0,-7 3-1 16,7-4 22-16,-3 3-12 0,-3-1-4 0,6-2 29 0,-7 1 17 15,2 2-7-15,-5 3 21 0,11-6 26 0,-13 6 0 16,0 0 3-16,0 0 4 0,0 0 2 0,0 0-1 16,0 0 4-16,0 0 4 0,0 0 8 0,0 0-4 15,-13-7 7-15,7 7 8 0,-2 0 10 0,-7 3 7 16,12-1-3-16,-13 0 57 0,2 2-5 0,6-4-6 15,-2 2-29-15,2 1 13 0,-4-1 4 0,3 1-42 0,0 0-27 16,1-3-8-16,5 0-2 0,-12 3-5 0,15-3-1 16,3 0-4-16,-3 0-2 0,0 0-4 0,0 0-11 15,0 0-41-15,-3 0-25 0,6 0-43 0,-3 0-4 16,8-9-181-16,-1 7-26 0,5-3-121 0,-2-3-92 16,-6 5 21-16,-1 1-173 0,9-9-152 0,-12 9-501 15</inkml:trace>
  <inkml:trace contextRef="#ctx0" brushRef="#br0" timeOffset="4979.68">4610 5932 166 0,'0'0'379'16,"0"0"-95"-16,-5-3 67 0,-4-3 65 0,9 6 10 16,0 0-118-16,0 0 69 0,0 0-46 0,0 0-75 15,0 0-104-15,0 0-10 0,0 0-32 0,0 0-20 16,0 0-47-16,0 0 12 0,0 0-10 0,0 0 4 0,0 0-18 15,0 0 5-15,0 0-2 0,2 0 8 0,10 3-8 16,-12 0 10-16,0-6 1 0,0 6 14 0,0-3 19 16,0 0-22-16,12-8 32 0,-9 8-23 0,4-9-3 15,-2 7-19-15,-2 0 3 0,9-7-21 0,-10 7-5 16,8-5-10-16,-2-2 0 0,-4 7-5 0,8-7-1 0,-10 9-4 16,4-8-2-16,6 1 0 0,0-2 1 0,-7 5 0 15,2-2 0-15,5-4-1 0,-10 2-1 0,4-3 2 16,0-5 1-16,-3 8 2 0,0 1 2 0,-1-10-1 15,1 1 4-15,-3 3 0 0,0-5 0 0,4 5-2 16,-8-3-3-16,-1-5 0 0,5 7-1 0,-3-5 0 16,3 14 1-16,-3-13 0 0,-3 8-1 0,0-6 1 15,4 3-1-15,-5 4 3 0,2-4-1 0,1-2 2 16,4 9 1-16,-6-12 12 0,1-2 0 0,-2 13 4 16,5-4-1-16,-4-4 12 0,0-2 4 0,0 7-12 0,4-6-9 15,2 8 2-15,-4-5-5 0,1-6-6 0,0 6-5 16,1 6 7-16,-2-9 9 0,4 8 4 0,-3-8 4 15,0 5-3-15,-2-2 16 0,-2 0-4 0,-1-3-8 16,4 10-10-16,-6-9 2 0,0 1 5 0,8 6-7 16,-8-8-2-16,5 6 1 0,-2-1-2 0,-1-7 2 0,2 9-8 15,-2 0-2-15,-2-10-1 0,5 8-7 0,-2 0 0 16,2-7 8-16,2 7-1 0,-3 0 0 0,-4-2 3 16,8 8-1-16,-1-5 12 0,-6-6 7 0,3 11-7 15,1-1 1-15,-7-2 7 0,9 3-2 0,-6-3 0 16,9 8-15-16,-12-14 2 0,3 12-8 0,1-3-14 15,-5 3 0-15,4 2-6 0,1 0 1 0,-9 0 0 0,17 0 3 16,-12 0 1-16,0 2 8 0,0-2 2 0,2 3 1 16,2-1 2-16,-6 0-1 0,2 2 0 0,0 1 0 15,-6 0-5-15,9 1-1 0,1-2 2 0,-16 5 3 16,12-4-1-16,0 3 1 0,-8 5 7 0,8-4 6 16,3-5-3-16,-9 12 2 0,6-8-2 0,4 0 0 15,-4 5-5-15,3-5-7 0,-3 3-8 0,0 5 4 16,4-10 0-16,-4 7-7 0,7-4 4 0,-2-3 2 0,2 8 5 15,-5-1 4-15,5-6-3 0,1 10 1 0,-1-10 4 16,2 1-3-16,0 14-6 0,-6-6-4 0,9-9 3 16,-3 10-1-16,3-8-4 0,-2 13 0 0,2-7-1 15,-4 5 8-15,4-13 3 0,0 17-5 0,0-11 5 16,4 9 1-16,-4 2 0 0,2-6 3 0,1 1 1 16,0-6-1-16,3 5 2 0,-3 11 5 0,2-8-2 0,-2-5-2 15,4 6 3-15,-5-2 0 0,5 12 2 0,-2-14-5 16,-2 4 0-16,4-4 1 0,-5 1-5 0,1-12-3 15,9 17 2-15,3-4-3 0,-3-5-3 0,0 1-1 16,-4-3 3-16,6 0 3 0,4 9 2 0,-4-7-7 16,-7-1 3-16,10 1 7 0,-2 2-1 0,6 3-3 15,-6-6-1-15,2 1 2 0,3-2 6 0,-1-2 3 0,1-2-3 16,1 4 4-16,-3-8 2 0,6 1 1 16,-10-2-6-16,9 2-1 0,4-3-4 0,-3-1-5 0,-7-2 3 15,1-2-3-15,3 2-3 0,-1-6 0 0,1 1 6 16,-3 0 5-16,-6 2 4 0,10-2-4 0,0-4 2 15,-2 5 1-15,-11 1 1 0,15-8-7 0,-13 9-4 16,5-2-1-16,4-5-1 0,-6 3-3 0,-2 1-7 0,6-3 2 16,-9 3-8-16,6-6-1 0,2-7 3 0,-14 12 9 15,9-14 7-15,-3 0 10 0,3 2 3 0,-4-6 5 16,-1 3 2-16,1-3-4 0,-2 3-2 0,-6-3-6 16,3 5 0-16,-3-10 5 0,-3 9-8 0,3-2-11 15,-6 9-3-15,0-6-5 0,4 12-40 0,-8-9-55 16,1 5-1-16,1 3-159 0,-13-3-208 0,9 6-117 15,-6-3 22-15,-8 3-432 0,6 5 241 0,-2-2-692 0</inkml:trace>
  <inkml:trace contextRef="#ctx0" brushRef="#br0" timeOffset="24479.54">5026 10348 120 0,'0'0'536'16,"0"0"-301"-16,0 0 166 0,0 0-74 0,0-3 66 15,0 6 77-15,0-3-126 0,0-3 182 0,0 6-93 16,-6-9 2-16,0 3-108 0,6 1 7 0,0 4-124 16,0-4-125-16,-4-9-35 0,4 11 12 0,0 0 18 15,0-2 18-15,-8-9-12 0,8 11 21 0,-2 0 6 0,-8-11 2 16,10 11-29-16,0 0 22 0,-9-13 21 0,9 13-37 15,0 0-31-15,-8-11 21 0,8 9 46 0,-12-3-17 16,7-1-9-16,-7 1-32 0,0 3 20 0,0-1-3 16,-6 0-19-16,6 3-45 0,-2 0-15 0,-13 6-6 15,0-2-8-15,13 5 2 0,-6-4-2 0,-7 5-4 16,-2 1 1-16,5 0 11 0,-8 5 15 0,5-3 4 0,3 0-4 16,9-2-4-16,-11 7 8 0,6-5-5 15,5 0 0-15,0-4-9 0,1 1-14 0,-1 0 0 0,3 3 0 16,3-4 0-16,1 4 2 0,1 0-13 0,2 0-3 15,-2 14 13-15,4-14 5 0,-2 2 0 0,5 7 3 16,0 4 0-16,3-6 5 0,-1 2 4 0,1 6 1 16,4 3 1-16,-2-4-1 0,2 4 3 0,-2-1 7 15,4 1-3-15,-1-7-7 0,7 16 5 0,0-12-8 16,-1 5-2-16,-2-9-7 0,10 2-10 0,3 14-3 0,-6-11 8 16,-5-5 1-16,9 7 2 0,1-1-4 0,3 6 6 15,-7-4 8-15,-4-10-2 0,6 7-6 0,0-5 2 16,4 7 1-16,-8-12 0 0,4 1-3 0,2-4-3 15,0 1 0-15,-4-8 1 0,2 5 4 0,-2-6 4 16,4-2 1-16,-4-4-1 0,13 1 11 0,-4-3 8 16,-6-3 11-16,1-3-23 0,8-7-4 0,4-2 14 0,-6-3-1 15,-6 1-22-15,5-1-9 0,3-6-3 0,3-11 26 16,-5 12 2-16,-12 2-22 0,8-8-11 0,-6-1 14 16,12-6 7-16,-17 14-10 0,6-10-8 0,-3 1 2 15,-1-4 10-15,-2 8 8 0,-3-4-2 0,0-4-3 16,-6 2 0-16,0 9-1 0,-4-19-2 0,1 9 2 15,-3-1 5-15,-5 14 0 0,-7-13 1 0,-3-1 9 16,-2 6 16-16,2 8-7 0,-2-6 20 0,-7 7 1 0,-3-8 17 16,3 13-7-16,4 2-19 0,-9-3 1 0,-10 0 4 15,7 6-13-15,5 1-5 0,-5 4 1 0,-4 1-6 16,2-2-4-16,7 6-5 0,-2-3-1 0,4 3-8 16,-1 3-9-16,6 3 1 0,-10-2-55 0,12-1-66 15,6-1-77-15,1 7 25 0,-4-5-123 0,9 0-200 0,3-4 0 16,-6 7 30-16,9-4-237 0,0-3-64 0,-3-3-87 15,6 6 140-15,-3-3-101 0,-8-10-369 0</inkml:trace>
  <inkml:trace contextRef="#ctx0" brushRef="#br0" timeOffset="27646.07">2421 15692 470 0,'0'-10'1941'0,"-2"4"-941"15,-5-2-182-15,7 8-265 0,-8-10-49 0,8 7-208 16,-3 3-120-16,-3-8-46 0,6 3 28 0,0 5-13 16,0 0 23-16,0 0-94 0,0 0-4 0,0 0-34 15,0 0 29-15,0 7-14 0,0-1 33 0,2 7 25 16,2 3 56-16,-4-8-36 0,3 15 51 0,0-4 6 15,-1 5 13-15,1-3-59 0,1 5-8 0,-1 1-33 0,2 10-22 16,-2-5-49-16,1-3-21 0,1 11-6 16,2 10-1-16,-2-10 0 0,0-9 0 0,2 10 0 15,5 3 0-15,-1-9 0 0,-5-15 0 0,2 7 0 0,8-6 0 16,-5-5 0-16,-7-14 0 0,11 11 0 0,-1-7 0 16,-6-3 0-16,7-3 0 0,-6-3 0 0,9-3 0 15,3-14 0-15,-10 4 0 0,7-14 0 0,5-12 0 16,-4 3 0-16,-5-1 0 0,-2 8 0 0,6-21 0 0,-10 17 0 15,-2-1 0-15,-3 10 0 0,0-16 0 0,-1 6 0 16,-4 8 0-16,2 5 0 0,-3-7 0 0,0 5 0 16,3 10 0-16,0 10 0 0,-6-7 0 0,3 0 0 15,3 13 0-15,0 0 0 0,-8-16 0 0,8 16 0 16,0 0 0-16,0 0 0 0,5 8 0 0,1 0 0 16,6 16 0-16,-3-9 0 0,6 18 0 0,-1 0 0 0,1 2 0 15,0 7 0-15,-1-7 0 0,4 2 0 0,0 0 0 16,-3-3 0-16,0-2 0 0,-3-1 0 0,5-1 0 15,0-3 0-15,-2-1 0 0,0-5 0 0,2-2 0 16,2 1 0-16,-5-7 0 0,-6-4 0 0,2-1-1 16,-5-3-19-16,7 0-54 0,-2-8-330 0,-2 1-236 15,6-6-381-15,-7-2 111 0,2-1-453 0,2-8-963 0</inkml:trace>
  <inkml:trace contextRef="#ctx0" brushRef="#br0" timeOffset="28208.57">3294 16158 104 0,'0'-4'1819'15,"2"-5"-795"-15,-2 9-290 0,0 0 376 0,0 0-110 16,0 0-454-16,0 0-318 0,0 0-72 0,0 0-35 16,0 0-47-16,0 0-24 0,0 0 7 0,0 0 18 0,0 0 2 15,6 9-34-15,-2-5-20 0,1 9 13 0,0-3 9 16,2 9 40-16,2-3-40 0,-3-1 27 0,3 9 20 15,-1 0 41-15,-5-11-47 0,3 5 18 0,2-1-23 16,-4 1-13-16,-1-9-14 0,6 11-24 0,-3-9-14 16,3 0-13-16,-1 2-3 0,-1-5 0 0,-2-1 0 15,10-1 0-15,-10-3 0 0,14 2 0 0,3-2 0 16,-10-3 0-16,15-6 0 0,-10 1 0 0,5-1 0 0,-8-4 0 16,-2 5 0-16,6-6 0 0,-6 4 0 0,10-6 0 15,-10 2 0-15,-2 2-15 0,2-4-259 0,-4 2-449 16,-4 1-382-16,-2 2 194 0,-2 2-303 0,0-7-1140 15</inkml:trace>
  <inkml:trace contextRef="#ctx0" brushRef="#br0" timeOffset="28660.36">3813 15589 1353 0,'-7'-13'2038'0,"7"7"-907"16,-5-5 16-16,5 9-33 0,-7-16-425 0,7 18-395 16,0 0-120-16,-3-4-73 0,-2-3-24 0,5 7-18 15,0 0-45-15,0 0-14 0,0 0 0 0,0 0 0 16,0 7 0-16,0 4 0 0,8 5 0 0,1 5 0 0,-3-2 0 16,8 15 0-16,-4-12 0 0,2 9 0 15,0-1 0-15,0 3 0 0,2-6 0 0,-3 5 0 0,4-3 0 16,-1 2 0-16,-2-7 0 0,7 6 0 0,-2-1 0 15,1 2 0-15,-4-14 0 0,1 1 0 0,-3 0 0 16,0-5 0-16,0-2 0 0,-7-3 0 0,13 8-34 16,-6-11-188-16,-6 1-115 0,12 1-339 0,-6-12-202 15,-7 3-235-15,4-4 206 0,-6 6-273 0,6-13-60 16</inkml:trace>
  <inkml:trace contextRef="#ctx0" brushRef="#br0" timeOffset="28821.93">4177 15800 617 0,'-11'3'2530'16,"-4"-1"-1281"-16,1 2-448 0,-8 3 229 0,13-5-303 16,-23 12-340-16,8-4-140 0,9-4-78 0,-5 4 42 0,-4 7-52 15,10-8-104-15,-1 0-46 0,7-3-9 0,-7 3 0 16,3-3 0-16,6-1 0 0,6-5 0 0,-15 6-22 16,15-6-116-16,0 0-60 0,-5 0-177 0,-7 3-212 15,9-17-662-15,3 12 347 0,0-11-289 0,3-2 26 16,2 11-1070-16</inkml:trace>
  <inkml:trace contextRef="#ctx0" brushRef="#br0" timeOffset="29075.26">4549 15761 1302 0,'8'0'1940'0,"-8"0"-1160"0,0 0 290 0,0 0-6 15,7 11-266-15,-10-7-448 0,-6 1-73 0,-6 6-68 16,6-5-39-16,-14 10-41 0,4-8-49 0,2-1-59 16,5-1-20-16,0 1-1 0,-3 2 0 0,-2 2 0 15,-3-7 0-15,13-1 0 0,-8 8 0 0,3-7 0 16,10-4 0-16,-4 0 0 0,-6 9 0 0,12-9-8 16,0 0-126-16,0 0-297 0,-12 0-57 0,10 2-338 0,2-2-279 15,0-5-412-15,5-5 622 0,4 7-851 0</inkml:trace>
  <inkml:trace contextRef="#ctx0" brushRef="#br0" timeOffset="29277.71">4702 15893 499 0,'6'6'2123'0,"-1"-1"-952"0,-5-5-213 0,4 8 163 0,-1-3-297 15,-3-5-168-15,-3 5-393 0,-1 3-35 0,-1-8-65 16,-10 8-37-16,6-3-78 0,1-2-37 0,-7 3-11 15,0 1 0-15,9-5 0 0,-6 4 0 0,-6 1 0 16,6-1 0-16,4-1 0 0,-4-2 0 0,10-3 0 0,2 0 0 16,-15 0-37-16,15 3-106 0,0-3-236 0,0 0-223 15,0 0-587-15,0 0 307 0,0-11-331 0,0 3 36 16,3-3-442-16</inkml:trace>
  <inkml:trace contextRef="#ctx0" brushRef="#br0" timeOffset="29641.76">4908 15548 1624 0,'0'0'2080'0,"-6"-15"-714"0,6 12-1 16,-12-5-259-16,10 6-567 0,-13-3-428 0,0 2-111 16,6 3 0-16,-8 0 0 0,5 0 0 0,0 3 0 15,-6-1 0-15,1 7 0 0,13-5 0 0,-13 10 0 16,5 1 0-16,9-4 0 0,-6 11 0 0,6-2 0 0,3 4 0 15,7 0 0-15,-2-8 0 0,2 8 0 0,3 0 0 16,9-3 0-16,-8-8 0 0,7 3 0 0,2-5 0 16,7-4 0-16,-3-1 0 0,5-1 0 0,-2-3 0 15,2-2 0-15,1 4 0 0,-1-8 0 0,-2-3 0 16,-1 5 0-16,-8-4 0 0,11-5 0 0,-17 6 0 16,8-8 0-16,-5 4 0 0,-3 2 0 0,-5-10 0 0,-2 10 0 15,0-6 0-15,-13-6 0 0,6 12 0 0,-8-10 0 16,-7-1 0-16,10 9 0 0,-15-4 0 0,9 8 0 15,-19-8 0-15,11 8 0 0,-3-5-2 0,-3 1-48 16,2 2-104-16,-2-4-115 0,3 0-92 0,4 3-139 16,14 6-190-16,-9-7 16 0,3 4-633 0,4-3 276 15,8 6 113-15,-9-9-470 0</inkml:trace>
  <inkml:trace contextRef="#ctx0" brushRef="#br0" timeOffset="29942.93">4929 14986 2827 0,'0'2'1729'15,"0"-2"-608"-15,0-2-24 0,0 4-495 0,0-2-437 16,0-2-150-16,0 4-18 0,0-2 3 0,15 11 4 16,-10-4 3-16,16 12-3 0,-3 3 5 0,11 7 1 15,0-3-4-15,-5-6-4 0,3 13-19 0,13 9-22 16,-13-7 29-16,0-9 9 0,9 16-19 0,1 0-11 15,11 8-13-15,-13-2 12 0,-9-13-1 0,10 10-42 0,-6 3-9 16,-4 15 4-16,-8-26 39 0,-4 14-8 16,-2-7 14-16,-9 11-12 0,-6-7 8 0,3-2-31 15,-2-2-23-15,-5-2-12 0,2-12 15 0,-10 28-86 0,0-21-18 16,1-6-63-16,-5-7 30 0,-4 11-176 0,-10-4-153 16,4-7-113-16,11-13 46 0,-8 0-186 0,-1 0 75 15,-10-6-972-15</inkml:trace>
  <inkml:trace contextRef="#ctx0" brushRef="#br0" timeOffset="30755.76">3626 15535 437 0,'0'0'803'0,"0"0"-175"16,-11-7 221-16,11 7-154 0,-4-6-202 0,1-4 25 16,1 7-72-16,-4-7-42 0,6 10-133 0,-9-13 88 0,9 9 0 15,0 4-9-15,0 0-15 0,-3-2-59 0,-3-5-63 16,6 7-54-16,0 0-53 0,0 0-3 0,0 0-44 15,0 0-14-15,0 0-31 0,0 0-6 0,0 0-5 16,0 0-5-16,-3 7-4 0,0 4 1 0,6 10 0 16,-3 0 4-16,3-2 2 0,3 10 10 0,2 8 12 15,2 0 11-15,4 10 8 0,1-12-11 0,5 20 14 16,11-2-7-16,-6-3-13 0,-1-13-10 0,18 22-3 16,-6-14-12-16,-4-6 0 0,-6-6 0 0,16 13 0 0,-13-13 0 15,6 2 0-15,-14-9 0 0,14 5 0 0,1-2 0 16,-7-7 0-16,-2-7 0 0,14 4 0 0,-16-5 0 15,2-7-20-15,-8-1-58 0,-2-6-192 0,-5 2-301 16,5-2-129-16,-17 0-316 0,15 0 125 0,-6-2-304 0,-1-4 106 16,-1-7-1162-16</inkml:trace>
  <inkml:trace contextRef="#ctx0" brushRef="#br0" timeOffset="31842.85">6175 15390 951 0,'3'0'590'0,"-3"0"74"0,12-5 22 15,-10 5 9-15,-2 0-258 0,0 0 83 0,0 0-268 16,0 0-26-16,0 0-92 0,-8 0 37 0,4 3 72 15,-6-1-32-15,6 0-28 0,-2-2 84 0,-6 9-11 16,-8-4 93-16,8 3-61 0,-5 0-85 0,-2 2 50 16,-1 1-51-16,-9 2-13 0,14-7-103 0,-9 5-8 0,4-4-32 15,-6 4-35-15,4-6-11 0,10 1 0 0,-8 1 0 16,11-4 0-16,-8 5 0 0,2-6 0 0,6-2 0 16,-2 6 0-16,11-6 0 0,-12 5 0 0,12-5 0 15,0 0-13-15,0 0-42 0,0 0-131 0,0 0-327 16,15-3-167-16,-15 3-219 0,5-10 48 0,4 2-351 15,-1-2 80-15,7 4-1096 0</inkml:trace>
  <inkml:trace contextRef="#ctx0" brushRef="#br0" timeOffset="32074.24">6260 15692 1217 0,'10'3'1588'0,"-2"2"-316"0,-8-5-227 15,9 6-96-15,-6-6-472 0,-3 2 40 0,0-4-245 16,-3 4-50-16,-9 9-84 0,3-9 31 0,-2 3 2 16,-4 1-93-16,3-4-41 0,-14 6-1 0,4-5-33 15,0 0-3-15,7-1 0 0,-12 3 0 0,10-2 0 16,1 0 0-16,5-1 0 0,-1-2 0 0,10 0 0 16,-10 5 0-16,12-7-7 0,0 2-103 0,2-5-594 0,-2-1-124 15,3-12-334-15,6 5 252 0,-1-5-303 0,4-4-1694 16</inkml:trace>
  <inkml:trace contextRef="#ctx0" brushRef="#br0" timeOffset="32921.97">6697 14940 618 0,'5'0'593'16,"7"-2"182"-16,-12 2-254 0,0 0 163 0,0 0-80 15,0 0-89-15,3-3-113 0,6-5-60 0,-9 8-81 16,0 0-43-16,0 0 33 0,0 0-43 0,0 0 157 16,0 0-63-16,0 0-37 0,0 0-75 0,0 0 58 0,0 0 0 15,-12-10-107-15,7 10-70 0,-7 3-12 0,-6 1 7 16,-8 7-7-16,11-6-26 0,-6 3 6 0,-2 3-2 15,-13 5 1-15,16-5-20 0,-4-1-3 0,0 0-11 16,-3 1-3-16,12-9-1 0,5 4 0 0,-6-1 0 16,1-1 0-16,4-2 0 0,5-2 0 0,8 0 0 15,-10 0 0-15,-1 0 0 0,9 0 0 0,0 0 0 16,0 0 0-16,0 0 0 0,0 0 0 0,0 0 0 0,0 0 0 16,0 0 0-16,0 0 0 0,0 0 0 0,7 5 0 15,-2 1 0-15,-5-6 0 0,12 13 0 0,0-3 0 16,-9-2 0-16,9 8 0 0,-7-3 0 0,12 8 0 15,-5-3 0-15,-2 4 0 0,2-4 0 0,3 17 0 16,-3-9 0-16,-4 9 0 0,1-9 0 0,6 12 0 16,2 6 0-16,-2-9 0 0,-6-11 0 0,6 9 0 0,-1 5 0 15,-2-12 0-15,-4-7 0 0,4 5 0 0,-2-1 0 16,4 1 0-16,-8-13 0 0,3 0 0 0,-4 2 0 16,7 8 0-16,-2-13 0 0,-2 2 0 0,4 6 0 15,-3-5 0-15,6 0 0 0,-3-1 0 0,-4-5 0 16,-2 0 0-16,12 3 0 0,-6-8 0 0,-4-2 0 15,10 0 0-15,-3-2 0 0,5-3 0 0,-11 4 0 16,11-3 0-16,-1-7 0 0,1 2 0 0,0-2 0 16,-5 4 0-16,-6 3 0 0,6-10 0 0,2 0 0 0,-8 0-1 15,-3 6-40-15,3 2-103 0,-6-10-230 0,3 4-500 16,-3 6-179-16,0-5 157 0,-3 2-317 0,-3 0 40 16,0-4-804-16</inkml:trace>
  <inkml:trace contextRef="#ctx0" brushRef="#br0" timeOffset="33136.39">6989 15256 565 0,'-10'-6'2355'0,"8"3"-1322"0,-17 3-104 0,11 3 235 16,-4 0-481-16,-12 10-332 0,9-8-184 0,-2 8 51 15,-7 5 1-15,7 2-68 0,2-10-38 0,0 4 34 0,1-1-72 16,-1 2-54-16,12-10-21 0,-21 8 0 0,19-7 0 15,-4 2 0-15,-6 0 0 0,6-3 0 0,1 1 0 16,8-6 0-16,0 0 0 0,0 0-91 0,0 0-188 16,-7-3-383-16,-1 0-281 0,8 3 56 0,0-13-327 15,3 13-388-15,-3-16-775 0</inkml:trace>
  <inkml:trace contextRef="#ctx0" brushRef="#br0" timeOffset="33922.29">7825 15361 1493 0,'0'0'838'0,"0"0"-227"0,-12 5 258 0,9-1 5 16,3-4 3-16,-14 2-537 0,7 0 17 0,2 1-43 15,-5-1 66-15,5-2-121 0,-7 6 15 0,9-6-52 16,-9 0-38-16,12 3-44 0,0-6-45 0,0 6-50 16,0-3-26-16,0-3-19 0,0 6 0 0,0-3 0 15,0-3 0-15,0 1 0 0,0-7 0 0,0 9 0 16,0 0 0-16,10-4 0 0,-2 4 0 0,6-6 0 0,-2 6 0 16,-2-3 0-16,4-2 0 0,-6 5 0 0,14-3 0 15,-5-8 0-15,-10 9 0 0,10-3 0 0,-5-4 0 16,-6 5 0-16,8-2 0 0,-4-2 0 0,-5 6 0 15,2-6 0-15,-2-3 0 0,-2 0 0 0,-1 11 0 16,-4-13 0-16,4 10 0 0,-7-4 0 0,-4-1 0 0,-3 3 0 16,4-1 0-16,-2 4 0 0,-12-4 0 0,-3 6 0 15,4 0 0-15,6 0 0 0,-7 8 0 0,-5-2 0 16,6 7 0-16,6-6 0 0,0 9 0 0,1 1 0 16,-6 1 0-16,13-13 0 0,-4 14 0 0,-1-1 0 15,8 1 0-15,-1-1 0 0,5-12 0 0,5 25 0 16,2-7 0-16,10 5 0 0,-5-10 0 0,8 2 0 15,2 0 0-15,4 0 0 0,1-5 0 0,2 2 0 16,1-2 0-16,-3-5 0 0,-1 0 0 0,12 2 0 16,-9-5 0-16,0-3 0 0,-2 0 0 0,0-5 0 0,-6 0-19 15,6 0-88-15,-10 0-59 0,3-7-313 0,4-9-422 16,-7-1-239-16,-5 2-74 0,-2 1 323 0,-2-4-1093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3:02:55.0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8279 14724 38 0,'-3'-11'512'16,"3"9"69"-16,0 2 4 0,0 0 225 0,0 0-303 16,0 0 130-16,0 0-96 0,0 0-131 0,0 0-125 15,0 0 147-15,3-13-102 0,-1 13-38 0,-2 0-86 16,-2 0 74-16,4 0 41 0,-4 0-132 0,-8-4-57 0,5 4 15 16,8 0 0-16,-6 0 10 0,-9 6-52 0,12-6-37 15,-15 7 16-15,10-3-19 0,-7 3 1 0,0 1-2 16,3-5-10-16,-14 8-5 0,2-4-6 0,15-4-22 15,-23 13 3-15,2-9-15 0,3 2-9 0,10-1 0 16,2-1 0-16,-15 2 0 0,7-1 0 0,13-8 0 16,-13 5 0-16,6 0 0 0,4-2 0 0,0 2 0 0,6-5 0 15,-4 2 0-15,1 1 0 0,7-3-38 0,0 0-102 16,0 0-216-16,0 0-214 0,0 0-554 0,3-10 254 16,-3 7-344-16,4-5 39 0,-2 2-1021 0</inkml:trace>
  <inkml:trace contextRef="#ctx0" brushRef="#br0" timeOffset="1125.99">8347 14382 914 0,'0'-7'1381'0,"0"7"-812"16,0-4 213-16,-3-7-26 0,3 11-146 0,0 0-301 0,0 0-154 16,0 0 26-16,0-2-1 0,-4-9-8 0,4 11-53 15,0 0 38-15,0 0-48 0,0 0-26 0,0 0-39 16,0 0-7-16,0 0-17 0,0 0-5 0,4 4-6 16,4 5-2-16,1-3-4 0,-6 3 23 0,9 0 0 15,-4 11 22-15,1-5-10 0,-3 1-5 0,6 3-17 16,-6 5-12-16,6-4-22 0,-1 4 1 0,1 3 54 0,-5-9-3 15,1 9 12-15,-2-4 14 0,2-1 12 0,-1-1 1 16,-2 0-21-16,2-4-45 0,-4-8 3 0,2 2 6 16,2 8 10-16,-5-6 4 0,1-3-4 0,0 3-7 15,-3-4 5-15,6 1-8 0,-6-10-8 0,0 3-6 16,3 5 1-16,-6-8 1 0,6 0 1 0,-3 0-2 16,-3 0 9-16,3-11 3 0,-4 3 0 0,2 1-5 0,-4-10 0 15,-3 1-1-15,1-8-1 0,-1 4-6 0,6 7 10 16,-6-11 2-16,3 0 4 0,-6-3 6 0,6 9-10 15,-2-3-3-15,1-3-7 0,-1-5-17 0,1 10 4 16,-1-12-7-16,2 9 2 0,3-2 10 0,0 6 11 16,1-4 9-16,-2 2 4 0,4 12-5 0,0-8-4 15,0 3 13-15,4-3-13 0,-2-3-6 0,1 12-5 0,4-4 0 16,-2-6 5-16,0 12-10 0,2-3-8 0,5 1 8 16,-4 4-6-16,-1-3 0 0,7 4 2 0,-11 2-2 15,12-2-1-15,2 2-4 0,-8 0 0 0,-3 2 4 16,8-2-26-16,-4 2-19 0,5 1-3 0,-3 0-1 15,0-3 2-15,2 5 0 0,-2 0-1 0,-9-5 30 16,12 11-11-16,-15-11-9 0,8 17-7 0,-4-15 14 16,-2 14-12-16,-8-1 3 0,0 1-6 0,4-5 34 0,-8 8 8 15,5-10 11-15,-10 13 3 0,9-14 3 0,-9 8 0 16,10-5 7-16,-5-4 1 0,2 6 4 0,8-7 2 16,-6 5 7-16,6-9 13 0,0 12-6 0,0-6-7 15,2-1 11-15,-2-4 4 0,10 10 19 0,2-2-21 16,-7-9 8-16,10 9 10 0,-1-5-2 0,1 1-15 15,0 1 14-15,-3-3-26 0,12 4-18 0,-10-2-19 0,4 1-10 16,3 1 8-16,-6-5 0 0,-1 2-12 0,-8-3 13 16,11 4 15-16,-5-3 12 0,-5-2-43 0,-5-2-10 15,13 5-51-15,-15-5-105 0,12 6-240 0,-12-6 33 16,0 0-307-16,12 7-180 0,-9-5-88 0,-3-2 260 16,0 0-132-16,0 0-360 0</inkml:trace>
  <inkml:trace contextRef="#ctx0" brushRef="#br0" timeOffset="1477.04">9039 14753 57 0,'0'0'767'16,"0"0"133"-16,0 0-216 0,12 7 20 0,-9-7-186 15,-3 0 50-15,-7 0-86 0,-1 8-211 0,-4-5-112 16,7 3 59-16,-22 3 42 0,0 2 106 0,3 0-54 0,4-3-78 16,-6 6 81-16,-10 1 59 0,-2 1-61 0,12-5-148 15,-16 4 21-15,6-2-44 0,2 4-37 0,0-7-36 16,5 3-48-16,9 0-20 0,-4-4-1 0,12-1 0 15,-3-3 0-15,5 0 0 0,-7 1 0 0,17-4 0 16,-2-2 0-16,-10 2 0 0,12 1 0 0,0-3-10 16,0 0-67-16,0 0-263 0,0 0-180 0,0 0-198 0,4-3 8 15,4-1-410-15,-8 4-60 0,0 0-185 0,9-6 711 16,-4-2-571-16</inkml:trace>
  <inkml:trace contextRef="#ctx0" brushRef="#br0" timeOffset="1918.86">8727 15028 1278 0,'0'0'863'16,"0"0"44"-16,0 0 27 0,0 0 274 0,0 0-613 16,5-5-170-16,1 1-173 0,-6 4-80 0,0 0-89 15,0 0-3-15,0 0-33 0,0 0-8 0,0 0-9 16,0 0 3-16,0 0-16 0,0 0-2 0,6 11 0 16,0 2 16-16,0-2-1 0,-3 8 4 0,0-6-2 0,3 8 6 15,-3 0 16-15,0-3-11 0,-1-1 3 0,-2-14-2 16,7 21 13-16,-4-9 6 0,-1 6-11 0,-2-15-6 15,6 12 8-15,0 1 9 0,-3-6-2 0,4-6-12 16,-5 6 20-16,1-7-5 0,6 8 10 0,-3-4-29 16,-4-7 4-16,8 2-12 0,-5 1-14 0,4-4-6 15,3 0 0-15,-4-2-11 0,7-2-6 0,-11 0 0 16,13-2 0-16,1-3 0 0,-6 1 0 0,0 1 0 0,5-6 0 16,-2-2 0-16,5-5 0 0,-8 7 0 0,-6 6 0 15,14-14-7-15,-8 4-117 0,-2 6-168 0,-2 2-99 16,-2-4-348-16,-3 5-343 0,2-9-127 0,-1 1 10 15,-1 7-210-15</inkml:trace>
  <inkml:trace contextRef="#ctx0" brushRef="#br0" timeOffset="2383.62">9219 14414 439 0,'0'-8'1824'16,"-4"0"-1061"-16,8 8-1 0,-4 0-58 0,0 0-341 16,-4 0-131-16,8 0-166 0,-8 0-44 0,-8 3 5 0,12 0-2 15,-5 1 22-15,2 2 17 0,-4-1 36 0,2 4-17 16,-4 4 41-16,6-4 5 0,-5 11 42 0,8-12-30 15,-9 12 130-15,6-6-35 0,-4 7-27 0,5-8-63 16,-1 3 73-16,-9 8-88 0,9-16-40 0,-3 8-46 16,0-3-8-16,4 0-7 0,-10 5-7 0,9-12-17 15,-4 2-40-15,7-6-60 0,-5 11-114 0,5-13-169 16,0 0 100-16,0 9-194 0,0-3-199 0,0-6-105 0,0 0 159 16,0-11-380-16,0 5 198 0,0-5 56 15,0-2 273-15,0 3-357 0</inkml:trace>
  <inkml:trace contextRef="#ctx0" brushRef="#br0" timeOffset="2588.09">9047 14472 1058 0,'0'0'954'0,"-8"-5"-102"16,-1 2 40-16,9 3-19 0,-6-8-168 0,0 2-204 0,6 10-215 15,0-4-24-15,0-4-66 0,0 8-20 0,0-4-47 16,0 0 20-16,0 0 29 0,6 2-25 0,2 1-60 16,-1 5 11-16,5 3 23 0,-7-6-37 0,10 3-31 15,-6-1 4-15,9 9-35 0,-6-8-3 0,8 8-10 16,1-3-7-16,-6 0-5 0,5-2 2 0,-6-2-4 15,11 6 5-15,-8-6-6 0,-2 0-9 0,-6-5-17 0,8 3-91 16,-2-1-160-16,-6-4-153 0,9 3-211 0,-13-5-20 16,10 3-404-16,-3 0-230 0,-8 0 136 0,4-6-187 15</inkml:trace>
  <inkml:trace contextRef="#ctx0" brushRef="#br0" timeOffset="3071.79">9498 14375 672 0,'0'0'940'16,"7"-17"-107"-16,-7 15 31 0,2-12-109 0,-2 12-290 0,-2-4 36 16,-1-7-192-16,-4 10-69 0,-1-7-75 15,-1 7-50-15,0 1 12 0,-6-1-26 0,-2 3-21 0,11 0-48 16,-12 3-6-16,12-1-23 0,-3 1-2 0,-3 0 0 15,4 4 2-15,-1-1 3 0,1 8 3 0,4-12-3 16,-2 11 4-16,0 5 3 0,3-7 6 0,3 0-5 16,-3 2 5-16,3-5-4 0,3 10 3 0,0-7-5 15,3 5 8-15,4 3-9 0,-5-3-1 0,4-6-2 16,9 6-3-16,-4 2-8 0,4-7-25 0,-1-3-23 0,-2-1 3 16,3-1-41-16,5-1-60 0,-2-2 5 0,-9-3 26 15,-1 0-26-15,8-3 2 0,1 1 7 0,-14-1 13 16,14-3-22-16,-8-4 36 0,0-4 20 0,-9 12 30 15,12-16 1-15,-3-6 31 0,-7 6 73 0,2 4-3 16,-5-2 40-16,-2 5 28 0,0-7 57 0,0 3-52 16,-2 6 23-16,-13-11-23 0,6 1 0 0,-6 3-28 0,3 0-22 15,-3 0-9-15,-2 2-22 0,10 10-7 0,-1-5-11 16,-4 0 6-16,-2 3-5 0,14 3-8 0,-15-3-12 16,12 6-3-16,3 0 0 0,-4 0-3 0,-6 0-2 15,10 4-11-15,0-8-17 0,0 10-41 0,-7 3-10 16,7-7-127-16,0-2-5 0,0 5-57 0,0 3 3 15,0-8-114-15,-3 7-138 0,3-1 73 0,0-6-44 0,0 0 38 16,0 0-128-16,-5 8 73 0,5-2 43 0,0-6-159 16</inkml:trace>
  <inkml:trace contextRef="#ctx0" brushRef="#br0" timeOffset="4478.03">6655 16894 84 0,'15'0'1481'0,"-15"0"-643"0,0 0 76 0,0 0-201 15,0 0 12-15,12 0-229 0,-9 0-247 0,-3 0-113 16,0 0-34-16,0 0 15 0,0 0 4 0,-10-6 18 0,8 6-26 16,2 0 23-16,0 0-14 0,-18 0-17 0,18 0-17 15,-14 6 3-15,4-6 5 0,-7 4 73 0,-3 1 13 16,1-1 13-16,7 1 4 0,-20 3 10 0,12-3-56 15,-1 3-25-15,1-1-74 0,-2-1-27 0,5-1-19 16,0 4-7-16,7-9-1 0,-2 4 0 0,7-4-3 16,-7 5-19-16,12-5-95 0,0 0-154 0,0 0-266 0,0 0 41 15,0 0-397-15,0 0-274 0,0 0-9 0,0 0 26 16,12 0-1080-16</inkml:trace>
  <inkml:trace contextRef="#ctx0" brushRef="#br0" timeOffset="4721.37">6973 16984 89 0,'4'0'1519'0,"-2"7"-845"0,4-1 124 0,-6-6-292 16,-3 7 16-16,3 1-229 0,-5 3 123 0,1-4-132 15,-4-1 127-15,-2 8 43 0,2-10-15 0,-6 7 105 16,-1-6-249-16,3 1 26 0,-15 1-61 0,3 2-81 15,19-5-105-15,-16 2 0 0,13-1-37 0,-16 4-35 0,9-5-2 16,6-1-6-16,-3 0-62 0,6-3-252 0,-3 0-84 16,9 0-415-16,-8-16-304 0,8 11-91 0,3-8 15 15,9-3-1262-15</inkml:trace>
  <inkml:trace contextRef="#ctx0" brushRef="#br0" timeOffset="5404.55">7536 16327 336 0,'-6'-3'227'0,"-8"11"21"0,-4-2 93 0,-3 7-39 0,4-8-104 16,-5 8 31-16,0 3 88 0,0-1 20 0,8-6-79 15,-4 4 121-15,1-2-2 0,5-3 2 0,-5 2-1 16,5-7-70-16,-3 5-7 0,-2-2-42 0,7-4-46 16,-2 5 44-16,0-7-35 0,7 4 2 0,-7-2-3 0,12-4-23 15,0 4-14-15,-5 1-24 0,-2-1-14 16,7-2-48-16,0 0-17 0,0 0-41 0,0 0-7 15,0 0-19-15,0 0-9 0,0 2 1 0,12 7 13 0,-7-4-9 16,5 1 17-16,4 4-4 0,-4 6-21 0,-5-11-5 16,16 21-3-16,-13-9-7 0,4 1-2 0,-6-5 1 15,3 5-15-15,-6-5 21 0,6 15 7 0,-9-15-1 0,5 8-2 16,-1 7-5-16,-4-4 5 0,3 0 10 16,0-2-1-16,-1 12-4 0,5-15 5 0,-4 2 7 15,-3-13 1-15,5 11 11 0,-2-6 15 0,1-3 42 0,-2 3-14 16,4 0 49-16,0-5-30 0,2 6 5 0,-4-12-19 15,7 6 12-15,4 1-19 0,-6-7-24 0,0 1-11 16,3-3 11-16,3 0-12 0,-4-3-15 0,10 1-13 0,11-9-2 16,-8 5 0-16,3 1 0 0,-5-3 0 0,0 1 0 15,4-4 0-15,-6 5 0 0,-2-4 0 16,3 2 0-16,-1-3 0 0,-1 4 0 0,-11 1 0 0,13-1 0 16,-9-2-35-16,-7 4-69 0,7 2-141 15,-12 3-69-15,15-7-408 0,-15 7-121 0,5-11-271 16,-2 8 236-16,-3 6-497 0,-3-6-705 0</inkml:trace>
  <inkml:trace contextRef="#ctx0" brushRef="#br0" timeOffset="5622.96">7684 16663 700 0,'-12'-2'2847'0,"12"2"-2045"16,-3 0 415-16,-12-4-193 0,15 4-572 0,-12 4-211 0,6-2-159 15,-12 3 36-15,-4 6-15 0,0-3 10 0,8 2-26 16,-13 1 48-16,10 2-43 0,-1-5-15 0,14-3-20 16,-13 11-23-16,2-10-24 0,10-4-10 0,-4 4-6 15,6-4-45-15,-9 3-64 0,12-5-68 0,0 0-78 16,0 0-353-16,3-7-310 0,-1-1-201 0,10-3 254 16,10-5-227-16,-2 5-696 0</inkml:trace>
  <inkml:trace contextRef="#ctx0" brushRef="#br0" timeOffset="5987">8161 16528 119 0,'3'-3'2312'0,"-3"3"-1537"0,0 0-1 16,0 0-223-16,0 0-69 0,0 0-311 0,0 0-171 0,0 0-14 16,0 0-6-16,0 0 0 0,0 0 3 0,0 0 8 15,0 0 8-15,0 0 6 0,5 11 20 16,-2-9 21-16,-3 9 76 0,0-2 18 0,-5 4 28 0,5-8-35 15,-3 13 61-15,-6 1 44 0,3-6-90 0,-6 7-38 0,10-5-51 16,-1-8-6-16,-6 6-21 0,2 3-97 0,4-13-57 16,-2 13-148-16,-4-9-120 0,9-3-382 0,-6 1 148 15,0-1-324-15,6 0 47 0,-8-4 105 0,1 0 274 16,7 0-529-16</inkml:trace>
  <inkml:trace contextRef="#ctx0" brushRef="#br0" timeOffset="6172.49">8040 16558 466 0,'3'-9'1999'0,"3"3"-844"0,-6 6 37 0,8 0-411 16,-1 0 72-16,-7 0-371 0,15 0-185 0,-13 0-192 15,4 4-32-15,8-4-22 0,1 0-1 0,-6 0-46 16,18 5-7-16,-10-3 1 0,-2 2-10 0,-3 3-18 0,0-1-1 16,8 3-3-16,-8 0 1 0,3-1-8 15,-1 2 17-15,-2-4-25 0,-2 1-105 0,7 4-76 0,-8-9-170 16,-3 7-261-16,-1-9-210 0,7 10-179 0,-12-10 273 15,9 3-151-15,-3 3-543 0</inkml:trace>
  <inkml:trace contextRef="#ctx0" brushRef="#br0" timeOffset="7038.18">9015 16192 1039 0,'-9'6'1525'0,"6"-4"-943"16,6-2 204-16,-3 0-54 0,-8 13-281 0,8-10-294 15,0-3-66-15,0-3-33 0,0 6 14 0,0-6 49 0,0 3-38 16,-3 3 33-16,-6 5-5 0,9-8 18 0,0 0-10 16,0 0 6-16,0 0-21 0,0 0-2 0,2 5 7 15,5 1-11-15,-7-6-13 0,3 5-25 0,5-3 0 16,-8 0 2-16,6-2-14 0,0 4-13 0,-2-4-6 15,13-4 3-15,0 0-6 0,-7 1-11 0,7-3-9 16,0-1 2-16,-7 1-8 0,4-5-12 0,-6-2-17 0,-1 8 1 16,5-8-8-16,0-3 0 0,-7 10 1 0,7-3 0 15,-6-4 14-15,-4 7 2 0,5-2-1 0,-7 8 11 16,0-6 9-16,-3-4 20 0,3 7-28 0,0 3-10 16,-14-8 8-16,-8 8 36 0,14 0-21 0,-13 3-9 15,6 2-12-15,-21 4 52 0,14 1 13 0,4-5-2 16,-3 4 20-16,-3 4 63 0,4-6-4 0,3 1-36 15,2 6 23-15,-4 4 28 0,11 1-59 0,-1-1-13 16,4-5-31-16,-2 11 14 0,7-8 6 0,0 3-4 0,0-4-17 16,15 9 9-16,-3-8-16 0,2 2-10 0,5-5-8 15,4 4-9-15,13 1-3 0,-10-5 0 0,-6-7 0 16,10-1 0-16,6 0 0 0,-7-2 0 0,-6-6 0 16,10 0 0-16,2-1 0 0,-6-5-9 0,-10 1-46 15,6-2-157-15,-3-3-190 0,-8 7-234 0,-2-10-238 16,-6 14 51-16,3-17-369 0,-6 9 71 0,-1-1-95 0,-4-5-336 15</inkml:trace>
  <inkml:trace contextRef="#ctx0" brushRef="#br0" timeOffset="7620.63">9339 15790 63 0,'0'0'837'15,"0"2"-137"-15,0-2-96 0,-5-16 178 0,5 16-372 16,0 0 2-16,-9-8-80 0,6 6-82 0,-4-1-53 16,-1 1-48-16,-4 2 27 0,12 0 10 0,-9 0-61 15,1 0 19-15,8 0-9 0,-12 2-20 0,9-2-36 16,3 0-21-16,0 0-3 0,-12 13-18 0,12-13-10 15,-2 9-13-15,-2 2 10 0,4 2 23 0,0 2 3 16,0-4 2-16,4-1 22 0,1 7 15 0,0-2 36 0,-1-10-45 16,4 12 22-16,2-8 9 0,-1 0 6 0,-4-4-55 15,7 1 6-15,-4-4-15 0,7 3-20 0,-3-2-15 16,7-3-13-16,-2 0-6 0,0-6 3 0,-2 4-2 16,2-6 0-16,-2 3 0 0,6-8 0 0,-18 8 0 15,18-12 1-15,-15 6-4 0,6-2-2 0,-7-3 7 0,-2 12-2 16,1-16 8-16,-8 2 3 0,1 10-2 0,-2-5-5 15,-2 2 10-15,-4-2-4 0,-13-3-4 0,12 9-7 16,-12 1-4-16,-2 1-10 0,6 3-7 0,5 2-3 16,-2 0-19-16,5 5-50 0,-6 3-93 0,9-3-70 15,-11 10-122-15,4-1-210 0,11-8-153 0,-7 3 98 16,4 6-528-16,1-11 316 0,2 7-390 0</inkml:trace>
  <inkml:trace contextRef="#ctx0" brushRef="#br0" timeOffset="8631.92">9481 16697 206 0,'0'0'885'0,"0"0"-310"0,0 0-38 0,0 0-106 16,-3-3 85-16,3 1-173 0,-7-6 44 0,7 8-163 15,0 0 72-15,0 0-30 0,0 0 17 0,0 0-45 16,0 0 29-16,0 0 6 0,0 0 34 0,-5-5 41 16,2-4-4-16,3 13 17 0,0-4-43 0,0 0-4 15,0 0-115-15,0 0-55 0,0-4-53 0,0 8-54 16,0-4-36-16,0-4-1 0,0 8 0 0,0-4 0 0,0 0 0 15,8 13 0-15,-1-6 0 0,-4-1 0 0,3 8 0 16,0-1 0-16,-1-4 0 0,4 11 0 0,-6-16 0 16,9 13 0-16,5-4 0 0,-7-3 0 0,-5-4 0 15,7 5-10-15,-3-6-55 0,-6-1-106 0,-3-4-67 16,5 9-273-16,2-4-77 0,-7-5-239 0,0 0-142 16,0 0 177-16,0 0-240 0,5-3-62 0,2 1 301 15,-7-1-77-15</inkml:trace>
  <inkml:trace contextRef="#ctx0" brushRef="#br0" timeOffset="8823.4">9619 16646 124 0,'0'-2'2138'0,"0"2"-1161"16,0 0-306-16,12-2 325 0,-9 2-273 0,-3 0-450 0,9 8-171 16,-6-6-24-16,5 9-16 0,-1-6-11 0,-5 6-4 15,8-3 31-15,-5 5 12 0,10 8-25 0,-13-13-38 16,8 5-1-16,-5-5-8 0,4 11-24 0,3-6-13 15,-9-5-6-15,9 6-31 0,-7-5-83 0,-2-5-143 16,4 1 9-16,-5 3-312 0,-2-8-202 0,0 0-155 16,0 0 259-16,0 0-406 0</inkml:trace>
  <inkml:trace contextRef="#ctx0" brushRef="#br0" timeOffset="9342.02">9829 17182 1101 0,'2'7'1687'0,"-2"-7"-407"0,6 11-144 0,-2-8-337 16,-4-3-104-16,0 0-105 0,0 0-257 0,0 0-130 15,0 0-30-15,0 0-89 0,0 0-22 0,0 0-39 16,0 0-3-16,0 0-15 0,0 0-5 0,0 0 0 0,0 0 0 16,8 0 0-16,1-3 0 0,-4-5 0 15,5 2 0-15,2-4-2 0,-4 2-26 0,-2 0-9 0,7 1 2 16,-11 1-33-16,10-5-26 0,6-9 11 0,-13 9 19 15,4-8-13-15,3-4-22 0,-4 6 27 0,-1 4 28 16,-4-8-23-16,-1 8-1 0,1 2 4 0,1-4 28 16,-4 6-4-16,3-1 12 0,-6 5 21 0,3-4 25 15,0 9 23-15,0 0 55 0,0 0-13 0,0-2-7 16,0 2-20-16,0 2 20 0,0-4-44 0,0 7-12 0,-7 6-8 16,7 2 12-16,3-5 6 0,4 14 1 0,-2-7 1 15,2 9 31-15,1-3-14 0,1-2 1 0,-4-3-18 16,7 12 23-16,-2-6-13 0,-5-4-11 0,2-5-13 15,1 11 3-15,-2-8-14 0,0-5-15 0,-4-1-57 16,8 4-21-16,-5-4-126 0,-1-2-134 0,1 2-156 16,-2-10-4-16,6 9-604 0,-6-7 27 0,6 1-12 0,-1-1 346 15,2-4-118-15,-1-6-228 0</inkml:trace>
  <inkml:trace contextRef="#ctx0" brushRef="#br0" timeOffset="9519.56">10353 17248 1076 0,'3'2'887'0,"-3"-2"-336"0,-3 0 388 0,-4 11-216 0,-1-6-211 16,-6 5-291-16,-4 4 2 0,-6 1-44 0,0 0 34 0,7-2 4 16,-12 5 187-16,5-3-56 0,1 1 14 0,7-5-106 15,-7 2 55-15,-3 0-52 0,8 0-142 0,9-9-55 16,-15 1-20-16,9 0-78 0,3-2-105 0,2-6-54 16,0 3-265-16,-2-10-564 0,7-3-103 0,2 2-23 15,-1 3 307-15,4-14-1526 0</inkml:trace>
  <inkml:trace contextRef="#ctx0" brushRef="#br0" timeOffset="9985.29">10324 16132 447 0,'-3'-9'566'16,"-1"1"-249"-16,4 11 16 0,-5-9 12 0,-1 4-158 15,-3 2 68-15,-3 0-23 0,0 2 68 0,4-2 52 16,-4 3 21-16,-3 3 5 0,6-4-4 0,-3 7-51 15,4-7-99-15,-11 5 80 0,5 2-96 0,-1-1-33 16,10-6-66-16,-17 9 14 0,5-1-8 0,9-7-53 0,-4 5-32 16,3-2-6-16,-1-2-20 0,2 1-47 0,2-1-23 15,3-4-120-15,-9 0-209 0,12 2-201 0,-3-4-237 16,-11-2-71-16,14 4 32 0,0 0-961 0</inkml:trace>
  <inkml:trace contextRef="#ctx0" brushRef="#br0" timeOffset="10217.67">10450 16224 1325 0,'12'5'1017'16,"-12"-3"-232"-16,0-2 4 0,0 0-83 0,0 0-242 16,-4 6-272-16,-1 1-52 0,-4-1-36 0,-6 2 2 0,12-5-23 15,-14 4 38-15,0 2 98 0,7-4-6 0,-4 5-46 16,2-5 50-16,0 1 30 0,0 1-60 15,6-3-75-15,-3 1-4 0,-2-3-46 0,11-4-117 0,-16 2-86 16,14 2-96-16,2-2-50 0,-8-11-390 0,10 4-148 16,-2 1 66-16,6-9-269 0,0 7 134 0,9-5-603 15</inkml:trace>
  <inkml:trace contextRef="#ctx0" brushRef="#br0" timeOffset="10767.2">10895 15570 1450 0,'0'-11'1028'0,"2"11"-466"15,-7-11 376-15,5 9-330 0,-5-3-243 0,-5-1-190 16,1 6-85-16,-2 0 35 0,2 0-17 0,-12 9-9 15,13-7-27-15,-19 9 17 0,3-3-27 0,1 8-16 16,5-8-9-16,-2 5 30 0,-4-3 3 0,6 1 9 0,-2 4 17 16,4-4 14-16,8-5 30 0,-4 4 8 0,-2-2-30 15,4 1 97-15,5-5-30 0,2-4-1 0,-9 6-41 16,12-6 58-16,0 0-84 0,0 0-20 0,0 0-3 16,0 0-32-16,0 0-3 0,0 0-26 0,0 0-4 15,0 0-6-15,0 0-7 0,0 0-12 0,0 0-4 0,0 0-1 16,0 16 0-16,0-16-1 0,12 13 1 0,-9-8 2 15,9 11-2-15,3-3 4 0,-3 6-1 0,-4-3 1 16,10 5 1-16,-10 0-1 0,4 5 0 0,-6-7-1 16,3 12 1-16,3-7 1 0,-4 0-1 0,1-6-1 15,3 17 2-15,0-11-2 0,0-2 1 0,-4 1-2 16,2-4-1-16,4 5 0 0,-4-6 1 0,-8-10 1 16,10 13-1-16,3 0-1 0,-4-8 3 0,1-2-2 15,-3-2 0-15,3-5 0 0,5 5-1 0,-5-7 0 0,-4 3 0 16,16-5 0-16,-12 0 0 0,0 0 0 0,8 0 0 15,-1-5 0-15,-8 3 0 0,13-7 0 0,-12 5 0 16,5-7 0-16,-5 7 0 0,15-11 0 0,-5 4 0 16,-3 4 0-16,-2-4 0 0,3-2 0 0,2 2-1 15,2-2-23-15,-19 8-41 0,22-14-105 0,-13 5-113 16,-4 10-7-16,7-10-409 0,-9 6-97 0,2 1-128 0,2-6 159 16,-7 2-256-16,2-2 92 0,-7-9-56 0,0 17 422 15</inkml:trace>
  <inkml:trace contextRef="#ctx0" brushRef="#br0" timeOffset="10977.64">11048 15845 300 0,'0'0'1102'16,"-9"-3"-274"-16,1-1-19 0,1 4 2 0,-4-3-53 15,-3 3-204-15,7 0-238 0,-5 5-149 0,-11 0 38 16,11-2-36-16,0 5 93 0,-2-2 38 0,-18 9 79 15,20-8-163-15,-10 4 59 0,14-7-60 0,-6 9-34 16,-1-8-111-16,6 3-11 0,-6 2-23 0,0-2-22 0,6-5-22 16,-3 3-25-16,-3-2-133 0,10-1-276 0,-7 3-181 15,9-10-198-15,-11 4-318 0,14 0-35 0,-7-5 313 16,2 1-221-16</inkml:trace>
  <inkml:trace contextRef="#ctx0" brushRef="#br0" timeOffset="17510.16">11560 15662 89 0,'0'0'407'0,"0"0"-73"0,0 0-22 16,-10-7-7-16,6 7-98 0,8 0 27 0,-8 0-27 0,8 0-107 15,-4 0-54-15,-4-6-19 0,1-1-16 0,3 7-17 16,0 0-17-16,0-4-31 0,0 8-55 0,0-4-76 16,-3-11-59-16,3 5-59 0,0 6-23 0,0 0 23 15,0 0 75-15,-2 0-244 0</inkml:trace>
  <inkml:trace contextRef="#ctx0" brushRef="#br0" timeOffset="18030.78">11952 15594 754 0,'0'0'829'0,"0"0"-151"0,0 0-150 15,0 0 133-15,0 0-93 0,0 0 5 0,0 0-108 16,0 0-223-16,0 0 46 0,0 0 178 0,0 0-78 16,0 0-116-16,0 0 62 0,0-5-4 0,3-3 28 15,-3 8-199-15,-8-3-47 0,-1 1-32 0,1-2-21 16,1 2-28-16,4 2-16 0,-11-2-14 0,2 2-1 15,9 2 0-15,-12-2 0 0,3 2 0 0,-2 4 0 0,-4 2 0 16,9 0 0-16,-3-3 0 0,-5 12 0 0,2-8 0 16,8-3 0-16,-13 7 0 0,6 1 0 0,4-7 0 15,-2 7 0-15,4-9 0 0,-1 3 0 0,6 2 0 16,3-10 0-16,-2 0-2 0,4 0-49 0,-4 0-61 16,2 0-26-16,2 0-174 0,-4 0-245 0,4 0-126 15,-2 0 36-15,0 0-292 0,10-10-89 0,-5 2-204 0,0 3 583 16,7-6-130-16,-2 5-227 0</inkml:trace>
  <inkml:trace contextRef="#ctx0" brushRef="#br0" timeOffset="18286.09">12003 15724 429 0,'12'4'377'0,"-9"-4"-119"0,-3 0 153 0,8 9 68 0,-4-9-37 16,-4 0-199-16,0 0 16 0,3 0 8 0,9 2 63 15,-12-2-144-15,2 0 86 0,-2 0-9 0,0 0 125 16,0 0-114-16,-12 3 92 0,3-3 31 0,1 10 8 16,1-7-108-16,-1 3 100 0,-10 7-46 0,3 0 10 15,10-10-178-15,-13 12 32 0,6-9-50 0,-9 5-45 0,15-9-86 16,-8 9-13-16,-6-4-20 0,5-1-1 0,3-3 0 16,0 2 0-16,5-3 0 0,-3-2 0 0,12 4-5 15,-2-4-40-15,0 0-224 0,0 0-490 0,0 0-221 16,0 0 84-16,-9-14-317 0,9 8 5 0,7-4-1147 15</inkml:trace>
  <inkml:trace contextRef="#ctx0" brushRef="#br0" timeOffset="19301.41">12330 15372 59 0,'0'-2'1043'0,"9"-12"-413"0,-9 14-2 0,6-16 225 15,-6 5-368-15,0 4 15 0,2-9-122 0,-2 5-82 16,3 3-89-16,-6 3 150 0,3-11-86 0,0 16-33 16,-2-10-69-16,2 7 68 0,0 3-82 0,-12-8-42 15,12 8-50-15,-10-5-7 0,2 1 15 0,-6 2 5 16,4 2-27-16,-2 0 30 0,-8 2 8 0,6 2 31 15,11-4-57-15,-18 5 26 0,13 0 6 0,-4 1-4 0,0 4 2 16,5-2-45-16,2 0 8 0,-5 12-3 0,8-6-17 16,-1 7-5-16,3-2-3 0,0-1-9 0,0 0-3 15,3-4-7-15,3 5 1 0,0-4-8 0,-1-6-2 16,4 6-1-16,3-4-1 0,6 0-3 0,-6-4 0 16,-3-4-4-16,8 0-5 0,1-3-35 0,-4 0-10 15,8-6 10-15,-14 1-40 0,16-8-15 0,-7-2-24 0,-2 0 28 16,-3 0 9-16,-3-1 13 0,-1-6 13 0,1 0 23 15,-9 8 26-15,3-2 14 0,-6 2 7 0,1-12 6 16,-5 8 3-16,2 2 13 0,-7 0 5 0,9 8 15 16,-9-8 7-16,0 2 92 0,7 7-4 0,-7-1 9 15,12 8-38-15,-15-11 55 0,15 11-18 0,0-2-63 16,-12-3-47-16,12 5-5 0,0-3-12 0,0 6-18 0,0-3-3 16,0 0 0-16,0 0 0 0,9 11 0 0,-3-4 0 15,-4-5 0-15,17 11 0 0,-4 4 0 16,2-1 0-16,-5-8 0 0,5 8 0 0,7 2 0 0,-4 6 0 15,-5-9 0-15,2 7 0 0,5 0 0 0,-2 0 0 16,-6-8 0-16,5 2 0 0,-4 2 0 0,-5 2 0 16,0-5 0-16,-4 3 0 0,0-2 0 0,-6 14 0 15,0-10 0-15,0 2 0 0,-6-1 0 0,-3 8 0 16,2-11 0-16,-3 9 0 0,-2-3 0 0,-6 2 0 0,4-4 0 16,2-7 0-16,-12 3 0 0,0-1 0 0,4-6 0 15,5-9 0-15,-6-2-9 0,-9-2-124 0,8-2-98 16,10-1-32-16,-10-5-265 0,5-8-399 0,2-9-277 15,6 8 314-15,4-12-202 0,-1 1-196 0</inkml:trace>
  <inkml:trace contextRef="#ctx0" brushRef="#br0" timeOffset="19885.83">12648 15361 847 0,'-3'-8'1136'0,"0"-5"-348"0,3-3 234 0,-2 8-302 0,2-10-174 15,-3 9-263-15,3-4-40 0,-4 0-30 0,4 13-39 16,0-7-38-16,-3-2 77 0,3 9 119 0,0 0-90 16,0 0-79-16,0 0 23 0,0 0-42 0,0 0-8 15,0 0-91-15,0 0-29 0,0 0-2 0,0 0 4 16,10 6-2-16,-5 4 8 0,4 1 9 0,3-1 10 16,-9-5-11-16,12 14 17 0,-1-5 5 0,10-1 1 0,-6 2-11 15,-6-1-21-15,5 1-5 0,7 4-9 0,-7-1-11 16,-5-4-4-16,0 1-2 0,8 4 2 0,2 8 10 15,-14-14 5-15,6 5 5 0,1 4 1 0,-3-4 8 16,-7-4-10-16,2-9-2 0,2 16-6 0,-3-11-5 16,-4-4 1-16,5 1-1 0,-4-3-4 0,9 3 10 15,-10-5-1-15,4-2 2 0,3 0 0 0,-1 0-1 0,4-2-5 16,-3-3-4-16,-3-1-1 0,0-7-1 0,2-10 2 16,-1 4 9-16,-4-5 5 0,-3-10 6 0,2 2-1 15,-4 12-5-15,2-13 3 0,-6-6-1 0,2 4-13 16,2 11 0-16,-4-16 0 0,4 7 0 0,-2-13 0 15,4 20 0-15,-3-8 0 0,0-1 0 0,-2 9 0 16,1 13 0-16,1 4 0 0,1-11 0 0,2 20 0 0,-10-11 0 16,10 9 0-16,0 2 0 0,0 0 0 0,0 0 0 15,0 0-2-15,-2 0-45 0,2 7-110 0,-3-1-107 16,3 3-25-16,3 2-218 0,-3 5-217 0,0 8-444 16,0-22 397-16,5 26-296 0,-5-13 118 0,4-4 136 15,1 5 174-15</inkml:trace>
  <inkml:trace contextRef="#ctx0" brushRef="#br0" timeOffset="20187.02">13217 15539 41 0,'3'15'844'15,"-1"-7"-557"-15,1-5 114 0,-3 0 53 0,0 1 15 16,0 5-125-16,0-9 226 0,0 0-107 0,-15 2-22 16,10 1-104-16,-4 0 171 0,1 4-160 0,-7-1-67 15,8-3-56-15,-13 10 78 0,-9-2 76 0,0-2-74 16,5 0-65-16,-18 2 79 0,4 2-40 0,6-2-123 16,8-1-80-16,-8 4 19 0,5-7-69 0,10 6-26 0,-5 0 0 15,5-2 0-15,0 2 0 0,7-4 0 0,-4 4 0 16,8-6-4-16,-6 1-67 0,3 1-131 0,9-4-334 15,0-5-178-15,-5 8-198 0,5-3-219 0,0-5-65 16,0 0 345-16,0 0-384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2:59:28.3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27612 1430 569 0,'0'0'3930'0,"0"0"-2514"0,9 6-203 16,-6-3-201-16,-3-3-961 0,0-3-51 0,0 6 0 16,3 2 0-16,3 3 0 0,-6-8-7 0,0 0-74 15,-2 0-189-15,-13 0-214 0,15 0-94 0,-9-5-489 16,-1-3-146-16,2 3 17 0,6-3-35 0</inkml:trace>
  <inkml:trace contextRef="#ctx0" brushRef="#br0" timeOffset="1412.22">27173 1828 478 0,'-5'8'630'0,"5"-8"-212"0,0 0 57 15,-3 7 43-15,-1-1-31 0,4-1-188 0,4 3-57 16,-4-8 3-16,3 14-40 0,0-12-2 0,-3 9-76 15,0-6-34-15,0 3-31 0,0 3-12 0,0 2-11 16,-3-8-6-16,0 3 11 0,-1 8-9 0,-4-3 37 16,-6 9-1-16,4-9-3 0,2 0-15 0,-13 3 25 0,-6-1 53 15,5 3-16-15,3-7-28 0,-10 2 32 0,-13 4 39 16,5-4-18-16,3-3-33 0,-7 1 15 0,-6-3 5 16,-6-3 44-16,18-3-38 0,-13 2 64 0,7-8-1 15,-11 2 84-15,11-3-43 0,9 3-65 0,-4-9 38 16,1 2-53-16,-6-11-4 0,17 7-76 0,-3-4-24 15,0-3-31-15,3-7-20 0,9 6-2 0,-2-6 0 0,5 3 0 16,1-5 0-16,2 3 0 0,0-3 0 0,1 8 0 16,1-3 0-16,4 13 0 0,1-2 0 0,-1-1 0 15,3-6 0-15,3 9 0 0,-3 3 0 0,2-5 0 16,-2 13 0-16,0 0 0 0,0 0 0 0,0 0 0 16,3-3 0-16,9 1 0 0,-12 2 0 0,9 5 0 15,-3-3 0-15,8 6 0 0,-7-5 0 0,13-1 0 16,-5 2 0-16,2-2 0 0,7-2 0 0,0 0 0 0,-1-2 0 15,1-2 0-15,3-1 0 0,-3 3 0 0,5-6 0 16,-2 5 0-16,-10 1 0 0,6-4 0 0,-9 3 0 16,-2 1 0-16,-8 2 0 0,11 0 0 0,-15 0-1 15,0 0-1-15,0 0 0 0,0 7 1 0,-7 2-1 16,-5 1-1-16,-8-1 1 0,6 4 2 0,-13 3-4 0,0-3 1 16,3-2 2-16,10 2-1 0,-13 5 2 15,-5 3-1-15,3-3 0 0,9-4 4 0,-7 5 1 0,-3 4-2 16,-3-7-1-16,16 0 1 0,-7 2 0 0,4 1 0 15,-10 5 0-15,9-14-1 0,-4 7-1 0,1-2 1 16,-3 1 0-16,3-5-1 0,4-7-2 0,-4 7 0 16,9-5 3-16,-9-3 0 0,16-1-1 0,-18-4 1 15,16-1-1-15,-16-10 3 0,20 13-1 0,-14-19-2 16,-1 3 0-16,1-5 0 0,8 5 0 0,-5-6 0 0,-2 0 0 16,4-5 0-16,3 3 0 0,-2-6 0 0,-1-1 0 15,4-6 0-15,2 13 0 0,0-13 0 0,1-3 0 16,1-7 0-16,4 10 0 0,3 11 0 0,0-9 0 15,0 0 0-15,3 6 0 0,-3 8 0 0,0-2 0 16,3-4 0-16,-6 6 0 0,3 8 0 0,3 4 0 16,-6-11 0-16,6 1 0 0,-3 14 0 0,0-6 0 0,0-2 0 15,4 13 0-15,-4 0 0 0,0 0 0 0,0 0 0 16,-4 0 0-16,4 0 0 0,4 0 0 0,-8 0 0 16,4 2 0-16,0 9 0 0,-3 2 0 0,3-2 0 15,0 13 0-15,0 0 0 0,0-6 0 0,3 4 0 16,-3 0 0-16,4 8 0 0,-2-12 0 0,1 4 0 15,-3-2 0-15,3 4 0 0,-1-2 0 0,-2 7 0 0,4-3 0 16,-4 7 0-16,0-9 0 0,3 2 0 0,-3 5 0 16,3 4 0-16,-1-17 0 0,-2 4 0 0,0-2 0 15,0 6 0-15,-2-6 0 0,-4 1 0 0,0-5 0 16,-6 4 0-16,1 4 0 0,-1-11 0 0,0 3 0 16,-10 3 0-16,5-6 0 0,0-2 0 0,-1 2 0 15,-3 1 0-15,-11-4 0 0,12-2 0 0,-7 0 0 16,-6 3 0-16,1-9 0 0,8 1 0 0,-3-6 0 0,2 1 0 15,-11-4 0-15,16-1 0 0,-7-4 0 16,1-2 0-16,-13-7 0 0,19 11 0 0,-9-10 0 0,-1 3 0 16,0 3 0-16,12 2 0 0,1 3 0 0,12 3 0 15,-11 0 0-15,-2 5 0 0,16-4 0 0,-10 4 0 16,-6 0 0-16,9 4 0 0,1 1 0 0,-11 13 0 16,8 1 0-16,2 3 0 0,0-4 0 0,3 8 0 0,-3 9 0 15,6-6 0-15,1-8 0 0,-1 10 0 0,3 7 0 16,5-12 0-16,-2-8 0 0,1 14 0 0,7-3 0 15,-5-7 0-15,0-9 0 0,3 11 0 0,-1-8 0 16,-8-9 0-16,7 10 0 0,-7-17 0 0,8 13 0 16,-8-11 0-16,12 1 0 0,-8-1 0 0,7-7 0 15,-2-1 0-15,8-9 0 0,-14 10 0 0,24-19 0 0,-15 6 0 16,0 1 0-16,-7 10 0 0,10-20 0 0,-6 8-2 16,-6 1-3-16,-3 3-1 0,-3 1-2 0,-6-7 2 15,9 12-1-15,-8-9 2 0,-10 5-2 0,-3 2 1 16,4 3 2-16,-7 3-2 0,1 3-1 0,-4 7-1 15,-6 1 1-15,-5 3 1 0,17-3 5 0,-8 5 4 16,-1 2 2-16,4 0 3 0,2 1 5 0,4 1 2 16,5 1-1-16,-2 8-1 0,7-3-6 0,1 0 0 0,1 5-2 15,5 7-4-15,-1-15-1 0,4 14 0 0,7-6 0 16,-4 1 0-16,2 2 0 0,2 3 0 0,-2-3 0 16,2 8 0-16,-2-8 0 0,-2 2 0 0,-3 1 0 15,4 8 0-15,-4-11 0 0,0-5 0 0,-4 2 0 16,4 1 0-16,0 7 0 0,0-16 0 0,0 9 0 0,-3-6-14 15,3-7-216-15,-3-4-54 0,1 4-293 16,2-10-344-16,-7 5-277 0,2-4-15 0,-10-3 25 0,6-7-430 16</inkml:trace>
  <inkml:trace contextRef="#ctx0" brushRef="#br0" timeOffset="1831.1">23989 1786 1150 0,'0'-22'1548'0,"-4"6"-1068"0,1-3 177 16,-2-1-151-16,-7-4-279 0,3 6-8 0,3-1 77 15,-8-3 78-15,4 2 94 0,5 11 30 0,-7-6-36 0,9 6-54 16,-3-9-80-16,0 13-120 0,1-1 30 0,5 6-154 16,0 0-48-16,0 0-32 0,-4 6-4 0,1 2 0 15,3 7 0-15,0-9 0 0,3 25 0 0,4 2 0 16,-5-2 0-16,4 6 0 0,-2-4 0 0,4 22 0 15,1-13 0-15,-4 3 0 0,2-13 0 0,1 13 0 16,7 0 0-16,-6-6 0 0,0-12 0 0,2 12 0 16,1 7 0-16,-3-13-1 0,-3-9-17 0,3 5-94 0,0-5-227 15,-3 0-406-15,-4-15 166 0,5 1-429 0,-2-7-192 16,-5-1 21-16,3-2 364 0,6 0-1031 0</inkml:trace>
  <inkml:trace contextRef="#ctx0" brushRef="#br0" timeOffset="2085.42">24057 1193 1729 0,'-4'-9'2511'0,"-8"-9"-1600"0,4 16 128 16,-7-4-285-16,-6 1-678 0,13 3-77 0,-19 2 1 15,6 0 0-15,1 0 1 0,13 2 0 0,-10 1-2 0,-3 5-1 16,8-1-3-16,7-4-1 0,-5 7-5 15,-2-1 2-15,7 2-3 0,1-4 6 0,-4 1 3 0,1 3 3 16,5-4 2-16,2-7 1 0,-6 19 2 0,0-5 0 16,6-4-3-16,-6 4-9 0,4-7-19 0,-1 6-58 15,-1 6-64-15,-4-6-92 0,4-8-32 0,-4 14-327 16,1-5-232-16,-7 4-140 0,-1-5 135 0,-2 0-180 0,2 3-573 16</inkml:trace>
  <inkml:trace contextRef="#ctx0" brushRef="#br0" timeOffset="2480.36">23305 2056 328 0,'-12'0'577'0,"-3"0"-281"0,15 0 55 0,-15 0 72 15,13 0 0-15,2 0-96 0,-12 0 35 0,9 0 23 16,3 0 20-16,0 0 26 0,0 0-182 0,0 0-4 15,-3 0-60-15,9 0-68 0,6 2-59 0,0 9-16 16,-7-6-6-16,10 10 1 0,-3-6-11 0,9 15 7 16,-1-4-9-16,-5-3 0 0,-3-8-5 0,2 8 9 0,4 7 7 15,-6-6-11-15,-3-5-6 0,-1 5 5 0,-1 4-2 16,-5 0-3-16,-4-7-8 0,-5 7 3 0,2-7 3 16,-7 9 20-16,-3-6 23 0,0-4 51 0,-9 5 106 15,-8-4 66-15,-6 3 76 0,8-7-91 0,-16 2 87 16,-5-2-27-16,-10 0-58 0,17-4-158 0,-12-3 13 15,0-2-69-15,-13-10-41 0,28 3-14 0,-8-6 0 0,-7-10 0 16,12 3 0-16,14 2 0 0,-8-10 0 0,6-2 0 16,1-8 0-16,16 17 0 0,1-10 0 0,3 0 0 15,7-10 0-15,4 9 0 0,4 9 0 0,1-5 0 16,13-9 0-16,-1 11-47 0,-1 6-131 0,7-6-253 16,1 2-300-16,8-2-530 0,-8 4 199 0,2-4-152 15,1 5-1428-15</inkml:trace>
  <inkml:trace contextRef="#ctx0" brushRef="#br0" timeOffset="2651.9">22961 1788 1011 0,'0'0'3994'0,"0"0"-2781"0,0 0-303 0,0 0 153 16,0 0-1063-16,0 0 0 0,0 0 0 0,0 0 0 16,0 0 0-16,0 0 0 0,0 0 0 0,0 0 0 0,0 0 0 15,0 0 0-15,0 0 0 0,0 0 0 0,0 0-15 16,0 0-96-16,0 0-85 0,0 0-251 0,0 13-141 15,2-10-528-15,-2 5-29 0,3-3 251 0,-3-5-208 16,-8 6 185-16,1-6-439 0</inkml:trace>
  <inkml:trace contextRef="#ctx0" brushRef="#br0" timeOffset="4114.99">21552 2534 2535 0,'3'0'1333'0,"-3"0"-855"0,0 0-3 0,-15 0-900 15,15 0-393-15,-3-8 174 0,-2 1-211 0,8-12-106 16</inkml:trace>
  <inkml:trace contextRef="#ctx0" brushRef="#br0" timeOffset="4277.56">21569 2240 2627 0,'0'0'1519'0,"0"0"-231"0,-2-10-108 16,2 7-479-16,0 3-448 0,0 0 49 0,0 0-140 16,0 0-56-16,0 0-63 0,0-2-33 0,-8-7-10 15,8 9 0-15,0 0 0 0,0 0 0 0,0 0 0 16,0 0 0-16,0 0 0 0,0 0-17 0,0 0-186 15,0 0-377-15,0 0-161 0,0-2-103 0,-10-6-370 16,-2 3 0-16,-2-4-1799 0</inkml:trace>
  <inkml:trace contextRef="#ctx0" brushRef="#br0" timeOffset="5365.65">11840 2502 1028 0,'0'0'1359'0,"0"0"-344"16,7 13 128-16,-11-15-37 0,4 2-534 0,4 2 31 15,-8-4-55-15,8 4-208 0,-4-2-118 0,0 0-34 16,-12-13-125-16,12 11-59 0,3-7-4 0,-1 0 0 16,1-5 0-16,1-2 0 0,-1 11 0 0,-1-13 0 0,8 5 0 15,4-15 0-15,-2 15 0 0,3-5 0 0,2 5 0 16,-2-3 0-16,9-3 0 0,-6 9 0 0,-1-7 0 15,7 7 0-15,3-4 0 0,-7 5 0 0,6 3 0 16,-2 3 0-16,3 3 0 0,-7 5 0 0,7 1 0 16,-1 5 0-16,1 5 0 0,-10-6 0 0,13 11 0 15,-4 3 0-15,4 0 0 0,-10-6 0 0,9 9 0 16,7 5 0-16,-9-8 0 0,-7-4 0 0,9 4 0 0,2 0 0 16,1 0 0-16,-10-13 0 0,0 0 0 0,7-2 0 15,7-5 0-15,-13-4 0 0,-2 0 0 0,9-6 0 16,2-5 0-16,-3-2 0 0,-8 3 0 0,2-9 0 15,4-1 0-15,9-13 0 0,-19 15 0 0,7-6 0 16,-4 0 0-16,-3 0 0 0,-2 6 0 0,-3-1 0 16,-5 3 0-16,-7 8 0 0,8-5 0 0,-11 13 0 15,6-3 0-15,3-7 0 0,-6 10 0 0,0 0-17 0,0 0-166 16,-4-3-153-16,8 6-110 0,-10 0-33 0,-2 7-689 16,-2 1-14-16,1-3 6 0,-3 5 427 0,-3 3-1234 15</inkml:trace>
  <inkml:trace contextRef="#ctx0" brushRef="#br0" timeOffset="5660.87">12574 2635 139 0,'-12'0'2380'0,"7"0"-1344"0,-5 0-29 15,8-3 43-15,-13 0-245 0,15 3-411 0,-3 0 75 0,-6-2-175 16,9 2-29-16,0 0-120 0,0 0-4 0,0 0-98 15,0 0-34-15,-5 2-4 0,-5 1-2 16,8 7-3-16,-1-1 0 0,0 2 1 0,-1 4 1 0,2 14-2 16,-1-5 1-16,-2 0-1 0,-5 0 2 0,1 5-2 15,-3 13 0-15,7-3 0 0,-7-6 0 0,0 9 0 16,1 6 0-16,2-11 0 0,2-6 0 0,2 6 0 16,2 3 0-16,3-9 0 0,0-9 0 0,3 7 0 0,9-5 0 15,2-3 0-15,-4-8 0 0,10 1 0 0,4-4 0 16,20-7 0-16,-10-3 0 0,2-3 0 0,8-5 0 15,13 0-65-15,-4-6-318 0,-16 5-95 0,14-10-344 16,0 1-338-16,-2-6-53 0,-20 8 302 0,25-8-2098 16</inkml:trace>
  <inkml:trace contextRef="#ctx0" brushRef="#br0" timeOffset="6117.64">14628 2708 1744 0,'0'0'821'0,"0"0"-230"0,-12 6 226 16,6-3-105-16,-12 5-64 0,1-5-383 0,8-3 53 0,-21 4 9 15,1-1 102-15,0-3-20 0,5 3-167 0,-3-3 46 16,-2 0-40-16,-15 0-15 0,21 3-164 0,-6-3-40 16,2 2-28-16,-12 1-1 0,22-3 0 0,-10 2 0 15,6-2 0-15,6 0 0 0,3 0 0 0,-2-2 0 16,11 2 0-16,3-3 0 0,0 3 0 0,0 3 0 16,0-3 0-16,0 0-64 0,0 0-127 0,0 0-242 0,0-3-227 15,3 6-264-15,11 3 62 0,1-4-649 0,-8-2 375 16,10 2-392-16</inkml:trace>
  <inkml:trace contextRef="#ctx0" brushRef="#br0" timeOffset="6327.08">14536 2941 117 0,'10'6'2335'0,"-5"1"-1338"0,-5-7-212 0,0 0 361 15,0 0-181-15,0 0-209 0,0 0-414 0,0 0 5 16,-3 0-130-16,-17-4-49 0,8 1-152 0,-12 3-16 15,0 3 0-15,2 1 0 0,-12 0 0 0,5-2 0 16,0 3 0-16,-1 4 0 0,4-5 0 0,-6 2 0 16,8 2 0-16,1-6 0 0,2 2 0 0,6-4-59 0,-9 2-201 15,16-4-329-15,-4 2-363 0,3-11 71 0,3-2-636 16,6 2 212-16,0-13-1180 0</inkml:trace>
  <inkml:trace contextRef="#ctx0" brushRef="#br0" timeOffset="6946.42">16099 1637 442 0,'0'-13'1836'0,"0"-1"-829"0,2 14-347 0,-2 0 268 15,-2-10-242-15,2 7-37 0,0 3-313 0,-3 0 92 16,3-5-53-16,-4-3-70 0,1 6-78 0,6 4-106 16,-3-2-67-16,-3-2-35 0,3 2-11 0,3 2 1 15,-3-2-8-15,0 13-5 0,4-10 1 0,-4 13 2 16,0 11 11-16,-4-3-4 0,4-6-1 0,-3 11 2 0,1 5 4 16,-1-5 0-16,-4 4-3 0,5-7-4 0,-6 5 2 15,-9 11 6-15,3-2-3 0,3-13-5 0,-10 9 0 16,-9 10 1-16,6-11 0 0,7-9-4 0,0 5-1 15,-7 4 0-15,-3-1 0 0,15-15 0 0,1 5 0 16,-3-4 0-16,2 7 0 0,9-21 0 0,-4 9 0 16,5-6 0-16,-1 0 0 0,3-9 0 0,3 17 0 15,-3-17 0-15,14 3 0 0,1-1 0 0,-3 0 0 0,12-2 0 16,1 3 0-16,6-3 0 0,1-5 0 0,0 7 0 16,0-2 0-16,2-2 0 0,-8 4 0 0,14 1 0 15,-4 0 0-15,-1 0 0 0,-2-1 0 0,9 1 0 16,14 3 0-16,-10-4 0 0,-14 0 0 0,19-2 0 15,-7 6 0-15,-5-6 0 0,-10 3 0 0,6-3 0 0,6 2 0 16,-12 1 0-16,1-3 0 0,-9-3 0 0,6 1 0 16,-12-1-5-16,-1-7-107 0,-8 4-91 0,8-5-306 15,-7-2-352-15,-2-19-608 0,-7 19 559 0,-1-2-298 16,-6-5-1158-16</inkml:trace>
  <inkml:trace contextRef="#ctx0" brushRef="#br0" timeOffset="7382.26">16906 2708 1489 0,'-10'14'990'15,"10"-11"-300"-15,-10 2 1 0,3-3-186 0,-10 4-226 16,-5-3-138-16,2 2-63 0,3-3-25 0,-19 4 67 15,7 5 46-15,-6-4 48 0,5 1-7 0,-18 3 135 16,-5 5 44-16,-3-3 17 0,9-2-99 0,-21 2 40 16,-20 0-20-16,12 0-145 0,14-5-64 0,-14 2 1 15,-13-4-69-15,7 4-39 0,11-4-8 0,20-4 0 0,-19 7 0 16,20-7 0-16,0 1 0 0,20-1 0 0,-6 4 0 16,7-6 0-16,18 2 0 0,2-2 0 0,-3 0 0 15,15 0 0-15,-3-2-54 0,6-6-104 0,0 3-417 16,23-6-190-16,-2 3-648 0,-10 0 503 0,10-2-303 0,-1-1-1302 15</inkml:trace>
  <inkml:trace contextRef="#ctx0" brushRef="#br0" timeOffset="8182.12">16063 3314 694 0,'12'-7'2772'15,"-12"7"-1858"-15,12-11 0 0,-12 11-205 0,0-2-556 16,9-6-141-16,-6 8-2 0,-3 0-1 0,-3 0 2 16,6 0 0-16,5 2-1 0,-2-2 7 0,-6 13 9 15,3-2 3-15,-3 0 6 0,0 13 2 0,3-6 20 16,-3 1 21-16,0 4-1 0,2-2 3 0,-2 3-1 0,4 8-5 16,-4 2-12-16,-4 4-13 0,4-7-23 0,-2 22 21 15,-1-8 4-15,-2 0 5 0,-2-13-15 0,2 10 12 16,-2 4 3-16,-1-4-11 0,1-14-24 0,5 7-9 15,-4-4-10-15,4-4 1 0,-2-3 3 0,1-5 0 16,3-9-1-16,0 0 1 0,0-10 2 0,0 16 38 16,0-16 28-16,0 0 20 0,0 0-22 0,-3-10 23 0,1 0 13 15,-8-19-8-15,5 5-34 0,-2 5-34 0,4-10-5 16,-2-8-2-16,1-8 7 0,1 19-14 0,1-11 4 16,-1-9-12-16,3 2-5 0,0-2-4 0,-3-1 0 15,6 2-1-15,-3-6 0 0,0 14 0 0,3-16 0 16,2 9 0-16,2 7 0 0,-2 10 0 0,7-8 0 15,6 2 0-15,-4 9 0 0,1 7 0 0,6-3 0 0,3 0 0 16,-1 5 0-16,1 8 0 0,-9 1 0 0,9 1 0 16,5 5 0-16,-6 2 0 0,-9 3 0 0,10 3 0 15,0 1 0-15,-1 4 0 0,-8-6 0 0,-1 6 0 16,2 7 0-16,2-2 0 0,-13-3-2 0,7 4 1 16,-7-1-2-16,2 4-2 0,-4-4 0 0,-3 1-2 15,-3-1 0-15,0 4 1 0,-6-4-1 0,-3 1 3 0,-3 1 4 16,1 0 1-16,-10 4 1 0,6-9-1 15,-4 6 4-15,0-5-3 0,-2 2-5 0,7-4 1 0,-3-1 2 16,5-5 2-16,3-1 2 0,3 2-1 0,-8 4 6 16,10-2-1-16,4 0-1 0,6 4-2 0,4-4-2 15,-2 13-3-15,7-8 0 0,0-6 0 0,12 8 0 16,-4 0 0-16,7-4 0 0,-1 0 0 0,16-4 0 16,4 6 0-16,-4-6 0 0,-13-2 0 0,12 3 0 15,15 2 0-15,-17-2 0 0,-2 2 0 0,-6-3 0 0,9 4 0 16,2 0 0-16,-13-5 0 0,-8-3 0 0,9 5 0 15,-16-6 0-15,13 3 0 0,-24-5 0 0,11 7 0 16,-4-2-36-16,-10 0-129 0,2-1-87 0,-4-7-284 16,-5 15-329-16,-1-13-280 0,-4 0-67 0,-15 1 42 15,7-6-586-15</inkml:trace>
  <inkml:trace contextRef="#ctx0" brushRef="#br0" timeOffset="10195.91">28629 5486 157 0,'4'9'666'0,"-4"-9"-354"0,2 11-34 0,1-9 70 15,-6-2-111-15,6 2-45 0,-3 12-40 0,0-12 64 16,-5 9 103-16,-2-3-33 0,2-3-47 0,-10 3 88 16,0 1 69-16,-11 0-147 0,8-3-70 0,-3-1 35 15,-6 1-5-15,-5-1 0 0,-4 0 39 0,11-2-72 0,-2-3 102 16,1-3-10-16,-1 0 87 0,9 1-130 0,4 2 78 15,2-5-45-15,0-3-21 0,-3-5-98 0,12 4 4 16,-1-4-48-16,4-5-30 0,0 5-47 0,4 0-10 16,11-7 2-16,-7 11 1 0,4 0-4 0,12-6 5 15,0 6-5-15,-4 5-6 0,-2 4-4 0,15 0-13 16,-8 2 2-16,6 6-2 0,-11-5 4 0,7 4-1 16,5 6 4-16,-6 0 6 0,-2 4 2 0,-9-4 0 0,8 14-1 15,-9-3 1-15,1 2-1 0,-8-8 0 0,2 17-3 16,-9-6 4-16,0-3 1 0,-7-2 2 0,-2 7 4 15,-6 2 0-15,1-9 1 0,-4-4-1 0,-2 4 0 16,-9 9 0-16,8-15-8 0,3-5-11 0,-8 5-58 16,-4-1-69-16,-2-2-260 0,14-8 19 0,-12-1-395 15,-2 5-340-15,3-8-43 0,-3-3-68 0,5-5 63 0</inkml:trace>
  <inkml:trace contextRef="#ctx0" brushRef="#br0" timeOffset="10385.4">27453 5908 214 0,'-24'2'3629'0,"22"-2"-2554"0,-10 2 138 16,12-2 212-16,0 0-889 0,0 0-437 0,0 0-99 16,0 0 0-16,0 0 0 0,0 0 0 0,0 0 0 15,0 0 0-15,0 0-28 0,0 0-42 0,0 0-311 16,0 0-225-16,0 0-224 0,-3 0 2 0,-5 9-380 15,8-9 21-15,-4 0-210 0</inkml:trace>
  <inkml:trace contextRef="#ctx0" brushRef="#br0" timeOffset="10744.46">27136 5598 731 0,'-7'-5'2544'16,"7"5"-1387"-16,0 0 123 0,0 0-463 0,0 0-581 15,0-3-158-15,0 6-57 0,0-6-18 0,-2 6-11 0,2 13-12 16,2-9 1-16,1 6 6 0,-3 0 7 16,4 4-6-16,-4 7-1 0,0-17 4 0,0 15 4 0,-4-2 1 15,1 0-2-15,1-7 7 0,-4-2 9 0,-6 2 12 16,0-2 13-16,-2-7-2 0,2 1-17 0,-15-1 5 16,3-4-7-16,-5-4 4 0,6-3 9 0,4-4-11 0,-16-7 25 15,3-1 53-15,3-3 73 0,8 2-28 0,-14-12 83 16,6 0-60-16,2 0-6 0,8 1-45 0,-1-9-11 15,-1-13-68-15,6 3-30 0,5 13-2 0,-2-11 0 16,0-12 0-16,0 3 0 0,6 18 0 0,-3-16 0 16,4 2 0-16,-2-16 0 0,7 32 0 0,0-11 0 15,0 6 0-15,0-1 0 0,3 20 0 0,-3 6 0 0,0 10 0 16,4-6 0-16,-4 13 0 0,0 0 0 0,0 0 0 16,0 0-46-16,0 5-121 0,-4 10-183 0,-4 5-278 15,-7 6-203-15,3 5-247 0,-5-7 168 0,-10 16-396 16,0-1-526-16</inkml:trace>
  <inkml:trace contextRef="#ctx0" brushRef="#br0" timeOffset="11344.86">26222 5119 1993 0,'-9'3'2742'0,"6"-3"-1549"0,-6 6-300 0,9-4 91 16,0-2-737-16,0 0-255 0,-6 13 0 0,6-10 2 15,0 10 4-15,0 0-1 0,6 13 1 0,0-10 1 0,6 8-1 16,0 0-1-16,-1 7 1 0,8-1-1 0,-5 1 4 16,1 4 1-16,0-1 3 0,-7-4-2 0,7 7 5 15,-6 3-6-15,-4-7 1 0,2-6-4 0,-2 5 0 16,-2-3-1-16,-3 8-1 0,-3-13 0 0,1 10 3 16,-8-10-3-16,2 0-1 0,-4 0 1 0,-2-3-1 15,1 2-1-15,-1-4 1 0,-10-6 2 0,6-2 5 0,-6 2 2 16,2-5 1-16,-2-5 2 0,0 0-1 0,-2-6 3 15,-10-5 13-15,12-3 0 0,4 4-6 0,-9-6 4 16,5-7 0-16,1-4 4 0,7 9-13 0,-1-3-5 16,5-4-5-16,1 1-2 0,5 7 0 0,3 4 0 15,-2 0 0-15,5-1 0 0,0 11 0 0,0-2 0 16,2-9 0-16,-2 11 0 0,0 0 0 0,3 0 0 16,9 2 0-16,-4 7 0 0,-4-4 0 0,7 8 0 0,-7-2 0 15,-2-4 0-15,6 12 0 0,-8-6 0 0,0 16 0 16,0-7 0-16,-5-7 0 0,2-10 0 0,-3 19 0 15,-2-5 0-15,1-12 0 0,-4 7 0 0,-1-8 0 16,-2 4 0-16,-20-2 0 0,17-2 0 0,-10-10 0 16,5 2 0-16,-12-6 0 0,17 0 0 0,-12-3 0 15,-1-4 0-15,4-3 0 0,-1-6 0 0,7 2 0 16,-4-7 0-16,6-6 0 0,-3-7 0 0,9 14 0 0,-3-16 0 16,5-2 0-16,-2-7 0 0,0 7 0 0,5-7 0 15,-1-5 0-15,-1 0 0 0,1-1 0 0,-2 4 0 16,1 0 0-16,1 7 0 0,1 11 0 0,-5-19 0 15,7 28 0-15,-4 1 0 0,1 8 0 0,5 3 0 16,-4-2 0-16,2 10 0 0,-2 0 0 0,7 8 0 16,0-5 0-16,-12 0 0 0,12 5 0 0,-5 5-1 15,5 3-50-15,0 8-334 0,0 10-89 0,3-8-32 0,3 9-379 16,0-3-241-16,3 10-381 0,-1-13 679 0,11 3-1146 16</inkml:trace>
  <inkml:trace contextRef="#ctx0" brushRef="#br0" timeOffset="11516.39">25795 5387 1491 0,'8'15'2268'0,"-5"-15"-1602"0,-3 0 224 15,-3 0-352-15,6 0-401 0,-3 0-124 0,9 5-4 16,-6-2 4-16,6-3-1 0,3 0-4 0,8 0 5 16,-8 0 0-16,12 3-1 0,-18-3-7 0,20 0-1 15,-11 3-7-15,12-3-20 0,-15 2-71 0,0 0-23 0,-2-2-156 16,-3 3-211-16,5 0-348 0,-9-3 185 0,-1 0-232 15,-2 0 71-15,-17 0-759 0</inkml:trace>
  <inkml:trace contextRef="#ctx0" brushRef="#br0" timeOffset="12092.84">24828 5246 739 0,'-8'-13'3222'16,"4"2"-2205"-16,1-2 0 0,1 13-359 0,-1-13-543 15,3 11-52-15,0 2-22 0,0 0-25 0,0-4-6 0,-3-6 4 16,3 10-1-16,0 0-3 0,0 0-8 0,-4 0-7 16,8 0-2-16,-1 8-6 0,2 0-1 0,2 18 3 15,-2-4 0-15,1-2 8 0,-2 0 15 0,4 11 6 16,1 1-18-16,-4-3 15 0,2-11-4 0,5 8 2 15,3 7-3-15,-5-4-46 0,0-8 7 0,2 0 28 16,-4 0-7-16,4 6-47 0,-5-9 11 0,-7-8 23 0,2 4 52 16,1-1 11-16,-3 16-36 0,0-23 4 15,-5 12 35-15,2-5 3 0,-13 11-24 0,13-18-26 0,-26 17 7 16,6-10 3-16,-4 1 6 0,3-7-9 0,-12 7-2 16,2-6 9-16,-5-3-5 0,12 1-4 0,-2 3 3 15,-8-3 14-15,6-1 26 0,11 1-13 0,-4-3 10 16,16-1 7-16,-7 0 9 0,11-2-6 0,-6 6-16 0,10-3 0 15,2 4-1-15,1-1 1 0,14 10-13 16,-2-3 1-16,6 2 5 0,2 2-27 0,-2-4-4 0,11 10-2 16,-8-1-4-16,-4-1-6 0,-1-7 2 0,1 6-4 15,1 10-2-15,-10-6-19 0,-2-11 6 0,-3 5-7 16,-2-2 5-16,-8 10-15 0,-4-10 21 0,-10-5 19 16,-3 2 36-16,-6 0 6 0,-14 0 56 0,9-7 4 15,-19-3 50-15,5-1-6 0,-22 0-2 0,24-2-60 16,-15-4 23-16,-2-1-43 0,-8-12-47 0,31 7-10 15,-16-9 0-15,8 1 0 0,-10-12 0 0,26 12 0 0,-6-8 0 16,7-1 0-16,2-10 0 0,17 16 0 0,-2-11 0 16,2 4 0-16,8-12 0 0,2 18 0 0,5-2 0 15,10 6 0-15,3-6 0 0,-3 16-8 0,8-3-70 16,3 6-203-16,4 3-232 0,-1 2-255 0,2 0-336 16,-6 7-110-16,2 4 17 0,-1 2-1255 0</inkml:trace>
  <inkml:trace contextRef="#ctx0" brushRef="#br0" timeOffset="12272.36">24206 6641 2702 0,'0'5'1388'0,"10"5"-310"16,-10-7 3-16,17 5-259 0,-12-8-665 0,10-2-113 16,7-7-30-16,7-1-12 0,-12 1-6 0,7-4-3 15,0 0 2-15,-1 0-23 0,4-1-25 0,-3 1-3 16,0 4-34-16,1 0-113 0,-6-2-89 0,3 1-269 15,-12 5-119-15,10-8-142 0,-11 4-189 0,0 4 277 16,-9-10-601-16</inkml:trace>
  <inkml:trace contextRef="#ctx0" brushRef="#br0" timeOffset="12445.89">23485 6154 1705 0,'-27'-3'2343'0,"10"3"-1068"0,5-8-285 0,6 5-588 0,9 3-467 16,-3 0-207-16,-3 0-179 0,3-10-69 0,6 7-123 16,3 1-84-16,14-7-14 0,-5 2 263 0,8-12-336 15,0 3 239-15,-4-3 162 0,-10 6 136 0,3-5-326 16</inkml:trace>
  <inkml:trace contextRef="#ctx0" brushRef="#br0" timeOffset="12543.66">23588 5976 503 0,'-3'-5'2110'0,"-6"-3"-974"0,1-5 150 0,-2 5-442 15,2-2-40-15,-11-1-259 0,11-2-56 0,2 10-271 0,-6-8-39 16,12 11-115-16,-11-10-52 0,7 7-11 15,4 3-1-15,-8-6-3 0,5 6-91 0,3 0-110 0,0 0-405 16,0 0-297-16,0 0-295 0,0 0 291 0,-9-9-414 16,9 9-1455-16</inkml:trace>
  <inkml:trace contextRef="#ctx0" brushRef="#br0" timeOffset="14578.01">6228 5952 584 0,'0'0'802'0,"0"0"-216"16,0 0 45-16,0 0-4 0,0 0-188 0,0-16 91 15,0 16-268-15,-4-13-53 0,4 8-43 0,0 3 35 16,0-11 91-16,0-4-78 0,4 10 7 0,-4-2-47 16,0-1 81-16,3 7 83 0,-3-10-91 0,0 11-86 15,0 2 17-15,0 0-39 0,0 0-35 0,0 0-89 16,0 0-30-16,-3 10-13 0,3-7-3 0,0 8 26 0,0-4 3 16,-4 19 7-16,2 1 8 0,-1 3-1 0,-2 3-1 15,5 2-6-15,-7 5-7 0,4-8 2 0,1 26 22 16,-1-16 0-16,-1 8-4 0,1-13 9 0,3 18 12 15,0 15 6-15,3-15-15 0,1-4-38 0,-1-14 4 16,5 26 6-16,-2-18-24 0,2-6 4 0,2-10 13 16,2 6-3-16,0 2 24 0,5-8-5 0,-8-10 7 15,11 2 32-15,-2 0-2 0,3-3 1 0,-6-7-20 0,5 0 8 16,-8-3 0-16,12-8-28 0,-16 3-18 0,25-6-4 16,-13-5 4-16,2-1-1 0,4-9-6 0,-3-3 1 15,-2-2 1-15,-1-7 5 0,7-12 6 0,-10 7 10 16,2-7 5-16,-4 0 3 0,2-3 2 0,-9 11 0 15,7-25 8-15,-6 15-14 0,0-4-14 0,-3 11-3 0,3-16-3 16,-1 0 0-16,-1 3 1 0,-5 15 3 0,4-7 3 16,-2-6 15-16,1 17 35 0,-2 11-4 0,1 5 18 15,-4-3 11-15,2 7-1 0,-2 6-26 0,-2 2 7 16,4 6-36-16,-4-6-12 0,4 9-9 0,-2 7-1 16,3 7-4-16,0 7-2 0,-1 10-3 0,2-11 5 15,-1 11 0-15,-3 7 7 0,3 0 0 0,-1 2 2 0,-2 6 3 16,3-5 1-16,-6 1 1 0,6-3 3 0,1 9 1 15,-4-5-1-15,0-6-1 0,0-14-2 0,3 19 4 16,2-9-3-16,-2-7-6 0,1-11 0 0,-2 6 3 16,4-1-9-16,-4-10-17 0,2-10-47 0,2 12-179 15,0-10-197-15,0-3-365 0,3 0-222 0,-1 1 130 16,-8-9-286-16,17-3-296 0</inkml:trace>
  <inkml:trace contextRef="#ctx0" brushRef="#br0" timeOffset="15141.5">7374 6830 1359 0,'0'-7'1974'16,"0"7"-1049"-16,-9-11-119 0,9 11-507 0,0 0-125 15,0 0-138-15,0 0-18 0,0 0-8 0,0 0-2 16,0 0-5-16,0 0-3 0,-5 5-1 0,-2 1 2 16,4 10 1-16,1-5 7 0,-1 2 9 0,3 2 8 15,0 14 24-15,0-7-8 0,0-1 0 0,0-3-6 16,0 6 18-16,0 0 2 0,0 5 6 0,-3-13-19 0,-1 3 19 15,4-1 17-15,0-5 5 0,-2 6 12 0,4-11 22 16,-2 7 14-16,4-4 9 0,-4-9-40 16,6 9 55-16,-4-5-25 0,5-3-16 0,1 7-5 0,1-7-10 15,-1-1 79-15,8 4-40 0,-1-3-12 0,-12-1-46 16,26-2 37-16,-9-2-57 0,4 2-52 0,-7-3-9 16,7 0 0-16,8-2 0 0,2 2 0 0,-12-3 0 0,5 4 0 15,-3 0 0-15,5-1-33 0,-11 3-144 0,-6-3-253 16,12 3-317-16,-10-3-371 0,-8 3 208 0,6-2-304 15,-10-1-1725-15</inkml:trace>
  <inkml:trace contextRef="#ctx0" brushRef="#br0" timeOffset="15841.63">8642 6347 1225 0,'0'0'1044'0,"0"0"-123"0,0 0-177 16,0 0 427-16,0 0-190 0,0 0-391 0,0 0-232 0,-19 0 25 16,19 0-29-16,-8-13-163 0,8 13-93 0,-3-5-29 15,-1-4-25-15,8-4-26 0,-1 2-18 0,0 3 0 16,6-8 0-16,-4 3 0 0,10-7 0 0,-10 14 0 15,10-5 0-15,-3 1 0 0,3 2 0 0,-3 6 0 16,2-7 0-16,-2 9 0 0,12 0 0 0,-4 0 0 16,-8 3 0-16,10 3 0 0,-5-4 0 0,-9 0 0 15,13 7 0-15,-9-2 0 0,-6-1 0 0,6 5 0 16,0-2 0-16,-10 0 0 0,10 4 0 0,-6-8 0 0,3 1 0 16,3 5 0-16,-12-11 0 0,12 2 0 0,-9 0 0 15,11-4 0-15,-6 0 0 0,4-2 0 0,0-3 0 16,6-6 0-16,3-9 0 0,-6 9 0 0,-3 2 0 15,2-7 0-15,1-4 0 0,0-2 0 0,-13 15 0 16,8-2 0-16,-5 0 0 0,0-7 0 0,-5 18 0 16,7-11 0-16,-7 9 0 0,0 2-21 0,0-4-62 0,-12-3-178 15,12 7-108-15,-12 3-114 0,7-3 8 0,-10 2-368 16,3 11-385-16,5-4 150 0,-3 4 383 0,0-2-149 16,5-4-631-16</inkml:trace>
  <inkml:trace contextRef="#ctx0" brushRef="#br0" timeOffset="16527.8">8883 6055 706 0,'5'-7'939'0,"5"-6"-308"15,-8 2 53-15,8-2 151 0,-5-3-457 0,-2 5-32 16,3-4-62-16,-3-4-20 0,-3 8-21 0,0 4-95 15,0-4 50-15,3 8 2 0,-3 3 20 0,0-10 13 16,0 7 6-16,0 3-7 0,0-2 12 0,0 4-51 0,0-2 50 16,0-2-74-16,0 4-21 0,0-2-53 15,0-2 30-15,-3 4-56 0,-6 1-18 0,9-3-26 16,0 0 1-16,0 0-13 0,-3 0-4 0,3 0-8 0,3 0-1 16,-3 0 0-16,-15 0 0 0,15 2 0 0,-5 4 0 15,2 1 0-15,-4 17 0 0,2-6 0 0,5-1 0 16,-7 9 0-16,5 1 0 0,-1 10 0 0,0-8 0 15,3 8 0-15,-4-3 0 0,4 14 0 0,-2-22 0 16,2 16 0-16,0 4 0 0,2-7 0 0,2-2 0 0,2 3 0 16,3-3 0-16,-1 3 0 0,1-9 0 0,3 4 0 15,0-4 0-15,-1-1 0 0,-2-1 0 0,1-3 0 16,4-4 0-16,-2 2 0 0,-1-6 0 0,-2-3 0 16,1-1 0-16,2-1 0 0,-7-7 0 0,10 3 0 15,-3-3 0-15,-4-6 0 0,10 3 0 0,-6-3 0 16,3-3 0-16,2 1-20 0,1-9-108 0,-12 9-13 0,5-11-253 15,-4 4-215-15,1-15-612 0,-8 19 318 0,4-10-291 16,-11-7 21-16,2 3-1104 0</inkml:trace>
  <inkml:trace contextRef="#ctx0" brushRef="#br0" timeOffset="17066.36">9192 6191 636 0,'0'0'453'15,"0"0"207"-15,0 0-95 0,0 0-16 0,0 0-198 0,0 0 14 16,0 0-83-16,-9-6-137 0,4 3-89 0,-14 12-1 16,14-7-26-16,-10 9-8 0,0 0-2 0,3-6 11 15,-14 10 12-15,8-6 20 0,1-5 23 0,-4 7 33 16,1-2 28-16,-4-5 13 0,0 5 20 0,9-2-19 16,-20 4 108-16,11-3-68 0,-2-3 17 0,8 1-50 15,-2-1 75-15,-4 3 42 0,15-8-87 0,-8 5-58 0,5 1 32 16,0-4-38-16,-6 1-43 0,13-3-55 0,-4 0-9 15,9 0-13-15,0 0-9 0,0 0-4 0,0 0-3 16,0 0-21-16,0 0-72 0,0 0-167 0,0 0 27 16,-10 0-173-16,5 2-250 0,8-2-244 0,-11-2 127 15,-4-3-334-15,0-3 128 0,-3 3-556 0</inkml:trace>
  <inkml:trace contextRef="#ctx0" brushRef="#br0" timeOffset="17465.3">9695 6556 1209 0,'12'0'795'16,"-9"0"22"-16,-3 0 65 0,0 0 147 0,0 0-365 15,0 0-186-15,-15-5-63 0,13 2-92 0,-4 0-113 16,-8-2 67-16,-5 5-91 0,8-2-12 0,2 2-80 15,-12-3-4-15,1 3 21 0,-10 0-9 0,16 0-23 0,-8 3 3 16,2-1-21-16,-6-2-3 0,8 2-31 0,6 1-5 16,-8 0-16-16,11 0-6 0,-6-3 0 0,1 2 0 15,11-2-6-15,-6 0-41 0,3 3-110 0,6-3-74 16,0 0-435-16,0 0-177 0,0 0-323 0,0 0 262 16,0 0-263-16,0-3-1265 0</inkml:trace>
  <inkml:trace contextRef="#ctx0" brushRef="#br0" timeOffset="17693.72">9722 6680 278 0,'3'0'1189'0,"6"3"-565"0,-4 2 255 0,-5-5-314 16,0 0 137-16,0 0-185 0,0 0-80 0,-8 3-105 0,2 2 209 15,-5-5-117-15,-1 2-24 0,0-2-139 0,-5 0 126 16,-10 0-137-16,3 3-59 0,7-3-94 0,-7 0-20 15,-3 0-41-15,4 0-32 0,11 0-4 0,-5 0 0 16,-2 3 0-16,7-6-54 0,-5 3-190 0,12 0-55 16,-5-3-299-16,10 1-321 0,-14-6-561 0,14 8 570 15,-10-10-342-15,10 6-1051 0</inkml:trace>
  <inkml:trace contextRef="#ctx0" brushRef="#br0" timeOffset="18194.36">10312 6169 486 0,'-10'6'2029'0,"2"-3"-1144"0,8-3-210 0,-12 4 277 15,12-4-29-15,-2-2-453 0,-10-3-95 0,12 5-122 16,0-3 111-16,-12-5-34 0,12 6-122 0,-3-6-99 16,3 3-38-16,0-8-27 0,3-7-28 0,-1 13-15 15,10-20-1-15,0 6 0 0,6 2 0 0,-4 9 0 16,4-6 0-16,3 0 0 0,6 0 0 0,-7 3 0 0,4 0 0 15,-4 0 0-15,-2 2 0 0,0 3 0 0,-4 3 0 16,1 2 0-16,-3 6 0 0,3-1 0 0,-7 4 0 16,-2-3 0-16,6 7 0 0,-9 6 0 0,0-9 0 15,3 21 0-15,0-10 0 0,-1 3 0 0,2-5 0 16,-2 8 0-16,7 2 0 0,-2-5 0 0,-5-4 0 16,0-2 0-16,5 1 0 0,-1-5 0 0,-6-4 0 0,6 6 0 15,-9-9 0-15,15 6 0 0,-15-7 0 0,5-1 0 16,-2 3 0-16,-1-5 0 0,8 4 0 0,-5-4 0 15,-1 0 0-15,8-6 0 0,-4-2 0 0,-1 5 0 16,7-4 0-16,1-4 0 0,8-2 0 0,-17 7-46 16,12-8-124-16,-1 7-236 0,-8 1-119 0,6 1 14 15,-3-5-573-15,-7 2-263 0,5 2 212 0,-8-4 280 0,1 5-1143 16</inkml:trace>
  <inkml:trace contextRef="#ctx0" brushRef="#br0" timeOffset="18464.62">10619 6164 1090 0,'-7'3'1369'16,"2"-3"-598"-16,5 0 32 0,-12 0-93 0,-1 0-286 0,11 0-204 15,-13 0-61-15,15 0-31 0,-12 0-60 0,9 2 19 16,3-2-22-16,-12 9 40 0,12 1 35 0,-2-2-8 16,-1 11 109-16,-1-6-26 0,1 16 8 0,1-14-68 15,2 12 43-15,-3-3-72 0,0 0-25 0,-1-3-29 16,4 8 18-16,-2 8 35 0,2-8-33 0,-3-5-27 15,3 10 5-15,0 7 2 0,3-10-20 0,-1-7-33 0,5 7-15 16,-4 1-4-16,6 2 0 0,-4-15 0 0,7 3 0 16,0-2 0-16,6 4 0 0,-3-11 0 0,-1-2 0 15,4 0 0-15,3-1-4 0,-1-2-89 0,-5-6-26 16,-3 2-208-16,5-10-244 0,4-2-336 0,-3 0-293 16,-4-7-4-16,1-4-358 0</inkml:trace>
  <inkml:trace contextRef="#ctx0" brushRef="#br0" timeOffset="18842.61">11119 5741 175 0,'-10'-11'2313'15,"2"4"-776"-15,-4-4-203 0,3 3-317 0,9 8-590 16,-5-5-101-16,-5-1-113 0,14 6 0 0,-4 0-113 16,-4 0-26-16,8 3-34 0,-1 7-34 0,0-2-10 15,2 3-9-15,7 13 2 0,-3-6 7 0,3-2 2 16,-4 8 0-16,16 8 2 0,-9-3-1 0,0-5 0 0,9 13 2 16,-4-1-1-16,13 12 0 0,-10-8-1 0,-2-8 4 15,6 13 3-15,-2 3 0 0,5 4 0 0,-12-20-2 16,0 18-3-16,-1-2 4 0,0 16-11 0,-10-30 0 15,-2 11-6-15,-5 5-4 0,0 3-3 0,-5-3-4 16,-4 1-26-16,-6-7-25 0,-5 4-4 0,-1-11 19 16,-11 16-46-16,5-16 15 0,-5-3 0 0,8-6 18 0,-15 3-20 15,-8 0-101-15,9-9-46 0,6-9-35 0,-15-2-256 16,-9-3-252-16,3-3-156 0,-13-5-262 0,26 0 531 16,-16-9-673-16</inkml:trace>
  <inkml:trace contextRef="#ctx0" brushRef="#br0" timeOffset="19543.73">8379 6191 570 0,'17'-19'1073'0,"-2"3"-471"0,-11 11-117 16,6-10 205-16,-3 4-78 0,5 0-204 0,-7-2-111 15,-2 2-10-15,6 0 1 0,-9-2-32 0,3 8-61 16,0-10 97-16,-3 1-77 0,0 6 3 0,0-3 8 0,0 11-58 16,0 0 59-16,-3-5 30 0,0-5-75 0,3 10-54 15,0 2 19-15,0-2-46 0,-2 0-17 0,-13 0-45 16,15 0-31-16,-15 8-3 0,6-5-4 0,-3 5-2 15,-3 5-2-15,10-8 2 0,-14 22 2 0,11-12 0 16,-1 9 2-16,1 13 4 0,1-8-1 0,5-2-4 0,-1 12 2 16,-1 1 4-16,4 1 0 0,4 19 5 0,1-23-1 15,5 13 4-15,2 3 0 0,2 0-4 0,-3-14-4 16,16 31 4-16,-6-17-6 0,6 0-6 0,-10-14 0 16,18 27 0-16,-4-15 0 0,-6-3 0 0,-1-17 0 15,8 11 0-15,4-3 0 0,5 1 0 0,-14-18 0 16,10 2 0-16,5-3 0 0,-1-3 0 0,-2-5 0 15,2-2-15-15,-6-6-123 0,1 1-372 0,-2-6-338 0,-7 2 10 16,12-2-674-16,-13-10 298 0,4-4-723 16</inkml:trace>
  <inkml:trace contextRef="#ctx0" brushRef="#br0" timeOffset="20271.79">12660 6397 134 0,'0'0'1131'0,"-3"-2"-610"0,6 4 48 0,-3-2-133 16,0 0 60-16,0 0-65 0,-6 3-172 0,4 1-89 16,-13 2 30-16,5-6-30 0,-2 5 55 0,-5 1-75 15,-7-1 59-15,4-3 11 0,-7 2 45 0,10-2-21 16,-7 1 118-16,-5-3-11 0,5 0-18 0,16 2 1 0,-14 1-19 16,13 0-49-16,-8-3-82 0,-1 0-83 0,13-3-41 15,-4 3-16-15,-6-3-33 0,8 1-11 0,-1 2 0 16,8 0-24-16,-2 0-82 0,-10-3-213 0,12 3-122 15,0 0-327-15,-10-2-530 0,5-2 86 0,5 4 323 16,-12 6-527-16</inkml:trace>
  <inkml:trace contextRef="#ctx0" brushRef="#br0" timeOffset="20576.98">12660 6694 55 0,'9'2'963'0,"8"-2"-379"0,-5 0 187 0,-9 2-108 0,6-2-160 16,-1 0 8-16,-8 0-37 0,12 6-154 0,-9-6-83 15,-3 3 73-15,0-3 17 0,0 0 90 0,0 0-186 16,0 0 49-16,0 0 4 0,-11 2 13 0,2-2-131 16,-3 0 30-16,-11 5-36 0,2-1-17 0,1-2-36 15,-2 5-25-15,-2-1-15 0,-1 1-29 0,4-3-33 16,-9 1-5-16,6-3 0 0,2 2 0 0,0-2 0 0,0 1 0 15,-2-3 0-15,2 2 0 0,12-2 0 0,-12 0 0 16,10 0 0-16,4 0 0 0,-6 0 0 0,14 0 0 16,0 0-2-16,-15-2-75 0,15 2-306 0,0 0-108 15,0 0-458-15,-9-11-387 0,9 8 123 0,0 3 204 16,0-13-1573-16</inkml:trace>
  <inkml:trace contextRef="#ctx0" brushRef="#br0" timeOffset="22707.27">14236 5826 1330 0,'10'-4'1961'0,"-10"4"-1210"16,0 0 145-16,0 0-322 0,0 0-303 0,-7 0-135 0,-5-4 29 16,0 4-69-16,1 0-29 0,-1 2-39 0,-5 0-18 15,-7 4 0-15,-5 2 1 0,2-2-4 0,6-4-1 16,-5 6 15-16,-7-3 25 0,-2 4 41 0,8-2 2 16,-9-1 85-16,4-1 43 0,3 3 12 0,0-6-3 15,-1 3 2-15,4 1-30 0,4-3-45 0,17-3-75 16,-27 4-17-16,20-4-22 0,-5 4-15 0,10-4-22 15,-8 0-2-15,13 0 0 0,-10-6 0 0,9 6 0 16,3 0 0-16,3 0 0 0,-11-7 0 0,4 3 0 0,4 4 0 16,0 0 0-16,0 0 0 0,0 0 0 0,0 0 0 15,0 0 0-15,0 0 0 0,0 0 0 0,0 0 0 16,0 6 0-16,-3 5 0 0,10 5 0 0,-5-12 0 16,4 23 0-16,-4-6 0 0,2 6 0 0,2-3 0 15,-6 7 0-15,2 4 0 0,-4 4 0 0,2-10 0 16,-6 17 0-16,2-4 0 0,-1-3 0 0,2 3 0 0,1-2 0 15,-2-8 0-15,1 8 0 0,0-5 0 0,3-12 0 16,-2 9 0-16,2-6 0 0,0-4 0 0,0-6 0 16,0-3 0-16,0 7 0 0,2-9 0 0,-2 6 0 15,0-8 0-15,3 2 0 0,-3 0 0 0,0-11 0 16,7 13 0-16,-5-10 0 0,10 3 0 0,-9-4 0 16,12 0 0-16,-3 1 0 0,-4-3 0 0,25 0 0 0,-22-3 0 15,10 1 0-15,6 0 0 0,-1-2 0 0,4-1 0 16,2-3 0-16,9 3 0 0,-6-6 0 0,-2 6 0 15,11-5 0-15,-12 1 0 0,4 4 0 0,-13 3 0 16,10-6 0-16,-10 5 0 0,-8 1 0 0,-3-4 0 16,5 1-36-16,4 3-113 0,-6-2-145 0,-10 2-11 15,-1 2-227-15,11-3-194 0,-15 3-480 0,3-2 343 0,5-4-211 16,-8 3 79-16,0 1-906 0</inkml:trace>
  <inkml:trace contextRef="#ctx0" brushRef="#br0" timeOffset="22918.71">14134 6355 1093 0,'-10'-8'1599'0,"1"-1"-981"16,1 2 264-16,-4-1-8 0,-12-8-284 0,7 8-315 16,-3 1 2-16,-2-2-12 0,-7 7 44 0,11-1-162 15,-6 3 13-15,-2 0-15 0,-1 3-11 0,4 4-19 16,-6-1-45-16,-7 5-29 0,7-4-18 0,5 1-16 15,-8 3-7-15,2 0-17 0,4-1-47 0,11-2-72 0,3-3-24 16,-3 3-364-16,1 1-220 0,14-13-279 0,0 4 191 16,0 4-237-16,12-18-1448 0</inkml:trace>
  <inkml:trace contextRef="#ctx0" brushRef="#br0" timeOffset="23656.73">15630 6180 589 0,'-9'5'789'0,"-6"1"-181"0,3-4 24 0,4 1-27 0,-8 3-226 16,11-6-74-16,-10 0 23 0,1 0-74 0,14 0-46 16,-10 0 140-16,2 2 36 0,8-2 26 0,-9 0-163 15,0 0 50-15,9 0-23 0,0 0 14 0,0 0-176 16,0 0 4-16,0 0-51 0,0 0-7 0,0 0-17 15,9 0-10-15,-4 0-11 0,2 2-4 0,8-2 2 0,-1 3-10 16,-2-3 12-16,6 0 4 0,3-5-4 0,-1-3-4 16,0 3 0-16,-1-8-3 0,3 4 0 0,5-2-15 15,0 2-2-15,-3-4 7 0,-2-1-6 0,-3 6 1 16,4-5-5-16,-11 4 2 0,2-4 7 0,-11 8-2 16,9-8-4-16,-8-2 7 0,-4 4 1 0,-4-2-1 15,1 2-3-15,-9-11-2 0,0 7 0 0,7 10 2 16,-15-6 2-16,-4 3 1 0,-3 3 4 0,1 2 0 0,6 3-3 15,-7 3 1-15,-12 4 1 0,10 4-6 0,2-3 6 16,1 5 8-16,-4 11 27 0,10-6-5 0,6 2-7 16,-1 0 18-16,3 6 17 0,0 9 32 0,7-13-42 15,-2 7 4-15,7-1-2 0,3 7 8 0,3-14-34 16,2 9-9-16,4-4-17 0,10 5-3 0,-5-9-1 16,3 4 0-16,7-2 0 0,6-3 0 0,7 0 0 15,-9-12 0-15,6 0 0 0,2-3 0 0,5-1 0 0,-12-3 0 16,9-2 0-16,-2-2 0 0,2-3-9 0,-9-3-117 15,7 1-296-15,-7-10-334 0,-5-1-400 0,-13 5 246 16,8-7-303-16,-8-6-2211 0</inkml:trace>
  <inkml:trace contextRef="#ctx0" brushRef="#br0" timeOffset="24589.24">16113 5352 894 0,'3'0'718'0,"9"-5"-275"16,-12 5 165-16,3-3 113 0,11-2-273 0,-14 5-75 16,0 0-180-16,0 0 16 0,0 0 22 0,0 0-62 0,0 0-65 15,0 0 11-15,0 0-36 0,0 0-7 16,0 0-31-16,0 0 3 0,-8 0-3 0,-4 8-3 0,-6-5-12 16,7-1-3-16,-18 6-2 0,2-3 12 0,5 0 3 15,-10 6 48-15,3-3 20 0,0-1 18 0,5-1-24 16,-3-1 88-16,-2 4 47 0,2-7 5 0,10 0-73 15,7 1 37-15,-12 3 40 0,3-6-65 0,14 2-41 0,-7-2-43 16,12 3 20-16,-15-1-6 0,15-2-33 0,0 0-28 16,0 0-4-16,0 0-7 0,0 0-24 0,0 0-8 15,3-2-3-15,6-9 0 0,6 8 0 0,-10 1 0 16,19 0-1-16,-3-4-5 0,9 1-13 0,-13 2 2 16,0 3-9-16,7-6-25 0,-1 4-22 0,-2 0-6 15,-3-1 0-15,3 3 6 0,-1-2-4 0,1 2-21 0,-13-4 55 16,4 4 0-16,3 0 3 0,-12 0 1 0,-6 0 8 15,6 0 17-15,-3 0 4 0,-3 0 10 0,6 0 1 16,-3 0 7-16,-20 0 0 0,8 0-4 0,-12 4-4 16,-8-2 7-16,8 3-8 0,-3 1-6 0,10-4-2 15,-10 3-23-15,7-2-22 0,8-3-27 0,-3 0-12 16,6 0-300-16,-6-3-367 0,15 1-247 0,-2-11-56 16,8 4 281-16,0 0-1729 0</inkml:trace>
  <inkml:trace contextRef="#ctx0" brushRef="#br0" timeOffset="25589.57">16555 4788 38 0,'0'0'698'0,"0"0"-172"0,9-7 73 0,-6 3-111 16,-3 4 344-16,0 0-249 0,0 0-79 0,0 0-215 16,-6-5 18-16,0 3-24 0,6 2-43 0,0 0-102 15,0 0 31-15,0 0 19 0,0 0 18 0,0 0-2 16,0 0-15-16,0 0-11 0,0 0-20 0,-3-13 16 15,3 13-99-15,-3 0-9 0,6 0-38 0,-3 0-23 0,-3 0-6 16,6 0 0-16,-3 0-5 0,-3 0-1 0,3 0 2 16,0 13 2-16,0-2 6 0,3-4-2 0,-3 10 1 15,0-4 2-15,0 16 2 0,3-9 3 0,-3-1-4 16,0 5-5-16,0 10 9 0,0-2 14 0,0-8-4 16,-3 5 4-16,3 6-6 0,-3 1 7 0,3-1 6 15,-2-14-17-15,-2 3-9 0,1 3 4 0,0-7 2 0,3-7 1 16,0-7 3-16,0 12-3 0,0 2-2 0,0-18-4 15,0 11 3-15,-2-13 8 0,4 5 3 0,1 3-2 16,-3-10 13-16,0 4 33 0,0-2 26 0,0-2 14 16,0 4-1-16,0-2-4 0,0-2-17 0,-3-11-27 15,3 13-96-15,-2-17-131 0,-2 10-165 0,1-6-4 16,3 2-277-16,-3-5-438 0,1 5-6 0,-8-8-41 16,10 14 354-16,-2-10-396 0</inkml:trace>
  <inkml:trace contextRef="#ctx0" brushRef="#br0" timeOffset="26126.13">16567 4847 82 0,'-3'-13'1664'0,"3"13"-1129"15,-7-14 228-15,7 12 65 0,-2-6-38 0,2-3-205 16,-3 8-179-16,0-7-57 0,1 10-27 0,-5-11-75 15,7 11 2-15,0-3-90 0,-5-10-46 0,5 13 10 16,0-2-12-16,-4 2-3 0,1-13-6 0,3 13-2 16,0 0-23-16,0 0 7 0,0 0-31 0,0-11-19 15,0 11-26-15,0-3-8 0,9-7-2 0,-9 10-2 0,12-3-1 16,-4-3-4-16,14 6 5 0,-8 0 9 0,-11 0-4 16,24 4-4-16,-13-8-3 0,1 8 8 0,2-2-6 15,5 1-9-15,-2-1-6 0,-8 4 12 0,3-4 7 16,-1 6-2-16,1-2-11 0,-3 1 8 0,0 4 0 15,-9-9 2-15,9 11-7 0,-3 2-9 0,-1-6 7 16,-5 0 4-16,3 4-2 0,-3 2-13 0,-3-6 5 0,-3 4 7 16,3-2-2-16,-2 4 0 0,-8 7 8 0,8-20 1 15,-8 14 6-15,-2-5 0 0,-2 2-7 0,-4 0 1 16,4-2 1-16,-8-1-6 0,5 3 10 0,-3-2-1 16,-4-1 0-16,12-4 6 0,-6-1 0 0,6 0-2 15,4-1-3-15,-4-4-2 0,10 2 3 0,2-2 4 0,0-2 0 16,0 4-6-16,0-2 0 0,0-2 2 0,0 4 1 15,0 3-5-15,0 3-2 0,10-1 4 0,-6-1 7 16,11 2 5-16,8 5-5 0,-2-2-1 0,-9-3 2 16,17 3 4-16,-8 0-7 0,3 2-5 0,-7-6 1 15,19 12 1-15,-16-6 1 0,4 1-4 0,-4-7-3 16,4 6 6-16,5 0-6 0,-5-2-3 0,-4-3-1 16,-8-3 2-16,3 4-17 0,-3-5-35 0,0-1-85 15,-9-3-30-15,-3 0-174 0,8 3-234 0,-2-3-266 0,-6 0 94 16,-2 0-331-16,-17-10 81 0,11 7-630 0</inkml:trace>
  <inkml:trace contextRef="#ctx0" brushRef="#br0" timeOffset="26535.04">17064 5420 182 0,'0'-2'844'0,"0"4"-475"0,0-2-45 16,0 0 116-16,0-2-100 0,0 4-2 0,0-4-112 0,-2 4-60 15,-13 1 23-15,6 0-52 0,1-3-15 0,-10 5-10 16,6-2 29-16,-14 3 12 0,2-2 22 0,0 2 30 16,-2-3 19-16,-7-1 29 0,4 3 42 0,2-1-62 15,-17 3 180-15,9-1-81 0,-6 1 16 0,14-5-77 16,-20 2 148-16,9-2-154 0,2-2-46 0,9-2-81 16,-2 2 7-16,-3-6-46 0,12 6-55 0,10-2-18 15,-2 2-22-15,12 0-4 0,-2-3 0 0,-10 3 0 16,12 0-2-16,0 0-33 0,0 0-70 0,6 0-62 0,2 3-2 15,-8-3-139-15,24 2-308 0,-6-2-126 0,-13 0 86 16,14 0-407-16,-7-2 17 0,-4-1 67 0,6 1 88 16</inkml:trace>
  <inkml:trace contextRef="#ctx0" brushRef="#br0" timeOffset="27827.58">16720 5680 965 0,'-3'-5'1228'0,"3"5"-340"0,0 0-150 0,-4-11-77 16,4 9-431-16,4 2-3 0,-8 0-119 0,8 0-26 0,-4 0-29 15,-4-9-4-15,2 4-5 0,2 5-21 0,0 0-16 16,0 0-4-16,0 0 4 0,0 14 4 0,0-10-8 16,2 10 2-16,2-6 6 0,-4 5 6 0,3 11-4 15,0-13-7-15,-1 7 4 0,1 1-1 0,1 2 4 16,-1-2-4-16,0 1 5 0,3-1 1 0,0-1 3 15,-4 2-5-15,5 0 1 0,-4-12-5 0,2 13-4 0,-5-15-4 16,7 7-1-16,-5 3-3 0,-2-16 5 0,0 8 6 16,3 3 6-16,-3-11 6 0,-3 0 3 0,3 7-3 15,0-1 14-15,0-6 54 0,0 0 24 0,0 0-13 16,0 0 51-16,0-4 29 0,-9-5-3 0,9 9-60 16,-8-15-5-16,1 8-27 0,5-4-11 0,-8-4-42 15,8 12-10-15,-4-23 0 0,2 2-10 0,-1 0-8 0,2 8-9 16,-4-8 0-16,7 0-1 0,-2-4 1 0,2 11 3 15,0-4 2-15,0-3-2 0,2 3 0 0,2 3 2 16,-1-1-2-16,0 1 5 0,-1 2 4 0,5 5 0 16,-1-2 4-16,3-3-6 0,-4 8-20 15,-2 1 2-15,6-4-4 0,-9 11 1 0,0 0 0 0,6-11 8 0,-2 11 10 16,-8-2 20-16,8 4-8 0,-4-2-5 16,0 0-3-16,0 0 4 0,0 0-12 0,-4-2 1 15,4 2 2-15,4 2 0 0,-8-4 3 0,8 4-2 0,-4-2 1 16,0 0-4-16,0 0-10 0,0 0 0 0,0 0 4 15,-4-2-3-15,8 4 2 0,-8-4-6 0,4 2-10 16,4 2 12-16,-4-2-11 0,0 0 23 0,0 0 2 0,0 0-3 16,-4-2 0-16,8 4 34 0,-8-4-4 15,4 2-15-15,4 2-2 0,-8 3-3 0,1 3 9 16,3-8-5-16,0 0-4 0,0-2 1 0,0 4-14 0,0-2-2 16,0-2-1-16,0 4 2 0,0-2 1 0,0 0 2 15,0 0-1-15,0 0 8 0,0 0 1 0,-3 9-1 16,3-4-4-16,-2-5 0 0,4 0-1 0,-2 0 1 15,0 0-2-15,0 0 2 0,0 0-2 0,-2 0 0 0,2 0 2 16,2 0-3-16,-4 0 3 0,4 0-2 16,-2 0 0-16,0 0 3 0,0 0-1 0,0 0 0 0,0 0 2 15,-2 0-3-15,4 0 1 0,-4 0-1 0,2 0-1 16,2 0-2-16,-2 0 3 0,0 0-1 0,0 0 3 16,0 0 2-16,-2 0-1 0,4 0 0 0,-2 0 1 15,-2 0 1-15,4 0-3 0,-2 0-1 0,0 0 0 16,0 0 3-16,0 0 2 0,-2 0-2 0,4 0-2 15,-2 0 4-15,-12 2 1 0,12 0-1 0,0-2-10 16,-8 9 1-16,8-4 0 0,-6 1 1 0,6 4-4 0,0-10 4 16,0 16-1-16,-3-3 11 0,3-8-3 0,0 1 0 15,3 10 2-15,-3 2-2 0,2-10-7 0,2 3-1 16,-1 2-3-16,0 0-2 0,-3-2 1 0,2 7-4 0,-4-13-4 16,2 6 15-16,0 8 11 0,2-8-3 15,-2-4-3-15,0 6 4 0,0 0 11 0,3-4-1 0,1 4-14 16,-4-6-5-16,5 12 7 0,-2-3 4 0,-3-8-3 15,9 5-8-15,-6 3 0 0,0-3 4 0,-1-2 1 16,2 0-10-16,-1-4-8 0,0 10 3 0,-3-17 7 16,2 15 1-16,-2-12-8 0,3 8 1 0,1-7 13 15,-4 2 9-15,0-1-4 0,3-5 1 0,-3 0 1 16,-3 0 5-16,6 0 3 0,-3 0-10 0,-3 0 5 16,6 0 12-16,-1 9 26 0,-2-5 11 0,3-4 11 0,-3 0 0 15,-3 0 11-15,6 0-7 0,-3 0-15 0,0 0-26 16,0 0 26-16,0 0-13 0,-3 0-5 0,3 0-17 15,3 0 8-15,-6 0-8 0,6 0-7 0,-3 0-21 16,7 0-3-16,-2 0 11 0,4-2 3 0,-3-4 2 16,6 1-4-16,2 3 6 0,-4-4 0 0,10 1-4 0,-11 3-10 15,18-4-3-15,-5 1 3 0,0 5 4 0,-8-5-5 16,10-1-2-16,8 1 8 0,-12-1-2 0,2 1 0 16,-2-1-2-16,1 2 0 0,-1 1 11 0,-13 1-4 15,13-2-1-15,-3 2 2 0,-2 4 2 0,-3-2-6 16,0 0-1-16,-10 4-4 0,-2-4-4 0,12 2-5 15,-9 1-4-15,-3-3-1 0,0 0-6 0,0 0-18 0,0 0 6 16,0 0-20-16,0 0-37 0,0 0-124 0,0 0-111 16,0 0-63-16,-8-5-227 0,1-4-271 15,-1 5 81-15,-1-5-517 0,2 4 347 0,-3-8-989 0</inkml:trace>
  <inkml:trace contextRef="#ctx0" brushRef="#br0" timeOffset="28865.81">17695 5246 38 0,'0'0'509'15,"0"0"0"-15,6-6-55 0,3 2 198 0,-9 4-244 16,0 0 87-16,5-9-72 0,-1 7 19 0,-4 2-189 16,0-3 94-16,0 6-47 0,0-3-34 0,0-3-35 15,0 6-66-15,0-3-49 0,0-3-40 0,0 6-48 16,0-3-6-16,0-3-7 0,-4 6-10 0,-1 8-1 15,0-7-2-15,-2 5 1 0,-1 4 0 0,-8 3 1 0,8-1 2 16,-4 4 10-16,0-1-3 0,-3 2 6 0,3-7-3 16,-2 5 5-16,-1 3 0 0,0 0-8 0,3-8-2 15,-2 4 5-15,6-2-4 0,-2-6 1 0,1 4-6 16,4-6 4-16,-1 4-2 0,2-9-7 0,2 9-30 16,2-11-77-16,-3 0-94 0,6 0-80 0,-3 0-144 15,-3 0-174-15,6 0-127 0,-3-8-111 0,0 1 79 0,0-7 193 16</inkml:trace>
  <inkml:trace contextRef="#ctx0" brushRef="#br0" timeOffset="29110.15">17451 5262 737 0,'-12'-5'1127'0,"12"2"-321"0,-2 0-111 0,2 3-187 16,2 3-64-16,-2-3-50 0,0 0 32 0,0 0-219 15,0 0 51-15,-2-3-47 0,4 6-67 0,-2-3-50 16,-2-3-41-16,4 6-33 0,-2-3-10 0,6-3-9 15,3 1-1-15,-9 2-1 0,12 8 6 0,-7-5 33 16,10 4 75-16,2 1 1 0,5 3 12 0,-10-4-32 16,5 4 30-16,7 2 27 0,-4-2-90 0,1 0-29 15,-6 0-22-15,10 7 0 0,-6-5-3 0,1-2-1 16,-8-1-7-16,5 6-3 0,5 6-9 0,-14-12-46 0,4-2-22 16,-3 2-143-16,6 6-336 0,-7-3-146 15,-8-7-21-15,4-3-301 0,1 10 47 0,-5-13-1153 16</inkml:trace>
  <inkml:trace contextRef="#ctx0" brushRef="#br0" timeOffset="29956.89">18244 5053 408 0,'-3'0'1910'0,"-13"-2"-1099"0,16 2 37 0,-5-9-193 16,-5 5 54-16,5-5-115 0,-4-2-223 0,3 1-80 16,6 2 88-16,-5-2-20 0,5-10-3 0,0 16-183 15,3-12-18-15,2 0-56 0,2 0-44 0,1 6-44 16,4-7-5-16,2-1-5 0,1 5-1 0,12-9 0 0,-13 15 0 15,10-6 0-15,-4 2 0 0,7-2 0 0,-6 5 0 16,-1 3 0-16,-10 1 0 0,16 2 0 0,-18 4 0 16,14 4 0-16,-12-1 0 0,0 1 0 0,4 7 0 15,1-2 0-15,-3-4 0 0,3 4 0 0,-13-6 0 16,10 8 0-16,-2 6 0 0,-2-12 0 0,-2 4 0 16,2 0 0-16,4 2 0 0,-5-2 0 0,8-3 0 15,-10-5 0-15,4 4 0 0,6-1 0 0,-15-6 0 16,5 2 0-16,5 1 0 0,-10-3 0 0,14-3 0 15,-8 3 0-15,6-4 0 0,0-2 0 0,0-2 0 0,2 0 0 16,-6 0 0-16,2 0 0 0,2-2-14 0,-10 4-103 16,8-2-120-16,-10 2-164 0,5-7-222 0,-5 13-6 15,-12-7-525-15,0 5-151 0,4-2 239 0,-16 4 124 16,19 0 197-16</inkml:trace>
  <inkml:trace contextRef="#ctx0" brushRef="#br0" timeOffset="30289">18546 4981 977 0,'0'-13'868'15,"0"13"-311"-15,0 0 204 0,0-13 12 0,0 10 52 0,0 3-453 16,0 0-36-16,0 0-84 0,0 0 3 0,0 0-3 16,0 0-32-16,0 0-6 0,0 0-31 0,0 0-62 15,0 0-14-15,0 0-68 0,0 0-26 0,0 0-17 16,0 0-44-16,0 0 8 0,-2 9-4 0,-4-4 18 15,6-5 4-15,-6 18 2 0,0-5 11 0,4-7 7 16,-5 12 8-16,7-5 40 0,-15 9 21 0,10-1-14 0,-2-5-10 16,2 10 16-16,-2 9 5 0,5-9-45 0,-1-5-8 15,3 11 6-15,0 2 8 0,0 3 30 0,3-15-19 16,-1 6 19-16,5-4 2 0,1 8 9 0,-1-16-25 16,-2 0 6-16,10 6-15 0,-3-7 0 0,2 1 12 15,4-3 4-15,3 0-10 0,-4-4-3 0,7-2-8 16,3-5-4-16,-4-2-10 0,1 0-22 0,0 0-41 15,-4-2-81-15,6-3-247 0,-11-1-117 0,3-4-314 0,-12 7 17 16,9-15-362-16,-10 7 23 0,-5-15-361 0,0 15 70 16</inkml:trace>
  <inkml:trace contextRef="#ctx0" brushRef="#br0" timeOffset="32758.4">17869 4153 445 0,'-8'6'368'0,"-16"-1"-135"16,12-3 172-16,-8 7-80 0,10-7-38 0,-7 1-122 15,5-1 17-15,-20 4-10 0,11-4-8 0,1 1-46 16,-14 3 36-16,-3-4 3 0,1 3-70 0,9-3-26 15,-7 7 20-15,-8-1-22 0,1-1-10 0,-3 4-20 16,12-2-25-16,-14 4-3 0,2 0-2 0,-17 0-21 0,22-2 12 16,-10-4 24-16,1 4 27 0,-4 0 41 0,16-6-20 15,-5 1 34-15,-3 3 7 0,2 0-1 0,1-1-18 16,-3-1 6-16,3 2 11 0,-1-1-10 0,13-3-30 16,-18 6 46-16,8-7-18 0,5 2 14 0,3-3-33 15,-6-1 20-15,-11 3 46 0,16-1-22 0,2-4 18 16,10 2-27-16,-13-2 67 0,10-2-42 0,-3-2-14 0,7 2-34 15,-4-1 33-15,-6-5 4 0,8 5-49 16,3-1-27-16,-2 1 10 0,-1-5 8 0,-3 3-24 0,9 1-13 16,-5 0 1-16,-1-1-6 0,1-1 0 0,14 3-1 15,-24-5 1-15,22 6 1 0,-16-3 12 0,9 1 3 16,0-3 0-16,-5 5 0 0,11-4-10 0,-3 3 3 16,-3-2-16-16,15 5-11 0,-14-6-3 0,14 6 1 15,-12-2-2-15,6 0-3 0,6 2-2 0,-6-3 0 16,0-3 2-16,6 6 3 0,-5-5 5 0,1-3 1 0,1 8 4 15,-5-11 10-15,8 11 10 0,-9-7 14 0,9 7-9 16,-7-6 8-16,2 1 16 0,0-6-11 0,1 7-19 16,4-16 0-16,-3 10-21 0,0 2-7 0,3-5-5 15,0 2-9-15,0-2-7 0,0-5 8 0,0 7-17 16,3 3 9-16,-3-14-12 0,0 9 0 0,3 0 8 16,1-3 5-16,-2 9-8 0,4-10 1 0,-4-1 2 0,2 14 7 15,2-11-11-15,0-5-36 0,2-4-7 0,-1 11 21 16,-2-5-7-16,1-4 4 0,3 0 1 0,3 4 20 15,-7-3 20-15,5 0 1 0,-5 2 3 0,4 1 0 16,3-3-3-16,-6-1-2 0,3 2-2 0,-1 0 0 16,-1 0 3-16,-5 1 1 0,5 1-2 0,-4-1-5 15,-1 3 1-15,1 3-7 0,-3-5 4 0,0 7-1 0,0-5 9 16,3 3-4-16,1-11 4 0,-2 11 4 0,1 0 4 16,0-6 0-16,-1 1 2 0,5-9 4 0,-7 14-2 15,3-3-1-15,-3 6 7 0,0-17 1 0,2 8-3 16,-2 6 3-16,-2-5-1 0,4-1 5 0,-2-2-2 15,0 6-6-15,3-2 1 0,1 6-1 0,-4-12-4 16,3 15-2-16,-1-8-1 0,-2 1-8 0,3 4-18 16,0-2-12-16,1-4-6 0,-4 7-23 0,8-11-10 0,-4 16 17 15,1-19-40-15,-2 11 33 0,3-11 1 0,-3 18 20 16,0-21-9-16,-1 9 21 0,-2 5 9 0,3 8 11 16,-3-14 1-16,0-3 8 0,0 9 4 0,0-7 4 15,-3 11-1-15,3-9-9 0,-2-1-10 0,-1 10 1 16,0-8-1-16,-3 6-8 0,6-2-7 0,-8-10-24 15,8 15 9-15,-7-8-24 0,7 5-3 0,-9-7-17 0,3 1 37 16,4 7-21-16,-8-6 24 0,2 0 23 0,2 8 16 16,-2-10 2-16,-7 2 9 0,6 6 5 0,-6-6 3 15,3 8 6-15,-3-10-1 0,3 9-1 0,3 4 1 16,-8-8-1-16,5 5-2 0,1-1 1 0,-10 0 0 16,15 0-3-16,-23-10-2 0,8 12 2 0,6-1 1 15,0 0-1-15,-5-5-4 0,-4 7-2 0,3-1 2 16,6 3-9-16,7 2-8 0,-21-5-1 0,2-2-3 0,13 7 10 15,-4 2-5-15,9-2 5 0,-20-4 25 0,19 6 4 16,-7-3 13-16,8 3 11 0,-3 0 20 0,-6-2 23 16,10 2 9-16,-10-3-7 0,7 0 7 0,2 3 29 15,-4-3-51-15,13 3 14 0,-14-8-23 0,14 8-1 16,-3-7-9-16,-4 1 23 0,5-1-26 0,-1-2-9 0,3 9-12 16,-3-15 12-16,3 15-14 0,3-14-12 0,-3 14-6 15,3-4-1-15,-3-5 3 0,2 4 6 0,2-5-6 16,-4 10-2-16,0-16-3 0,0 16 1 0,0-14-3 15,3 6-1-15,-3 0-7 0,0 6 2 0,3-14 5 16,-3 16 2-16,0-16 0 0,0 10-1 0,0-4-2 16,0 0-1-16,2 2 1 0,-2-3-1 0,3-7 1 15,-3 12 0-15,4-10 3 0,1-2 2 0,-2 7 2 16,7 1-1-16,-5-6-1 0,4-6-2 0,-3 12 2 16,0-1 0-16,6-10 0 0,-6 8-3 0,3-11 1 0,-1 13 1 15,-1 4 2-15,13-20-2 0,-8 9 0 0,-3 4 1 16,2-4 4-16,3-3-1 0,2 2-1 0,-10 11 3 15,8-7-2-15,1-4 2 0,2 5-4 0,-2-1 0 16,-8 10 0-16,13-14-1 0,-3 3-2 0,4 3 0 16,-6 5 3-16,0-3 0 0,-6 6-2 0,11-3 4 0,-3-2-2 15,-7 6 1-15,16-5-3 0,-8 0-3 0,-16 7 2 16,34-6-1-16,-18 3-4 0,6-1 0 0,-7 1 1 16,10 3-1-16,5 2-1 0,-8-4 1 0,0 4 2 15,-4 0 4-15,9 0 10 0,-11 0-2 0,6 4 1 16,-7-4-5-16,7 2 0 0,0 6-4 0,-4 0-7 15,0-2-5-15,4 1-2 0,-3 4 0 0,6 4 3 0,-10-4 8 16,6 0-1-16,4 2 1 0,-1 0 3 0,-4-2-1 16,-2 0 4-16,9-2-3 0,0 2-3 0,1 2 6 15,-1-2 2-15,7 0 2 0,-7 0 0 0,-5-4-9 16,6 9 0-16,-1-2-1 0,-9-1-6 0,-1 5-1 16,-9-2-4-16,15 5-1 0,-4 0 11 0,-1 0 3 15,-8-5 0-15,12 10 1 0,-1-2 2 0,1 3 7 16,-7-8-5-16,7 7 0 0,-1 6 0 0,-2-6-2 0,-4-7 0 15,7 10-1-15,3-3-9 0,5 9-8 0,-15-17 5 16,10 9-6-16,-3-1-2 0,-1 0-3 0,-2-4-5 16,-9 2 2-16,3 0 0 0,-3-4-2 0,2 9-2 15,-8-12 12-15,0 9 2 0,2-2 4 0,-1 3 1 16,1-4 4-16,-5 1 5 0,3 0 1 0,-3 2-3 16,2-10-6-16,2 16-4 0,-4-6 8 0,-3 3 0 0,2-5-6 15,2 9-8-15,-4 0 8 0,0 0 11 0,-4-7 0 16,2 3-8-16,-8 13-5 0,2-13 12 0,-1-2-1 15,1 7-7-15,-1-5-2 0,-6 14-3 0,6-10 5 16,3-9 5-16,4 9-4 0,-5 4-4 0,4 16 1 16,3-24 1-16,0 10 1 0,3 1-1 0,-3 10-8 15,0-10-26-15,3 2-45 0,1 1-24 0,-4-1-19 0,2 0-29 16,-2-2-13-16,0-1-5 0,-2 1 23 16,2-8 59-16,-4 13-38 0,1-6 51 0,0-4 29 0,3-11 21 15,0 13 1-15,-2 0 23 0,4-5-1 0,-2-11 2 16,0 10 3-16,3 2 0 0,4-2-6 0,-5-7 0 15,1-6 3-15,6 6 11 0,-3 2-1 0,6-6-11 16,-3-7 5-16,-1-6 7 0,4 10 7 0,5-4-5 0,-7-8-14 16,2 3 1-16,-4-5 17 0,4-1-4 0,0-4-7 15,-3 2-2-15,6-3 4 0,-3-5 10 0,-7 8-3 16,12-5-11-16,-5-1 4 0,-2 6-1 0,2-2-1 16,-12 2-3-16,20-3-1 0,-11 3-3 0,-3 3-22 15,3-3-10-15,2 4-104 0,-2 0-64 0,3-2-95 16,-9-2-22-16,11 8-156 0,-14-8-65 0,12 6 34 15,-12-6-21-15</inkml:trace>
  <inkml:trace contextRef="#ctx0" brushRef="#br0" timeOffset="34821.87">27589 8932 1878 0,'0'0'1100'0,"12"2"-282"0,-9-2-3 16,-3 0-316-16,0 0-234 0,0 0-144 0,0 0-78 16,0 0-42-16,0 0 1 0,0 0-5 0,0 0-1 15,0 0 4-15,-12 17 9 0,7-12 5 0,-5-1 1 0,-4 7-6 16,-10 5 5-16,4-5-18 0,-4-1-13 0,6 1 2 16,-6 2-10-16,-8-2 18 0,0 0 39 0,11-4 0 15,-8-1 39-15,-3-1 29 0,-2-3 21 0,-7-2 71 16,24 0-75-16,-6 0 35 0,-1-4 23 0,9-5 81 15,6 4-85-15,-3-10 35 0,7-4-29 0,2 1-25 16,3-4-33-16,5 0-33 0,5 2-48 0,4-6-34 16,-2 4-4-16,8 0-1 0,-2 7 1 0,8-1-1 0,-2 5 1 15,6-2 0-15,-4 11 0 0,4-1-2 0,-10 3-3 16,18 3-4-16,-6 8 1 0,-5 2 0 0,0 5 0 16,-1 3 4-16,1 6 5 0,-3 2 1 0,-1 3 1 15,-5-9 0-15,5 20 1 0,-8-3-1 0,-1-3-4 16,-7-6-3-16,5 19 1 0,-12-12-1 0,0 1 4 15,-6-10-2-15,-3 8-1 0,-7 5 2 0,-1-5-3 0,2-13-5 16,-7 8-5-16,-9 2-36 0,2-10-56 0,9-8-56 16,-7 3-224-16,-2-6-250 0,-10-8-461 0,10 1 121 15,-10-3-118-15,2-6-12 0,-5-3-825 0</inkml:trace>
  <inkml:trace contextRef="#ctx0" brushRef="#br0" timeOffset="35689.57">26454 8958 1132 0,'-10'-16'1616'0,"-5"-3"-838"0,-1 6 5 16,1 0-277-16,-10-3-124 0,1 5-277 0,0 4-52 0,4 1-8 16,1 4 21-16,-10-1 47 0,6 6-26 15,8 3-25-15,-9 3 16 0,7 2-10 0,2 2-14 0,1 3-15 16,2 8-20-16,2 0 4 0,5-2-3 0,2-4-2 15,-1 3-4-15,4 3-1 0,-2 0-1 0,4-6-8 16,2-5-4-16,-1-2-1 0,5 10-2 0,-1-7 1 16,-2-1 2-16,4-6 2 0,-3-4 2 0,3 5-5 0,-6-8 0 15,14 3 3-15,-8-3 1 0,1-3-3 16,10-10-3-16,-8 2 2 0,8-13 4 0,-6 4 1 0,1 1-3 16,1-8-1-16,-1-8 4 0,-7 13-2 0,-1-2-1 15,1-9 2-15,-8 4 0 0,2-8 0 0,-2 13-1 16,0 6-1-16,-2-6 2 0,-4 9 2 0,0 1-6 15,0 4 2-15,-11 1 1 0,10 4-1 0,-13 3-1 16,8 2-2-16,-17 2-2 0,11 12 6 0,-6-4 0 16,10 1-1-16,-6 2-1 0,-7 11 1 0,3-1-1 0,9-6-2 15,-6 3 1-15,6 0 4 0,-7 4-1 0,7-9 2 16,-6 3 0-16,1-5 3 0,2 1 1 0,-6-1-1 16,10-5 0-16,-8-3 20 0,2 1 23 0,11-6 21 15,-18 0 36-15,7-6 27 0,-1 4 20 0,-2-3 25 16,6-4-29-16,-7-4 89 0,3 0-54 0,-5 0-28 15,10-3-48-15,-6-8 54 0,0 3-67 0,5 3-31 0,2-2-24 16,3 0-2-16,-5-9-5 0,7 18-19 0,5-2-8 16,-4 2-4-16,-3-8-3 0,6 10 0 0,6 5 0 15,0 4 0-15,0 4 0 0,0-8 0 0,0 8 0 16,0-4 0-16,-2 0 0 0,-5 13 0 0,7 5 0 16,-3 0 0-16,1 3 0 0,-10 8 0 0,6-2 0 15,0-8 0-15,0 7 0 0,-8 1 0 0,-1-1 0 16,3-8 0-16,-8 4 0 0,-4-3 0 0,-8-1 0 0,11-7 0 15,-3 2 0-15,-6-2 0 0,4-7 0 0,8 1 0 16,-8-1 0-16,3-8 0 0,2 4 0 0,-6-7 0 16,12 1 0-16,-2-4 0 0,0 0 0 0,10 1 0 15,-8-15 0-15,13 6 0 0,-6-8 0 0,10 2 0 16,-2 2 0-16,0 4 0 0,6-6 0 0,-4 13 0 16,-2 1 0-16,7-4 0 0,1 5 0 0,-1-2 0 0,-5 9 0 15,-2 4 0-15,10-10 0 0,-5 8 0 0,-5 0 0 16,-3 6 0-16,-3 3 0 0,-2 4 0 0,-4 7 0 15,2-5 0-15,-12 12 0 0,0-6 0 0,0-3 0 16,0-2 0-16,-7 5 0 0,-15 3 0 0,8-8 0 16,9-5 0-16,-17 0 0 0,3 2 0 0,-3-11 0 15,17-2 0-15,-8 0 0 0,-9 0 0 0,11-11 0 0,10 7 0 16,-3-5 0-16,14 2 0 0,-12-12 0 16,21 10 0-16,-5-9 0 0,8 8 0 0,3-8 0 0,11-9 0 15,-6 8 0-15,14 3 0 0,7-2 0 0,7-3 0 16,-7 8 0-16,13-3 0 0,4 3 0 0,18 0 0 15,-30 2 0-15,12 2 0 0,5 5 0 0,-4-2 0 16,-12 1-4-16,1 5-62 0,-7-3-135 0,3 3-232 0,-17 0-159 16,6 0-274-16,-9 0-301 0,3 3-38 0,-15-3 356 15,-3 0-1424-15</inkml:trace>
  <inkml:trace contextRef="#ctx0" brushRef="#br0" timeOffset="35927.92">25408 8371 795 0,'0'0'2779'0,"0"0"-1447"0,0 0-121 0,-2-8 100 16,2 3-935-16,-3 1-170 0,-4-5-108 0,7 9-38 15,-2-9-41-15,-1 7-15 0,3 2-4 0,-9-11 0 0,9 11-16 16,0 0-111-16,-15 0-266 0,7 3-236 0,-1 5-140 16,-3-6-39-16,-18 7-405 0,-4 0-273 0,4 0-748 15</inkml:trace>
  <inkml:trace contextRef="#ctx0" brushRef="#br0" timeOffset="36091.49">23789 9103 1146 0,'0'0'1356'0,"0"0"-1154"0,3-2-193 16,11-3-391-16,-6-14-527 0</inkml:trace>
  <inkml:trace contextRef="#ctx0" brushRef="#br0" timeOffset="36229.12">23856 8900 91 0,'0'-8'1604'0,"-3"-3"-636"16,0 4-176-16,-3-4 364 0,-2 0 206 0,-4 1-584 16,9 7-323-16,-9-8 1 0,12 11-152 0,-12-7-155 0,12 7-113 15,0 0-6-15,0 0-20 0,0 0-14 0,0 0-33 16,0 0-69-16,0 0-64 0,0 0-122 0,0 0-146 16,0 0-86-16,0 0-409 0,0 0-138 0,0 0-19 15,0 0 314-15,-8 0-900 0</inkml:trace>
  <inkml:trace contextRef="#ctx0" brushRef="#br0" timeOffset="37853.76">6614 9241 430 0,'0'-13'1774'0,"-3"5"-1026"16,3-8-146-16,-2 0 436 0,-5-5-514 0,4 8-140 16,1 5-123-16,-8-16 98 0,2 3 123 0,2 10-117 0,0 4-114 15,-3-6 52-15,-6-7 1 0,3 7-119 0,7 6-68 16,-2-1-76-16,7 8-21 0,-8-14-17 0,8 14-3 15,0 0 0-15,0 0 0 0,0 0 0 0,0 11 0 16,0-8 0-16,0 18 0 0,6 6 0 0,0 6 0 16,0-11 0-16,3 15 0 0,-1 3 0 0,7 21 0 15,-6-24 0-15,0 10 0 0,-1 9 0 0,2 2 0 0,-5 8 0 16,2-10 0-16,-2-1 0 0,0 1 0 16,2-14 0-16,8 21 0 0,-6-17 0 0,2-4 0 0,3-7 0 15,-2-9 0-15,12 5 0 0,-6-7 0 0,3-8 0 16,-6-5 0-16,7-3 0 0,-12-8 0 0,16-2 0 15,-11-4 0-15,5-5 0 0,4-10 0 0,0-3-7 16,-9 5-15-16,7-10-27 0,8-13-31 0,-12 0 3 16,0 12 12-16,-1-12-42 0,0-6 3 0,5-12 18 0,-10 23 55 15,2-16-8-15,1 1 4 0,0-16 19 0,-3 19 26 16,-7 12-13-16,4-13-19 0,-6 8 3 0,0-6 24 16,-3 19 15-16,0 5 16 0,-3 0 10 0,0 15 25 15,3-6 14-15,-2 6 2 0,2 5-17 0,0 4-15 16,0 0-24-16,0 4-1 0,2 5-13 0,1 10-12 15,2-6-3-15,5 18 3 0,2-4 4 0,-3 4 6 0,-3-1 1 16,6 7 10-16,0 16 12 0,-2-9-10 16,0 2-5-16,-1-15-11 0,3 28 3 0,-4-15-10 0,7-4-5 15,-6-11 0-15,3 3 0 0,3 5-48 0,-1-8-140 16,-2-16-60-16,-1 5-233 0,-2-3-362 0,1-8-302 16,-2 4-67-16,4-9 44 0,-12-2-596 0</inkml:trace>
  <inkml:trace contextRef="#ctx0" brushRef="#br0" timeOffset="38354.44">7725 9516 88 0,'0'0'1530'0,"0"0"-725"0,0 0-45 0,0 0-193 15,0 0 203-15,0 0-383 0,0 0-217 0,-4 8-102 16,1 1-53-16,-2 9 12 0,2-5 11 0,-6 11 2 16,6-11-9-16,1 9 25 0,-2 1 28 0,4 9 33 15,0-16-50-15,0 10 28 0,-3 0 3 0,6-2 13 16,1 3 1-16,-2-8 5 0,6 1 11 0,2 0 39 15,-5-11-34-15,-1 0 89 0,11 6 45 0,-1-2-44 0,-11-9-63 16,12 3 50-16,-3 4-8 0,-3-9-67 0,8 4-46 16,-9-3-53-16,4-3 7 0,10 0-22 0,-7-3-19 15,-10 0-2-15,19 0 0 0,-9 1 0 0,14 0 0 16,-17-1 0-16,3 3 0 0,2-3-55 0,4 0-305 16,-10 3-60-16,-2-2-344 0,11-3-287 0,-10-1-157 15,7-2 298-15,-8 3-553 0</inkml:trace>
  <inkml:trace contextRef="#ctx0" brushRef="#br0" timeOffset="39006.69">9003 9144 2290 0,'-8'7'1073'16,"8"-7"-291"-16,0 0 314 0,0 0 45 0,-7-11-590 0,5 9-156 16,2-3-186-16,0-8-4 0,2-6-35 0,1 8-93 15,1 4-32-15,1-12 0 0,7 3-8 0,-2 5-14 16,0-4-7-16,9-1 1 0,-2 5-3 0,1-2-9 16,-9 11-5-16,18-9 0 0,-5 8 0 0,0-3 0 15,-2 6 0-15,1 4 0 0,2 1 0 0,1 3 0 16,-7-3 0-16,7 13 0 0,0 1 0 0,-1-3 0 15,-2 5 0-15,-6 0 0 0,0-2 0 0,2-6 0 0,-2 3 0 16,-13-8 0-16,13 10 0 0,-6-9 0 0,1-5 0 16,-2 5 0-16,4-4 0 0,-6-3 0 0,-3-2 0 15,9-2 0-15,-12 2 0 0,15-11 0 0,-10 6 0 16,0 0 0-16,2-8 0 0,-2-1 0 0,2 6 0 16,-4-11 0-16,-3 10 0 0,2-11 0 0,-4-4-12 15,2 9-143-15,-3 4-125 0,-1 0-323 0,-7-7-210 0,-1 7-244 16,-9-2-156-16,6 8 20 0,3-1-583 0</inkml:trace>
  <inkml:trace contextRef="#ctx0" brushRef="#br0" timeOffset="39254.03">9319 9024 1039 0,'-12'8'1553'0,"10"-5"-723"0,-8-1 27 15,1 4-232-15,-3 5-39 0,4-6-335 0,1 3-88 16,-1 10-40-16,-1 6 132 0,4-3-25 0,-2 0 34 15,4-2-52-15,3 10 70 0,0 5 56 0,0 1-126 16,0-9-91-16,3 11 0 0,6 14-35 0,-3-12-52 16,0-8-26-16,2 13-7 0,4-2-1 0,3-3 0 0,4-4 0 15,-9-15 0-15,5 10 0 0,4-7 0 0,-2 5 0 16,-2-19 0-16,-1 13 0 0,4-9 0 0,3-2 0 16,-1-6 0-16,1 1 0 0,-3-6 0 0,2-4-13 15,1 2-157-15,-1-5-235 0,-1-4-251 0,-5-5-367 16,-6 3 116-16,7-9-307 0,-3-2-273 0,-5 3-409 15</inkml:trace>
  <inkml:trace contextRef="#ctx0" brushRef="#br0" timeOffset="40786.93">8694 8958 71 0,'0'-20'1438'0,"0"0"-831"0,0 12 22 16,0-10-143-16,-3 5 89 0,0 0-111 0,1-1-168 15,-1 10-151-15,-4-2 37 0,10 6-11 0,-8-5-38 16,-5-4-44-16,10 9-37 0,3 0-8 0,-6 0-6 15,3 0-24-15,0 14 4 0,0 1 0 0,0 4 5 16,3-3 1-16,4 10 43 0,-5 12 15 0,1 1 15 16,4 1-1-16,-7-11-18 0,8 19 47 0,-2 18 44 0,6-16-9 15,-4-10-30-15,2 23 41 0,4 9 29 0,1-1-21 16,-3-23-86-16,3 10 8 0,-1 3-49 0,6-2-19 16,2-13-21-16,4 2-13 0,1-6-2 0,-2-7-1 15,-1-4-2-15,12-4-9 0,-6-3-5 0,-1-3-30 16,-12-10-44-16,13 5-94 0,6-3-151 0,-4-8-66 15,-12-5-31-15,4-3-387 0,3-7-188 0,2-6-169 0,-2 0-1 16,-13 3-313-16</inkml:trace>
  <inkml:trace contextRef="#ctx0" brushRef="#br0" timeOffset="41110.07">9578 8699 1628 0,'0'-3'865'0,"0"3"-164"0,0 0 5 0,0 0-44 16,0 0-501-16,0 0-123 0,-3 14-18 0,3-4 9 0,6 19 30 16,-4-13 4-16,5 21 80 0,5-8-12 0,-4 8 22 15,1-8-20-15,3 6 46 0,3 2-18 0,0 16 17 16,-1-25-70-16,4 16 43 0,3-2 4 0,-4 0-13 15,3 3-5-15,-1-3 31 0,-2 0 5 0,-2 4-21 16,-3-13-51-16,-4 15 8 0,11 3 11 0,-14-9-35 16,4-10-57-16,-3 10-14 0,-1 0-13 0,-1 6 19 15,-1-21-7-15,-3 4-11 0,0 4-16 0,0-7-2 16,-7 2-10-16,4-12-3 0,-2 4-80 0,5-12-106 16,-12 9-143-16,9-17-44 0,-9 14-380 0,-2-10-521 0,2-4 214 15,-6-7 317-15,6-1-817 0</inkml:trace>
  <inkml:trace contextRef="#ctx0" brushRef="#br0" timeOffset="42154.27">11464 9215 141 0,'3'0'617'0,"-3"0"-245"0,0 2 92 16,8 9-34-16,-8-11 283 0,0 0-206 0,0 0-64 15,0 0-115-15,0 0 76 0,15-5-17 0,-15 5-169 16,0 0-69-16,12-8 25 0,-10 8-32 0,2-3-21 16,8-3-29-16,-12 6-39 0,-4 0-4 0,8 0-21 0,2-2-9 15,-1 2-11-15,-5 0 9 0,0 0-1 0,0 0 0 16,0 0-4-16,0 0 4 0,0 0 17 0,0 0-3 15,0 0 1-15,0 0 44 0,0 0 14 0,0 0 69 16,0 0-28-16,0 0 52 0,0 0 3 0,0 0 4 16,0 0 2-16,0 0-15 0,0 0-39 0,0 0-51 15,-11 8-1-15,-1-8-39 0,-2 3-22 0,-13 2-19 0,0 1 6 16,-5-2 21-16,-1-1 18 0,6 5 10 0,-7-3 0 16,7 1-15-16,-17 5 24 0,8-6-22 0,6 1-26 15,10-4-14-15,-6 0-6 0,2-2-1 0,16 0 0 16,1 0 0-16,7 0 0 0,-5-2-23 0,-5 2-216 15,10 0-62-15,0 0-375 0,10-6-353 0,-5 1-184 16,10-6 303-16,-3 1-1521 0</inkml:trace>
  <inkml:trace contextRef="#ctx0" brushRef="#br0" timeOffset="42433.53">11531 9485 195 0,'9'0'870'0,"1"2"-275"16,-10-2-101-16,0 0 97 0,-4 0-5 0,10-2-124 15,2-3-143-15,-8 5 109 0,0 0-110 0,0 0 3 16,0 0-83-16,0 0 49 0,0 0 131 0,0 0-46 16,0 0-79-16,0 0 65 0,0 0-36 0,-10 10 17 15,-2-7-126-15,0 0-114 0,-6-1-40 0,-6 0-46 16,-5 4-12-16,12-3-1 0,-7 2 0 0,-3 1 0 15,0-4 0-15,10 3 0 0,-12-3 0 0,7 2 0 0,8-2 0 16,8 1 0-16,-11-1-4 0,5-2-97 0,12 2-207 16,0-2-52-16,-15-4-421 0,12 4-340 0,-1-5-90 15,2-1 1-15,2 1-210 0</inkml:trace>
  <inkml:trace contextRef="#ctx0" brushRef="#br0" timeOffset="43636.31">13532 8498 88 0,'12'-6'1528'0,"-12"4"-605"16,0 2-401-16,3 2 168 0,-3-2-149 0,-3-2-239 15,-12-4-198-15,6 6-61 0,-3 0-11 0,-8 0 16 16,11 4 6-16,-21-4 32 0,4 0 64 0,-4 2 50 0,4 0 16 15,8-2-48-15,-14 0 53 0,3 6-9 16,-13-3 84-16,13-1-134 0,-7 1 48 0,-5-1-10 0,3 2-9 16,5-2 26-16,-2 0-6 0,2-2-43 0,4 5-31 15,9-5-56-15,-10 4 24 0,9-4-47 0,16 0-35 16,-10 0-19-16,10 0-4 0,-7 0 0 0,8 0 0 16,4 0 0-16,0 0 0 0,0 0 0 0,0 0 0 15,-3 0 0-15,3 0 0 0,3 5 0 0,1 3 0 16,-4-3 0-16,2 3 0 0,8-1 0 0,-5 4 0 15,4 2 0-15,-3 1 0 0,-1-4 0 0,7 17 0 0,-5-9 0 16,-2-1 0-16,0 1 0 0,5 8 0 0,-4-2 0 16,-3-6 0-16,2 8 0 0,-5 4 0 0,3 2 0 15,-6-8 0-15,1 4 0 0,-1 5 0 0,-4 4 0 16,-1-3 0-16,-1-10 0 0,4 13 0 0,-10-2 0 16,3 1 0-16,3-9 0 0,1 4 0 0,-2-4 0 0,4 8 0 15,3-20 0-15,3 7 0 0,3-4 0 0,1 6 0 16,-2-9 0-16,1-4 0 0,6 5 0 0,-3-5 0 15,6 2 0-15,5-2 0 0,-5-7 0 0,15 2 0 16,-10-6 0-16,12 3 0 0,1-3 0 0,-4-3 0 16,-2 0 0-16,11-2 0 0,-2 0 0 0,-6-1 0 15,2-1 0-15,-6 1 0 0,18-5 0 0,-11 6 0 0,-3 1 0 16,-6-2 0-16,14-3 0 0,-11 2 0 0,-12 5 0 16,8-7 0-16,1 4 0 0,-10-1 0 0,10 4 0 15,-12 0-28-15,2-1-83 0,8-3-286 0,-19 4-125 16,8-7-52-16,-2 9-411 0,0-9-218 0,-4 0-103 15,2-4 29-15</inkml:trace>
  <inkml:trace contextRef="#ctx0" brushRef="#br0" timeOffset="43823.81">13437 9022 1909 0,'-5'-3'1108'0,"-7"-3"-83"0,-3-1 306 0,6 5-355 16,-2-2-437-16,2 2-281 0,-18-3 37 0,7 2-49 15,-1 3-82-15,3 0-59 0,-6 5-13 0,-8 0-14 0,6 1-36 16,8-1-21-16,-8 6-19 0,-4-3-2 0,6-1 0 16,10-1 0-16,8-3-22 0,-18 5-106 0,10-3-370 15,8-5 22-15,6 2-406 0,0-2-303 0,-9-11-27 16,9 7 179-16,17-20-755 0</inkml:trace>
  <inkml:trace contextRef="#ctx0" brushRef="#br0" timeOffset="44769.28">15161 8802 89 0,'0'0'1555'16,"-3"0"-923"-16,-2 8 166 0,5-8 240 0,-10 0-323 16,2 3-315-16,8-3 64 0,-6 0-46 0,-2 0-120 15,8 0-84-15,2 0 58 0,-4 0 21 0,4 0-141 16,-2 2-18-16,0-2-34 0,0 0 2 0,0 0-24 16,-2-2-17-16,2 2-19 0,2 0 11 0,-4 0 12 0,7 2-16 15,4-2-15-15,-9 3 5 0,20 0 0 0,-8-3-6 16,8 0-16-16,-1-6-10 0,1 4-7 0,9-7 0 15,-7 5 0-15,3-7 0 0,-1-2 0 0,5-1 0 16,-2 1 0-16,-3 0 0 0,-1 2 0 0,1-2 0 16,3-3 0-16,-13 6 0 0,1-1 0 0,-3 4 0 15,0-4 0-15,0-8 0 0,-7 11 0 0,-2-5 0 0,-3-6 0 16,-3 6 0-16,1 2 0 0,-10-9 0 0,2 11 0 16,2 2 0-16,-18-6 0 0,4 4 0 0,2 7 0 15,-4 4 0-15,2-2 0 0,-2 5 0 0,-6 4 0 16,9-5 0-16,-11 16 0 0,2 0 0 0,1 2 0 15,2-1 0-15,3 0 0 0,2 13 0 0,0-5 0 16,5 4 0-16,12-5 0 0,-5 20 0 0,4-6 0 16,3 0 0-16,10-9 0 0,1 9 0 0,1 0 0 0,8-12 0 15,-2-7 0-15,18 11 0 0,-3-10 0 0,-1-6 0 16,-2-4 0-16,10-1 0 0,7-2 0 0,-8-5 0 16,-6-4 0-16,8-2 0 0,0 0 0 0,-8-2 0 15,-7-4 0-15,10 1 0 0,2-6-5 0,-6 0-137 16,-2-4-327-16,-12-1-135 0,11-3-530 0,-6 1-80 0,2-11-416 15,-10 12-707-15</inkml:trace>
  <inkml:trace contextRef="#ctx0" brushRef="#br0" timeOffset="45561.17">15618 8178 234 0,'3'0'1030'0,"6"-2"-457"0,-6 4 173 15,-3-2-305-15,12-6 40 0,-7 6-100 0,-5 0-116 16,10-11-91-16,-10 9-52 0,2-3 20 0,1-3 11 15,-3 8 7-15,0-3-37 0,0-8 41 0,0 11 62 0,0 0-40 16,0 0-46-16,-5-7 31 0,5 4-21 0,0 0-4 16,-12-2-87-16,2 3-13 0,2 2-14 0,-10-4-26 15,10 4-9-15,-22 4-3 0,6-2 1 0,0 1 1 16,7-1 1-16,-10 4 0 0,-5 1 27 0,3-1 8 16,2-1 23-16,10-2 10 0,-10 3 53 0,0-2 49 15,10-1-26-15,10-3-49 0,-10 6 31 0,2-6 1 0,15 2-34 16,0-2-44-16,0-2 9 0,0 4-13 15,0-4 10-15,0 2-26 0,0 0 1 0,12-9-14 0,3 5-9 16,-10 0-5-16,14 2-9 0,1-3-15 0,0-6-15 16,-5 9 2-16,9-4-50 0,-3 1 15 0,-10 5-3 15,10-5 0-15,-3 1 23 0,6 2 4 0,-7 0 27 16,-8-1 10-16,9-3 4 0,-1 4-6 0,-8-1 6 16,3 1 5-16,-12 2-8 0,3 0-4 0,9 0 19 0,-15-2 38 15,3 2-2-15,3 2 37 0,-6-4 19 0,6 4-10 16,-10-2-22-16,-5 2 0 0,2-4-24 0,-2 2-29 15,0 0-17-15,-6 0-6 0,9 2-2 0,-8-2-4 16,2 0-1-16,6 0-67 0,-3 3-93 0,9-3-107 16,-9 6-295-16,12-6 48 0,0-4-423 0,0 8-122 15,0-4 74-15,3-9 315 0,3-4-1158 0</inkml:trace>
  <inkml:trace contextRef="#ctx0" brushRef="#br0" timeOffset="46836.76">16396 7315 692 0,'3'-11'1045'0,"-3"9"-460"0,6-11 46 15,-6 0 60-15,0 10-292 0,0-8-91 0,-4 11-91 16,4-13-6-16,0 13-64 0,0-13 53 0,0 11-67 15,0 2-8-15,4-9-38 0,-4 1 39 0,0 11 23 16,0-6-41-16,0 3-38 0,0 3-3 0,0-3-31 0,0 0-10 16,0 0-24-16,0 0-7 0,0 0 4 0,8 10 5 15,-5-4 0-15,4 1-1 0,1 17 5 0,1-2-2 16,-4-7-2-16,2 9-2 0,1 18-6 0,-1-7 5 16,-5 0 1-16,5-9 0 0,-2 8 4 0,-2 6 2 15,4 5-2-15,-7-24-3 0,2 11-1 0,1-1 0 16,-3-4 1-16,0-3-2 0,3-3 3 0,-3-8 3 0,-3 1 1 15,3-1-3-15,0-2 4 0,0-7-3 16,0-4 4-16,-3 3 3 0,-3 5 3 0,3-8 8 0,-9-2 4 16,7-4-6-16,-5 1 12 0,-10-17-3 0,6 7-6 15,-1-12 13-15,6 9-12 0,-6-3 40 0,0-8 28 16,1-6 49-16,4 14-55 0,0-6 32 0,-2-2 4 16,2-2 4-16,5-1-32 0,-2 5-28 0,5-1-21 0,-1-5 2 15,6 10 1-15,-3-11 3 0,5 7-21 0,4 1-4 16,-3 7-7-16,10-8 8 0,-2 14-16 0,-6 3-14 15,4 0-3-15,6-12-1 0,0 6 0 0,0 6 6 16,-10 5 1-16,13-8 1 0,-4 4 1 0,7 1 9 16,-6 3-5-16,-9 3-4 0,11-4 0 0,1 6 2 15,-1 0-12-15,-10 0-3 0,12 0-6 0,-7 6-7 16,4-2-7-16,-5 2-3 0,-6-1-16 0,2 0 0 0,4 12-8 16,-11-12 20-16,0 3-29 0,1 8-10 0,-2-6 15 15,-4 1 8-15,-2 12 7 0,1-4 11 0,-5-3-9 16,1-3 16-16,-1 13 3 0,-4-6 19 0,0-2-2 15,0 0-12-15,3-5-1 0,-8 8 25 0,2-1 10 16,-2-2 3-16,2-5-17 0,-2 8 4 0,5-3 22 16,2 0-25-16,5-9-13 0,-2 2-7 0,5 2-15 0,2 0 18 15,0-5-2-15,0-3-11 0,2 6 67 0,5 0 12 16,-2-4-13-16,1 1 10 0,6 6 1 0,9 1 15 16,-16-9-33-16,22 12-28 0,-3-9-23 0,5 0-13 15,-5 0 10-15,-6 1-10 0,2-2-17 0,1 0 0 16,9 3-2-16,-16-6 44 0,4 1-10 0,-9-4-3 15,14 0 22-15,-11 4 6 0,2-3 3 0,-2-1 1 0,-9-2 2 16,6 0-4-16,-3 3 16 0,-6-3-14 0,0 0-14 16,0 0-31-16,0 0-105 0,9 6-69 0,-6-4-132 15,-3-2-58-15,0 0-341 0,0 0-209 0,0 0-263 16,-12 2 244-16,9 1-586 0</inkml:trace>
  <inkml:trace contextRef="#ctx0" brushRef="#br0" timeOffset="47222.72">17052 8056 866 0,'4'0'1580'15,"7"6"-734"-15,-11-6-193 0,-3-3 194 0,6 6-260 16,-6-6-242-16,3 3-221 0,-12-3-33 0,7 3-46 0,-7 0-28 16,-5 0-7-16,-10 0 3 0,0 3-1 0,1 0 8 15,8-1 13-15,-14 0 30 0,-12 4 80 0,3-1 17 16,0 4 81-16,7-5-26 0,-27 1 155 0,5 4-97 15,2-5-36-15,17 0-92 0,-7-2 13 0,-7-2-77 16,15 0-65-16,14 3-16 0,-2-3 0 0,9 0 0 16,3 0 0-16,-3 0 0 0,13 0 0 0,2 0 0 0,0 0 0 15,0 0 0-15,0 0-7 0,0 0-95 0,0 0-179 16,9 0-100-16,-1 0-153 0,13 0-238 0,-3 0-200 16,-6 0 127-16,8 0-266 0,-2 0-42 0,-3 0-501 15</inkml:trace>
  <inkml:trace contextRef="#ctx0" brushRef="#br0" timeOffset="47670.54">16603 8288 267 0,'2'0'2197'0,"1"-9"-1314"0,0 5 27 16,-3-1 8-16,0-3-414 0,0 8 55 0,0 0-263 15,0-11-60-15,0 6-73 0,2 8 70 0,-4-6-94 16,4 6-56-16,-2-3-55 0,0 0-4 0,0 0-16 16,0 0-7-16,0 0 2 0,-2 0 0 0,-4 15 12 0,0 0 0 15,3-6-7-15,3 2 1 0,-3 13-7 0,1-2-1 16,-2-7-2-16,1 9-9 0,0-6 1 0,3-9 1 15,-5 17 4-15,-2-10 4 0,7 2 4 0,0-7 0 16,-2 5 9-16,2 0 1 0,2-3 10 0,5-6 5 16,-2 10 3-16,-5-17 2 0,12 13 30 0,-9-8 27 15,12 4-2-15,-9-7-27 0,2 3 33 0,10 3-22 0,0-5-9 16,-12-3-43-16,30 2-16 0,-16-2-5 0,7-2 0 16,-10 2 0-16,7-3 0 0,3-3 0 0,-1 4 0 15,-11-1 0-15,5 1 0 0,7 0 0 0,-10-4 0 16,-2 3 0-16,-6 3 0 0,8-2-2 0,7-1-54 15,-12 0-119-15,-4 3-78 0,4-7-292 0,-2 1-595 16,-2 1-39-16,1 2 271 0,0-5-250 0,2 1-571 16</inkml:trace>
  <inkml:trace contextRef="#ctx0" brushRef="#br0" timeOffset="48372.65">17763 7728 255 0,'12'-8'1106'0,"-12"8"-680"0,8-14 284 0,2 10 69 0,-5-5-125 15,-2 2-277-15,3-1 54 0,0-1 88 0,3-4-102 16,-9 8-146-16,3-3 75 0,-1-2 18 0,-2 7-27 16,0-7-100-16,0 4-87 0,0 8 45 0,0-4 23 15,-2 0-86-15,-1-7-60 0,3 9 6 0,0 0-18 16,0 0-22-16,0 0-30 0,0-2-5 0,-17-1-4 15,17 3-5-15,-10 8 1 0,5-2-3 0,-4 7 1 0,-6 2 0 16,0 1 5-16,1 6 0 0,-1-7 2 0,0 4 1 16,-2-1 0-16,1 2-2 0,-1 0-3 0,5 4-10 15,1-11 2-15,-8 11-13 0,5-8-13 0,2-1-33 16,4-1-28-16,-2-6-50 0,5-3-73 0,2 1-40 16,-6 5-79-16,9-11 19 0,0 0-312 0,-7 4-12 15,5 1-68-15,2-5 75 0,-3-2-258 0,0-9 58 0,3-5-51 16,0 14 317-16</inkml:trace>
  <inkml:trace contextRef="#ctx0" brushRef="#br0" timeOffset="48561.14">17522 7662 953 0,'0'0'1451'0,"0"0"-627"16,0 0 235-16,0 0-477 0,0 0-167 0,0 0-135 0,0 0-109 16,0 0-99-16,0 0 0 0,0 0 38 0,17 7 20 15,-11 2 18-15,3-1 29 0,15 10 17 0,-7-7 12 16,1 0-72-16,-1 4 28 0,7 3-61 0,-7-5-28 15,7-2-29-15,0 2-21 0,-1 1-16 0,4-1-10 16,-1 0-24-16,-8-2 7 0,15 2-28 0,-4-2-43 16,-6-3-163-16,-4-3-72 0,3-5-391 0,12 2-492 15,-12-2 143-15,-4 0 275 0,-6-2-953 0</inkml:trace>
  <inkml:trace contextRef="#ctx0" brushRef="#br0" timeOffset="49352.03">18373 6847 1170 0,'0'-8'1602'0,"3"8"-1075"0,-1-13 381 0,-2 13-512 0,0-3-215 16,7-8-100-16,-7 11 28 0,0 0 0 0,0 0-27 16,0 0-40-16,-7-10 7 0,7 7-13 0,0 3-24 15,0 0-11-15,0 0 6 0,0 9 4 0,0 0 2 16,4 2 3-16,-1 2 1 0,-3 11 16 0,3-2 27 15,-1-4 2-15,-2-3-18 0,0 18 17 0,3-2 6 16,-3-5-11-16,0-4-19 0,-3 7-17 0,3 3-8 0,-5 8 6 16,2-20-8-16,-6 13-4 0,4-2 2 15,-2 1 1-15,-2-1-1 0,3-1 3 0,1-3 2 0,-2-4-1 16,5-10-2-16,-1 8 10 0,3-5 37 0,-3-3 39 16,3-4 39-16,0 4 6 0,3 0 122 0,0-11-37 15,-1 7 36-15,5-2-84 0,4-3 79 0,-2 0-48 16,0-4-78-16,9 0-42 0,-6 3 13 0,26-3-39 15,-15 0-29-15,-8-3-32 0,11 3-2 0,4 0 0 16,-4 0 0-16,-8-2 0 0,3 2 0 0,2 0 0 0,1 0 0 16,0 0 0-16,-4 2 0 0,4-2 0 0,-7 3 0 15,0-1-4-15,-5 2-36 0,10-2-96 0,-17 1-158 16,10 1-96-16,-6 0 11 0,-1 1-542 0,4 1-111 16,-12-6-115-16,10 2 346 0,-5-2-472 0</inkml:trace>
  <inkml:trace contextRef="#ctx0" brushRef="#br0" timeOffset="49727.03">19095 7651 404 0,'0'3'1706'0,"0"-6"-904"0,14 6 42 16,-14-3 3-16,0-3-273 0,-2 3-228 0,-10-5-110 15,-3 2-84-15,6 0-79 0,-9 3-27 0,-6-2-21 16,-1 2 22-16,1 0 11 0,-8 0 23 0,-4 0 55 15,-5 2 32-15,11 1-29 0,-29 3 122 0,9-1-49 16,-6 3 27-16,16-3-65 0,-28 6 44 0,12-3-77 16,2-3-26-16,22 3-50 0,-9-3-3 0,0 0-42 15,17-2-20-15,18 0 0 0,-11-1 0 0,13-2 0 0,1 0 0 16,-6 0-8-16,6 0-128 0,3 0-252 0,22-8-446 16,-10 3-149-16,5 0 103 0,0-3-333 0,1-5 22 15,6 4-434-15</inkml:trace>
  <inkml:trace contextRef="#ctx0" brushRef="#br0" timeOffset="50404.23">18568 7816 93 0,'2'0'1595'0,"4"4"-892"0,0 1 30 15,-6-5-171-15,0 0-108 0,0-2-286 0,0 4 3 16,3 4-8-16,-3-1-48 0,0 1 86 0,3 7 26 16,-3-2 8-16,0-6-47 0,0 13 28 0,0-1 4 15,0-8-53-15,0 10-57 0,2-5-24 0,-2 1-16 16,0 22-8-16,0-21-14 0,0 8 24 0,4 0 0 0,-4 0 4 16,3-8-9-16,-3 12 62 0,3-1-27 0,-3-3-27 15,0-5-26-15,0-1 24 0,0 0-27 0,0-7-14 16,0 4-21-16,0-11-6 0,0 7-2 0,0-9 1 15,-3-4 5-15,3 2 2 0,3 2 24 0,-3-2 16 16,-3-6 37-16,-4-1-30 0,7 7 17 0,-5-11-7 16,2 5-9-16,1-1-24 0,-8-12-16 0,4 1-18 15,3 2-5-15,0 1 1 0,1-9-4 0,-1-6-26 16,-1 7 1-16,4 4 7 0,0-8-15 0,0-8-19 0,4 4 6 16,-1 10 13-16,-1-6 3 0,8-4 2 0,2-1-8 15,-2 5 18-15,0 12 9 0,4-7-1 0,-2 4-3 16,6 0-6-16,-6 7 3 0,2 0 11 0,-8 3 2 15,20-5 6-15,-14 10 4 0,12-1 13 0,-1 4 8 16,1 0-2-16,-9 0-11 0,9 2 5 0,-12 0-11 16,5 7-3-16,-11-7-1 0,12 9-18 0,-10-4-16 15,-1 6-13-15,1-2 23 0,-5 2-10 0,1-2 8 0,1 7 6 16,-5 1 20-16,-3-14 12 0,-6 17 0 0,4-11-5 16,-10 7-3-16,3-5-6 0,0 2 1 0,-8-1-1 15,-1 0-3-15,3-4 5 0,-11 9 4 0,5-8 7 16,-3-2 1-16,10 0-10 0,-1-1 2 0,1-3-8 15,5 3 6-15,-3-5 5 0,13-1-5 0,2-2 0 0,0 0 10 16,-7 11-6-16,7-9 11 0,7 7-8 0,-2-5 7 16,10 7 12-16,2 2 11 0,4 1 8 0,2-6 8 15,1 2 8-15,3-2 2 0,8 5 5 0,1 0-20 16,5-2-8-16,-12-2-16 0,21 6 7 0,-9-4-18 16,0-1-12-16,-11-2-6 0,11 0-19 0,0 0-2 15,-7 2-3-15,-12-7 4 0,2 3-12 0,3 1-50 0,-19-5-51 16,7 4-15-16,-6-3-158 0,-4 3-136 0,-5-6-223 15,0 0-202-15,-14 5-152 0,8-5 21 0,-8 0 94 16,-4-5-741-16</inkml:trace>
  <inkml:trace contextRef="#ctx0" brushRef="#br0" timeOffset="51098.36">17056 7310 256 0,'-18'23'455'0,"10"-12"-282"0,-2 8 61 0,-4-3-17 0,2-5-62 16,0-7-91-16,-3-1-45 0,-5 3-36 0,5-4-120 16,3-2-80-16,-12 0 41 0,-8 11-119 0,12-6-293 15</inkml:trace>
  <inkml:trace contextRef="#ctx0" brushRef="#br0" timeOffset="51373.64">16493 7715 86 0,'-6'2'1319'0,"-9"9"-582"0,3-9-208 16,9-2-19-16,-2 0-247 0,-10 3-160 0,9 0-124 16,-5 2-97-16,11-5-3 0,0 0-72 0,-15 3-148 15,11-3 15-15,4 0-4 0,4 0-155 0,-4 0 78 0,0 0 4 16,0 0 125-16,-4 8-65 0</inkml:trace>
  <inkml:trace contextRef="#ctx0" brushRef="#br0" timeOffset="52191.44">19463 7799 1764 0,'0'3'1163'16,"0"-3"-362"-16,0 0-199 0,0 0 193 0,0 0-576 15,-6 8-154-15,4-2-52 0,-8 1-16 0,-4 4-4 16,4-1-6-16,-7 6-16 0,2 0-38 0,-6 3-51 0,1-4-110 16,5-1 40-16,-5 1-168 0,-1 4-127 15,-3-3-149-15,-5 0-275 0,14-6 398 0,-8 1-620 0</inkml:trace>
  <inkml:trace contextRef="#ctx0" brushRef="#br0" timeOffset="52335.05">18936 8281 762 0,'-3'5'1077'0,"-1"8"-581"0,2-13 122 16,-1 16-281-16,0-13-293 0,1 7-71 0,-10-2-40 15,2 1-45-15,8-4-26 0,-10 3-149 0,0-6-180 16,0 6-14-16,6-2 146 0,-8-2-342 0</inkml:trace>
  <inkml:trace contextRef="#ctx0" brushRef="#br0" timeOffset="52468.7">18694 8512 107 0,'-4'15'1832'0,"4"-12"-1250"0,0 10 88 0,-2-13 73 16,-1 15-282-16,3-15-385 0,-9 11-29 0,6 0-43 15,-5-4-12-15,1 2-5 0,5-3-18 0,-4 1-90 16,0-1-135-16,6-4-79 0,-15 5-292 0,15-9-30 16,-17 4 5-16,10 2 175 0,-4-4-380 0</inkml:trace>
  <inkml:trace contextRef="#ctx0" brushRef="#br0" timeOffset="53047.15">18836 6988 765 0,'-4'2'509'0,"4"-2"-245"0,-5 2 89 0,-5 1-38 15,8-1-186-15,-10 7-95 0,1-7-45 0,4 4-31 16,2 1-36-16,-5-1-32 0,1-1-142 0,-6 3-151 16,1 0 55-16,11-6 99 0,-17 6-145 0</inkml:trace>
  <inkml:trace contextRef="#ctx0" brushRef="#br0" timeOffset="53202.73">18378 7241 749 0,'-2'0'1182'0,"-10"2"-534"0,12-2-213 0,0 0 62 0,-3 4-247 16,-9 3-149-16,12-7-80 0,-15 11-26 0,7-3-5 16,2-1-54-16,-2 4-40 0,-4 2-175 0,2-4-6 15,1 6-60-15,1-6-130 0,-1-2 57 0,-6 1-98 0,10-3 89 16,-14 6-365-16</inkml:trace>
  <inkml:trace contextRef="#ctx0" brushRef="#br0" timeOffset="53325.4">17995 7511 579 0,'0'2'2369'0,"-8"7"-1454"16,8-7 0-16,0-2-146 0,-4 0-385 0,-6 6-230 16,10-4-140-16,0-2-106 0,-4 0-182 0,-7 5-93 15,11-7-175-15,-4 4 66 0,-8 7-266 0,9-9-318 16,1 0 307-16,-8 4 45 0</inkml:trace>
  <inkml:trace contextRef="#ctx0" brushRef="#br0" timeOffset="54113.3">17144 8302 115 0,'0'6'1961'0,"3"4"-1163"16,-3-10 92-16,-5 3-399 0,-5 4-106 0,-2-1-252 15,7-4-107-15,-4 3-22 0,-3 4-15 0,9-7-2 0,-5 9-1 16,1-3-2-16,5-5 2 0,-5 1-63 0,2 5-68 16,2-7-159-16,-9 7 13 0,7-5-210 0,-5 2-137 15,-4-1-217-15,8 0 380 0,-3 1-118 0,-6-4-218 16</inkml:trace>
  <inkml:trace contextRef="#ctx0" brushRef="#br0" timeOffset="54251.94">16859 8606 73 0,'-4'9'1252'0,"-1"6"-656"16,-7-4 19-16,6-6-141 0,-3 3-44 0,9-8-231 16,-17 8-137-16,17-8-58 0,-12 8-12 0,6-6-89 15,-3 12-97-15,6-12-4 0,-6 6-198 0,4-3-237 16,-5 4 86-16,10-9 145 0,-14 8-171 0</inkml:trace>
  <inkml:trace contextRef="#ctx0" brushRef="#br0" timeOffset="54380.58">16613 8892 936 0,'-5'11'1341'0,"0"-6"-695"16,-2 5 3-16,7-10-193 0,-3 0-163 0,-6 11-254 15,9-11-76-15,0 0-59 0,-12 5-249 0,9-5-46 16,6 0-108-16,-3 0-123 0,0 0 141 0,-3 0-118 0,-9 8-275 15</inkml:trace>
  <inkml:trace contextRef="#ctx0" brushRef="#br0" timeOffset="55606.31">19599 8982 962 0,'0'0'1537'0,"0"0"-864"0,0 0 104 0,0 0-40 15,0 0-392-15,-3-5-172 0,-6-3-27 0,-8 5-46 16,5 1 10-16,0-2-20 0,-12 2 55 0,-3 0 124 15,7 2-2-15,5-3-46 0,-9 3 74 0,-11-2 86 16,11-2-74-16,7 4-113 0,-7-2-4 0,-3 2-48 16,1 0-69-16,18 0-34 0,-16-3-21 0,12 3-18 15,-11 0 0-15,2 0 0 0,15 0 0 0,-8 0 0 0,10 0-3 16,-11 0-38-16,15 0-29 0,-3 0-134 0,6 0-290 16,-6 0-345-16,3 0 227 0,0 0-376 0,-8 9-176 15,8-9 56-15,0 0 295 0</inkml:trace>
  <inkml:trace contextRef="#ctx0" brushRef="#br0" timeOffset="55817.74">19478 9114 390 0,'14'11'1617'16,"-14"-11"-827"-16,0 0-135 0,0 0 111 0,0 0-263 15,0 0-183-15,-8 2-39 0,2 1-62 0,0-3-59 16,-6-3-28-16,3 1-55 0,-6 2 19 0,0 0-16 15,-5-3 6-15,11 3-3 0,-15 0-23 0,-5 0 12 0,14 0-42 16,0 0-17-16,1 0-10 0,-9 0-8 0,8 0-55 16,3 0-102-16,0-2-81 0,10 2-295 0,-5-8-272 15,4-1-380-15,6-4 482 0,6 3-939 0</inkml:trace>
  <inkml:trace contextRef="#ctx0" brushRef="#br0" timeOffset="56614.61">20530 8365 273 0,'5'-15'2202'0,"-2"6"-1616"0,-3 2 217 0,0-6 6 16,0 13-249-16,-3-13-360 0,1 4-79 0,-5 2-33 15,-4-1-6-15,2 3-28 0,-3-1-26 0,-5-3-12 16,7 7-4-16,-16-3-7 0,11 5-3 0,-5-2 2 0,-7 4 2 16,1-2 10-16,8 0 18 0,-8 3 37 0,2 1 24 15,-6 0 130-15,13-2-58 0,0 1 64 0,-5-1 5 16,8 4 39-16,-1-6-111 0,7 0 60 0,-7 3-71 15,15-3-31-15,-9 0-40 0,3 0 36 0,6 0-46 16,-4 0-26-16,4 0-38 0,4 0-7 0,-8 0-1 16,8 2 0-16,7 9 0 0,-7-6 0 0,4 5 0 15,7 12 0-15,-3-6 0 0,-3-6 0 0,6 14 0 0,0-6 0 16,-7 4 0-16,1-6 0 0,0 8 0 0,2 4 0 16,1 5 0-16,-3-13 0 0,-3 9 0 0,3 8 0 15,-4-4 0-15,-1-9 0 0,-4 9 0 0,-6 2 0 16,-2 9 0-16,1-17 0 0,-10 8 0 0,2-1 0 15,-9 8 0-15,9-13 0 0,3-5 0 0,-2 5 0 0,-1-5 0 16,7 6 0-16,4-12 0 0,1-7 0 0,0 4 0 16,3-4 0-16,3 2 0 0,4 1 0 0,-2-12 0 15,7 9 0-15,-4-6 0 0,8 1 0 282,19-2 0-282,-6-4 0 15,-7 3 0-15,15-6 0 0,-4 3 0 0,2-2 0 0,-8 0 0 0,5-1 0 0,4-3 0 0,-7-1 0 0,-2 1 0 0,-7-2 0 0,9 3 0 0,-8-4 0 0,2 5 0 0,-4-1 0 0,-5 1 0 0,13-1 0 0,-16 3 0 16,1 0 0-16,0-2-6 0,5 2-76 0,-17 2-119 0,12-3-17 0,-9 3-108 0,-3 0-170 0,12-11-473 0,-12 11 194 0,0 0-358 0,0-13 122 0,0 11-239 0,-3-1-354 0</inkml:trace>
  <inkml:trace contextRef="#ctx0" brushRef="#br0" timeOffset="56687.42">20533 8789 1785 0,'-7'-13'1031'0,"4"2"193"0,1 4-162 0,-1-7-123 0,0 8-536 0,-1-4-49 0,-1 0-9 0,5 10-162 0,-5-8-107 0,-2-1-35 0,-1 7-8 0,-4-3 4 0,3 1-10 0,-1 4 8 0,0 0-5 0,-12 0 9 0,20 4-18 0,-16 1-10 0,-3 6-34 0,-6-1-35 0,17-5-8 0,-9 6-113 0,14-9-143 16,-13 9-163-16,6-2-460 0,12-7 218 0,0-2-357 0,-2-2 45 16,4 4-175-16,-2-2-213 0</inkml:trace>
  <inkml:trace contextRef="#ctx0" brushRef="#br0" timeOffset="57768.53">21228 8797 81 0,'0'3'1411'0,"0"-3"-861"0,0 0 134 0,0-3 27 15,0 6-74-15,0-3-255 0,6 7-128 0,-3-4-124 16,-3-3-20-16,0 0-1 0,12 0-14 0,-9 3 72 16,-3-3-11-16,17 0 1 0,-14 0-44 0,11 2 42 15,1-2 12-15,0 0-65 0,-3 0-54 0,6 0 12 0,-10 0 3 16,7 0-5-16,0-2-35 0,-6 2 5 0,6 0 18 15,-1-3 17-15,-8 0-9 0,23-2 4 0,-20 0-7 16,15-3-2-16,-9-1-13 0,5 0-4 0,4-4-10 16,-6 4-3-16,-4-2 1 0,4-4 10 0,0-1 25 15,-10-1 5-15,-1 13 1 0,1-14-8 0,-8 7 25 16,0-5 25-16,0 3-1 0,-5 2-32 0,-1-2 11 0,-3-6 18 16,-8 3-41-16,2 5-29 0,-6 1 1 0,-6 5-28 15,-3 0-4-15,8 5-2 0,-9 2-6 0,2 3 8 16,-1 6 4-16,13-3 0 0,-7 8 0 0,4 2 1 15,3 4 1-15,5-7 1 0,-10 12 9 0,8-8 20 16,-1 4 21-16,3 1 1 0,4 2-1 0,1-2 0 16,7 2-4-16,0 7-8 0,4-13-29 0,4 15-12 15,4-9-2-15,0 1 0 0,-4-12 0 0,16 15 0 0,0-12 0 16,3 4 0-16,-10-11 0 0,10 4 0 0,12-4 0 16,-5-4 0-16,-7-1 0 0,3-1 0 0,11-2 0 15,-12-3-42-15,-5 0-91 0,6-3-95 0,-8-5-144 16,2 1-444-16,-2-7-404 0,-14 8 310 0,6-9-262 15,1-3-222-15</inkml:trace>
  <inkml:trace contextRef="#ctx0" brushRef="#br0" timeOffset="58166.46">21952 8148 840 0,'0'0'722'0,"9"-2"-56"0,-2-1-129 0,-7 3 188 15,0 0 69-15,0 0-276 0,0 0-211 0,-4-2 27 0,4-11-87 16,0 13-19-16,-5 0-90 0,-7-6-26 0,-3 3-53 16,6 1-25-16,-6 2-13 0,-12 0 5 0,2 2-21 15,-2 1 6-15,6 0 11 0,-8 0 19 0,-1-1 5 16,4-2 0-16,11 0-7 0,3 0 14 0,-8 0-2 15,3 2-27-15,17 1-14 0,-10 3-31 0,1-1-80 16,9-5-254-16,0 0-272 0,0 0-67 0,0 0-297 0,0 0 6 16,9-16-1338-16</inkml:trace>
  <inkml:trace contextRef="#ctx0" brushRef="#br0" timeOffset="58753.89">22366 8053 445 0,'-3'9'660'0,"3"-7"-192"0,0-2-117 0,-4 11 126 0,4-9-98 15,0-2-50-15,0 0-76 0,0 0 199 0,0 0-97 16,0 0-61-16,0 0-92 0,0 0 60 0,0 0 95 15,0 0-57-15,0 0-82 0,0 0 56 0,0 0 7 16,0 0 69-16,0 0-181 0,4-11 3 0,-1 9-42 16,2-3-11-16,-2-3 2 0,9-3-76 0,-6 0 6 15,2 4 7-15,7-6-5 0,-8 4-13 0,1 1 0 0,4-8-2 16,-6 9-3-16,2-4-14 0,2-5 2 0,-5 6-3 16,-2-1-7-16,6-2 5 0,-6 5 11 0,6-6 17 15,-4 4 4-15,-1 10-14 0,-1-8 9 0,-3 0-2 16,3 8-7-16,-3 0-19 0,-3 0-3 0,6-13-12 15,-3 13-2-15,0 0 0 0,0 0 0 0,0 0 0 16,-3 0 0-16,6 2 0 0,-3 9 0 0,-3 2 0 16,3-4 0-16,0 11 0 0,-3-7 0 0,-1 9 0 15,4-1 0-15,0-3 0 0,0 2 0 0,0 0 0 0,7 2 0 16,-2 4 0-16,-2-10 0 0,1 3 0 0,-1-1-19 16,-1 6-31-16,4-6-53 0,-2 1-92 0,4-1-206 15,-6-5-143-15,5-2 55 0,-2 2-431 0,2 5-223 16,-7-5 51-16,0-9 115 0,0-2 113 0</inkml:trace>
  <inkml:trace contextRef="#ctx0" brushRef="#br0" timeOffset="58975.3">22690 8360 268 0,'0'3'1204'0,"0"-6"-448"0,0 6-12 0,0-3 233 16,0-3-179-16,0 3-165 0,0 0-275 0,0 3 30 0,-4-8-64 15,1-3-140-15,3 8-56 0,-15 0 17 0,15 0 19 16,-20 0-73-16,14 0-28 0,-12 0 14 0,6 0-12 16,-5 0-5-16,-10 4-24 0,7 0-10 0,8-2 0 15,-17 3-4-15,10 1-10 0,-3-1-7 0,-2-5 1 16,4 2-43-16,10-2-105 0,-10-2-55 0,2 2-367 16,7-2-214-16,-10-4-298 0,18 3 241 0,-9-2-242 0,3-5-1228 15</inkml:trace>
  <inkml:trace contextRef="#ctx0" brushRef="#br0" timeOffset="61033.8">28406 11128 571 0,'0'0'2317'0,"0"-3"-1444"0,0 1 16 16,3-7-119-16,-3 9-455 0,0 0-140 0,0 0-118 16,-3-2-15-16,3 2-25 0,5 11 75 0,1-4-4 15,-2 17 48-15,-2-2 51 0,1-7-37 0,0 18 126 16,-1-2-49-16,2-2-20 0,-1-8-48 0,5 14 46 16,-1-6-79-16,2 0-14 0,-6-11-43 0,5 9-7 0,1 7-24 15,-4-10-26-15,-1-6-43 0,2 6-121 0,-4 2-177 16,-2-4-30-16,0-17-43 0,-2 16-412 0,-4-8-285 15,0 9-50-15,6-17 245 0,-12 14-919 0</inkml:trace>
  <inkml:trace contextRef="#ctx0" brushRef="#br0" timeOffset="61226.28">28585 11962 190 0,'0'9'795'15,"-3"2"-402"-15,3-5 165 0,0 1-170 0,-3 2 105 16,1-7-123-16,-5 9 8 0,4-6-69 0,-2 3 205 0,-4 3-132 16,-3-6-54-16,6 1-131 0,-12 3 8 15,0 4-11-15,10-7-102 0,-16 5-46 0,3-4-1 16,1 2-20-16,-7-1-8 0,10-3-37 0,-10 0-80 0,0 1-206 16,1-4-236-16,8-2-20 0,-18 0-538 0,11-2 222 15,-4-1-1070-15</inkml:trace>
  <inkml:trace contextRef="#ctx0" brushRef="#br0" timeOffset="61885.52">27516 11689 400 0,'0'0'1692'0,"-12"-6"-905"0,8 4-190 0,1-1 264 16,-2-5 42-16,2 6-447 0,-1-12-215 0,4 14 44 0,-2-15 73 15,2 15-5-15,0-9-173 0,-3-1 8 16,6 7-36-16,-1-8-28 0,-2 11-50 0,12-7-48 0,-2 4-18 16,-1 0-2-16,8 1 2 0,-5-1-4 0,-1 1 0 15,13 4 2-15,-9-2 1 0,-3 0-5 0,8 3-4 16,-6-1-7-16,2 1-3 0,-1 3 7 0,-4-4-2 15,4 9-1-15,3 0 5 0,-12-7 1 0,8 10 4 0,-7-1 5 16,1 0-6-16,-5-5-1 0,-3 6 2 0,0-7 5 16,-3 17 0-16,3-18-4 0,-12 20 2 0,1-8 5 15,-7-2 2-15,3-5-4 0,-8 8-2 0,-13-4 0 16,4-1 2-16,-4 1-5 0,9-6-6 0,-10 1-8 16,-11 4-5-16,11-7 1 0,7-5 0 0,-6 7-18 15,4-7-29-15,-6-4-147 0,8-1-47 0,1-5-205 0,-3-3-271 16,1-5-231-16,11 3 133 0,-6-16-513 0,6 8 114 15</inkml:trace>
  <inkml:trace contextRef="#ctx0" brushRef="#br0" timeOffset="62070.02">27161 11152 201 0,'-2'-5'3411'0,"-10"-4"-2377"0,1 5 442 0,4-2-367 16,-1 3-533-16,8 3-405 0,-14-5-85 0,14 5-33 15,0 0-17-15,0 0-7 0,0 0-21 0,0 0-7 16,-4 0-1-16,-8 0 0 0,12 0-11 0,0 0-80 16,-3 14-168-16,3-14-115 0,-3 13-42 0,1-6-365 15,-8 4-217-15,-4 0-455 0,8-9 628 0,-12 6-149 16,3-3-664-16</inkml:trace>
  <inkml:trace contextRef="#ctx0" brushRef="#br0" timeOffset="62484.92">26410 11551 112 0,'0'0'1495'0,"0"3"-288"15,0-3-265-15,0 0 289 0,0 0-586 0,0 0-173 16,0-3-136-16,0 6-120 0,0-3-153 0,12 0-13 15,-5 0-43-15,-2 2-10 0,5 4 0 0,-10-6-11 0,14 11-5 16,-3 2 6-16,-7-8 4 0,16 21-3 0,-11-10 6 16,3 3 0-16,-4-3 6 0,4 2 3 0,-6 6-1 15,3-5-2-15,-6-1-7 0,-1-5 1 0,-4 3-10 16,-6 14-1-16,1-10 0 0,-1-4 5 0,-4 3-2 16,-9 2 5-16,-6 2 2 0,10-10 10 0,-6 1 17 15,-10-4 15-15,-6 10 52 0,10-13-19 0,-13 4 35 16,2-3 43-16,-11-3 97 0,13-3-58 0,-9 2 12 0,3-8-33 15,5-1-19-15,1-3-14 0,0-5-64 0,5 0-61 16,4-1-6-16,6 1 0 0,-10-13 0 0,10 5 0 16,4 0 0-16,2-1 0 0,5-2 0 0,4 1 0 15,1 2 0-15,5-1 0 0,2 7 0 0,6-12 0 16,0 9-73-16,-1 1-216 0,-1 15-54 0,11-18-342 16,-1 0-674-16,-11 12 145 0,5-5 305 0,1 6-1129 0</inkml:trace>
  <inkml:trace contextRef="#ctx0" brushRef="#br0" timeOffset="62722.28">26069 11270 146 0,'0'0'2497'0,"0"0"-1641"0,2 6 210 16,-2 2 49-16,3-8-54 0,-3 0-664 0,-3 0-36 0,6 0-89 16,-3 0-70-16,-3 0-65 0,6 0-71 15,-3 0-51-15,-3 0-15 0,6 0 0 0,-3 0-6 16,-3 0-96-16,1 0-188 0,-8 2-55 0,10 2-342 0,-20-4-560 16,8 2 41-16,0-2 7 0,-5 2 301 0,-7 1-1193 15</inkml:trace>
  <inkml:trace contextRef="#ctx0" brushRef="#br0" timeOffset="63019.5">25206 11885 1884 0,'-22'18'2619'0,"8"-5"-1739"0,8-5 294 15,-6 3-207-15,-5-4-629 0,10-4-309 0,-3 0-32 16,-2 0-14-16,9-3-7 0,-1 0-2 0,-7-3-33 0,7 0-30 15,4-10-99-15,-2 5-21 0,2-2-122 0,0-25-145 16,0 11 95-16,0 8 105 0,2-8-52 0,-4 4 112 16,2-7 149-16,-3 3 214 0,0 11 35 0,1 5 145 15,-2-10 84-15,4 9 31 0,-3-1 9 0,0 7-63 16,-3-10-103-16,6 13-85 0,0 0-110 0,0-5-34 16,-3-3-45-16,3 10-11 0,0-2 0 0,0 0 0 0,0 0 0 15,0 0 0-15,0 0-16 0,0-2-76 0,0 4-129 16,-5 4-135-16,-2-3-195 0,4-1-324 0,-5 4-258 15,-4-6-52-15,6 2 93 0,-9 1 55 0</inkml:trace>
  <inkml:trace contextRef="#ctx0" brushRef="#br0" timeOffset="64949.33">10907 12085 90 0,'0'-26'1544'0,"0"8"-879"0,0-1-176 0,-3-2 387 15,0 10-350-15,-1 1-245 0,2-4-67 0,2 12 59 0,-6-9 17 16,6 3 43-16,-2 5-131 0,-5-7 93 16,7 10-21-16,-5-14-28 0,5 14-24 0,0 0-44 0,0 0-38 15,-7-4-51-15,2 1-53 0,5 3-12 0,0 0-17 16,-6 11 11-16,2-4 23 0,2 4-7 0,-1 2 9 15,-2 16-24-15,-2-5 20 0,4-5-14 0,-3 12 0 16,0 2-39-16,4 0-10 0,-5 5 1 0,2 1 27 0,2 7-21 16,-4-2 0-16,7-7 5 0,0 25 10 0,0-16 8 15,4 5 17-15,-1-14-5 0,2 5 8 16,5 4 1-16,-2-4-1 0,-2-16-8 0,6 3 1 0,-4 3-16 16,4-5 3-16,-2-9-5 0,2 14-11 0,-4-8 0 15,4-6-4-15,0-2-3 0,-7-6 4 0,10 6-15 16,-9-5 18-16,9 2 3 0,-7-7 3 0,8-1 3 15,7 3 0-15,-2-8-7 0,-4 0-20 0,7-6-35 16,-1 1-64-16,1-3-35 0,-7 1 3 0,13-10-58 16,-6 1 30-16,2-2 31 0,-8 3 59 0,8-7 36 15,4-13 89-15,-3 4 50 0,-10 7-17 0,7-13 17 16,-4 0-5-16,-1-5-6 0,1-11-12 0,-8 18-60 0,2-13-10 16,-6 1 12-16,2-1 13 0,-1 4 6 0,-4 1 8 15,2 6 7-15,-4 5 27 0,-3 14 18 0,0-6 44 16,0 8 12-16,-3 2 4 0,-1 5-28 0,4 5 61 0,-3-3-4 15,1-1-7-15,2 8-75 0,0 0 12 0,0 0-21 16,0 0-4-16,0 0-53 0,0 0-11 0,-3 0-6 16,-9-5 0-16,12 5 0 0,0 0 0 0,0 0 0 15,-3 11 0-15,-1 2 0 0,4-6 0 0,-5 15 0 16,0 2 0-16,-2 0 0 0,2-2 0 0,-2 13 0 16,4-2 0-16,1 3 0 0,2-6 0 0,5 16 0 15,-1-6 0-15,1 0 0 0,-2-10 0 0,9 3 0 0,0 10 0 16,-3-9 0-16,-3-10 0 0,6 2 0 0,2 14 0 15,-2-8 0-15,-4-11 0 0,4 9 0 0,3-1 0 16,0 2 0-16,-3-7 0 0,-3-9 0 0,-1 5 0 16,1-5 0-16,-3-4-31 0,-2-6-77 0,-4-5-341 15,5 11-179-15,-5-11-358 0,0-3-56 0,5-15-323 16,-5 1 101-16,-2-3-929 0</inkml:trace>
  <inkml:trace contextRef="#ctx0" brushRef="#br0" timeOffset="65668.41">12003 12874 1836 0,'-9'-10'1296'0,"6"6"-589"0,1-3 239 16,-8-10 55-16,8 10-527 0,-1-1-297 0,-1-3-19 15,4 6-12-15,0-6 18 0,0 11 13 0,4-10 19 16,-1 10 1-16,-1-14-39 0,-2 12-69 0,0 4 38 0,0-4-49 16,0 4-21-16,0-2-41 0,0 0-4 15,0 0-10-15,0 0-8 0,0 0 2 0,0-2-3 0,3 4 1 16,6 12 1-16,-9-1 2 0,0-7 2 0,3 14 3 15,-6-1 19-15,3-1 7 0,-2 4-14 0,-2-4 2 16,1 6-6-16,0-2-2 0,1-7-6 0,2 9-19 16,-3-2-1-16,-4-2 16 0,7-9 1 0,3 0 9 15,1 7 13-15,-1 1 10 0,-3-17-12 0,5 9 3 0,4-4-2 16,1 4-1-16,-2-8-14 0,9 3-4 0,-8-2-1 16,23 7 0-16,-2-2 0 0,-12-7 0 0,9 0 0 15,-4-2 0-15,6 3 0 0,0-3 0 0,-2-3 0 16,0 1 0-16,5-4 0 0,-8 1 0 0,12-6-19 15,-4 1-209-15,-3-4-322 0,-9 7-123 0,13-6-499 0,-6 0-41 16,-4-6-410-16,-5 5-925 0</inkml:trace>
  <inkml:trace contextRef="#ctx0" brushRef="#br0" timeOffset="66303.71">13149 12342 122 0,'0'2'1626'0,"-15"4"-424"15,15-6-329-15,0 0 24 0,0 0-149 0,-12-8-200 16,12 8-221-16,-5-13-67 0,1 8-86 0,1-3 116 0,3-10-73 16,0 7-83-16,0 2-48 0,7-15 42 0,-2 9-9 15,5-12-9-15,-5 14-44 0,7-8 7 0,0 0-1 16,-4 6-30-16,1 4-17 0,1 2-1 0,4-4-11 16,1 2-6-16,-7 4-2 0,7 1-8 0,-6 6-3 15,6-5 6-15,-1 5 0 0,-11 0 0 0,12 5 0 16,-3 6 1-16,3 0 7 0,-6-3-8 0,3 10-6 15,-4 6-1-15,1-6 3 0,-6 4 4 0,4-4 0 16,1 3 0-16,-2 3 4 0,0-10 2 0,-1 1 0 0,7 4-2 16,-9-11-4-16,6 5 0 0,-2-5 0 0,-5-5 0 15,4 1 0-15,0 2 0 0,-6-6 0 0,8 0 0 16,2 0 0-16,-2-6 0 0,1 4 0 0,15-9 0 16,-4-2 0-16,-3 8 0 0,-1-3 0 0,7-5 0 15,4-1 0-15,-13 1 0 0,-11 11 0 0,21-14-2 16,-12 8-28-16,0-3-146 0,-7 4-42 0,-5 7-148 0,0 0-130 15,-2-6-150-15,-5-1-201 0,-1 7-118 0,-1 0 7 16,-21 2 60-16,16 0 271 0,-4 1-91 0,-6 10-165 16</inkml:trace>
  <inkml:trace contextRef="#ctx0" brushRef="#br0" timeOffset="66519.14">13429 12281 255 0,'0'0'1180'0,"-2"0"-370"16,-5-10 56-16,7 10 32 0,0-3-26 0,0 6-203 15,0-3-217-15,0 0-188 0,-12 0-92 0,9 3 44 16,3-3-3-16,-5 13-15 0,1-8-43 0,1 25 122 16,3-10-65-16,0 4-30 0,0-6-80 0,0 14 2 15,3-3-34-15,-3 0-48 0,7-7-20 0,-5 4-2 16,8 11 0-16,-2-8 0 0,-2-5 0 0,6 5 0 16,-4 1 0-16,2-1 0 0,-5-11 0 0,7 1 0 0,-3-1 0 15,-3-5 0-15,6 3 0 0,-7-13 0 0,10 4 0 16,-6 2-85-16,6-7-292 0,-9 1 40 0,5-8-324 15,-4-4-326-15,7-9-217 0,-8 8 294 0,3-14-555 16</inkml:trace>
  <inkml:trace contextRef="#ctx0" brushRef="#br0" timeOffset="67832.62">13367 12294 78 0,'9'8'352'16,"-9"-8"-43"-16,0 0-21 0,0 0-62 0,0 0 56 15,-9 9-43-15,9-7-22 0,0-2-26 0,0 0-20 0,0 0 19 16,0 0 16-16,0 0-48 0,0 0 94 16,0 0-76-16,0 0-13 0,0 0-48 0,0 0-6 0,0 0-26 15,0 0-12-15,0 0-4 0,0 0-6 0,0 0 40 16,0 0 1-16,0 0 59 0,0 0-61 0,0 0 42 15,0 0 13-15,0 0-9 0,0 0-19 0,0 0-9 16,0 0-21-16,0 0-7 0,0 0-32 0,0 0 2 0,0 0-23 16,0 0-25-16,0 0-11 0,0 0-2 0,0 0-2 15,12-8-5-15,-12 8 5 0,0 0 2 0,0 0 3 16,0 0-1-16,0 0-2 0,12 0-2 0,-10 0-1 16,-2 0 3-16,0 0 0 0,0 0-1 0,0 0 2 15,0 0 2-15,0 0 3 0,0 0-2 0,0 0 0 16,15 3 2-16,-15-3 1 0,0 0 9 0,0 0 24 15,0 0 23-15,0 0 35 0,0 0-33 0,0 0 24 16,0 0 7-16,0 0 3 0,0 0-1 0,0 0 40 0,0 0 23 16,0 0 15-16,0 0-44 0,-3-10 98 0,3 6-74 15,0-3-27-15,3-2-21 0,0-6-46 16,1 2 36-16,-4-1 3 0,2-7-3 0,-2 5-24 0,6-10 54 16,-6 2-41-16,4-3-11 0,-2 14-44 0,-2-16-5 15,3 1-9-15,-3-2-5 0,0 9-10 0,0-11-2 16,-3-5 0-16,3 5 0 0,0 14 0 0,-2-6 0 0,-2 0 0 15,4 9 0-15,-3 6 0 0,0-4 0 0,1-5 0 16,2 10 0-16,-4-1 0 0,4 5 0 0,-3-7 0 16,0 11 0-16,6 0-28 0,-3 0-57 0,-3 0-178 15,1 2-90-15,-8 7-124 0,8-5-26 0,-1 10-671 16,0 2 5-16,-3-2 87 0,3-10 389 0,3 12-393 16</inkml:trace>
  <inkml:trace contextRef="#ctx0" brushRef="#br0" timeOffset="68350.23">14159 12448 1683 0,'7'0'1117'0,"-7"0"-524"0,0 0 211 15,-3 0-55-15,6 0-252 0,-3 0-292 0,-3 0 47 16,6 0 22-16,-3-5 3 0,0-4 3 0,0 9-45 0,-7-4-35 15,-1-1-35-15,-4 1-46 0,0 2 0 0,4 2-23 16,-19 2-11-16,3 2-20 0,0 1-2 0,4-1 5 16,-4 2-11-16,4-1-10 0,13-2-20 0,-10 3-2 15,0-2-9-15,5-4-15 0,0 6-33 0,12-3-144 16,-18 2-81-16,18-5-191 0,0 0-26 0,0 0-370 16,0 0-587-16,0 0 317 0,0 0 320 0,-9-11-396 0</inkml:trace>
  <inkml:trace contextRef="#ctx0" brushRef="#br0" timeOffset="68550.7">14104 12577 1538 0,'-4'0'882'0,"4"17"-77"16,0-17 63-16,-5 2 209 0,-4 6-555 0,3-5-162 0,-6 2 94 15,3 0-58-15,-6 1-79 0,13-4-127 0,-16 4-12 16,4-1-45-16,1-3-71 0,1 1-32 0,0 3 0 15,-2-4-18-15,2 3-34 0,6-5-49 0,-3 0-114 16,6 0-296-16,-9 4-208 0,10-4-270 0,-10-6-179 16,6-2-3-16,4 0 16 0,-5-5-478 0</inkml:trace>
  <inkml:trace contextRef="#ctx0" brushRef="#br0" timeOffset="68967.59">14446 11995 148 0,'0'-2'2541'0,"-7"-1"-1686"0,-1-5 148 16,8 8 38-16,-12-13 35 0,12 13-754 0,-12-11-16 16,12 9-42-16,0 2-46 0,0 0-14 0,0 0-59 15,0 0-90-15,0 0-42 0,0 0-13 0,0-8 0 16,0 2 0-16,3 4 0 0,6-3 0 0,3-1 0 0,-7 6 0 15,10-5 0-15,-3 3 0 0,-7-2 0 0,17 4 0 16,-10 0 0-16,-4 0 0 0,6 0 0 0,-4 4 0 16,2-2 0-16,0 9 0 0,-7-6 0 0,2 3 0 15,7 19 0-15,-11-20 0 0,5 12 0 0,1-1 0 16,1 1 0-16,-2 2 0 0,-2-8 0 0,0 0 0 16,3 6 0-16,-4-1 0 0,-2-7 0 0,6 5 0 0,-3-5 0 15,6 4 0-15,-6-9 0 0,0 5 0 0,6-4 0 16,-3-4 0-16,-3 0 0 0,8 2 0 0,-2-10 0 15,-4 2 0-15,19-11 0 0,-12 7 0 0,3-10 0 16,-3 4 0-16,-4-5 0 0,1 7 0 0,0-9 0 16,-3 3 0-16,-6 6-10 0,6-7-48 0,-4 0-138 15,-5 10-158-15,0-8-130 0,-2 8 64 0,-5 3-304 16,-8-3-156-16,5 5-93 0,0-1 19 0,-16 4 73 16,11 2 105-16,-5 0 123 0,11 1-132 0</inkml:trace>
  <inkml:trace contextRef="#ctx0" brushRef="#br0" timeOffset="69206.94">14693 12054 1055 0,'0'-2'1573'15,"0"4"-737"-15,0-2 14 0,0 0 26 0,0 0-631 0,-6 2-15 16,-1 3-93-16,5 12-17 0,-1-4 6 0,-2 11 5 16,-2-3 19-16,4 3 28 0,1-3-23 0,-8 13 111 15,8-2-61-15,-8 5-3 0,8-8-51 0,-8 24 85 16,5-7-73-16,0-4-59 0,1-9-43 0,1 10-2 15,3 4-13-15,0-4-19 0,3-16-18 0,1 2-9 16,1-3 0-16,0 3 0 0,2-16 0 0,-2 0 0 0,5-2 0 16,-1 0 0-16,8 0 0 0,-5-7 0 0,15-4-55 15,-7 0-188-15,4-4-217 0,-4-10-360 0,-2-1-336 16,6-4-57-16,-10-5 3 0,-2 8 278 16,0-10-1058-16</inkml:trace>
  <inkml:trace contextRef="#ctx0" brushRef="#br0" timeOffset="69568.98">14955 11676 294 0,'0'-13'2366'0,"-2"9"-1520"0,2-5-187 0,0 3 209 16,0 6-305-16,0 0-298 0,0 0-126 0,0 0-20 16,0 0-30-16,0 0-35 0,2 6-29 0,6 7 5 15,2 7 13-15,2-1 10 0,-7-1 13 0,14 4 72 0,1 15 61 16,4-6-30-16,-7-2-17 0,7 11 56 16,3 3 0-16,2 6-6 0,3 8-60 0,-12-20-58 0,4 10 16 15,8 14-33-15,-11-11-34 0,-6-10-24 0,0 10-8 16,-6-5-1-16,-4 16 0 0,-2-24 0 0,-6 11 0 15,-6-4 0-15,-3 12-21 0,4-24-15 0,-9 10-28 16,-7-2-40-16,0-6-71 0,-3 1-106 0,4-6-138 16,-3-5-144-16,-10-4-191 0,13-3 38 0,-21-4-632 0,8-5 332 15,-3 0-171-15</inkml:trace>
  <inkml:trace contextRef="#ctx0" brushRef="#br0" timeOffset="70265.12">13052 11800 142 0,'2'-3'520'0,"-4"-10"-55"16,2-3-70-16,0 10 44 0,-3-1-71 0,3 7 53 0,-7-13 13 15,7 9-84-15,0 8 8 0,-2-8-92 0,-6-3 50 16,8 7-62-16,0 0-38 0,0 0-108 0,-10 7 2 16,5 2-24-16,-2 2-5 0,5-1-1 0,-10 22 80 15,6-6-13-15,-3 0 33 0,6-2-15 0,-6 18 172 16,6-2-68-16,-6 3 23 0,4-9-60 0,-1 20 59 0,-3 19 12 15,2-17-134-15,5-9-82 0,-1 23 17 16,0 14-58-16,1-16-46 0,2 2 0 0,0-23 0 0,2 20 0 16,1 10 0-16,2-20 0 0,5-15 0 0,2 9 0 15,2-9 0-15,10 6 0 0,-13-22 0 0,13 6 0 16,3-5 0-16,-1-1 0 0,-8-8 0 0,14-2 0 16,4-3 0-16,-4-2 0 0,6 0 0 0,4-9 0 15,-1-4 0-15,1-3-28 0,-16 1-86 0,12-5-406 16,0-2-269-16,-8-5-170 0,-9 3 78 0,8 0-333 0,1-4 27 15,2-3-1053-15</inkml:trace>
  <inkml:trace contextRef="#ctx0" brushRef="#br0" timeOffset="71053">16850 12175 448 0,'0'0'1594'0,"12"0"-470"16,-10 0-231-16,-2 0 21 0,0 0-430 0,0 0-28 15,0 0-154-15,0 0-91 0,-14-2-60 0,8 2 21 0,-12 0 16 16,-9 2-28-16,7-2 14 0,3 3-39 16,-17 0 62-16,5 2-16 0,-3-5-46 0,8 2-50 15,-11 4 5-15,-12-1-22 0,9 4-40 0,11-7-27 0,-9 3-1 16,-1-2 0-16,3 0 0 0,14 2 0 0,11-5 0 15,-11 0 0-15,5 2 0 0,13-2 0 0,2 0 0 16,0 0-21-16,0 0-145 0,0 0-187 0,0 0-135 16,0 0-135-16,12-2-253 0,-7 2-19 0,10-5-583 0,2-1 61 15</inkml:trace>
  <inkml:trace contextRef="#ctx0" brushRef="#br0" timeOffset="71320.28">16826 12427 1104 0,'12'3'800'16,"2"1"-171"-16,-4 0 37 0,-8-4-94 0,8 0-78 15,-5 2-99-15,-5-2 24 0,0 0-101 0,0 0 197 16,0 0-82-16,0 0-27 0,0 0-104 0,0 0 82 16,0 0-105-16,0 0-95 0,-15 3-61 0,6-1-24 15,-14 1-36-15,14-3-57 0,-15 6-6 0,4-4 0 16,-12 0 0-16,5 1 0 0,0 0 0 0,3 0 0 0,-10-1 0 15,4-2 0-15,4 3 0 0,8-3 0 0,-15 0 0 16,25 0 0-16,-13 0 0 0,13 0 0 0,-4 0 0 16,-3 0 0-16,11-3-61 0,-4-2-93 0,8 2-462 15,0-7-570-15,3 2-3 0,2-5 279 0,4 4-303 16,13-9-1114-16</inkml:trace>
  <inkml:trace contextRef="#ctx0" brushRef="#br0" timeOffset="72530.06">18002 11496 1562 0,'15'-6'1080'0,"-15"6"-483"0,0 0 217 15,8-7 3-15,-4 7-376 0,-4-4-124 0,0 4-140 0,-7-9 25 16,-5 9 17-16,4-4-34 0,-4 4-62 0,0 0 66 16,-20 4-8-16,5 0-17 0,3-1-52 0,-2-1 60 15,-4 4-12-15,-11-1-3 0,18-3-76 0,-10 4 33 16,4-3-6-16,-1-1-7 0,6-2-59 0,2 0-4 16,12 0-11-16,-14 0-16 0,16 0-11 0,-1 0 0 15,9 0 0-15,-8 0 0 0,-1 0 0 0,9 0 0 16,0 0 0-16,0 0 0 0,0 0 0 0,0 0 0 0,0 0 0 15,0 0 0-15,0 0 0 0,0 0 0 0,0 0 0 16,0 0 0-16,0 0 0 0,0 0 0 0,14 16 0 16,-11-5 0-16,4-1 0 0,-2 12 0 0,7-2 0 15,-7 2 0-15,5 0 0 0,-8-4 0 0,8 10 0 16,-5 5 0-16,4-7 0 0,-6 1 0 0,2 1 0 0,2 14 0 16,-4-7 0-16,-1-2 0 0,1-11 0 0,1 16 0 15,-1-1 0-15,-3-8 0 0,2-8 0 0,1 8 0 16,4 3 0-16,-5-11 0 0,1-8 0 0,0 0 0 15,3 9 0-15,0-11 0 0,-6-3 0 0,9 2 0 16,-4-4 0-16,5 1 0 0,2-4 0 0,-7 0 0 16,10-1 0-16,-1-2 0 0,-4 3 0 0,7-3 0 15,0-3 0-15,-5 1 0 0,18-4 0 0,-9 6 0 0,2-5 0 16,-2 0 0-16,6-1 0 0,-7 1 0 0,9-1 0 16,-5 2 0-16,-4-2 0 0,1 1 0 0,-3-6 0 15,3 9 0-15,-10-3-2 0,-2-1-14 0,18-1-84 16,-7 1-84-16,-13 3-98 0,10 1-21 0,-5-1-245 15,5-3-445-15,1-1-128 0,-14 4 284 0,4-2-192 16,-8 2-1211-16</inkml:trace>
  <inkml:trace contextRef="#ctx0" brushRef="#br0" timeOffset="72818.28">18037 11800 909 0,'-3'-3'1372'0,"6"3"-701"0,-3-11 249 16,0 9-117-16,0 0-238 0,-6-9-312 0,6 11-3 16,-2-5 87-16,-5-3-64 0,7 8-80 0,0 0 55 15,-12-11-2-15,9 11 49 0,-11-5-140 0,4 5 18 16,-4 0-22-16,-4 0-17 0,-8 2-42 0,11 3-47 0,-12 1-1 15,5-1-8-15,-12 3-12 0,14-3-22 0,-6 4-2 16,2-2 0-16,-3-1 0 0,16-4 0 0,-3 1 0 16,2 3-73-16,5-6-203 0,-5 0-40 0,12 2-391 15,-3-8-707-15,3-4 201 0,0 10 303 0,10-16-1744 16</inkml:trace>
  <inkml:trace contextRef="#ctx0" brushRef="#br0" timeOffset="73613.16">18473 12438 167 0,'15'2'1412'15,"-15"-2"-727"-15,17 0 35 0,-17 0-170 0,0 0 117 16,7 0-108-16,5 0-286 0,-12 0-120 0,0 0 28 16,0 0-9-16,0 0 34 0,0 0-99 0,0 0 55 15,0 0 20-15,0 0 6 0,0 0-21 0,-10 0-64 16,-2-2 36-16,15 2 6 0,-18 2-18 0,13 1-69 0,-18-1 25 16,5 1 9-16,-16 3 19 0,6-4-26 0,-8 3 15 15,-5 1 25-15,2-1-2 0,-2 1-14 0,-9-4-22 16,-6 5-14-16,-4 2-21 0,11-1-29 0,-40-1-18 15,13 6-5-15,2-4 0 0,6 2 0 0,-8-1 0 16,11-2 0-16,6 0 0 0,8-1 0 0,4-3 0 16,3-2 0-16,14 1 0 0,0-1 0 0,19-2 0 0,-9 0 0 15,5-2 0-15,8 4 0 0,4-2 0 0,0-2 0 16,9-9-20-16,6 4-147 0,6-4-60 0,14 0-412 16,-5-2-186-16,-4 0-297 0,-4 4 212 0,3-2-284 15,-1 4-693-15</inkml:trace>
  <inkml:trace contextRef="#ctx0" brushRef="#br0" timeOffset="74300.33">17834 12877 86 0,'12'7'1482'0,"-9"-4"-733"16,-3-6 18-16,0 6 40 0,0-3-79 0,0 0-318 0,0 0 214 16,0 0-171-16,0-3-45 0,0 3-127 0,0 3 153 15,0-6-160-15,0 6-43 0,0-3-104 0,0 0-1 16,0 0-16-16,0 0-58 0,0 0-28 0,0-3-8 15,0 6-14-15,0-6-2 0,8 3 0 0,-2 0 0 16,0 3 0-16,6 0 0 0,2-3 0 0,-2 0 0 16,-2 0 0-16,10 3 0 0,4-6 0 0,-7 0 0 0,3 0 0 15,1 1 0-15,6-3 0 0,-10 2 0 0,7-5 0 16,-6 2 0-16,2 2 0 0,1-5 0 0,-6-2 0 16,-6 7 0-16,9-7 0 0,-13 0 0 0,4-2 0 15,-1 0 0-15,-8-1 0 0,0 10 0 0,-2-14 0 16,-10 3 0-16,6 8 0 0,-14-4 0 0,14 6 0 15,-21-8 0-15,10 7 0 0,-4 4 0 0,3-1 0 0,-9 3 0 16,4 3 0-16,-3 2 0 0,4 3 0 0,-3 0 0 16,-6 8 0-16,9 0 0 0,10-3 0 0,-6 2 0 15,4 7 0-15,4 0 0 0,8-4 0 0,-5 10 0 16,7 2 0-16,7 6 0 0,-2-12 0 0,2 11 0 16,3-4 0-16,9 4 0 0,-4-13 0 0,5-2 0 15,1 4 0-15,6 3 0 0,-2-14 0 0,-1 0 0 16,5-5 0-16,1-3 0 0,3 4 0 0,-10-9 0 0,4 0 0 15,9-3 0-15,-11-3 0 0,-1 1-16 0,0-5-245 16,3-1-433-16,-1-5-512 0,-3 3 144 0,-4-9-151 16,1 2-1796-16</inkml:trace>
  <inkml:trace contextRef="#ctx0" brushRef="#br0" timeOffset="75237.55">18714 13255 335 0,'-8'3'473'0,"2"-1"-101"16,6-2 34-16,0 0 166 0,-3 0-136 0,-9 0-134 15,12 0 45-15,0 0-18 0,-17 0 11 0,17 2-28 0,-12 2-46 16,6-2-19-16,-6 1-34 0,3-1-79 0,-3 1 24 16,-5 3-24-16,-3-2-31 0,10-4-34 0,-11 9-3 15,10-4-21-15,-3-2-8 0,2 2-24 0,12-5-14 16,-12 5-12-16,9-5-46 0,3 0-8 0,0 0-143 16,-4 3-89-16,-1 7-122 0,2-10-185 0,3 0 17 15,3 0-200-15,-1-13-143 0,1 13 130 0,-3-5-55 16</inkml:trace>
  <inkml:trace contextRef="#ctx0" brushRef="#br0" timeOffset="75446.99">18690 13393 668 0,'7'7'1081'0,"-7"-7"-388"0,0 0-143 0,0 0 176 16,-3 3-67-16,-3 8-201 0,6-11-276 0,-8 2 17 15,-2-2-42-15,-2 8-37 0,0-5-18 0,7-1-21 16,-7 4-13-16,-5-1-16 0,10-3-34 0,-10 4-3 16,5-1-23-16,4-2-37 0,-4 5-74 0,2-6-29 15,2-2-205-15,2 0-362 0,-2-2-76 0,8 0 157 16,-10-9-185-16,10 11-517 0</inkml:trace>
  <inkml:trace contextRef="#ctx0" brushRef="#br0" timeOffset="76814.33">19492 12162 434 0,'10'6'578'0,"-13"-10"-166"15,11 13 128-15,-5-7-73 0,-3-2-161 0,4 0-94 16,-4 0-13-16,12-2 64 0,-12 2-68 0,2 0 24 15,-2 0-11-15,8-11 10 0,-8 11 33 0,0 0-131 16,0 0 13-16,10-2-14 0,-5-1 27 0,-5 3-54 16,0 0 9-16,0-2 2 0,0 4-8 0,0-2 43 0,0-2 9 15,0 4 1-15,9-2 4 0,-3 0-43 0,-6 0 62 16,0 0-41-16,0-2-38 0,0 2-33 0,18 0 16 16,-22 0-32-16,8 0 4 0,-1 0-15 0,9 0-6 15,-9-4 11-15,9 4-1 0,-12-2-10 0,8 2-3 16,-4 0-12-16,-4 0 12 0,14-5 7 0,-14 5-8 15,0 0 2-15,0 0 19 0,0 0-8 0,0 0 0 0,0 0 1 16,0 0-12-16,0 0 0 0,0 0-2 0,6 0 9 16,3 2-1-16,-9-2 23 0,0 0-12 0,-7 0 1 15,-5 3-23-15,-2-1 7 0,3 2-3 0,-4-4 2 16,-11 5-16-16,4-3-15 0,2 0 24 0,-4 7 15 16,4-7 0-16,-1-2 20 0,-9 6 28 0,16-6-23 15,-10 3 30-15,1-1-3 0,-1 0 11 0,9-2-56 16,-5 4-6-16,2-8-8 0,6 4-6 0,-6-2-18 15,6-3-2-15,7 2 0 0,-2 0 0 0,-3 1 0 0,10 2 0 16,0 0-12-16,0 0-76 0,0 0-82 0,2-5-384 16,6-1-148-16,-8 6-286 0,12-5 109 0,-2 3-321 15,4-4 75-15,-4 1-223 0</inkml:trace>
  <inkml:trace contextRef="#ctx0" brushRef="#br0" timeOffset="77415.72">19652 12382 594 0,'0'0'423'16,"11"2"45"-16,-11 2 43 0,0-4 189 0,0 0-314 15,0 0 8-15,0-4-13 0,0 8-40 0,0-4 0 16,0-4-10-16,0 8 18 0,0-4 18 0,0 0-90 0,0 0 207 15,0 0-109-15,0-4-23 0,0 4-105 0,0 4 71 16,0-8-110-16,-3 8-47 0,-9-4-88 0,4 0-15 16,-16 2-18-16,4 0-31 0,8 1-6 0,-14-3-3 15,-10 6 0-15,6-4 0 0,1-2 0 0,5 3 0 16,-6-1 0-16,-7-2 0 0,10 4 0 0,6-4 0 16,-8 2 0-16,11 0 0 0,-6-2 0 0,19 0 0 0,-19 0 0 15,7 0 0-15,14 0 0 0,-4 0 0 0,-3 0 0 16,10 0 0-16,0 0-39 0,-4-8-95 0,1 3-240 15,3 5-301-15,3-8-325 0,1 1-210 0,4-4-4 16,1 5 38-16,-1 1-759 0</inkml:trace>
  <inkml:trace contextRef="#ctx0" brushRef="#br0" timeOffset="109677.46">20533 11813 648 0,'-12'2'608'0,"2"2"-301"0,-7 3 125 0,12-5-26 16,-10 7-62-16,6-1-117 0,-6-1 108 0,3 10-66 16,0-4 36-16,9-10-73 0,-9 12 88 0,4-1 43 0,6-10-48 15,-5 10-64-15,4-6 48 0,-3 3 37 0,0 18-17 16,1-19-125-16,1-1 35 0,1 14-43 0,1 1 17 15,2-3-58-15,0-10-66 0,0 2 28 0,2 16 19 16,5-5-7-16,-2-8-51 0,1 2-6 0,3 3-17 0,0 3-6 16,-1-11-31-16,-1-4-9 0,5 6-3 0,-4 1 5 15,1-11 5-15,6 8 3 0,-3-5 1 0,0-2-1 16,5 4 1-16,3-2-1 0,7 1-5 0,-10-7-5 16,7 1 0-16,0-1 2 0,-4-2 0 0,7 0 0 15,2 0-1-15,-7-2 0 0,0-3-1 0,2-1 0 16,0-5-2-16,-1 1 0 0,4 2-1 0,-6-5 5 15,-3 0-5-15,-1 2-2 0,-2-7-2 0,-3 1 5 0,-7-1 4 16,2 2 0-16,-2-14 0 0,-5 4 11 0,0 6 12 16,-3 4-5-16,-6-12 14 0,1 6 4 0,-7 0-5 15,3 9-8-15,-9-5 1 0,1-10-6 0,-7 8-7 16,0 1-9-16,10 9-3 0,-10-7 0 0,-5 10 0 16,0-1 0-16,11 5 0 0,-3 1 0 0,-1 2 0 15,1 0 0-15,6 5 0 0,6-3 0 0,-9 9 0 0,9-3 0 16,-5 5 0-16,11-8 0 0,-8 11-8 0,4-3-94 15,8-7-54-15,2-4-356 0,-6 9-179 0,6-11-230 16,0 0-105-16,11-2-323 0,1-2 149 0,3-3-906 16</inkml:trace>
  <inkml:trace contextRef="#ctx0" brushRef="#br0" timeOffset="110429.45">21237 12194 947 0,'12'-10'1518'0,"-9"7"-820"0,-3 3 125 0,8-6-84 16,-4 4-235-16,-4 2-309 0,0 0 32 0,0 0-86 15,0 0-43-15,0 0-41 0,0 0 12 0,0 0 5 0,0 0 56 16,0 0 1-16,0 2 65 0,10 9 92 16,-6 2-32-16,-4-7-48 0,3 21 62 0,-3-9-67 0,0 6-24 15,-3-11-97-15,-1 8-7 0,2 2-21 0,2 4-29 16,-6-1-21-16,0-7-4 0,0 8 0 0,-3-1 0 15,-6 9 0-15,7-20 0 0,-6 9 0 0,4 0-8 16,5-3-106-16,-2-2-200 0,5-3-128 0,-1-9-233 0,3 4-294 16,-3-11 92-16,-3 10-329 0,3-10-218 0,6 0-621 15</inkml:trace>
  <inkml:trace contextRef="#ctx0" brushRef="#br0" timeOffset="111174.48">21493 11615 1692 0,'0'-3'1377'0,"0"0"-482"16,0 3-193-16,5-7 118 0,-1 7-393 0,-4-6-58 15,6-2-201-15,-4 8 41 0,5-10-48 0,-4 7-14 16,2-3-47-16,2 4-41 0,1-3 19 0,4 3-11 16,-5-2 3-16,-5 2-32 0,13-3 8 0,-3-1-11 15,-1 3 22-15,-2 1-24 0,6-4 16 0,-9 6 17 16,12-2 2-16,-6-1 10 0,-4 3-4 0,6 3-21 0,1-3-1 16,-8 0-13-16,10 2-13 0,-5 2-16 0,-7-2-10 15,7 3 1-15,-5 3-5 0,-4-3-2 0,5 6 2 16,-8 4 1-16,4-9 3 0,-4 21 2 0,-4-12 0 15,1-6 2-15,-2 11-1 0,-14 2 0 0,8-7 0 16,-3 5-4-16,2-7 0 0,-6 5 2 0,-3 1 3 16,1-3 6-16,8-6-2 0,-9 11 14 0,3-8-3 0,4-2-1 15,4-3-4-15,0-1 0 0,-2 4-2 0,0-2-7 16,12-9-5-16,-10 7 0 0,8-7 0 0,-1 0 0 16,6 0 0-16,-3 0 0 0,0 0 0 0,0 0 0 15,5 8 0-15,2-3 0 0,5-1 0 0,0 0 0 16,-4-1 0-16,9-1 0 0,-8-2 0 0,11 9 0 15,2-1 0-15,-17-6 0 0,16 12 0 0,-15-10 0 0,15 10 0 16,-13-4 0-16,11 6 0 0,-9-3 0 0,2 0 0 16,-2 7 0-16,-1-5 0 0,-1 3 0 0,-5 6 0 15,1-7 0-15,-8 6 0 0,4 1 0 0,-6 0 0 16,1 0 0-16,-2-3 0 0,-5 6 0 0,4-1 0 16,-4 1 0-16,0-7 0 0,-2 6 0 0,-8-2 0 15,8-2 0-15,-1-4 0 0,-2-5 0 0,2-2 0 0,3-3 0 16,4 0 0-16,-13 2 0 0,13-4 0 0,-2-1 0 15,-2-5 0-15,10 3 0 0,-16-8-54 0,11-1-185 16,-1-4-187-16,2-1-294 0,-6-17-391 0,9 0-239 16,0-1 140-16,3 11 278 0,0-11-1102 0</inkml:trace>
  <inkml:trace contextRef="#ctx0" brushRef="#br0" timeOffset="111657.17">21888 11652 1479 0,'0'0'2137'0,"0"0"-1022"16,0 0-270-16,-7 5 106 0,5-3-251 0,2-2-358 15,0 0-190-15,0 0 14 0,0 0-45 0,0 0-37 16,0 0-16-16,2 0-47 0,10-7-11 0,7 5-10 15,-8-2 0-15,1 4 0 0,9-5 0 0,8-1 0 16,-11 4 0-16,-4-3 0 0,8-3-5 0,3-3-49 16,-4 4-9-16,-6-2 11 0,5 2-19 0,4-4-10 0,-3 3 0 15,-6 3 39-15,0-3 19 0,-7 5 13 0,9-5 8 16,-5 3 3-16,-8 5 0 0,4-6 2 0,2 4-4 16,-10 2 5-16,0 0 0 0,0-3 0 0,0 6 0 15,0-6-1-15,0 3 0 0,0 3 4 0,0-3-4 16,-7 10-1-16,4-4 2 0,-5 4-2 0,-1 7 4 15,0 3 8-15,3 4 8 0,-3 0 20 0,1 0 13 0,1 3 9 16,2-3-16-16,-7 18 29 0,2-8-29 0,5 0-8 16,2-8-27-16,-6 20-2 0,4-12-11 0,-2 0 0 15,2-12 0-15,2 18 0 0,-1-14 0 0,4 5 0 16,0-1 0-16,0-3 0 0,0 1 0 0,0-1 0 16,0-6 0-16,4-3 0 0,-4-2 0 0,0 6 0 15,0-7 0-15,0-2 0 0,-4 3-2 0,4-3-50 16,-3-4-91-16,3 1-26 0,0-7-162 0,-2 5-278 0,2-3-99 15,0-5 5-15,0 0-382 0,0 0 14 0,-6-2 98 16,-3-7-478-16</inkml:trace>
  <inkml:trace contextRef="#ctx0" brushRef="#br0" timeOffset="111867.6">21897 11966 1632 0,'11'-8'978'0,"-4"8"-34"0,7 0 68 16,4-2 216-16,-16 2-764 0,13 0 78 0,4-3-117 16,1 1-30-16,1-1-213 0,2-3 4 0,-2 4-65 15,2-3-59-15,6-1-42 0,-2-1-20 0,-3 1 0 0,-4-5 0 16,1 9 0-16,3-5 0 0,-6 1 0 16,-10 3 0-16,6-2-3 0,5-1-72 0,-11 2-203 0,4 1-239 15,-12 3-82-15,3-11-512 0,1 11-406 0,-11-13 210 16,7 10-1325-16</inkml:trace>
  <inkml:trace contextRef="#ctx0" brushRef="#br0" timeOffset="113611.94">23673 11641 80 0,'12'-11'1384'0,"-12"11"-674"15,3-8-174-15,1 6 340 0,-4 2-122 0,0-3-262 16,5-10-6-16,-2 13-181 0,-3 0 78 0,-3-13 39 16,3 13-136-16,-3-9-75 0,-3 2 70 0,-2-4-44 15,-7 1 2-15,8 10-115 0,-15-11 14 0,3 4-22 16,-10 1-37-16,6-2-54 0,-13 2-4 0,1 2-15 16,2-2-6-16,-2 3 0 0,-1 1 0 0,7-1 0 0,2 1 0 15,12 2 0-15,-7-4 0 0,10 4 0 0,-12-2 0 16,21 2 0-16,-21 0 0 0,12 0 0 0,9 0 0 15,-5 0 0-15,-1 0 0 0,9 0 0 0,0 0 0 16,0 0 0-16,0 0 0 0,0 0 0 0,0 0 0 16,0 13 0-16,3-10 0 0,-3 5 0 0,2 3 0 15,5 0 0-15,-2-7 0 0,-2 5 0 0,9 6 0 0,0 1 0 16,-9-14 0-16,9 20 0 0,-6-6 0 16,2 10 0-16,-5-9 0 0,1 3 0 0,-4-1 0 0,-4 10 0 15,1-2 0-15,-2-9 0 0,-2 8 0 0,2 6 0 16,-7 8 0-16,0-11 0 0,4 8 0 0,-11 5 0 15,5 4 0-15,3-20 0 0,-8 5 0 0,5 4 0 16,-4 2 0-16,9-19 0 0,-2 12 0 0,5-7 0 16,0 3 0-16,2-2 0 0,4-4 0 0,0 0 0 0,0 2 0 15,7-4 0-15,-2-2 0 0,5 2 0 0,-1-2 0 16,-4-8 0-16,13 6 0 0,-9-6 0 0,-1-1 0 16,11 9 0-16,-5-8 0 0,9 1 0 0,-11-2 0 15,7 1 0-15,10-3 0 0,-6 1 0 0,1-1 0 16,0-5 0-16,-4 2 0 0,12-2 0 0,-6-2 0 15,1 2 0-15,2-3 0 0,1-3 0 0,-1 2 0 16,-5 1 0-16,3-5 0 0,0 3 0 0,2-1 0 0,-2 1 0 16,-7 0 0-16,4-1 0 0,-7 2 0 0,-8 1 0 15,6-3 0-15,-3 1 0 0,-7 3 0 0,-2-2 0 16,4-3-52-16,-7 5-162 0,2-7-335 0,-4 7-239 16,2-11-310-16,-3 7 192 0,-4-7-609 0,-5 2 84 15</inkml:trace>
  <inkml:trace contextRef="#ctx0" brushRef="#br0" timeOffset="113859.28">23646 12038 395 0,'4'0'1671'0,"4"-6"-1082"0,2 4 365 0,-5 0 20 0,4-1-315 16,-9 3-86-16,0-6-180 0,10-1 174 0,-10 7-163 15,0 0-62-15,0 0-115 0,-7-11 49 0,7 11-163 16,-17-8-66-16,14 8-40 0,-21-3-7 0,-3 1 0 16,5 2 0-16,3-2 0 0,-13-2 0 0,-4 4 0 15,-2 0 0-15,14 0 0 0,-14-2 0 0,8 2 0 16,-4 2 0-16,16 2-3 0,-6-2-79 0,0 3-83 0,16-3-115 16,-6 2-180-16,2 1-480 0,2-3-210 0,-4-4-50 15,14 2 96-15,0 0-496 0</inkml:trace>
  <inkml:trace contextRef="#ctx0" brushRef="#br0" timeOffset="114262.2">22330 12770 1627 0,'-3'9'2345'0,"0"-7"-1181"0,1 9 9 15,2-11-349-15,0 0-420 0,0 0-113 0,0 11-159 0,2-9-63 16,6 1-24-16,4-1-5 0,12 6-3 0,0-5-8 16,2 3-18-16,-2-4-11 0,17 1 0 0,-9-1 0 15,9-2 0-15,-11 2 0 0,11-4 0 0,15 2 0 16,-12-2 0-16,-5-1 0 0,17 1 0 0,-3 2 0 0,-3-6 0 16,-17 6 0-16,14-5 0 0,6-3 0 15,-16 3 0-15,-10-1-4 0,6 1-47 0,-6-3-136 0,-7 3-502 16,-3-4-23-16,-10 9 21 0,-4-2-480 0,5-5-32 15,-8 7-253-15,-3 0-449 0</inkml:trace>
  <inkml:trace contextRef="#ctx0" brushRef="#br0" timeOffset="114484.61">22322 12994 167 0,'-19'13'2829'0,"14"-6"-1727"16,-2 1 147-16,7 6-553 0,0-12-184 0,7 9-163 15,2 0 38-15,-1-4-191 0,9-1 39 0,7 1-25 16,3-3-56-16,2-4-72 0,3 2-60 0,7-2-21 16,2-2-1-16,-2 2 0 0,13 0 0 0,-4-4 0 0,1-1 0 15,-7 3 0-15,28-4 0 0,-14-1 0 0,-2 1 0 16,-7-2 0-16,-3 2 0 0,1-1 0 0,-13-1-17 16,-5 3-120-16,-15 1-134 0,-2 0-385 0,2-5-733 15,-12 9 176-15,0-5 302 0,-2-5-1988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3:03:25.1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28811 14393 1159 0,'0'0'1694'0,"10"8"-943"0,-10-5 221 0,0-3-220 15,0 0-397-15,0 0-253 0,2 7-32 0,1 1-1 16,-3-8 0-16,4 9-22 0,-4-2 13 0,3 6-2 16,-1-13-13-16,4 13 0 0,-2-7-14 0,4 5-4 0,-6 2 8 15,2-6 6-15,8 9 43 0,-6-8 15 0,-1 1-4 16,2 6-5-16,-2-7-25 0,2 2 28 0,1-1-37 16,-6 4-29-16,2-11-22 0,4 14-4 0,-10-16 1 15,4 17 1-15,-4-15 4 0,2 11 4 0,0-2 31 16,0-11 7-16,-3 10-4 0,0-2 28 0,-1-3 39 15,-4 8 36-15,-1-4-60 0,4-3 6 0,-7 3-10 0,-6 2-7 16,12-5-30-16,-21 7-35 0,7-3-8 0,-4-2-2 16,1 1 3-16,-3-5 2 0,-1 5 17 0,-2-2 18 15,-10-5 6-15,10 7-10 0,-7-4 4 0,-4-2-2 16,-14 0 1-16,18-1-34 0,-17-2-7 0,3-2 0 16,4-4 0-16,-2 1 0 0,-2-4 0 0,2 2 0 15,-1-6 0-15,17 2 0 0,-4-2 0 0,1 0 0 0,5-3 0 16,15 8 0-16,7 1 0 0,-7-8 0 15,9 2 0-15,3 13 0 0,3-7 0 0,0-4 0 0,3-2 0 16,3 2 0-16,0 4 0 0,6-10-57 0,5 4-209 16,-8 2-313-16,6-2 66 0,2 0-438 0,-5 5-220 15,-2-5-39-15,-5 7 221 0,4-7-597 0</inkml:trace>
  <inkml:trace contextRef="#ctx0" brushRef="#br0" timeOffset="1137.94">28409 14308 255 0,'0'0'1141'0,"0"0"-619"0,0 0 238 0,0 0 101 0,0 0 232 15,0 0-591-15,0 0 93 0,0 0-111 0,0 0 12 16,0 0-39-16,0 0-219 0,-10 8 21 0,8-3-23 15,2-5-83-15,-10 6-64 0,8-4-41 0,2-2-46 16,-3 3-2-16,-4 7 0 0,7-10 0 0,-2 3 0 16,-4 8 0-16,6-11 0 0,0 0 0 0,0 0-7 15,-12 2-137-15,10-2-189 0,2 2-326 0,0-2-217 16,-3-2-411-16,-9 0 225 0,12 2-135 0,-7-11-943 0</inkml:trace>
  <inkml:trace contextRef="#ctx0" brushRef="#br0" timeOffset="1334.45">28541 14281 2386 0,'2'-2'801'0,"10"-1"206"0,-12 3 85 0,0 0 56 16,0 0-576-16,0 0-276 0,0 0 25 0,0 0 2 16,0 0-176-16,0 0-77 0,0 0-42 0,-12 9-28 15,12-7 0-15,0-2 0 0,0 0 0 0,-5 7 0 16,2-1-40-16,3-6-97 0,0 3-194 0,0-3-125 15,0 0-301-15,0 0-88 0,0 0-321 0,-2 8-7 0,4-3 165 16,-2-5 109-16</inkml:trace>
  <inkml:trace contextRef="#ctx0" brushRef="#br0" timeOffset="5209.06">27589 14771 442 0,'0'0'1872'15,"0"0"-950"-15,0 0-195 0,15 0 518 0,-15 0-534 16,0 0-158-16,0 0-211 0,0 0 52 0,0 0-40 16,0 0-124-16,0 0-90 0,0 0 2 0,0 0-42 15,0 0-83-15,0 0-17 0,0 0 0 0,0 0 0 0,0 0 0 16,0 0 0-16,0 0 0 0,0 0 0 0,0 0 0 16,0 0 0-16,0 0 0 0,0 0 0 0,0 0 0 15,0 0 0-15,0 0 0 0,0 0 0 0,0 0 0 16,0 0 0-16,0 0 0 0,0 0-1 0,0 0-110 15,0 0-297-15,-3-11-175 0,3 9-469 0,-6-6-156 16,-2-2-157-16,-4-1-62 0</inkml:trace>
  <inkml:trace contextRef="#ctx0" brushRef="#br0" timeOffset="5830.39">26581 14417 495 0,'-3'-9'2019'0,"-5"-4"-1256"0,8 11 3 15,-6-7-98-15,-4 5-381 0,-10-1-135 0,8-1-103 16,-5 1-4-16,2 5-9 0,6 0 13 0,-11 2 22 16,-1-2-10-16,15 3-20 0,-18 5 1 0,4-1-6 15,3-1-9-15,-4 5-11 0,3-1-1 0,1 7-5 16,-2-2 5-16,7-4-8 0,1 7 1 0,-1-2-5 0,0 5-13 16,0 1-8-16,4-7 4 0,-1 9-7 0,6-3 1 15,-1 5 15-15,-1-4 35 0,5-1 15 0,0 0-1 16,5-4 1-16,-1-2-8 0,-1 1-8 0,6-1-46 15,-3-6-24-15,6 6 8 0,5-4-28 0,-5-6-8 16,8 1 0-16,-10-4 23 0,7-2-24 0,15-2-2 16,-25-2 12-16,10 0 19 0,-8 1 5 0,9-5 8 0,3-3 8 15,-16 9 19-15,5-6 5 0,-10 8 8 16,10-10 2-16,-10 10 1 0,-2 0-1 0,-10-11 5 16,1 11 3-16,-5-3-2 0,-4 6-9 0,0 2 11 0,1 1 13 15,-7 1 28-15,8 1-20 0,-6 3 24 0,1 5 12 16,-1-1-1-16,10 2-24 0,-13 9 52 0,10 3-12 15,2 0 20-15,10-7-18 0,-5 20 61 0,4-11-11 16,6 10 32-16,4-15-60 0,4 10 46 0,1 10 31 16,11-9-42-16,1-4 7 0,-3-5-55 0,14 14 37 0,-3-13-28 15,7 2-14-15,-6-14-32 0,14 9 18 0,-8-5-30 16,5-8-8-16,-12-5-17 0,18 1-8 0,-8-5-17 16,-5-1-6-16,-4-3 0 0,14-3 0 0,-11 1 0 15,-1-6 0-15,-8 3-8 0,13-6-82 0,-15 3-85 16,-10 0-202-16,-4 2-25 0,4-1-497 0,0-8-366 15,-15-5 82-15,-4 2 69 0,2 8 45 0</inkml:trace>
  <inkml:trace contextRef="#ctx0" brushRef="#br0" timeOffset="6122.61">25344 14885 225 0,'0'0'2975'0,"-4"-5"-761"0,2-1-1001 15,2 6-106-15,0 0-729 0,0-2-421 0,-12-7-28 16,12 9-16-16,0 0-9 0,-3 0-145 0,-9 6-86 16,12-6-28-16,0 0-1 0,0 0-317 0,0 0-471 15,0 0 123-15,-5-6 68 0,-1-1 287 0,6 5-180 16</inkml:trace>
  <inkml:trace contextRef="#ctx0" brushRef="#br0" timeOffset="6250.27">25311 14760 802 0,'0'0'3258'0,"0"0"-2358"0,15 0 608 0,-15 0-504 15,0-2-554-15,0 4-284 0,0-2-108 0,0-2-46 16,0 4-7-16,0-2-10 0,0-2-6 0,0 4-21 0,0-2-76 16,0 0-152-16,0 0-99 0,0 0-299 15,0-2-307-15,0 4-199 0,0-2 282 0,-15-2-559 0,4 2-713 16</inkml:trace>
  <inkml:trace contextRef="#ctx0" brushRef="#br0" timeOffset="8101.32">10933 15060 55 0,'0'-6'729'0,"-2"-10"-103"0,2 16-80 16,-10-13 149-16,10 11-166 0,0 2-41 0,0 0-90 15,-2-13-63-15,2 13-131 0,0 0 57 0,0 0-117 16,0 0-47-16,0 0-26 0,0 0-4 0,0 0 35 0,0 0 44 16,0 18-7-16,0-16-11 0,0 11 87 0,-3 4 78 15,3-1 12-15,-3 2-113 0,3 1 62 0,0 1-14 16,-4 10 3-16,4-14-138 0,0 13 9 0,-2 3-48 16,-1 2-10-16,3-6-20 0,-3 12-8 0,3 3-10 15,0 2-9-15,0-13-4 0,0 23 3 0,6-10-3 16,0-5 0-16,-3-4 0 0,2-3 1 0,5 2 1 0,-2-13-2 15,-2 5 1-15,2-8-2 0,4 5 1 16,0-6-4-16,0-2-1 0,0-6 0 0,-4-4-1 0,22 4-4 16,-9-4 2-16,-1-6 0 0,9-2-2 0,-5-7-7 15,6 1-61-15,-4-5-19 0,10-5-69 0,2-9-124 16,1 1 28-16,-13 2 54 0,13-11-84 0,10-12-6 16,-13 4 112-16,-4-4 54 0,-5 12 63 0,5-13-2 15,4-15 12-15,-16 14 39 0,-5 14 21 0,-1-16 16 16,-2-4 15-16,-6 12 1 0,-6 12 5 0,0-6 51 0,-3-3 95 15,0 16 31-15,-2 8-24 0,1 3 93 0,-1-6 68 16,5 19-36-16,-6-5-137 0,0-3 9 0,6 8-66 16,0 0-70-16,-12 8-48 0,9-3-9 0,0 8 0 15,1 11 0-15,-1-7 0 0,3 12 0 0,0 4 0 16,5 5 0-16,-5-4 0 0,3-5 0 0,6 22 0 16,-6-12 0-16,0 4 0 0,3-11 0 0,0 12 0 0,-1 10 0 15,4-12 0-15,-3-11 0 0,3 9 0 0,0-1 0 16,3-4 0-16,-6-6 0 0,6 11 0 0,2-14 0 15,-2 2-11-15,-4-10-51 0,7 3-90 0,-6-14-287 16,1 7-223-16,-5-12-59 0,4 4-428 0,-6-8-54 16,9 2-261-16,-4-14-737 0</inkml:trace>
  <inkml:trace contextRef="#ctx0" brushRef="#br0" timeOffset="9116.61">12103 15612 122 0,'3'-2'1628'0,"-3"-16"-380"0,0 9-316 16,3-2 264-16,-3 1-450 0,0 10-434 0,0 0-1 15,0 0-73-15,0 0-82 0,0 0-64 0,0-3 13 16,-3-8-23-16,3 11-23 0,0 0-42 0,0 0 1 0,0 0-9 15,-3 17 0-15,3-10-1 0,-2 4-2 0,2 11-1 16,0-7-2-16,0 14 0 0,-4-5 0 0,4-2 0 16,-3 2 4-16,3-4 6 0,0 7 21 0,-3-1 4 15,3-4 13-15,-2-1 17 0,2 2 30 0,0 1-1 16,2-5 4-16,1 5 8 0,4-8-32 0,1 2 0 0,-2-5-24 16,2 0-17-16,-1-2-21 0,5 0-9 15,-7-3-6-15,10 2 0 0,2-2 0 0,-7-3 0 0,22 3 0 16,-8-3 0-16,0-5 0 0,5-2 0 0,0-3 0 15,3-1 0-15,-2-1 0 0,-1-4 0 0,-2 0 0 16,-1-2-27-16,-8 0-174 0,3-3-371 0,-6 1-439 16,-10-2-202-16,7-4-304 0,-9 15-536 0</inkml:trace>
  <inkml:trace contextRef="#ctx0" brushRef="#br0" timeOffset="9766.87">12908 15041 425 0,'0'-16'1982'0,"0"-5"-1155"16,0 7 59-16,-3 1 3 0,3-2-366 0,-4 6-88 16,4 2-21-16,0-6-28 0,7 4-35 0,-7 2-34 15,0 10-36-15,0-12-44 0,0 1-108 0,0 8-70 0,0 0-24 16,0 0-21-16,0 0-13 0,0 6-1 0,0 2 0 16,2 15 0-16,-2 1 0 0,-2 0 0 0,2 7 0 15,0 6 0-15,-7-2 0 0,7 0 0 0,-3 5 0 16,1-1 0-16,-1 1 0 0,3 10 0 0,-3-3 0 15,3 1 0-15,0 2 0 0,3-17 0 0,0 6 0 16,2-7 0-16,4 0 0 0,-6-14 0 0,6 0 0 16,-6-7 0-16,9 8 0 0,-3-12-13 0,-3-1-55 0,8 1-163 15,6-4-274-15,-1-6 59 0,-2-1-358 0,7-2-232 16,-4-8-278-16,2 1 344 0,-2-2 24 0,-6-6-573 16</inkml:trace>
  <inkml:trace contextRef="#ctx0" brushRef="#br0" timeOffset="9942.4">13078 15287 424 0,'-12'0'1758'0,"-8"6"-1032"15,2 3 194-15,3-3-388 0,-8 8-139 0,5-10-186 16,-5 7-45-16,-1-6-61 0,9 1-27 0,-5 2 21 16,8-3-3-16,-12 6-21 0,12-6-35 0,0 1-3 15,-2 3-62-15,6-3-105 0,8-3-43 0,0-3-204 16,0 0-169-16,0 0-366 0,0 0 299 0,0 0-178 0,0-3 54 15,12-7-474-15</inkml:trace>
  <inkml:trace contextRef="#ctx0" brushRef="#br0" timeOffset="10212.68">13549 15385 380 0,'0'0'1606'0,"-2"0"-831"16,4 0 31-16,-2 0-3 0,-2 0-160 15,4 0-207-15,-10 0-131 0,-1 0-87 0,-15 7 117 16,4 7 3-16,3-8-36 0,2 1-87 0,-9 1 69 0,-3-3 4 16,7 3-118-16,11-8-78 0,-6 3 9 0,1-1-30 15,-4-2-48-15,18 0-23 0,-12 0 0 0,9 0 0 16,-1 0-3-16,-6 0-60 0,10 0-65 0,0 0-171 15,-4 0-96-15,8 0-434 0,-4 0 108 0,-4 0-422 16,8 0-8-16,1 6 135 0,4 3-376 0</inkml:trace>
  <inkml:trace contextRef="#ctx0" brushRef="#br0" timeOffset="10400.18">13537 15557 457 0,'-17'0'2132'15,"2"2"-1228"-15,7-2 40 0,-1 3-240 0,-12-3 10 0,10 0-219 16,2 3-150-16,-6 0-126 0,3-1 14 0,-23 6 14 16,21-5-93-16,7-1-77 0,-10 4-14 0,-1-1-39 15,3 0-28-15,6-2-57 0,9-3-155 0,-15 5-123 16,15-2-166-16,0-3-393 0,0 0-72 0,0 0-157 16,6-14-12-16,-2 7-1180 0</inkml:trace>
  <inkml:trace contextRef="#ctx0" brushRef="#br0" timeOffset="10814.08">13861 15054 2186 0,'-2'-7'1545'0,"-1"-6"-701"0,-6 2 573 0,9 7-375 15,-3-3-479-15,0-1-390 0,1 5-27 0,-5-10-52 16,7 13-10-16,-8-13-2 0,8 13-67 0,0 0-15 16,-7-16 0-16,7 16 0 0,3-11 0 0,-3 3 0 15,7 1 0-15,2-4 0 0,-4 9 0 0,7-7 0 16,0 1 0-16,-1 8 0 0,5-3 0 0,-5 3 0 16,-2 0 0-16,8 3 0 0,-2 0 0 0,-6 2 0 0,6 4 0 15,2 1 0-15,-10-5 0 0,11 6 0 0,-4 2 0 16,6 5 0-16,-1-2 0 0,-8-8 0 0,-5-3 0 15,14 14 0-15,-10-10 0 0,4-2 0 0,-4-1 0 16,0 3 0-16,9 2 0 0,-14-5 0 0,7-1 0 0,0 3 0 16,3 0 0-16,-12-6 0 0,11 4 0 0,-4-4 0 15,2-2 0-15,-4 0 0 0,1-2 0 0,-4 0 0 16,10-4 0-16,-6 1 0 0,-3-1 0 0,8-4 0 16,-4-7 0-16,-8 13 0 0,8-20-22 0,-8 15-140 15,-2-14-366-15,0 10-283 0,3 0 135 0,-6-4-355 16,3 12-137-16,0-8 5 0,0 13 155 0,-12-15 197 0</inkml:trace>
  <inkml:trace contextRef="#ctx0" brushRef="#br0" timeOffset="11025.5">14200 14911 468 0,'-8'3'789'0,"-9"0"-127"0,5 0-241 0,0-1 174 16,-15 6-65-16,7 2-115 0,2-2-38 0,12-3-22 15,-11 8-6-15,2 4 7 0,6 1-64 0,0 6 92 16,6-2-39-16,0 1-18 0,1 7-14 0,-5 3 7 0,4 0-41 15,3 4-52-15,-5 0-69 0,1-1-39 0,1 4-36 16,3-6-58-16,0 1-23 0,3 7-2 0,1-9 0 16,-1-7 0-16,-1 8 0 0,1-13-2 0,4 3-37 15,-5 0-45-15,4-1-167 0,0-4-31 0,0-8-142 0,0 5-158 16,0-9-260-16,8 4-132 0,-2-14-103 16,-6 1 114-16,6-7 89 0,0-1-178 0</inkml:trace>
  <inkml:trace contextRef="#ctx0" brushRef="#br0" timeOffset="11333.68">14458 14773 297 0,'5'-26'2409'16,"0"-1"-1515"-16,-5 12-218 0,4-3 261 0,-1 5-57 15,0-4-493-15,-3 14-136 0,2-7 75 0,-2 5 73 16,7-6-106-16,-7 11-56 0,11-2-106 0,-7 2-60 15,8 4-68-15,-4 2-3 0,4 10 0 0,2 2 0 16,-2 1 0-16,0 3 0 0,-4-2 0 0,11 15 0 0,-4-4 0 16,-5 6 0-16,0-10 0 0,16 18 0 0,-11-5 0 15,3 2 0-15,-6-11 0 0,5 23 0 0,-5-14 0 16,-3-1 0-16,-6-7 0 0,-6 20 0 0,-3-8 0 16,-5-5 0-16,-1 3-3 0,-7 0-16 0,2-2-8 15,-1-1-7-15,-6-1-8 0,4-6-11 0,-1-1-44 16,1-4-51-16,-7-3-59 0,7-6-48 0,-10-2-160 15,-2-2-117-15,2-7-273 0,4-4 97 0,-9 0-343 0,-13-6-163 16,11 3-356-16</inkml:trace>
  <inkml:trace contextRef="#ctx0" brushRef="#br0" timeOffset="12115.6">12745 15038 338 0,'0'-2'313'0,"-3"-4"-107"0,-2-5 73 16,-7-2 30-16,9 8-78 0,-3 0-131 0,6 2-11 0,-15-7-61 16,15 10-23-16,-8-8-7 0,4 5 1 0,4 3 1 15,0 0 4-15,-5-13 8 0,5 13 21 16,0 0 6-16,0 0 10 0,0 0-4 0,0 0 60 0,0 0 5 15,0 0-3-15,0 0-16 0,0 0 69 0,0 0 67 16,0 0-12-16,-10 3-61 0,5 1 68 0,2 7 126 16,-1 2-12-16,4 1-2 0,-2-4-97 0,2 17 127 0,0-1 6 15,0-2-63-15,0-6-108 0,0 23 127 16,0-7-26-16,0 3-30 0,2-8-57 0,5 10 57 16,-4 14 52-16,3-5-103 0,0-16-115 0,6 15-9 0,0 6-24 15,-2-7-41-15,-3-15-23 0,10 19-6 0,-2-15-1 16,-3 0 0-16,3-12 0 0,-1 7 0 0,8-2 0 15,0-4 0-15,-4-3 0 0,3-4 0 0,6 3 0 16,-5-7 0-16,2-2-12 0,6-3-131 0,-1-3-204 16,0-2-281-16,-2-3-358 0,-6 0 87 0,11-5-466 0,0 0 27 15,-8-3-681-15</inkml:trace>
  <inkml:trace contextRef="#ctx0" brushRef="#br0" timeOffset="12762.87">15650 15176 274 0,'3'0'1167'15,"9"-3"-593"-15,-9 0-119 0,-3 6 319 16,12-6-210-16,-6 3-223 0,-6 0-155 0,0 0 54 0,0 0 90 16,0 0-33-16,0 0-96 0,-4 0 43 0,8 0-14 15,-8 0 23-15,-6-4-60 0,3 1-91 0,-1 3 8 16,-13 0 30-16,6 3-5 0,-5-3-55 0,-1 2 29 0,1 3-9 15,-7 1 43-15,8-1-56 0,-1 1 19 0,-6-2-18 16,6-1 15-16,10-1-49 0,-7 4 5 0,0-3-30 16,2-1-25-16,6-2-16 0,9 0-20 0,-15 0-124 15,15 0-100-15,-15-5-211 0,12 5-310 0,-3-6-213 16,0 4-143-16,6 2 297 0,6-11-499 0</inkml:trace>
  <inkml:trace contextRef="#ctx0" brushRef="#br0" timeOffset="13013.19">15742 15403 410 0,'15'-2'1725'0,"-15"2"-1133"0,0 0 363 16,5-3 5-16,1 1-327 0,-6 2-208 0,0 2 45 15,0-2 9-15,-11 5-147 0,4-5-121 0,-1-2 40 0,-10-3-20 16,10 1-154-16,-4 2-25 0,-3 0 22 0,-6-1 12 15,-2 1-23-15,8 2-22 0,-9 2 9 0,-2-2 3 16,6 3-33-16,-2-1-19 0,8-2-1 0,4 2-5 16,-10-2-68-16,8 0-135 0,10 4-63 0,-1-4-287 15,-12 0-375-15,15-6-527 0,3-10 560 0,6 8-246 0,9-8-999 16</inkml:trace>
  <inkml:trace contextRef="#ctx0" brushRef="#br0" timeOffset="13582.69">16637 15043 650 0,'0'0'919'0,"-2"-2"-180"15,-5-9 17-15,4 9 216 0,-9-7-468 0,2 7-26 0,-2-3-199 16,-7-3-62-16,14 3-66 0,-7-1 32 0,-3-1 19 15,6 4 53-15,1 0 27 0,-10-2-16 0,9 2-8 16,-3 3-17-16,-5 0-3 0,5 0-51 0,0 5-78 16,-3 1-31-16,10-3-27 0,-17 7-10 0,5 4-10 15,0 4-12-15,-1 3 1 0,6-5-8 0,0 13 2 16,3-3 0-16,6 14 3 0,1-19-10 0,-1 10-6 0,3 7-1 16,0-1 0-16,3-16 0 0,-3 11 0 15,5-2 0-15,7-2 0 0,-3-10 0 0,9 4 0 16,-4-11 0-16,16 4 0 0,-13-12 0 0,7 3 0 0,0-4 0 15,5-2 0-15,-11 0-9 0,8-6-16 0,-6-1-4 16,10-6-16-16,-6-4 5 0,-10 4 10 0,1-8-17 16,2-7 1-16,2-2 18 0,-11 6 12 0,1-3-2 0,1-9-4 15,-5 1 9-15,0 14 9 0,-7-10 3 16,-4-7-3-16,-3 12 2 0,4 4 3 0,-5-2-1 0,-10-4 0 16,2 6-2-16,3 9 0 0,-2-3-2 0,-7 1-2 15,4 6-5-15,8 4-16 0,-3 5-58 0,3 0-59 16,0 5-189-16,1 1-34 0,2 1-14 0,-3-1-353 15,4 8-430-15,-1-4 112 0,6-5 329 0,-1 8-155 16,8-4-328-16</inkml:trace>
  <inkml:trace contextRef="#ctx0" brushRef="#br0" timeOffset="14042.44">16986 15176 180 0,'0'0'1519'0,"0"0"-972"0,0-3 275 15,2-7 84-15,-2 10-63 0,0-3-163 0,0 6-120 16,0-3-105-16,0 0 1 0,0 0-183 0,0 0-29 0,0-3-65 15,12 3-52-15,-9 0-43 0,-3 0-26 0,5 8-16 16,-1 0-4-16,2 2 7 0,-4 9-18 0,1-1 7 16,1 4-1-16,-1 7-4 0,-3-10-22 0,-3 10-4 15,-4 5-3-15,-5 2 0 0,7-9 0 0,-7 5 0 0,7 3 0 16,-7-4 0-16,2-4 0 0,10-3-11 0,-5-6-60 16,2 8-265-16,3-18-23 0,-4 6-324 0,4-10-297 15,4 2-224-15,-1 2 11 0,-3-8-279 0</inkml:trace>
  <inkml:trace contextRef="#ctx0" brushRef="#br0" timeOffset="14696.69">17186 14764 903 0,'0'0'1397'0,"-3"-4"-599"0,-4-6-196 0,7 10 196 16,0-3-115-16,-5-10-340 0,5 13-219 0,-3-16 16 0,3 14 12 15,0-12 38-15,3 12-88 0,-3-4-9 0,8-5-18 16,1 2-3-16,-3 5-31 0,8-6-13 0,-2 2-3 16,-2 3-1-16,7-3-1 0,0 3-12 0,5-1-8 15,-5 6-5-15,10 0 4 0,-10 0-3 0,7 0-2 16,-7 2 1-16,1 2 0 0,-2 1 0 0,7 0-5 16,-14-2-2-16,8 4 4 0,-5-1 4 0,6 2 1 15,-4 5-3-15,-2 0 2 0,-9-9 4 0,6 16 1 0,-9-4-4 16,3-3-4-16,-6 6 0 0,1-1 1 0,-10 1 0 15,2-1-1-15,2-2 2 0,-10 3 5 0,-2 5 6 16,-2-6-3-16,5 1 0 0,2-6-1 0,0 1 2 16,3-5 1-16,-2 4-10 0,6-7 0 0,1-1 4 15,2 1-2-15,-2-3-2 0,7-3-1 0,0 2 0 0,0-2 2 16,0 0-3-16,0 2 0 0,4 9-2 0,-4-11 1 16,15 3 3-16,-5-1-6 0,0 2 0 0,14-2 7 15,-12 3 1-15,3 1 1 0,7 5 2 0,-4-7-2 16,8 7 3-16,-4-4 0 0,-2 4-4 0,1 0-1 15,-4 2 2-15,1 5 0 0,-6-5 0 0,2 15 7 16,-4-10-4-16,-5 4 0 0,-2-7 3 0,1 9 6 16,-8-6 6-16,-2 1 15 0,-3-3 14 0,4 4 26 0,-13 7 36 15,0-6-19-15,3-7-22 0,-5 1 29 0,-7 9 29 16,1-8-42-16,8-8-25 0,-6 5 11 0,2-4-2 16,-9 2 2-16,11-4-46 0,2-5-31 0,9-2-26 15,-20-2-112-15,19 2-157 0,-4-5-63 0,8 3-328 16,-6-15-228-16,10-4-291 0,2 13 256 0,0-21-55 15,2 5-655-15</inkml:trace>
  <inkml:trace contextRef="#ctx0" brushRef="#br0" timeOffset="15118.56">17769 14764 958 0,'-12'-4'1433'0,"-3"4"-635"0,15 0 29 15,-15 0-57-15,15 0-328 0,0 0-105 0,-8 0-156 0,2-2 66 16,6 2-73-16,0 0-3 0,0 0-47 0,0 0 20 0,9-8-48 16,-4 5-25-16,7-2-29 0,6-3-26 15,3 3-85-15,-1 0-16 0,-11 1 20 0,18-3-36 0,0 1-6 16,-7-1 14-16,-3 5 37 0,2-2 26 0,1-3 10 15,1 3 7-15,-13 2 4 0,1-1 7 0,-6 1 4 16,12 2 0-16,-15-2-2 0,0 2 0 0,0 2 0 16,0-2 5-16,0 16-1 0,0-10-3 0,0 9 4 15,-6 6 18-15,2 5 24 0,2-9 9 0,2 9 56 16,-6 5 75-16,4-2 2 0,-2-5-41 0,1 9 39 0,3 0-20 16,-5 2 12-16,2-13-101 0,-1 11 3 0,1 2-27 15,-2-4-8-15,5-9-14 0,-4 10 14 0,4 8-13 16,-5-11-7-16,2-5-6 0,0-4-11 0,-1 6-10 15,2 1-13-15,-6-10-31 0,4-2-35 0,1 1-181 16,-2-1-213-16,-2-4-161 0,2-2-12 0,2-5-401 16,-4 7-77-16,7-11-54 0,0 0 175 0</inkml:trace>
  <inkml:trace contextRef="#ctx0" brushRef="#br0" timeOffset="15269.16">17793 15128 556 0,'0'-8'2319'0,"2"1"-1113"0,1 3-203 0,6-5 101 0,-9 5-350 16,15-6-370-16,-6 4-132 0,2 2-59 0,16-7-113 16,-6 6-58-16,2 1-7 0,6-3-3 0,2 5-9 15,-2-4-34-15,6 1-164 0,-14 3-9 0,2-4-215 16,1 1-286-16,0 5-282 0,-19-4 113 0,19 4-532 16,-16 0-459-16</inkml:trace>
  <inkml:trace contextRef="#ctx0" brushRef="#br0" timeOffset="15817.69">19024 14885 764 0,'0'-3'1265'15,"0"6"-189"-15,0-6-192 0,0 3-251 0,0 3 40 16,0-3-225-16,-17 2-201 0,14 1-146 0,-6 5 13 0,-11 0 58 16,1 6 59-16,4-4-63 0,-5 0 73 0,-1 7 19 15,-6 6 58-15,7-2-109 0,6-5-94 0,-10 8-7 16,-6 2-4-16,6 1-59 0,9-12-33 0,-10 9-10 16,1-2-12-16,9-7-1 0,3-4-18 0,7-6-96 15,-10 8-160-15,1-4-78 0,14-7 17 0,0-2-224 16,-12 0-330-16,12 2-174 0,0-11 310 0,2 0-202 0,4-12 116 15,0 11-339-15</inkml:trace>
  <inkml:trace contextRef="#ctx0" brushRef="#br0" timeOffset="16019.15">18702 14917 101 0,'4'-6'1352'0,"-4"-12"-282"0,3 15-8 0,0-11-139 0,-1 14-265 0,-2 0-58 16,0 0-206-16,0 0-48 0,0 0-132 0,-2 0 34 15,4 0-19-15,8-2-70 0,-8 2-54 0,4 11 12 16,6 2 11-16,-6-5-33 0,9 13-25 0,0 0 7 0,0 1-6 15,2 4-31-15,-2-3-19 0,-3-6-14 0,12 12-7 16,-7-8-13-16,0 2 3 0,-2-6 0 0,6 7-24 16,-3-8-31-16,2 4-80 0,-6-7-81 0,5 6-308 15,1-3-303-15,-3 0-145 0,-2-8 138 0,6 3-287 0,-3-4 80 16,8-3-1053-16</inkml:trace>
  <inkml:trace contextRef="#ctx0" brushRef="#br0" timeOffset="16515.82">19540 14705 2508 0,'6'-24'930'0,"-6"8"-311"0,-6-5 192 0,0-2-266 16,-2 4-404-16,-2-3-71 0,-2 9-28 0,-2 0 12 15,-13-5 28-15,9 7-7 0,1 6-16 0,-7-3 18 16,-3 3 12-16,1 2-31 0,6 3-19 0,-7 5 4 15,0 0-10-15,-2 8-4 0,8-2-28 0,-2 8 0 0,-1 8 0 16,4-1-1-16,5-6 4 0,1 10 10 0,4-3 4 16,-2 4 9-16,10-12-11 0,-1 8 2 0,6-5-2 15,6 2-11-15,-1 0-13 0,1-10-17 0,6 1-22 16,0 2-7-16,-3-10-33 0,8 2 22 0,4-5-30 16,-4-1-37-16,1-6-12 0,-1-4 38 0,1-1-23 15,2-5 12-15,-2 2 17 0,-6-7 18 0,-3-4 46 0,5 1 13 16,-7-2 19-16,-5 6 27 0,4-14 28 0,-1 9 15 15,-1-4 42-15,-2 13-2 0,-2-11 92 0,0 14-33 16,3-9 32-16,-3 8 40 0,0 4-70 0,-3-6 65 16,4 13-85-16,-4 0-8 0,0 0-50 0,0 0-38 15,0 0-44-15,0 2-14 0,8 11-1 0,-1 3-3 16,3 8-2-16,2 0 12 0,-5-6 3 0,8 17 13 0,-7-4 38 16,1 1-27-16,0-5-20 0,2 7 7 0,4 6 5 15,3-6 1-15,0-4-14 0,-1 1-22 0,-2 4 61 16,-1 2 12-16,-2-14-19 0,-9 16 20 0,1-2-15 15,-1 1-6-15,-3 7 7 0,0-21-26 0,-7 7 17 16,4 1 2-16,-9-2 24 0,4-15-23 0,-4 7 11 16,0-4-11-16,-5-3-4 0,2-4-18 0,-6 0-7 15,4-4-24-15,-10-3-90 0,7-4-106 0,-9-4-275 16,-2 2-230-16,1-5-260 0,10-2 104 0,-21-12-562 0,12 5-447 16</inkml:trace>
  <inkml:trace contextRef="#ctx0" brushRef="#br0" timeOffset="31580.28">20491 15070 376 0,'10'0'829'0,"0"-3"-215"0,0 3-96 15,-10 0 156-15,14-2-79 0,-14 2 119 0,0 0-322 16,15-3-3-16,-15 3-97 0,0 0 15 0,3 0-95 16,9-6 143-16,-12 6 0 0,9 0 46 0,-1-2-157 0,-8 2 58 15,4-2-39-15,7-1-56 0,-11 3-148 0,0 0 0 16,0 0-26-16,0 0-32 0,0 0-1 0,0 0 0 15,0 0 0-15,0 0 0 0,-11-2 0 0,7 2 0 16,-13 2 0-16,-10 3 0 0,-2-3 0 0,11 2 0 16,-11 1 0-16,-10 3 0 0,7-3 0 0,6 0 0 15,-6 1 0-15,-2-1 0 0,5 1 0 0,12-4 0 0,-1 3 0 16,-6-5 0-16,16-3 0 0,-4 3 0 0,12-2 0 16,0 4 0-16,-6-6 0 0,0-2 0 0,6 6 0 15,0 0-10-15,0-11-121 0,3 8-309 0,-3-4 18 16,3-1-386-16,-3 5-259 0,9-7-113 0,-9 10 280 15,0-5-421-15,9-1 87 0</inkml:trace>
  <inkml:trace contextRef="#ctx0" brushRef="#br0" timeOffset="32458.92">20347 15102 341 0,'0'0'548'0,"0"-6"-376"0,0-1 33 16,0 7-66-16,0-6-120 0,0-4-96 0,0 10 17 15,0-13-29-15,0 13-18 0,0 0-2 0,-2-4 30 16,-5-5-11-16,7 9-8 0,0 0-12 0,0 0 34 15,-12 2-15-15,9-2 32 0,3 0 12 0,0 0 34 16,0 0 55-16,0 0 106 0,0 0 53 0,0 0-12 0,0 0 119 16,-9 7 233-16,9-1 1 0,0-6-115 0,0 0 103 15,0 0 48-15,0 0-17 0,0 0-121 0,0 0-176 16,0 0 1-16,0 0-22 0,0 0-91 0,0 0-67 16,0 0-6-16,0 0-12 0,0 0-22 0,0 0-24 15,0 0 8-15,0 0 20 0,0 0 95 0,0 0 13 16,0 0 83-16,0 0 45 0,0 0 96 0,0 0-159 15,0 0 45-15,0 0-49 0,0 0-119 0,7-6-58 0,-2 2-29 16,-5-1-12-16,12-4 0 0,0-1 0 0,-7 5 0 16,7-6 0-16,10 0 0 0,-10 3 0 0,-2 1 0 15,14-7 0-15,-9 8 0 0,2-3 0 0,-7 5 0 16,10-5 0-16,4 3 0 0,-15 6 0 0,11-3 0 16,-11 1 0-16,3 2 0 0,3 5 0 0,-7-3 0 15,4 2 0-15,0 3 0 0,-7 1 0 0,-1-5 0 0,4 7 0 16,4-2 0-16,-9 0 0 0,4 0 0 0,-2 2 0 15,2-2 0-15,-2 3 0 0,-5-11 0 0,9 16 0 16,-9-14 0-16,0-2 0 0,0 0 0 0,6 11 0 16,-6-11 0-16,2 0 0 0,-2 0 0 0,0 0 0 15,0 0 0-15,7-5 0 0,1 3 0 0,-8 2 0 16,15-11 0-16,-6-2 0 0,-4 2 0 0,10-8 0 0,0 1 0 16,-6 2 0-16,3 1 0 0,-9 9 0 0,9-12 0 15,-7 12 0-15,-1-2 0 0,-4 5 0 0,8-4 0 16,-8 7-7-16,0 0-154 0,0 0-194 0,0 0-29 15,3-14-665-15,1 14-48 0,-4 0-94 0,0 0 287 16,-4 3-148-16,-2 10-619 0</inkml:trace>
  <inkml:trace contextRef="#ctx0" brushRef="#br0" timeOffset="32787.04">20757 15313 64 0,'8'11'1131'0,"-2"-6"-483"0,0 1-20 16,-6-4 28-16,12 3-40 0,-12-5-65 0,0 0-207 15,0 0 18-15,-6 11 0 0,2-8 60 0,-4 2 51 16,-1 4-2-16,-8-5-62 0,-1 5-49 0,-6-2-57 15,0-1-87-15,-10 1-83 0,-10-1-93 0,8-1-38 16,-6 0-2-16,-2-2 0 0,-12 0 0 0,24-1 0 0,-6-2 0 16,-4 3 0-16,1-1 0 0,9-2 0 0,17 0 0 15,-9 4 0-15,12-2 0 0,-5-2 0 0,12 0 0 16,-5 0 0-16,10 0 0 0,-12-6-2 0,9 6-44 16,3 0-276-16,0 0-551 0,-2-13-234 0,2 13 199 15,2-7-305-15,1 1-81 0</inkml:trace>
  <inkml:trace contextRef="#ctx0" brushRef="#br0" timeOffset="33664.69">21791 14821 482 0,'0'-2'1716'15,"-3"-9"-489"-15,3 11-276 0,0-8-42 0,0-2-388 16,0 4 11-16,5-5-238 0,-2-2-50 0,4 6-49 16,5-12 86-16,0 5-58 0,-2 1-27 0,-3 6-69 15,8-4 32-15,7-4-74 0,-10 9-37 0,-2-2-47 16,7 0-1-16,-2 0 0 0,2 0 0 0,-8 8 0 0,13-2 0 15,-12 4 0-15,0 1 0 0,4 2 0 0,-4 5 0 16,-5-4 0-16,4 4 0 0,-1 1 0 0,-4-3 0 16,4 8 0-16,-5-5 0 0,-3 4 0 0,4-4 0 15,-11 7 0-15,5-1 0 0,-10 1 0 0,4-5 0 16,-4 3 0-16,-10 0 0 0,0 7 0 0,3-10 0 16,-4 4 0-16,-1-1 0 0,-12 5 0 0,16-11 0 0,-4 1 0 15,2 0 0-15,-8 4 0 0,9-6 0 0,9-5 0 16,0-1 0-16,-5 5 0 0,5-3 0 0,12-5 0 15,-11 4 0-15,7-2 0 0,4-4 0 0,0 2 0 16,4 0 0-16,7 0 0 0,10 0 0 0,-16 0-4 16,22 2-21-16,0-2-21 0,-7 2 4 0,-4 1 7 15,6-1-28-15,2 4-4 0,-4-3 18 0,-1-1 25 16,6 4-12-16,-3-1 12 0,-8-3 4 0,-2 4 6 16,-4-1-1-16,4 1 6 0,-9-6-1 0,6 7 4 0,-6-1 2 15,1 10 4-15,-1-5 3 0,-3-2 5 0,-3 15-1 16,-4-5 5-16,5-1 2 0,-8-4 0 0,-4 7 6 15,2-3 9-15,1-1 13 0,-8-1 7 0,5-3 2 16,-1 2 9-16,-8-1-6 0,5 1-4 0,-5 1-14 16,2-3-12-16,-3 1-5 0,6 0-18 0,1-7-1 0,8-5 0 15,-6 9 0-15,0-9 0 0,15-2-7 0,-5 0-13 16,-4 4-120-16,9-4-280 0,-8-11-386 0,8 9 84 16,0-20-457-16,2 3-28 0,4-7-309 0,3 10-527 15</inkml:trace>
  <inkml:trace contextRef="#ctx0" brushRef="#br0" timeOffset="33851.19">22254 15163 1686 0,'0'3'1168'0,"5"4"-520"16,-2-4 232-16,-9 11-34 0,1-1-321 0,-2-4-350 15,-5 13 13-15,4 2 83 0,-1 2 75 0,-3-8-131 0,6 6 71 16,-3 3-16-16,-3 5 23 0,-3-5-145 0,7-7-96 15,-4 8-4-15,0 3-37 0,0-10-132 0,4-7-174 16,4-7-253-16,-4 12-274 0,6-9-594 0,2-7 519 16,0-3-284-16,0 0-1075 0</inkml:trace>
  <inkml:trace contextRef="#ctx0" brushRef="#br0" timeOffset="34509.44">22568 14753 316 0,'0'-9'1391'0,"0"2"-796"0,0 4 397 15,10-11 78-15,-2 5-224 0,1 0-171 0,3-1-166 16,5-4-104-16,-7 6-69 0,7-5-64 0,-8 3-103 16,6-1 76-16,0 1-95 0,2-4-57 0,0 6-31 15,5-5-16-15,-5 6-30 0,3 1-13 0,1 1-3 16,2 2 0-16,1 0 0 0,-9 3 0 0,-3 0 0 15,5 6 0-15,2-1 0 0,-11 3 0 0,-5-6 0 0,3 7 0 16,2-2 0-16,-4 6 0 0,-1-2 0 0,0-3 0 16,-1 13 0-16,-2-10 0 0,-2 2 0 0,-1 6 0 15,-6-8 0-15,3-2 0 0,-15 18 0 0,9-14 0 16,1-2 0-16,-10 4 0 0,1-1 0 0,-2 0 0 16,0-4 0-16,3 3 0 0,-4 0 0 0,2-2 0 15,13-5 0-15,-11 3 0 0,5 2 0 0,2-5 0 0,-3 1 0 16,12-4 0-16,-2 3 0 0,-2 2 0 0,7-8 0 15,0 0 0-15,0 0 0 0,10 13 0 0,-10-13 0 16,14 3 0-16,-2-1-4 0,-2 3-20 0,7 1-5 16,-9-1-12-16,13 1-4 0,6 3-19 0,-12-3 25 15,-3-3-8-15,8 5 19 0,-6-1 11 0,-2-1 11 16,0 4 3-16,-4 3 10 0,-1-2-2 0,-2 6-5 16,-5-10 7-16,3 9 6 0,1 5 15 0,-1-16 2 0,-3 12 17 15,-10 3 6-15,2-1 1 0,-4-5-13 0,3-1-12 16,-15 5 1-16,4-3-27 0,-4 2-3 0,9-4 0 15,-2 5 0-15,-10 4 0 0,10-4 0 0,5-7 0 16,-3 2 0-16,3-5 0 0,0 0 0 0,4-6 0 16,8 2-14-16,-2-8-91 0,-8-3-343 0,10 1-17 15,-2-12-350-15,4-6-393 0,1 3-150 0,0 5 461 16,1-8-270-16,1 1-457 0</inkml:trace>
  <inkml:trace contextRef="#ctx0" brushRef="#br0" timeOffset="35009.1">23170 14634 2626 0,'5'-8'1640'0,"7"-1"-818"16,-12 9 316-16,12-9-235 0,-9 9-624 0,-3 0-126 16,3-9 16-16,-1 4-1 0,-2 5-73 0,0 0-43 15,-2-14 13-15,-1 14 4 0,6 0-57 0,-3 0-12 16,2-5 0-16,10-3 0 0,0 1 0 0,-2 4 0 15,2 0 0-15,17 0 0 0,-21 1 0 0,16 2 0 0,-12 2 0 16,23 1 0-16,-26-3 0 0,20 6 0 0,-14-2 0 16,-3-1 0-16,8 3 0 0,-8-4 0 0,-9 1 0 15,11 5 0-15,-14-8 0 0,4 16 0 0,-8-14 0 16,-1 11 0-16,-7 9 0 0,4-11 0 0,-4 4 0 16,-3 3 0-16,1 4 0 0,2-7 0 0,5-1 0 15,2-1 0-15,-10 11 0 0,12-13 0 0,-6 4 0 16,0 4 0-16,6-11 0 0,-2 5 0 0,-2 0 0 0,4-7 0 15,3 7 0-15,0-13 0 0,0 13 0 0,0-10 0 16,3 8 0-16,-3-7 0 0,7-1 0 0,-2 5 0 16,2-5 0-16,10 3 0 0,0-2 0 0,-10-4 0 15,13 6 0-15,0-1 0 0,7 0 0 0,-3 3 0 16,-7-3 0-16,4 1 0 0,-3 1 0 0,-13-1 0 16,14 5 0-16,-14-4 0 0,-2 4 0 0,-3 2 0 0,-5-2 0 15,-8 13 0-15,4-6 0 0,-11 11 0 0,-1-12 0 16,3 7 0-16,-4 5 0 0,-12-3 0 0,17-10 0 15,-7 2 0-15,-3 3 0 0,5-2 0 0,7-11 0 16,8-6 0-16,-13 11 0 0,6 0 0 0,11-13 0 16,3 4-6-16,-9-8-96 0,-1 4-446 0,8-18-72 15,4 5-359-15,-2-13-194 0,7 2-41 0,-2 2 311 16,7-14-1319-16</inkml:trace>
  <inkml:trace contextRef="#ctx0" brushRef="#br0" timeOffset="35447.93">23733 14660 134 0,'11'-24'2316'0,"-2"5"-1203"0,0-7 222 0,-3 13-535 16,-4-5 47-16,1-2-315 0,4 0-98 0,-7 4-264 16,0 8 11-16,0-8-40 0,-3 8-30 0,-1 0-52 15,4 8-42-15,-3-8-16 0,3 2-1 0,0 6 0 16,0 0 0-16,0 0 0 0,0 20 0 0,3-12 0 15,1 18 0-15,1-5 0 0,-2 0 0 0,1 0 0 0,1-2 0 16,1 10 0-16,0 0 0 0,2 1 0 16,-4-6 0-16,7 12 0 0,1-2 0 0,3 1 0 0,-6-14 0 15,8 16 0-15,-2-8 0 0,-3 3 0 0,0-10 0 16,3 11 0-16,-10-4 0 0,7 1 0 0,-5-10 0 16,1 7 0-16,-2-8 0 0,2-1 0 0,-5-10 0 15,4 8 0-15,-2-10 0 0,2 1 0 0,1 2 0 0,-4-7 0 16,6 3 0-16,2-5 0 0,3-3 0 0,-3-10 0 15,5-7 0-15,-2 1 0 0,0-10 0 0,-6 2 0 16,0-1 0-16,-1-5 0 0,4-2 0 0,-5-4 0 16,-4-3 0-16,2 2 0 0,2-2 0 0,-5-3 0 15,4-2 0-15,-4 1 0 0,5-7 0 0,-4 19 0 16,-1-6 0-16,2 3 0 0,-1 10 0 0,0 3 0 0,-1 17 0 16,-2-6 0-16,3 13 0 0,-6-13-63 0,3 13-74 15,0 0-167-15,-12 7-161 0,7-1-261 0,-12 10-287 16,5-1-180-16,-6 4 39 0,0-1 143 0,-2-4-227 15</inkml:trace>
  <inkml:trace contextRef="#ctx0" brushRef="#br0" timeOffset="35811.96">23814 15592 242 0,'0'2'1046'0,"12"6"-471"0,-9-5 236 0,4-1-289 16,-2 1 84-16,-5-3-195 0,0 0-76 0,0-3-21 15,15 3-16-15,-11 0-30 0,-4 0 2 0,0 0-31 16,0 0 46-16,0 0-42 0,0 0 2 0,0 0-99 15,-22 5 42-15,10-5-14 0,-20 4-33 0,0-2 48 0,8 0-66 16,-14 3 23-16,-6-1-24 0,-3 1-16 0,11-3-38 16,-16 0-13-16,-8-2-33 0,-26 0-21 0,30 0-1 15,-22-2 0-15,-2 0 0 0,-18-7 0 0,40 9 0 16,-13-5 0-16,0 3 0 0,12-4 0 0,27 6 0 16,-4-5 0-16,-2 5 0 0,30-2 0 0,-7 4-2 15,8-2-68-15,2 3-248 0,-2-1-476 0,7-2 185 16,15 4-454-16,9-2-150 0,12 0-283 0,-4 1-643 0</inkml:trace>
  <inkml:trace contextRef="#ctx0" brushRef="#br0" timeOffset="35990.48">23541 15827 540 0,'5'11'4231'0,"2"-4"-3017"0,-7-7-304 15,-10 17 269-15,-10-8-1062 0,-4 2-117 0,4 0 0 16,-21 2 0-16,5-2 0 0,-5 4 0 0,9-6 0 15,-27 2 0-15,11-2 0 0,-4-5 0 0,8 3 0 16,-12-1 0-16,8-1 0 0,-5-5 0 0,9 0-16 16,-1-3-151-16,4-3-443 0,12-3-334 0,6 0 34 15,-4-6-455-15,15 6-1180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3:04:26.2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10126 13758 101 0,'-2'0'187'0,"4"0"-23"0,-2 0 40 16,-2 0 28-16,4 0-10 0,-2 0-21 0,-2 0-26 16,4 0-25-16,-2 0-53 0,-2 0 32 0,4 0-42 15,-2 0-1-15,0 0-28 0,-2 0 13 0,4 0 68 16,-4 0 5-16,2 0-40 0,2 0 43 0,-2 0 24 16,0 0 43-16,0 0-45 0,0 0-7 0,-2 0-14 0,4 0 20 15,-2 0-42-15,0 0 61 0,0 0 51 0,0 0-38 16,0 0-64-16,-2 0 31 0,4 0-24 0,-14-6-5 15,12 4-84-15,0 2 3 0,0 0-22 0,0 0-8 16,-2 0-6-16,-10 0-6 0,12 0-2 0,0 0-4 16,0 0-5-16,-7 6-1 0,2 1 2 0,5-7-1 15,-6 8-1-15,2-3-1 0,4-3 1 0,-2 9-1 0,2-11 1 16,-3 3-2-16,-2 10-1 0,5-16 1 0,0 6 0 16,0 10 0-16,0-13-1 0,0 0-2 0,0 0-1 15,0 0 1-15,0 8-2 0,2-2-1 0,-2-9 1 16,0 6-1-16,3-6 3 0,9 3-1 0,-12 0 0 15,8-5-2-15,-1-1 0 0,-7 6-7 0,12-13-2 16,-7 8-3-16,2 0-2 0,-2-6-22 0,0 5 7 16,2-1 3-16,-7 7 12 0,5-11-4 0,-2 11 4 0,-3 0 28 15,0-4 8-15,7-5 7 0,-7 7 8 0,0 4 13 16,0-2-18-16,0-2 6 0,-7 4-14 0,-1-2-5 16,8 0-1-16,-7 3-7 0,-1 5 1 0,8-8 0 15,-12 7 0-15,12-3-4 0,0-4 0 0,-12 9 0 16,12-9-17-16,0 0-21 0,0 0-129 0,0 0-164 15,0 0-164-15,0 0-108 0,0 0-141 0,0 0-28 0,0 0 37 16,-2 0 282-16,2-15-86 0</inkml:trace>
  <inkml:trace contextRef="#ctx0" brushRef="#br0" timeOffset="2460.4">10114 4489 44 0,'0'0'183'16,"-2"0"-82"-16,2 0-9 0,2 0 50 0,-4 0 24 0,-10-5-53 16,12 5-33-16,0 0 18 0,0 0-21 0,0 0-11 15,0 0-40-15,0 0-4 0,0 0-2 0,0 0 1 16,0 0 7-16,0 0-15 0,0 0-6 0,0 0-10 16,0 0-1-16,0-2-5 0,0-6-43 0,0 8-28 15,0 0-49-15,0 0-3 0,0 0-55 0,0 0 2 16,0-3-243-16</inkml:trace>
  <inkml:trace contextRef="#ctx0" brushRef="#br0" timeOffset="2960.07">10124 4410 399 0,'0'0'320'16,"0"0"-101"-16,0 0 79 0,0 0 6 0,0 0 44 15,0 0-73-15,0 0-44 0,0 0 65 0,0 0-33 16,0 0 30-16,0 0-88 0,0 0-6 0,0 0-45 15,0 0-63-15,0 0-30 0,0 0 23 0,0 0-24 16,0 0-13-16,0 0-16 0,0 0 2 0,0 0-10 0,0 0-17 16,0 0-10-16,0 0-6 0,0 0-5 0,0 0-14 15,0 0 0-15,0 0-8 0,0 0-1 0,0 0 8 16,0 0-7-16,-4 11-28 0,4-9-85 0,0-2-78 16,0 0-51-16,0 9 26 0,0-5-230 0,4 5 28 15,-2-7-1-15,-2 1 155 0,3 10-65 0,-3-13 52 16,0 0-128-16</inkml:trace>
  <inkml:trace contextRef="#ctx0" brushRef="#br0" timeOffset="3117.65">10141 4518 418 0,'0'6'277'0,"0"-6"-62"16,0 0 26-16,0 0-92 0,0 0 11 0,0 0-65 16,0 0-6-16,0 0-33 0,0 0-3 0,0 0-17 15,8 13-4-15,-8-13-18 0,4 13-2 0,-4-5-1 0,0-8-2 16,3 8-5-16,-3-2-20 0,0-6-44 0,0 0-46 15,0 7-13-15,0-1-167 0,0-6 9 0,0 3 7 16,0 7-181-16</inkml:trace>
  <inkml:trace contextRef="#ctx0" brushRef="#br0" timeOffset="3301.15">10185 4693 30 0,'0'5'517'15,"3"1"-274"-15,-3 1 4 0,0-3 3 0,2 5-57 0,-2-11-78 16,0 4-36-16,4 4-12 0,-1-1-23 0,-3-5-25 15,0 0-8-15,0 0-7 0,3 13-2 0,-1-10-5 16,-4-3-4-16,-1 11 3 0,3-9 2 0,0-2-3 16,-3 13-13-16,3-13-4 0,-4 9-44 0,2-1-41 15,2-6-15-15,-3 12 28 0,3-12-90 0,-3 17-33 16,3-19-16-16,0 7 87 0,0 2-31 0,0-9-214 0</inkml:trace>
  <inkml:trace contextRef="#ctx0" brushRef="#br0" timeOffset="3467.71">10194 4934 38 0,'0'16'642'0,"0"-16"-368"16,0 2 33-16,0 9-70 0,3-11-45 0,-6 0-104 16,6 0-21-16,-3 0-20 0,-3 0 7 0,6 3-36 0,0 10-8 15,-3-13-6-15,-3 0-3 0,3 5 23 0,0 1 0 16,0-4-1-16,0 0-6 0,3 9 9 0,-3-8 2 16,0 7-10-16,0-10-21 0,0 11-26 0,2-6-66 15,-2-5-53-15,0 13-50 0,0-7-70 0,0-6-47 16,0 7 5-16,0-1 78 0,0-3-280 0</inkml:trace>
  <inkml:trace contextRef="#ctx0" brushRef="#br0" timeOffset="3611.32">10212 5154 686 0,'2'2'447'0,"-2"-2"-216"0,0 8 85 0,3-2 2 16,-3-6-215-16,0 0-59 0,0 10-2 0,0-7-13 16,0-3 1-16,0 0-22 0,0 15-3 0,0-12-8 15,0-3-7-15,0 15 2 0,0-9-11 0,-3 5-24 0,3-6-68 16,0-3 7-16,0 9-73 0,0-11-73 0,0 9-80 15,0-2 21-15,0-7 93 0,0 3-80 0</inkml:trace>
  <inkml:trace contextRef="#ctx0" brushRef="#br0" timeOffset="3762.92">10224 5315 36 0,'2'2'482'0,"13"4"-17"0,-15-9-161 0,0 6 13 15,0-3-107-15,0 0-16 0,0 0-69 0,0 0-56 16,0-3-29-16,0 3-12 0,0 3-10 0,0-3-21 15,0 0-3-15,0 0-5 0,0 5-9 0,0 3-47 16,3-8-69-16,-3 8-58 0,0-2-44 0,0-6-72 16,0 0-13-16,0 0 84 0,0 0-47 0</inkml:trace>
  <inkml:trace contextRef="#ctx0" brushRef="#br0" timeOffset="4155.87">10241 4820 156 0,'0'0'669'0,"0"0"-419"0,0 0 134 0,0 0-2 0,0 0-105 16,0 0-128-16,0 0-69 0,0 0-26 0,0 0-3 15,0 0-15-15,0 0-15 0,0 0 2 0,0 0-10 16,0 0-6-16,0 0-6 0,0 0 0 0,0 0-1 16,0 0 1-16,0 0 1 0,0 0 8 0,0 0-6 15,0 3-4-15,0 5 0 0,0-5-7 0,0-3-3 16,0 4 0-16,3 5-1 0,-6-9 2 0,6 0 28 0,-3 0 29 15,2 11 5-15,-2-9-14 0,0-2-5 0,0 0-23 16,4 13-17-16,-4-13-16 0,0 0-22 0,0 13-27 16,0-10-88-16,0-3-7 0,-4 11-176 0,4-9-76 15,0 9 44-15,4-9 67 0,-4 1-467 0</inkml:trace>
  <inkml:trace contextRef="#ctx0" brushRef="#br0" timeOffset="4348.38">10256 5069 55 0,'2'2'944'0,"-2"-2"-553"0,-2 0-3 0,4 0 30 16,5 3-124-16,-2 3-158 0,-5-6 36 0,0 0-2 16,-2-3-33-16,4 6-53 0,8 7-5 0,-10-7-13 15,0-3 14-15,0 0-35 0,2 13 11 0,-2-13-6 0,0 2-10 16,3 9-9-16,-6-11-7 0,6 13-35 0,-3-4-16 16,3-4-28-16,-3-3-66 0,0 17-155 0,0-19-54 15,0 16-64-15,0-16 49 0,0 0-154 0,0 15-46 16,0-12 120-16,0 5 50 0</inkml:trace>
  <inkml:trace contextRef="#ctx0" brushRef="#br0" timeOffset="4505.93">10300 5336 793 0,'0'3'420'0,"0"10"-52"0,0-11 48 16,0-2-75-16,0 14-165 0,0-12-49 0,0-4-23 16,0 8-16-16,0 3-43 0,0-5-25 0,0-4-14 15,0 5 6-15,0 3-2 0,0-8 4 0,0 0 2 16,6 10-10-16,-3-4-4 0,-3-6-1 0,3 4-19 15,-1 5-37-15,-2-7-61 0,7 9-118 0,-11-11-39 0,8 2-62 16,-4 9 38-16,3-11-124 0,-3 3-8 0,0 7-81 16</inkml:trace>
  <inkml:trace contextRef="#ctx0" brushRef="#br0" timeOffset="4648.57">10361 5572 44 0,'0'2'759'15,"7"9"-334"-15,-7-11-177 0,0 0 92 0,0 8-92 0,0-3-106 16,2-5-54-16,-2 11-11 0,-2-6-31 15,4 1-12-15,-2 9-20 0,0-10-10 0,3 3-7 0,-3 6-25 16,0-14-51-16,0 0-30 0,0 18-104 0,0-18-34 16,-3 16-166-16,3-13 142 0,-2 2-68 0,2 5 39 15,0-7-142-15</inkml:trace>
  <inkml:trace contextRef="#ctx0" brushRef="#br0" timeOffset="4772.22">10385 5842 643 0,'0'2'427'16,"0"9"-125"-16,0-4-73 0,0-7 62 0,0 8-199 15,-3 1-46-15,3-9-31 0,3 0-7 0,0 11-9 16,-3-9-6-16,0-2-4 0,4 5-36 0,-4 3-44 16,0-8-99-16,0 7-75 0,0-1-37 0,0-1 3 15,0 6-215-15</inkml:trace>
  <inkml:trace contextRef="#ctx0" brushRef="#br0" timeOffset="4929.8">10421 6114 41 0,'3'11'543'0,"-3"-4"-120"0,5 10-102 15,2-8 88-15,-7-9-201 0,2 9-28 0,1-4-51 16,0-5-10-16,3 6-23 0,-3-4-15 0,-3 0-28 16,5 4-24-16,-1 2-15 0,-1 2-33 0,-3-7-22 0,3 8-18 15,-1-5-44-15,-2-6 11 0,3 4-124 0,4 5-138 16,-7-9-3-16,0 0 82 0,0 0-74 0,8 5-17 16</inkml:trace>
  <inkml:trace contextRef="#ctx0" brushRef="#br0" timeOffset="5072.42">10550 6397 478 0,'3'13'702'0,"0"-8"-383"0,3 8 112 0,-6-13-84 16,3 14-159-16,-3-11-105 0,0 2 0 0,3 3 6 15,-3-8-52-15,0 8-21 0,2 0-12 0,2-6-14 16,2 12-33-16,-6-14-25 0,0 2-59 0,9 9-29 16,-9-11-79-16,0 0 8 0,0 0-227 0,6 8 85 15,-4-3 43-15,-2-5 26 0</inkml:trace>
  <inkml:trace contextRef="#ctx0" brushRef="#br0" timeOffset="5347.69">10651 6611 768 0,'2'0'343'0,"-2"8"-106"0,0-3 86 0,0-5-20 15,0 0-142-15,0 0-124 0,0 4-8 0,3 9-11 16,-3-17-17-16,0 8-14 0,0-4-17 0,0 0-6 16,0 13-6-16,0-11 2 0,0-2-23 0,0 0-13 0,0 5 1 15,0 4-20-15,0-9 17 0,0 0-33 0,0 10-38 16,4-7 17-16,-4-3 35 0,3 8-34 0,-1-3 0 15,-2-5 5-15,0 8 8 0,3 0 22 0,-3-8 19 16,7 6 7-16,-5 1 33 0,-2-7 11 0,0 13 20 16,0-15 6-16,0 4 3 0,0 11 22 0,0-13 25 15,0 0 37-15,-2 4 2 0,2 5 22 0,0-9 10 0,0 4 14 16,5 6-14-16,-5-10-16 0,0 3-15 0,9 7-16 16,-9-10-21-16,0 0-23 0,3 17-12 0,-3-17-41 15,3 13-29-15,-1-13-22 0,1 7-45 0,1-1-29 16,-4-6-96-16,0 0 87 0,0 0-26 0,8 7-33 15</inkml:trace>
  <inkml:trace contextRef="#ctx0" brushRef="#br0" timeOffset="5493.29">10736 6926 19 0,'3'3'253'0,"-1"10"-33"0,2-2 29 16,-1-9-46-16,-3-2-61 0,0 9-13 0,0-2-51 15,0-7-12-15,0 0-45 0,0 0-7 0,0 13-12 16,0-9-1-16,0-4-1 0,-3 15-3 0,3-15-16 15,-4 11-52-15,4-9-21 0,4 1-64 0,-4 8-47 16,0-11-51-16,0 0-109 0</inkml:trace>
  <inkml:trace contextRef="#ctx0" brushRef="#br0" timeOffset="5673.82">10780 7164 108 0,'7'6'468'0,"-2"1"-274"0,0 4 129 0,-1 2 26 16,2-4-60-16,-4 11-65 0,-2-14-73 0,7 10 80 0,-4-6 42 15,-3-7-79-15,2 2-49 0,1 1 46 0,-3-6 9 16,0 0-87-16,0 0-59 0,0 2 14 0,3 11-4 16,-3-13-37-16,0 0-23 0,0 0-14 0,0 11-83 15,0-9-120-15,0-2 4 0,0 0-121 0,-3 0-209 16,-2 11 29-16,5-11 118 0,0 0-52 0,0 0 15 16</inkml:trace>
  <inkml:trace contextRef="#ctx0" brushRef="#br0" timeOffset="5843.36">10833 7440 887 0,'6'5'1338'0,"-6"-5"-683"0,9 13 218 0,-9-13-121 16,3 13-305-16,-3-10-254 0,0-3-29 0,6 10-25 15,-3-7-74-15,-3-3-33 0,3 11-16 0,-1-9-26 0,-2-4-24 16,0 6-8-16,7 5-10 0,-4-7-83 0,-3-2-121 16,0 0-101-16,0 0 18 0,-3 0-160 0,6 0-39 15,-3 0-9-15,0 0 136 0,2 9-269 0,1-7 187 16,-3-2 146-16,0 0 108 0,0 0-312 0</inkml:trace>
  <inkml:trace contextRef="#ctx0" brushRef="#br0" timeOffset="5973.01">10901 7616 53 0,'6'11'1092'0,"-6"-11"-547"15,6 13 44-15,-6-13-139 0,3 9 110 0,0-4-106 16,-3-5-145-16,2 8-167 0,5-3-25 0,-7-5-47 16,0 0-22-16,8 8-64 0,-1-5-111 0,-7-3-38 15,0 0-128-15,8 2 2 0,-2 0-248 0,-10-4 11 16,11 4-5-16,1 2 166 0,-4-2-129 0,-8-2 126 15,8 0-102-15</inkml:trace>
  <inkml:trace contextRef="#ctx0" brushRef="#br0" timeOffset="6111.64">10972 7786 234 0,'3'13'1020'0,"-3"-5"-613"0,0 1 165 0,0-7 41 16,5 9 14-16,-5-11-342 0,0 5 40 0,7 5-113 16,-7-10-76-16,0 0-48 0,8 14-36 0,-11-14-33 15,6 2-27-15,9 6-38 0,-12-5-86 0,0-3-210 0,0 0-47 16,0 0-81-16,0 0 60 0,2 0-184 0,8 8-4 15,-10-8-38-15,0 0 357 0,0 0-164 0</inkml:trace>
  <inkml:trace contextRef="#ctx0" brushRef="#br0" timeOffset="6248.3">11055 8000 162 0,'2'11'1365'0,"1"-6"-721"16,-3 6 23-16,3-9-162 0,-3-2 85 0,0 13-161 15,2-10-232-15,-2-3-88 0,4 8-67 0,-1-2-2 0,-3-6-21 16,8 10-57-16,-8-10-53 0,0 0-169 0,0 0-126 15,12 8-220-15,-12-8 164 0,0 0-229 0,0 0 3 16,0 0 102-16,7 3-45 0</inkml:trace>
  <inkml:trace contextRef="#ctx0" brushRef="#br0" timeOffset="6372.94">11169 8209 1834 0,'6'9'542'0,"-4"-7"84"0,5 6-2 16,-4-3-222-16,-3-5-253 0,0 0-155 0,5 13-162 15,-5-13-154-15,0 0-31 0,0 0-214 0,7 16-201 16,-7-16 158-16,0 0 140 0,17 6-395 0</inkml:trace>
  <inkml:trace contextRef="#ctx0" brushRef="#br0" timeOffset="6500.6">11287 8400 214 0,'0'18'866'0,"3"-10"-632"0,-3 3 78 0,0 5 39 15,0-16-246-15,0 0-125 0,0 0-110 0,0 0-84 16,0 0-76-16,0 0-100 0,0 0 156 0,0 0-418 0</inkml:trace>
  <inkml:trace contextRef="#ctx0" brushRef="#br0" timeOffset="6681.12">11348 8587 231 0,'-2'11'943'0,"2"-3"-673"0,-3 1 91 0,0 6 41 16,1-4-271-16,2-6-123 0,-4-3-61 0,-2 14-77 15,6-16-117-15,-5 8-21 0,5-5-125 0,-4-3 54 16,8 0-77-16,-4 0-49 0</inkml:trace>
  <inkml:trace contextRef="#ctx0" brushRef="#br0" timeOffset="7265.55">11370 8752 497 0,'0'0'794'0,"5"8"-437"0,-2-6 243 0,-3-2-131 15,4 14-144-15,-2-14-195 0,-2 0-53 0,0 0-62 0,0 15-10 16,0-17-7-16,0 4-4 0,3 9-27 0,0-9-54 16,-3 1-90-16,0 5 40 0,4-8-100 0,-4 0-7 15,-4 6-9-15,4 4 23 0,0-13 43 0,0 6 57 16,0 5 45-16,4 1 58 0,-8-7-10 0,4 9 14 15,0-11 15-15,-3 13 10 0,3-8 12 0,0 0 20 16,-3 5 37-16,3-7-2 0,0 10 38 0,-2-13 4 0,4 17-4 16,-4-17 18-16,4 0-37 0,-2 15 60 15,0-15 29-15,0 0 2 0,0 3-18 0,6 10 76 0,-6-13-26 16,0 0-25-16,0 0-66 0,6 6-9 0,-3-1-6 16,-3-5-40-16,0 0-24 0,0-3-8 0,0 6-35 15,12 2-48-15,-9-2 8 0,-3-3-16 0,0 0-97 16,0 0-95-16,0 0 23 0,0 0-63 0,0 0-14 15,0 0-41-15,0 0 16 0,0 0 142 0,0 0-32 16,0 0 71-16,0 0 57 0,0 7 94 0,0-1 98 0,0-6 97 16,0 0 14-16,9 8-26 0,-6-6 138 0,-3-4 3 15,0 10 117-15,5-1-187 0,-8-7 115 0,6 4-20 16,-3 9-13-16,0-13-119 0,-3 11 103 0,3-11-132 16,0 0-43-16,0 0-68 0,0 15 11 0,0-15-27 15,0 0-37-15,0 3-16 0,0 10-5 0,0-13-2 16,0 0-10-16,0 11-24 0,0-9-38 0,3-2-86 0,-3 0-86 15,0 0-131-15,0 0-29 0,0 0-89 0,0 9-40 16,3-5 27-16,-3-4 163 0,-3 0-104 0,6 0 178 16,-3 0 131-16,0 0 72 0,0 9 47 0,4-4 116 15,-4-5 22-15,0 0-15 0,2 13 135 0,-2-13 41 16,0 0 81-16,0 2-58 0,3 9 52 0,-3-11 11 16,0 2 13-16,3 12-74 0,-3-17-15 0,0 9-39 0,6 1-27 15,-6-7-49-15,0 0-66 0,0 0 13 0,3 11-52 16,0-8-23-16,-3-3-37 0,0 0-20 0,0 0-48 15,9 6-97-15,-1-2-44 0,-8-4-244 0,0 0-149 16,7 0-86-16,-2 3-66 0,-5-3-15 0,0 0 53 16,0 0 143-16,0 0 255 0,0 0-192 0</inkml:trace>
  <inkml:trace contextRef="#ctx0" brushRef="#br0" timeOffset="7401.19">11508 9246 77 0,'3'17'1538'0,"-3"-6"-896"15,0-4 16-15,0 4-166 0,3-11 51 0,-3 13-209 16,2-11-144-16,-2 7-124 0,4-5-23 0,-4-4-25 15,0 0-32-15,6 11-62 0,-4-8-77 0,-2-3-79 16,0 0-101-16,12 2 39 0,-9 2-272 0,-3-8 72 16,3 4 1-16,6-5 5 0,-9 5 154 0,0 0-21 0,0 0-159 15</inkml:trace>
  <inkml:trace contextRef="#ctx0" brushRef="#br0" timeOffset="7552.79">11599 9366 731 0,'7'5'1151'0,"-2"8"-449"16,-2 0 23-16,-1-4-48 0,-2-7-203 0,7 11-143 15,-7-13-150-15,3 16-43 0,-3-16-81 0,5 11 1 16,-5-9-13-16,7 6-19 0,-2 0-16 0,-5-5-51 0,9 4-108 16,-9-7-29-16,12 6-37 0,-9-3-219 0,6-3-88 15,-3 2-315-15,-4-4 308 0,13-3-122 0,-15 5 41 16,3-4 33-16,6 2 53 0</inkml:trace>
  <inkml:trace contextRef="#ctx0" brushRef="#br0" timeOffset="7686.43">11735 9583 1001 0,'0'10'769'0,"-3"-2"-144"0,3 1-129 0,0-7 296 0,0 9-350 16,-4-11-213-16,4 0-142 0,4 0 4 0,-8 0-45 16,8 2-67-16,-4 5-34 0,0-3-49 0,0-4-91 15,6 16-152-15,-6-16 79 0,0 0-117 0,0 0-56 16,0 0-8-16,5 2 105 0,4 0-110 0,-9-2 28 0,0 0 113 16,0-2 49-16,10-6 57 0</inkml:trace>
  <inkml:trace contextRef="#ctx0" brushRef="#br0" timeOffset="8417.46">11779 9704 53 0,'0'5'711'0,"0"12"32"0,0-7-242 16,0-7 12-16,0 0-157 0,0 10-6 0,0-13-30 16,0 7-64-16,0 1-135 0,0-8 28 0,0 14-21 15,0-14-37-15,0 2-8 0,0 11-84 0,0-13-15 16,0 0-6-16,3 17-9 0,-3-17-27 0,0 0-36 0,5 10-50 16,-5-7-34-16,0-3 11 0,7 7-143 0,-7-4-3 15,0-3 64-15,0 0 85 0,0 3-20 0,9 7 12 16,-9-10 42-16,0 0 86 0,0 6-10 0,3-1 6 15,-1 1 23-15,1 3 36 0,-3-9 22 0,3 14 24 16,1-14 52-16,-2 14 39 0,-2-12 28 0,3 6 94 16,0 0-8-16,-3-6 22 0,2 12-60 0,-2-12 45 0,4 17 40 15,-1-14-129-15,-3 3-76 0,0 0 7 0,0 0-25 16,3 0-27-16,-3-5-43 0,2 12-9 0,1-15-7 16,4 11-4-16,-7-8-11 0,2 3-32 0,1 1-36 15,1-7-81-15,-4 0 30 0,11 11-47 0,-11-11-57 16,0 0 29-16,9 2 47 0,-6 4-33 0,-1-6 66 15,-2 0-23-15,7 10 31 0,-7-10 31 0,0 0 2 0,0 0 40 16,0 6 24-16,0 4 10 0,0-10 22 0,0 3 37 16,0 10 27-16,0-13 9 0,3 11 88 0,-3-9 29 15,2 11 28-15,-2-8-46 0,0-1 43 0,3 9-2 16,-6-11-9-16,3 9-115 0,0-8 16 0,0-3-46 16,0 13-32-16,0-11-23 0,0-2-24 0,7 11-33 15,-7-9-68-15,0-2-105 0,0 0-39 0,0 0-168 16,0 0 15-16,0 0-58 0,3 3 99 0,5 5-107 0,-8-8-39 15,0 0 187-15,0 0 136 0,0-2-34 0,0 4 77 16,9 3 130-16,-6 1 106 0,-3-4 121 0,4 12 59 16,-4-14 28-16,2 10-11 0,-2-7 104 0,0 8-67 15,3-7-53-15,-3-4-90 0,5 14 63 0,-5-14 33 16,4 13-82-16,-4-13-66 0,3 11 12 0,0-9-25 16,-1 9-30-16,1-9-64 0,-3-2-10 0,4 9-27 0,2-5-63 15,-6-4-126-15,0 6 53 0,2 2-59 0,1-8-21 16,-3 0-4-16,7 3 80 0,-2 2-29 0,-5-5 109 15,0 0 40-15,9 8 24 0,-6-3 25 0,-3 6 37 16,3-6 27-16,-3-3 2 0,4 11 58 0,-4-2 42 16,0-5 68-16,0 1-82 0,0 4 46 0,0 0-27 15,2-11-25-15,-2 16-32 0,0-14-61 0,0 6-13 0,3 1-25 16,-3-4-16-16,3 3-8 0,-3-8-10 0,2 2-20 16,8 6-13-16,-10-8 7 0,0 0-14 0,12 8-27 15,-12-8 18-15,0 0 19 0,2 0-8 0,8 11 22 16,-10-11 4-16,0 2 2 0,2 11 28 0,-2-15 2 15,0 7 1-15,3 6 5 0,0-11-4 0,-1 13-3 16,2-2 2-16,-1-7-19 0,0 7-3 0,-3-5-89 0,6 7-76 16,-3-8-81-16,-3-2 3 0,3 7-160 0,-3-10-101 15,0 0-125-15,0 0 313 0,0 9-53 0,0-4-140 16</inkml:trace>
  <inkml:trace contextRef="#ctx0" brushRef="#br0" timeOffset="8539.15">12089 10712 575 0,'0'11'1083'0,"0"0"-593"0,0-4 211 0,0-1-8 16,-3-3-120-16,3 12-158 0,-4-4-85 0,4-6-83 0,0 6-93 15,0-1-46-15,0-5-59 0,4 6-41 16,-4-11-17-16,3 13-35 0,-1-13-47 0,-2 0-121 0,6 11-260 16,-2-9-36-16,-4-2 103 0,5 9-188 0,-2-7-45 15,-3-2-130-15,0 0 350 0,0 0 2 0,0 0 121 16,12 3-159-16</inkml:trace>
  <inkml:trace contextRef="#ctx0" brushRef="#br0" timeOffset="11748.57">12159 10906 571 0,'3'10'525'0,"-3"-5"6"0,0 8-110 0,0-7 184 16,0 10-43-16,0-14 56 0,0 12-287 0,0-10 11 0,0 7-79 15,0 2-37-15,0-2-61 0,0-2-40 0,0 4-35 16,3-6-24-16,-1 4-29 0,-2 2-11 0,4-11-17 16,2 9-24-16,-4-5-6 0,-2-3-60 0,12 10-39 15,-12-11-125-15,10 7 33 0,-10-9-131 0,0 0-66 16,8 13-42-16,-8-13-120 0,0 2 244 0,12 7-33 16,-12-7 88-16,9 5 63 0,-6-1 108 0,9 5 30 0,-12-11 63 15,2 16 25-15,1-12 16 0,0 7 35 0,-3 0 40 16,0-9 60-16,0 7-41 0,4-2 107 0,-2 4 47 15,1 0 128-15,0-7-136 0,-3 0 102 0,4 9-54 16,-2-3 2-16,1-7-113 0,-3 7 1 0,-3-2-83 16,6-3-51-16,-3 8-41 0,0-9-20 0,0 9-14 15,3-10-7-15,-1 7-12 0,-2-7-15 0,4-1-40 0,-1 9-129 16,0-9-30-16,-3-2-33 0,0 0-148 0,0 11-25 16,2-8-93-16,-2-3 256 0,0 0-30 0,7 13 62 15,-7-11 135-15,0-2 68 0,8 11 20 0,-8-11 38 16,0 0 5-16,0 0 9 0,0 2 84 0,-3 9 87 15,3-5 16-15,-2 1-37 0,2-3 66 0,-3 6 32 16,3-4 62-16,0 4-113 0,0-7-58 0,0-1 13 16,0 11-37-16,0-13-12 0,0 11-60 0,0-8-13 0,0-3-31 15,0 13-29-15,0-13-5 0,-4 0-39 0,8 0-62 16,-4 8-71-16,3-3-5 0,-3-5-102 0,0 0-122 16,0 0 65-16,0 0 98 0,0 2-42 0,8 9 41 15,-8-11 50-15,0 0 84 0,6 3 17 0,-3 3 16 16,0-6 28-16,-3 0 30 0,6 7 41 0,-3-1 13 15,-3-6 10-15,3 7 13 0,-3-1-8 0,6-1 95 16,0 3 60-16,-6-3 17 0,2 6-47 0,-2-11 64 0,3 13 73 16,-3-11 15-16,0-2-157 0,0 14-17 0,0-12-23 15,0 6-17-15,0 1-16 0,0-7-47 0,4 11-16 16,-4-13-4-16,0 0-9 0,5 16-3 0,-5-16-8 16,12 8-6-16,-9-8-10 0,2 5-10 0,2 4-25 15,-2-5-24-15,2 2-13 0,-7-3 3 0,8 10-28 0,-8-13-5 16,4 13-24-16,-1-10 62 0,-3 1-5 0,2 5 21 15,-2-9 21-15,0 5 5 0,0 3 13 0,0-6 12 16,3 12 21-16,-3-6-1 0,0-3 32 0,0 6 53 16,0-3 16-16,0 3-27 0,3-6 28 0,-3 3-17 15,0 2 15-15,0 0-68 0,4 1-13 0,-4-5-19 16,0-1-4-16,0 8 3 0,0-10-9 0,0 10 2 16,2-11-5-16,-2 9-13 0,0-9-8 0,3 7-5 0,-3-4 2 15,0-2 1-15,3 7 5 0,-1-10 1 0,5 11 7 16,-7-9 5-16,3 6 0 0,2-3 1 0,-5-1 10 15,7 9 5-15,-7-13 0 0,2 13-2 0,-2-10 1 16,3 7-11-16,-3-7-8 0,3 2-16 0,1 3-2 16,-4-6 0-16,5 12 0 0,-5-14 5 0,0 0 4 15,7 13 1-15,-7-13-7 0,0 0-22 0,0 2-23 16,5 9-8-16,-5-11-31 0,0 0 37 0,0 0-25 0,0 13 7 16,0-9 34-16,0-4 13 0,0 0 8 0,-3 9 11 15,3-5 16-15,0-4 14 0,0 0 26 0,0 5 7 16,0 0 28-16,0-5-4 0,0 0 26 0,3 8-3 15,2 0 4-15,-5-8-49 0,7 5 12 0,-4 4-39 16,-3-9-33-16,2 7-20 0,1-1 10 0,-3-6-11 16,0 0 2-16,0 9-1 0,0-5 16 0,0-4 8 0,0 0 10 15,0 0 0-15,0 0 4 0,0 0 6 0,0 13 11 16,0-10-16-16,0-3-3 0,0 0 8 0,0 0-8 16,0 0-15-16,4 8-2 0,-1-3-5 0,-3-5 6 15,0 0 3-15,2 11-6 0,-2-9 7 0,0-2 12 16,3 13 2-16,-3-10 4 0,0-3 0 0,7 10 15 15,-5-7-4-15,-2-6 4 0,0 6-5 0,3 10 8 16,-3-13-2-16,3 2-18 0,1 9-8 0,-2-11-9 0,-2 0-12 16,6 16-19-16,-6-16 18 0,0 0-8 0,9 11-3 15,-6-9 3-15,-3-2 15 0,9 8-18 0,-6-5-38 16,5 0-34-16,-4 0 18 0,-4-3-44 0,0 0-59 16,10 7 39-16,-6-7 50 0,-4 0 8 0,0 0 52 15,12 13 61-15,-12-15 72 0,0 4 15 0,6 9 52 16,-4-11 50-16,-2 0 71 0,0 2-76 0,3 12 6 0,-3-14-27 15,4 10-34-15,-4-7-48 0,3 8 14 0,-1-5-60 16,-2 1-7-16,3 1-17 0,-3-10-5 0,7 9-5 16,-2 1-29-16,-5-8-15 0,0 3-33 0,10 8-30 15,-10-11-28-15,2 2 9 0,4 9-37 0,-9-11 1 16,6 0 16-16,-3 0 3 0,6 8 68 0,-3-3-11 16,-3-5 23-16,0 0 31 0,9 11 26 0,-9-9 13 0,0-2 31 15,6 11 38-15,-6-11-1 0,5 13 87 0,-5-10-28 16,4 7 1-16,-1-2-39 0,-3-8 30 0,5 16-40 15,-5-16-38-15,7 8-26 0,-5-2 3 0,1 1-12 16,0-1-19-16,-1-4-4 0,5 9-7 0,-4-9-3 16,6 9-5-16,-9-11-2 0,12 11 0 0,-9-9 3 15,2 3-7-15,4-2-7 0,-6-3 1 0,9 8-16 16,-12-8-5-16,12 2-11 0,-12-2 20 0,0 0-4 0,15 9 6 16,-13-7 8-16,4 4 13 0,-2-3 4 0,1 1-1 15,-2 2 0-15,-3-3 1 0,2 2 2 0,-2 1 0 16,4-2-1-16,-1 7 0 0,-3-11 2 0,5 13 2 15,-5-10 3-15,7 2-3 0,-2 1 2 0,-2 1 1 16,4 1-7-16,-7-5-16 0,12 5-29 0,-12-8-60 0,8 11-97 16,-6-11 15-16,5 2 35 0,-2 3-53 0,-5-5 17 15,12 8 20-15,-12-5 102 0,0-3 22 0,6 2 30 16,-2 7 27-16,-4-9 12 0,0 0 31 0,8 8 13 16,-6-3 18-16,2 0 10 0,2 1 24 0,-4-4 6 15,8 9-13-15,-10-11-45 0,9 13 30 0,-6-11-30 16,-1 7-22-16,1-7-33 0,-3-2-13 0,12 11-1 15,-9-6 0-15,3-3 0 0,0 7-4 0,-6-9 2 16,12 8 4-16,-12-12-1 0,0 8-2 0,14 3 0 0,-14-4-1 16,0-3 5-16,0 0 0 0,6 10 0 0,-6-10 2 15,0 0-3-15,4 6-5 0,-2 2 0 0,-2-8-9 16,3 10-4-16,-3-7 5 0,0-3-4 0,0 0-14 16,3 13-32-16,-1-11-103 0,-2-2 8 0,7 11-82 15,-4-8-17-15,-3-3-27 0,2 8 16 0,1-6 38 16,-3-2 71-16,0 0 73 0,0 0 35 0,0 0 22 0,0 0 40 15,4 4 59-15,1 6 16 0,-5-10 107 0,0 0 4 16,0 0 3-16,3 6-41 0,0 1 67 0,1-7 0 16,-8 0-89-16,8 11-46 0,-4-5-6 0,0-6-11 15,0 18-12-15,2-18-42 0,-2 4-10 0,0 5-12 16,0-1-12-16,0-3 0 0,0-3 1 0,3 9-6 16,-3-8 2-16,0-3 3 0,0 0 5 0,3 6 0 0,-3-2 1 15,4-1 4-15,-4-3 1 0,-4-3 1 0,8 6 3 16,-4-3 1-16,0 0 0 0,0 0 3 15,5 11-4-15,-5-14-3 0,0 3-1 0,0 3-7 0,0-6 0 16,0 6 0-16,0-3 2 0,0 0 0 0,5 10 2 16,-5-7 3-16,0-3 6 0,0 0 1 0,0 0 1 15,0 0 1-15,0 2 1 0,0 7-1 0,0-7 3 16,0-2-4-16,0 0-6 0,0 6-3 0,-2 1-2 0,4-7-5 16,-2 0-2-16,-2 11-2 0,2-6 1 0,0-5 0 15,0 0-14-15,0 11-29 0,0-11-89 0,0 0-79 16,0 6-90-16,0 3 18 0,0-9-258 0,2 0 131 15,-2 9 42-15,-2-3 78 0,2-6 137 0,2 2 15 16,-4-4 148-16,2 6 48 0,0 5 25 0,0-7 89 16,0-2 101-16,0 0-6 0,0 0-58 0,-3-2 79 0,6 4 75 15,-6-4-104-15,3 2-85 0,3 2 24 0,-3-2-44 16,-3 11 8-16,3-9-87 0,0-2 1 0,0 8-32 16,3-5-15-16,-3-3-12 0,-3 0-1 0,3 13-4 15,0-10-4-15,0-3-2 0,0 0-7 0,0 0-4 16,0-3-5-16,0 6-5 0,3 2 1 0,-1 3-1 15,-2-8-1-15,0 0 4 0,0 0 10 0,0 0-1 16,0 0 7-16,0 0 2 0,0 0 3 0,0 0 0 16,0 0-2-16,0 0-2 0,0 0 3 0,0 0 0 0,0 0-1 15,0 0 1-15,0 0 1 0,0 0 2 0,0 2 8 16,7 9 1-16,-7-11 14 0,0 0 48 0,0 0 50 16,0 0 43-16,0 0 69 0,0 0-87 0,0 0 45 15,0 3-18-15,3 5-56 0,-3-8-45 0,0 0-41 0,0 0-18 16,0 0-9-16,0 0-4 0,9 13 2 15,-9-13-1-15,0 0-1 0,0 0 0 0,0 0-1 0,8 5-6 16,-5-3-6-16,-3-2-1 0,0-2-11 0,0 4-15 16,0-4 0-16,0 2 6 0,0 2-8 0,0-2 10 15,0 0-3-15,0 0 19 0,0 0 7 0,0-2 5 16,0 4 11-16,0-4-5 0,0 2 3 0,0 2 3 16,0-2-3-16,0 0 3 0,0 0-3 0,0 6-2 15,0 2 4-15,0-8-8 0,0 0-3 0,0 0 1 0,4 0 0 16,6 10-1-16,-10-10 3 0,0 0-1 0,7 6 3 15,-2-1 0-15,-5-5 0 0,0 0-1 0,0 0 0 16,0 13-2-16,0-10 2 0,0-3 0 0,0 0 0 16,0 0 5-16,0 0 7 0,0 0-3 0,4 11 2 15,-4-11-5-15,0 2-7 0,0-2-5 0,0 0-45 16,0 0-68-16,15 6-157 0,-15-6 26 0,-4-4-141 0,8 8-72 16,1-2-37-16,1 1 20 0,-2-3 68 0,-4 0 95 15,-4 0 113-15,8 0 87 0,-4 0 74 0,2 8 83 16,1-3 77-16,-3-5-7 0,0 0 69 0,0 13 151 15,0-10-6-15,0-3 10 0,0 10-67 0,0-7 147 16,0-3-75-16,0 13-14 0,0-13-124 0,0 0 34 16,0 13 13-16,3-9-97 0,-3-4-59 0,-3 9-6 15,6-5-23-15,-6-4-40 0,3 10-13 0,3-4 1 0,-3-6-14 16,0 2-24-16,0 9-15 0,0-9-63 0,-3-4-56 16,6 4-58-16,6 9-55 0,-9-11-23 0,0 0-16 15,5 5 10-15,5 1 37 0,-10-6 104 0,0 0 35 16,0 0 52-16,12 2 33 0,-12 1 32 0,0-6 20 15,0 6 11-15,8-1 20 0,-2-2 0 0,-6 0 62 16,0 0 49-16,0 0 6 0,6 11-23 0,-4-9 49 16,-2-2 49-16,0 0-43 0,0 4-68 0,4 9 10 0,-4-17-19 15,3 13-10-15,0-4-52 0,-3-5 3 0,9 13-25 16,-6-10-12-16,-1 5-5 0,1-6-10 0,-3-2-10 16,4 11-17-16,-1-9-65 0,-3-2 3 0,0 0-64 15,2 4-61-15,8 3-60 0,-10-7 51 0,0 0-158 16,0 0 95-16,8 6 42 0,-2-4 86 0,-6-2-17 0,0 0 99 15,0 3 34-15,6 5 33 0,-6-8 24 0,0 0 53 16,3 7 26-16,-1-1 7 0,-2-6 70 0,4 8 62 16,-1-2 7-16,-3-6-55 0,0 4 41 0,0 7-11 15,0-11-15-15,0 0-31 0,0 9-67 0,0-2-19 16,3-7-31-16,-3 11-16 0,0-9-28 0,0-2-9 16,0 0-7-16,2 11-14 0,1-9-30 0,-3-2-38 0,-3 0-22 15,6 0-40-15,-3 0 14 0,9 0-103 0,-6 3 53 16,-3-3 37-16,0 0 61 0,0 0-17 15,0 0 51-15,0 0 37 0,9 3 16 0,-3 0 5 0,-6-3 8 16,0 0-4-16,0 0 0 0,0 0 5 0,0 0 4 16,0 4 6-16,0 5-7 0,0-9-7 0,4 0 3 15,1 8-1-15,-2-3 1 0,-3-5-9 0,0 0 0 0,6 8 0 16,-3-3 8-16,-3-5-4 0,0 0 3 0,12 9-6 16,-9-9-5-16,-6 0 0 0,6 2 2 0,5 9-2 15,-8-15 4-15,0 4 2 0,4 9 53 0,-2-5-4 16,-2 0 6-16,0-4-3 0,0 0 31 0,0 13 44 15,0-10-41-15,0-3-27 0,6 7-17 0,-6-4 20 16,0-3-33-16,0 5-23 0,6 4-15 0,-6-7-1 0,0-2-4 16,0 0-5-16,0 0 0 0,3 8-9 0,0-5-3 15,-3-3-9-15,0 0 9 0,0 0-9 0,0 0 1 16,0 0 6-16,0 0 7 0,2 7 2 0,-2-1 5 16,4-4 10-16,-4-2 2 0,0 9 4 0,0-7 0 15,0-2 3-15,0 0 1 0,0 11 0 0,3-9 1 16,-3-2-2-16,3 14-2 0,-3-14-1 0,0 0 1 15,2 13-2-15,-2-11-2 0,0-2 1 0,3 9 3 16,1-7-2-16,-4-2 2 0,0 0 2 0,3 13 11 16,-3-13 25-16,2 0 2 0,-2 3 4 0,10 7 15 0,-10-10 2 15,5 5 10-15,0 4-39 0,-5-9 5 0,7 13-11 16,-7-11-15-16,5 9 5 0,-1-6-2 0,-1 1-2 16,-3 1-5-16,3 1 1 0,2 1-2 0,-5-9-2 15,9 13-7-15,-9-11 2 0,6 3 1 0,0 6 9 16,0-5-5-16,0 1-2 0,0-1 1 0,0 4 3 0,-3-4-3 15,0-4-3-15,6 11-3 0,-4-8 0 0,1 6-1 16,3-3-7-16,-9 0-1 0,5-2-3 0,2 4 7 16,-2 1 3-16,-5-8 1 0,3 1 2 0,4 7 6 15,-7-11 6-15,5 13 3 0,-5-13-9 0,4 9 0 16,-1-4-8-16,-3-5-8 0,5 4 4 0,-2 2-4 16,-3-6-4-16,0 0-1 0,0 0 5 0,0 0 11 0,0-2 2 15,0 4-7-15,0-2-1 0,0-2-31 0,0 4-55 16,0-2-71-16,0 0-26 0,-8-8-216 0,5 6-120 15,-4-12-57-15,5 10 108 0,-1-16-162 0,-1 10 61 16,-1-4-13-16</inkml:trace>
  <inkml:trace contextRef="#ctx0" brushRef="#br0" timeOffset="11873.23">13556 14088 49 0,'0'0'872'0,"0"0"-437"0,-9 0 142 0,3 0 152 16,6 0-167-16,0 0-241 0,0 0-22 0,0 0-148 15,0 0-106-15,0 0-47 0,0 0-20 0,0 0-48 16,0 0-122-16,0 0 10 0,0 0-41 0,0 0-45 15,-4 13-55-15,4-13-96 0,0 0-43 0,0 0 43 16,0 0 17-16,10 4 16 0,-8-4-140 0</inkml:trace>
  <inkml:trace contextRef="#ctx0" brushRef="#br0" timeOffset="13395.16">13423 13837 127 0,'0'0'467'0,"0"0"-110"0,0 0 105 16,0 0-49-16,0 0-101 0,0 0 35 0,0 0-35 16,0 0 6-16,0 0-132 0,0 0 43 0,0 0-13 15,0 0-40-15,0 0-23 0,-6 0-41 0,-3 0 7 16,9 0-9-16,0 0 2 0,-5-5-35 0,2-3 84 16,3 8 20-16,-7-13-14 0,7 7-45 0,0 6 33 15,-2-13-19-15,-1 10 9 0,0-8-95 0,3 11 0 0,-6-13-23 16,6 11-9-16,0-3-10 0,-6-3 2 0,9 8-2 15,-8-5-3-15,1-1 5 0,4 3 10 0,0 6 0 16,0-6-5-16,0 6-7 0,0-3-5 0,0 0 0 16,0 0-3-16,0 0-14 0,0 0 5 0,0-3-1 15,-6 6 7-15,-3-3 2 0,9 0 4 0,0 0 6 16,0 0 2-16,-3 0-2 0,3 0-2 0,-5 11 2 0,5-9 1 16,0-2-10-16,0 0-3 0,0 0-2 0,-4 8-4 15,4-3-11-15,0-5 7 0,0 11-3 0,0-9 0 16,0 7 3-16,4-4 1 0,-4 8-1 0,3-2-8 15,-3-3 0-15,0 3-3 0,2-6 1 0,1 5-13 16,-3-7-24-16,7 8 15 0,-7-11 7 0,-3-3-25 16,6 6-8-16,-6-6-9 0,3 3 36 0,3 3-12 15,-3-3 1-15,-3-3 6 0,3 3 26 0,3 3-15 0,-3-6 8 16,12-3 3-16,-10 1 11 0,4-5 0 0,0-4 0 16,-3 4 3-16,0-1 7 0,-3-2 0 0,2 3 0 15,1-1 0-15,-3-8 1 0,0 17 6 0,0-12 1 16,-3 14 1-16,6-18 5 0,-3 18 3 0,-3-10 13 15,3 7-2-15,0 3-3 0,0 0-2 0,0 0 7 16,0 0 8-16,0 0-17 0,0 0-10 0,-2 0 1 16,-8 0 8-16,5 11 12 0,0-6-3 0,1 8-4 0,-2 0 7 15,4-4 12-15,-1 6-9 0,3-4 3 0,-4 5-8 16,1 2-10-16,1-5 6 0,2-5-4 0,0 8-2 16,-3-1 0-16,6-11 4 0,-3-2-3 0,0 14 3 15,0-18-6-15,0 4 1 0,0-2-6 0,0-2-1 16,0 6-8-16,2 7-3 0,-2-11-1 0,0 0-9 0,0 0-1 15,12 0-16-15,-9 0 1 0,0-2-36 0,11-4-20 16,-10 6-41-16,7-5 36 0,-2 3-47 0,-3-4 0 16,3-2 8-16,3 0-19 0,-9 3 54 0,9-6-28 15,-10 3 24-15,1 1 21 0,4-10 21 0,-5 4-10 16,-2 6 48-16,0-13 32 0,0 13 7 0,-2-8 18 16,-5-2 64-16,4 7 30 0,1-1-22 0,-4 1 53 0,6 7 9 15,-9-3 15-15,6-1-11 0,-3 3-37 0,-2 0-15 16,4 4-31-16,-7 0-34 0,7 0 22 0,-11 2-19 15,10 0-6-15,-7 4-21 0,7-1 11 0,-2 1 4 16,-1 12 7-16,-1-2-22 0,6-10-17 0,-6 14 8 16,6-7 4-16,3-2 0 0,0 5-18 0,0-5-3 15,0-3-1-15,0 10-2 0,0-14-5 0,9 9-4 0,-3-4 0 16,3-3 1-16,-4 2 2 0,7-2-2 0,-2-4-3 16,4 3-2-16,-3-5 0 0,-2 3-6 0,6-3-2 15,-3-3-4-15,-9 6 1 0,9-6-16 0,-3 3-1 16,2 0-1-16,-11 0-17 0,9-3 9 0,-4 1-33 15,2-3 7-15,-2-1-14 0,-1 4 13 0,7-7-26 16,-7 9 8-16,7-13-22 0,-11 13 50 0,6-7-10 0,0-4 26 16,-6 9 18-16,9-11 14 0,-9-1 15 0,0 8 16 15,-3-4 7-15,-3 5-4 0,3-4 18 0,-2-4 2 16,-5 6-2-16,8 5-9 0,-8-9 9 0,5 5-2 16,-4-1 2-16,-3 1-15 0,0 3 4 0,4-2 0 15,-10 5-1-15,9 0 1 0,-3 3-6 0,-3-3 2 16,6 5 7-16,1 1-3 0,-1 1 0 0,1 4 16 15,1-5-13-15,-1 7 2 0,4-8-12 0,1 8 1 16,-2-2 0-16,5-4-15 0,0 4-3 0,0-3 0 16,0 0 2-16,3 2 4 0,-3-10-3 0,9 13 4 0,-9-13-6 15,8 11-4-15,-5-9-1 0,1-2-7 0,10 9-10 16,-3-7 1-16,1-2-1 0,-3 0 7 0,3-5-1 16,0 3-7-16,-6-2 5 0,6-3-2 0,-10 1-8 15,13-1-9-15,-6-4-7 0,-6 9 5 0,14-9-4 16,-5-2 7-16,-6 4 11 0,3-4 8 0,-4 2 3 0,2-4 12 15,-2-1 12-15,-5 5 3 0,-2-2 7 0,2-5 6 16,-6 5 12-16,2 9-16 0,-4-5 12 0,8 9-11 16,-14-9-3-16,7 7-3 0,-4 2-6 0,-5 0-2 15,11 0 4-15,-10 5-2 0,3-3-3 0,0 4 4 16,-2 7 4-16,2-2 6 0,6-4-6 0,-8 13 0 16,8-7 0-16,-3 7 8 0,4-11-14 0,1 9-3 0,-2-2-4 15,4-6 4-15,-1 7-2 0,-1-2 1 0,4-10-4 16,4 12 2-16,-4-17 0 0,3 10 0 0,-1-4-10 15,8-2-2-15,-8-4-1 0,1 3-8 0,9-3-3 16,-9 0-12-16,11-3-9 0,-14 3 11 0,12-7-14 16,-6 1-5-16,3-1-5 0,0-1 13 0,-1-3-15 15,2-5 19-15,-2 1 4 0,-4 9 12 0,1-18 3 16,-2 1 8-16,-3 6-2 0,0 15 2 0,0-16-2 0,-8-2 2 16,1 7 4-16,4 8 8 0,-9-5 7 0,7 5 11 15,-7 1 10-15,12 4-2 0,-15-5 20 0,9 5-4 16,-2 0-14-16,-4 5-5 0,9-1-15 0,-6 3-9 15,-6 4-29-15,12-3-51 0,-2 3-27 0,-4 2-157 16,9-6-239-16,-3 7-167 0,-1-14-140 0,-1 15-9 16,5-15 49-16,-6 11-575 0</inkml:trace>
  <inkml:trace contextRef="#ctx0" brushRef="#br0" timeOffset="14531.13">13427 14414 35 0,'2'-3'612'0,"10"0"-348"0,-12 3 95 16,18-10 183-16,-18 10-91 0,5-3-129 0,4 1 112 15,-6-3-63-15,2-6 90 0,-1 11-208 0,-1-17 34 0,-3 17-54 16,5-13-30-16,-5 13-54 0,0 0 18 0,0-2-19 16,7-11-6-16,-7 13-40 0,0 0 25 0,0-16-6 15,0 16-42-15,-12-11-1 0,12 9-42 0,-7-3 4 16,-3-1-4-16,-9-5 7 0,14 9-19 0,-13-3 3 16,-3-1-8-16,9 6 0 0,-17-7 0 0,6 3 4 15,-1 2 0-15,-6 2 3 0,13 0-8 0,-12-3 11 0,-7 1 5 16,6 0 3-16,6-2-8 0,-5 4 21 0,0-5 18 15,5 5-13-15,6 0-13 0,6 0 6 0,-8 0-11 16,6 3-6-16,-8 3-21 0,2 1 4 0,3 4 1 16,-2-1-2-16,11-1 26 0,-13 9-7 0,4 3 11 15,2-5-3-15,0 4 7 0,10-5-20 0,-7 3 20 16,0 0-4-16,3 3-10 0,3-3 8 0,-3 4-3 16,4 2-1-16,2 0 0 0,-1 0-19 0,1 10-3 0,3-4 2 15,3 1-9-15,-3-10-5 0,7 19 2 16,-5-6-4-16,8 3-1 0,-8-11 1 0,8 9 2 0,-2 2 7 15,1-6 6-15,6-1 0 0,-3-9-5 0,5 3 7 16,3 2 0-16,4-2-7 0,-9-6-13 0,9 4-5 16,5 2-24-16,-2-6 19 0,-7-5 10 0,6 6 2 15,10-6-1-15,8 1 9 0,-21-7-1 0,10 1 24 0,2-3-11 16,9 3-8-16,-20-8-7 0,6-2 3 0,2-4 0 16,4 1-2-16,2-6-8 0,-3-2-5 0,1 0 1 15,-1 0 1-15,11-3 2 0,-19 5 0 0,6-7 1 16,2 2 4-16,-3 0 1 0,1-2-1 0,-3 1-2 15,-4-1-1-15,-3 3 0 0,-2-1 0 0,-1 3-2 16,-5-4 1-16,0 7 1 0,-3-3-1 0,0-4-11 0,0 2 0 16,-7-3 2-16,2 1 7 0,-2-1 9 0,-5-4 3 15,0-2 4-15,-3 9 2 0,1-9 5 0,-2-5 1 16,-2 0-20-16,-3 3-8 0,1-3-3 0,-7-8 2 16,-6 4-7-16,4 0 2 0,-1 9 9 0,-6-3 12 15,-8-3 5-15,3 4-3 0,8 10 3 0,-9-10 32 16,-2 2 15-16,-4 6-7 0,16 2-18 0,-9 0 10 15,0 6-1-15,-5-1-11 0,14 5-32 0,-6 1-19 16,-1-3-17-16,4 3-83 0,2 3-74 0,1-2-190 16,1 2-178-16,11 2-256 0,-4 0 72 0,12 0-372 0,-14 2-166 15,14-2-283-15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3:04:48.0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30013 1876 1383 0,'0'-6'1694'0,"-2"-10"-760"15,2 5 19-15,-3 6-414 0,3 3-361 0,3-15 23 16,-6 15 133-16,3-1-1 0,0-7-51 0,0 10 82 15,0 0-1-15,0 0-58 0,0 0-165 0,0 0-11 16,0 0-74-16,0 0-51 0,0 0-4 0,0 0 0 16,3 6 0-16,-1 3 0 0,5 8 0 0,-4-10 0 0,-1 4 0 15,5 11 0-15,-4-7 0 0,-1 3 0 0,5 4 0 16,-4 4 0-16,2 1 0 0,-2 1 0 0,3 12 0 16,0 1 0-16,0 1 0 0,0-13 0 0,6 19 0 15,-3-6 0-15,-1 6 0 0,-1-17 0 0,3 14 0 16,0-5 0-16,-1 0 0 0,-4-9 0 0,2 4 0 15,-2 2 0-15,1-8 0 0,-2-3 0 0,-4-7 0 0,2 2 0 16,-2-11 0-16,-2 4 0 0,2-10 0 0,-10 10 0 16,-4-8 0-16,4-6 0 0,-12 0 0 15,0-3 0-15,-7-5 0 0,-10-5 0 0,17 8 0 0,-14-8 0 16,4-4 0-16,0 1 0 0,-2-2 0 0,2-1 0 16,6-1 0-16,-4-7 0 0,10 3 0 0,-4 3 0 15,7-3 0-15,5 6 0 0,2 7 0 0,5-5 0 16,2 8 0-16,-1-3 0 0,4 11 0 0,0 0 0 0,4-7 0 15,-1 1 0-15,-3 6 0 0,8 6 0 0,-1-4 0 16,5 11 0-16,-4-2 0 0,1 7 0 0,3 4 0 16,-4-2 0-16,2-1 0 0,-5-3 0 0,10 8 0 15,-9-2 0-15,0-2 0 0,-4-4 0 0,2 5 0 16,-4 6 0-16,-4-6 0 0,2-8 0 0,-1-5 0 16,-17 22 0-16,5-15 0 0,-6-2 0 0,6-4 0 0,-5 4 0 15,-11 0 0-15,6-6 0 0,6-1 0 0,-7-3-9 16,-6 2-169-16,5-5-282 0,4-3-127 0,-3 1-467 15,-8-1-153-15,5-7-7 0,2 1-32 0</inkml:trace>
  <inkml:trace contextRef="#ctx0" brushRef="#br0" timeOffset="221.41">28582 3011 3079 0,'-17'13'1595'0,"5"0"-457"0,9-8-53 0,0 6-441 0,-1-11-491 16,8 13-108-16,-4-13 18 0,3 11-4 0,5-4 34 15,4 1-25-15,5-3-4 0,2-1-20 0,10-2 5 16,-2-2-37-16,-4 0-12 0,-5 3 0 0,8-6 0 16,7 1-4-16,-13-2-58 0,-13 2-50 0,10-3-161 15,-8-1-182-15,9-1-487 0,-10-4 173 0,-4 3-414 16,6-6 31-16,-6-4 24 0,-4 3-726 0</inkml:trace>
  <inkml:trace contextRef="#ctx0" brushRef="#br0" timeOffset="762.96">28375 2561 2699 0,'-8'-6'1638'15,"-4"-4"-583"-15,10 10-23 0,-11-8-440 0,13 8-517 16,0 0-43-16,0 0-10 0,0 0-3 0,0 0 4 0,-2 0 23 15,-1 11 18-15,8-4-2 0,-2-1-13 0,7 7 9 16,2 0-13-16,-4 5-5 0,4 1-27 0,-7-5-10 16,-1-4-3-16,4 19-2 0,-4-16 0 0,-8 8-3 15,1-7-7-15,-2-4-13 0,-4 9-8 0,-1 1-35 16,-10-6 12-16,0 2-2 0,1-6-2 0,2-4 21 16,-12-1 1-16,2 1 32 0,0-6 6 0,5 0 17 0,-17 0 37 15,7-4 29-15,1-3 60 0,6 1-31 0,-11-4 36 16,-3-9 34-16,10 4-60 0,9 1-41 0,-4-4-6 15,0-6-64-15,13 8-11 0,-1 2 0 0,10 10 0 16,-8-10 0-16,5 4 0 0,5 10 0 0,0 0 0 16,-4 0 0-16,8 0 0 0,-4 0 0 0,-4 0 0 15,8 0 0-15,-4 0 0 0,-4 2 0 0,1 6 0 16,3 3 0-16,-2 0 0 0,-1 7 0 0,-1-7 0 0,-1 2 0 16,-7 9 0-16,-3-7 0 0,12-10 0 0,-14 8 0 15,5-7 0-15,-12 4 0 0,16-10 0 0,-25 3 0 16,6-3 0-16,1-6 0 0,-4-1 0 0,-2-4 0 0,0-2 0 15,2-2 0-15,6-2 0 0,-8-10 0 16,6 1 0-16,-4 0 0 0,1-14 0 0,10 16 0 16,2-10 0-16,-3-5 0 0,5-2 0 0,1-3 0 0,4-4 0 15,5 3 0-15,-4-10 0 0,3 12 0 0,2-2 0 16,2-5 0-16,-1-5 0 0,0 25 0 0,1-7 0 16,2 3 0-16,0 8 0 0,0 4 0 0,-4 14 0 15,1-8 0-15,3 14 0 0,-3-12 0 0,3 14 0 16,0 0 0-16,0 0 0 0,0 0 0 0,0-2-9 15,-14 0-164-15,14 2-170 0,-3 2-490 0,-4 9 152 16,7-11-403-16,-2 15-129 0,2-7 34 0,2 5 130 0</inkml:trace>
  <inkml:trace contextRef="#ctx0" brushRef="#br0" timeOffset="909.56">27814 1976 2026 0,'0'0'3088'16,"5"10"-1875"-16,-5-10-23 0,0 0-627 0,0 0-452 15,-3 0-111-15,-14 8 0 0,10-5 0 0,-7-1 0 16,-6 2 0-16,5-2 0 0,6 1-11 0,-6 1-102 16,6 0-198-16,-3 3-477 0,4-1 57 0,-2-3-448 15,-2 1-34-15,-3 10-73 0,1-1-717 0</inkml:trace>
  <inkml:trace contextRef="#ctx0" brushRef="#br0" timeOffset="1782.23">26593 2761 1662 0,'-17'-5'2305'0,"7"5"-1277"0,-12-2-257 0,3 2 50 16,-6 0-535-16,3 0-238 0,8 2-41 0,-13 3-4 15,0-1 1-15,1 9 31 0,11-8-5 0,0 8 24 16,-2 5-6-16,0 1-5 0,5-1-9 0,2 1 0 16,-2 5-11-16,1-1-18 0,5 1-16 0,3 0 10 15,3 0 5-15,0-2 0 0,5 1-10 0,-1-7-1 0,2-5 8 16,-1 5 5-16,-1-9 1 0,4 1-1 0,2 1 3 15,-5-7-2-15,7-2-2 0,-3-2 1 0,3 2-1 16,15-13-4-16,-10-1 1 0,-2 4-2 0,9-10-7 16,-7-8-3-16,-2 6 0 0,-7 6 3 0,4-10 6 0,-5 0 8 15,-2-9 14-15,-2 17-2 0,-3-9 17 16,-3 1 45-16,-2 2 21 0,-2-2 51 0,-1 12-58 16,4 6 25-16,-7-5-1 0,2 6-4 0,4-2-76 0,1 7-4 15,-11-1-30-15,15 3-5 0,-17 14 0 0,7-10 0 16,-10 18 0-16,6-4 0 0,4 1 0 0,-4 8 0 15,-1-7 0-15,0 2 0 0,7-1 0 0,-13 10 0 16,6-7 0-16,0 3 0 0,3-12 0 0,-2 9 0 16,-4-2 0-16,4-6 0 0,2-3 0 0,-3-2 0 15,-12 2 0-15,7-6 0 0,-1 1 0 0,6-5 0 16,-11-1 0-16,-1-2 0 0,7-2 0 0,8-1 0 0,3 3 0 16,-11-10 0-16,-2-1 0 0,14 6 0 0,-9-17 0 15,2 2 0-15,3 1 0 0,6 6 0 0,-2-8 0 16,-2 2 0-16,5 6 0 0,-2-3 0 0,5 8 0 15,-1-8 0-15,3 1 0 0,0 15 0 0,0-9 0 16,0 2 0-16,0 7 0 0,0 0 0 0,0 0 0 16,0 0 0-16,0 0 0 0,-7 10 0 0,7-4 0 0,-5 7 0 15,-4 5 0-15,-2 1 0 0,-1-1 0 0,5-12 0 16,-10 14 0-16,0-4 0 0,-1-3 0 0,-3 4 0 16,-3-1 0-16,1-3 0 0,-1-2 0 0,-14 2 0 15,3 0 0-15,-1-6 0 0,1-1 0 0,-4 1 0 0,1-1 0 16,3-1 0-16,-4 4 0 0,15-7 0 0,-1 3 0 15,1-2 0-15,9-3 0 0,6 3 0 16,-3-1 0-16,12-2 0 0,0 0 0 0,-8-2-5 16,1 2-176-16,7 0-387 0,12-11-244 0,-9 9-47 0,30-12-659 15,-6 6 195-15,2 1-1442 0</inkml:trace>
  <inkml:trace contextRef="#ctx0" brushRef="#br0" timeOffset="1957.76">26039 3503 985 0,'3'13'3405'0,"0"0"-1996"15,-3-2-196-15,0-9-175 0,-3 9-904 0,3-4-156 0,0-7-20 16,-3 6-22-16,1 2-37 0,2-8-5 16,0 0-115-16,0 0-145 0,0 0-124 0,0 0-42 0,0 0-439 15,-12-8-280-15,0 0 45 0,2 3-390 0</inkml:trace>
  <inkml:trace contextRef="#ctx0" brushRef="#br0" timeOffset="2194.13">25262 3622 3439 0,'-3'4'1981'0,"-1"2"-768"0,-4 2-40 16,11-8-799-16,-3 0-363 0,0 6-11 0,0 1 0 0,0-7 0 15,-3 0 0-15,6 0 0 0,-1 0 0 16,13-7 0-16,0-2 0 0,-3 4 0 0,5-5 0 0,2 1 0 16,3 2 0-16,-12 1 0 0,7-1 0 0,4-4 0 15,-9 5 0-15,11-12-28 0,-11 13-26 0,0-3-73 16,-4-3-117-16,13 0-289 0,-15 6 65 0,0 1-348 16,0-10-212-16,-4 6-104 0,-2 0 328 0,0-8-433 15</inkml:trace>
  <inkml:trace contextRef="#ctx0" brushRef="#br0" timeOffset="2597.05">25235 2989 227 0,'-17'-15'4313'0,"10"6"-3402"0,-8-4 302 16,7 6-140-16,-4-8-763 0,0 6-233 0,3 5-34 16,1-5-19-16,-1 0-24 0,6 7 0 0,3 2 0 0,-7-11 0 15,7 9 0-15,0 2 0 0,0 0 0 0,0 2 0 16,4 14 0-16,-4-1 0 0,-4 4 0 0,4 5 0 15,-2 0 0-15,-4-1 0 0,0-1 0 0,-2 15 0 16,-2-15-1-16,2 4-4 0,2-10-2 0,-9 8-7 16,0 0-5-16,-5-9 0 0,8-2 4 0,-9 1-2 15,-11-4 1-15,5-5 9 0,3 0 8 0,1-1 4 0,-15-8 17 16,8-3-3-16,1-4-1 0,5 3-4 0,-13-10 6 16,10-4-6-16,6-2-7 0,6 4-7 0,-2-13 0 15,-5-14 0-15,14 4 0 0,2 10 0 0,3-24 0 16,0-3 0-16,3-1 0 0,3 13 0 0,4-31 0 15,-5 13 0-15,4-3 0 0,-4 19 0 0,5-16 0 16,1-8 0-16,-8 16 0 0,4 17 0 0,-4-12 0 16,-4 7 0-16,4 11 0 0,-5 8 0 0,5 6 0 0,-3 14 0 15,-4-13 0-15,7 20 0 0,0-4 0 16,-2-2 0-16,2 6 0 0,0-3 0 0,0 3 0 0,-6 9-32 16,-3-2-97-16,-3 19-161 0,7-9-56 0,-5 7-363 15,-7 10-455-15,2 3-189 0,1-11 474 0,-1 9-281 16,-2 2-854-16</inkml:trace>
  <inkml:trace contextRef="#ctx0" brushRef="#br0" timeOffset="2773.58">24284 2748 1011 0,'-9'17'3941'0,"-1"-4"-2894"0,5-8-146 15,-5 6-582-15,-2-7-784 0,12-1 45 0,0-3-133 16,0 0 115-16,-10 8 24 0,10-5 78 0,0-3-230 16,0 2-340-16,8 6 176 0,-6 1 190 0,2-4-959 15</inkml:trace>
  <inkml:trace contextRef="#ctx0" brushRef="#br0" timeOffset="6684.14">24295 3114 192 0,'0'0'858'0,"0"0"-331"0,0 0 81 16,0 0 31-16,6-11-13 0,-6 9-208 0,0 2 34 16,0 0-133-16,0 0-11 0,0 0-30 0,-2-9-3 15,2 7-10-15,0 2-7 0,0-2-6 0,0 4-29 0,0-2-2 16,0-2-50-16,0 4-33 0,0-2-59 0,0-2 34 15,0 4-26-15,0-2-35 0,0 0-38 0,0 0 12 16,0 0-9-16,0 0 15 0,-10 2-14 0,5 1-27 16,-7 5 22-16,-3 5 14 0,8-8-29 0,-15 14 21 15,0-3-30-15,5 0-2 0,0-1 26 0,2 2-19 16,-4-4-13-16,-1 5 9 0,-1-5-3 0,10-4 34 16,-7 4 23-16,-9-6 12 0,10 2 25 0,2-5-19 15,-5 2 25-15,1-3 29 0,5-1-38 0,11-2-36 0,-20 0 7 16,17-2-11-16,-6-3 0 0,0-3-23 0,6-1-6 15,-3 2-9-15,1-12 0 0,1 6 0 0,5-11 0 16,-4 3 0-16,4 2 0 0,2 1 0 0,0 10 0 16,0-10 0-16,0 4 0 0,-4 1 0 0,4 7 0 15,0 6 0-15,0-2 0 0,0-9 0 0,0 9 0 0,0 4 0 16,0-2 0-16,0-2 0 0,0 4 0 0,0-2 0 16,-12 6 0-16,6-1 0 0,1 6 0 0,-10 10 0 15,1-5 0-15,2 5 0 0,0-5 0 0,-12 0 0 16,-3 2 0-16,4-2 0 0,5-2 0 0,-14 4 0 15,-7 6 0-15,2-9 0 0,3-2 0 0,9 1 0 16,-17-1 0-16,9-2 0 0,-2-7 0 0,14 0 0 0,-11 3 0 16,3-7 0-16,5 0 0 0,6-2 0 0,-2-3 0 15,-4-8 0-15,7-4 0 0,8 1 0 16,-1-8 0-16,2-9 0 0,6-4 0 0,2 10 0 0,2-16 0 16,4-1 0-16,0-18 0 0,0 23 0 0,-1-14 0 15,2-5 0-15,-2-11 0 0,-2 11 0 0,1 16 0 16,-2-17 0-16,-4 9 0 0,-2-16 0 0,-2 29 0 15,1-8 0-15,-4 6 0 0,-1-2 0 0,2 18 0 16,-1-1 0-16,6 16 0 0,-2-8 0 0,-2 5 0 0,7 7 0 16,0 4 0-16,0 0-1 0,0 0-21 0,0 0-67 15,-12 4-88-15,4 12-93 0,2 1-44 0,0 12-488 16,0 2-129-16,3 6-203 0,0-5 296 0,3 10-199 16,3 20-674-16</inkml:trace>
  <inkml:trace contextRef="#ctx0" brushRef="#br0" timeOffset="6957.39">23677 3791 51 0,'0'2'904'16,"5"15"-360"-16,-2-17 135 0,9 7-104 0,-12-7 63 15,17 6-172-15,-7-3-61 0,2-3-140 0,2 0 101 16,-6 0-115-16,14 0 9 0,-5-3 22 0,-8 0-52 16,18 3 151-16,-4-3-78 0,1 3-49 0,-12-2-85 15,0 2 1-15,8-5-50 0,-8 1-58 0,0 2-37 0,-4-3-2 16,-2 5-52-16,0-6-20 0,0 4-60 0,-6 2-119 16,0 0-176-16,0 0-281 0,0 0 16 0,0 0-365 15,0 0-271-15,-14-5 32 0,7 1-251 0</inkml:trace>
  <inkml:trace contextRef="#ctx0" brushRef="#br0" timeOffset="7991.63">22322 3426 172 0,'-10'-13'2875'0,"8"13"-1874"0,-5-11-593 0,7 9-381 15,0-12-775-15,0-2-104 0,7-7-132 0,-5 10-111 16</inkml:trace>
  <inkml:trace contextRef="#ctx0" brushRef="#br0" timeOffset="8150.2">22300 3095 1353 0,'-5'-7'2084'0,"-2"-4"-901"0,-1 2 29 0,2 5-82 16,3 4-443-16,-9-3-362 0,12 3-202 0,-15-3-52 15,15 3-48-15,-12 0-23 0,10 0 0 0,2 0 0 16,0 0 0-16,-12 6 0 0,12-6 0 0,0 0 0 15,0 13 0-15,0-13 0 0,-3 0 0 0,3 11-3 16,0-7-126-16,0-6-314 0,-3 4-246 0,-6 7-8 0,9-9-458 16,-18 5-211-16,4-1 30 0,-8-4-63 0</inkml:trace>
  <inkml:trace contextRef="#ctx0" brushRef="#br0" timeOffset="9516.54">12253 2831 106 0,'-11'5'1642'16,"7"-5"-488"-16,4 0-176 0,0 0 61 0,0 0-352 15,-3 0 117-15,1-14-267 0,2 14-119 0,0 0-183 0,2-15 2 16,5 4-53-16,-4 3-92 0,2-6-47 0,2 7-19 15,10-12-19-15,-12 12-7 0,17-9 0 0,-5-1 0 16,0 2 0-16,5-1 0 0,-5 5 0 0,10-10 0 16,-3 5 0-16,-2 3 0 0,2 0 0 0,-4-3 0 15,10 1 0-15,0 1 0 0,0 1 0 0,-10 2 0 16,21-4 0-16,-14 6 0 0,2 5 0 0,-11 0 0 16,6 2 0-16,2 4 0 0,-6-2 0 0,-5 6 0 15,6 5 0-15,-6-4 0 0,5 12 0 0,-11-6 0 0,3 10 0 16,-6 4 0-16,0 10 0 0,0-11 0 0,-6 11 0 15,0-2 0-15,2 5 0 0,-2 8 0 0,0-22 0 16,3 11 0-16,-3-5 0 0,9 7 0 0,-6-20 0 16,4 4 0-16,-2-4 0 0,4-8 0 0,6 0 0 15,2-4 0-15,3-1 0 0,2-9 0 0,-5 0 0 0,15-2 0 16,-1-8 0-16,1-4 0 0,-10 4 0 0,24-13 0 16,-14 5 0-16,2-5 0 0,-12 7 0 0,10-8 0 15,-8 7 0-15,-7-2 0 0,-5 7 0 0,-2 6 0 16,0-1 0-16,-6 10 0 0,2-8 0 0,-1 5 0 15,-5 3-88-15,0 0-304 0,0 0-100 0,-8 8-15 16,-1-3-390-16,-3 1-204 0,-8 5-107 0,-4-4 253 0,1 6-668 16</inkml:trace>
  <inkml:trace contextRef="#ctx0" brushRef="#br0" timeOffset="9799.79">12854 3013 460 0,'-9'-6'1910'0,"4"1"-938"0,5 5-130 16,0 0 138-16,0-2-295 0,-12-6-160 0,12 8-122 0,0-3-54 16,0 6-91-16,-6-3-96 0,-3 0-81 0,6 0-5 15,-11 8-49-15,-1 8-16 0,-6 10 4 0,10-7-1 16,-10 4 7-16,3 9 0 0,-6 6-2 0,4-1 1 16,-4 5 8-16,0 6 14 0,4 1 5 0,3-3-4 15,-5 15 9-15,10-8-8 0,7 7-3 0,0-21-19 16,5 22-3-16,5-10-17 0,0-1-2 0,5-13 0 0,10 8 0 15,4-8 0-15,2-2 0 0,1-14 0 0,12 2 0 16,20-4 0-16,-7-8 0 0,-7-4 0 0,16-4-21 16,10-6-58-16,0-4-328 0,-10-10-305 0,-22 4-11 15,17-5-458-15,-3-6-32 0,0 0-319 0,-15 6-650 16</inkml:trace>
  <inkml:trace contextRef="#ctx0" brushRef="#br0" timeOffset="10156.84">14790 3310 451 0,'9'-6'1919'0,"-1"1"-1204"0,2 0 319 15,-8 5 254-15,-2-4-450 0,0 4-358 0,0-13-9 16,0 13-125-16,-12-7-77 0,4 5-129 0,-4-4-21 16,-9 3-61-16,1 3-28 0,-15 0-5 0,14 0-18 15,-9 5-6-15,-2-1-1 0,-9-2 0 0,5 3 0 16,1-3 0-16,-3 4 0 0,-1 1 0 0,16-3 0 15,-18 3 0-15,14-1 0 0,3-3 0 0,10 1 0 0,2-1 0 16,-6 0-42-16,4-3-122 0,8 0-70 0,6 0-249 16,-12 0-479-16,10 0-23 0,2 0 121 0,0 0-306 15,10-8 120-15,2 8-464 0</inkml:trace>
  <inkml:trace contextRef="#ctx0" brushRef="#br0" timeOffset="10374.26">14634 3487 55 0,'6'5'956'0,"5"8"-412"0,-7-8-125 16,1 1 374-16,-2-1-137 0,4 3-61 0,-7-8-126 15,0 0 307-15,0 0-187 0,0 0-24 0,-4-6-185 16,-4 1 66-16,-16 3-9 0,9 2-237 0,-5-2-113 16,-4 2 17-16,-3 0-34 0,-2 0-28 0,12 2-34 15,-7-4-8-15,4 2 0 0,-11 0 0 0,16 0 0 0,5 0 0 16,-9-4-1-16,4 8-48 0,7-4-75 0,-4-4-235 15,10 8-283-15,-8-4-328 0,1 0-350 0,9 0 261 16,0 0-108-16,-11-9-871 0</inkml:trace>
  <inkml:trace contextRef="#ctx0" brushRef="#br0" timeOffset="12462.69">15801 3341 1357 0,'3'0'919'0,"-3"0"3"16,-3 0-22-16,6 0-27 0,-3 0-265 0,-3 0-42 15,6 0-110-15,-3 0-56 0,-3 0-37 0,6 0-110 16,-3 0-21-16,-3 0-91 0,6 0-46 0,-3 0-44 16,-3 0-7-16,6 0-33 0,-3 0-11 0,-3-7 0 15,0 1 0-15,3 6 0 0,11-11 0 0,-7 6 0 16,1 3 0-16,10-7 0 0,2-4 0 0,-10 8 0 0,13-8 0 15,1-4 0-15,-1-1 0 0,2 0 0 0,-5 7 0 16,12-8 0-16,3-7 0 0,-5 5 0 0,-12 5 0 16,12-7 0-16,-3-4 0 0,-4-5 0 0,-6 14 0 15,1-8 0-15,0-1 0 0,-1-8 0 0,-7 20 0 16,1-7 0-16,1-2 0 0,-9 4 0 0,3 9 0 16,-3 0 0-16,-3 0 0 0,3-2 0 0,0 13 0 15,-2 0 0-15,4 0 0 0,-7-5 0 0,-2-1 0 0,10 6 0 16,-6 9 0-16,3 2 0 0,0 15 0 0,0-19 0 15,-2 17 0-15,4 9 0 0,-4-7 0 0,-1 3 0 16,3 2 0-16,0 4 0 0,-4-3 0 0,4-3 0 16,-5 5 0-16,2-2 0 0,-4-1 0 0,2-9 0 15,-7 17 0-15,9-10 0 0,-6 1 0 0,6-12 0 0,1 9 0 16,-4-6-12-16,6-14-51 0,-4 13-50 0,4-2-233 16,0 1-288-16,0-12-95 0,4 4-226 0,-4-11 116 15,3 13-312-15,0-11-104 0,11-6-444 0</inkml:trace>
  <inkml:trace contextRef="#ctx0" brushRef="#br0" timeOffset="12653.16">16369 3452 109 0,'10'8'1450'0,"-8"-5"-407"15,1 0-291-15,2 1 129 0,-5-4-208 0,0 0-355 16,0 0 41-16,0 0-33 0,0 0 97 0,0 0-141 16,0 0 112-16,0 0-52 0,-2 0-52 0,-13 9-118 15,3-4 5-15,-11 1-43 0,-1 4-72 0,-2 0-58 16,-4 1-4-16,1 0 0 0,0 4 0 0,2-6 0 0,-8 4 0 15,11-6 0-15,-2-1-5 0,8-1-20 16,-15 1-144-16,13-6-133 0,5 0-140 0,6 0-7 0,-9 0-348 16,1-6-576-16,8 1 224 0,6-3 123 0,3-8 296 15,3 8-901-15</inkml:trace>
  <inkml:trace contextRef="#ctx0" brushRef="#br0" timeOffset="13495.92">16967 3296 711 0,'-5'0'2921'0,"-7"0"-1620"0,0 0-287 16,6-6 61-16,-3 2-462 0,4-7-427 0,2 6-139 15,-4-3-6-15,7 5-14 0,0-8-2 0,0 9-4 16,0-11-20-16,3 13-20 0,-3-16-2 0,4 10 10 0,1-5-1 16,1 2 2-16,3 3 3 0,3 1 14 0,3-3 11 15,-6 3-4-15,8-1-9 0,-5-1-2 0,-6 7-1 16,11-9-5-16,-2 4-2 0,-3 5-1 0,2-3 4 15,8 3-2-15,-10 0 4 0,8 0-1 0,-8 3 0 16,2-3-2-16,4 8-2 0,-1-2 0 0,-10-4 1 16,10 9-2-16,-2 0 2 0,-6-7 1 0,-1 7 1 15,1 0 0-15,-3 2 4 0,3 3-2 0,-9-3 1 0,-3-8 0 16,3 25 2-16,-2-25 2 0,-8 21-2 0,1-10-1 16,1 5-1-16,-4 6 0 0,-3-6-2 0,6-8 0 15,-6 3-1-15,7-3-2 0,-4-2 4 0,10-9-1 16,-2 3 0-16,-4 6 2 0,8-11 2 0,0 0-1 15,0 0 1-15,-4 0-2 0,8 0-5 0,-4 0-3 0,2-16-5 16,-2 10-7-16,6-3-23 0,3-13-32 0,0 4-39 16,2-1-24-16,1 1-42 0,12-6-102 0,-12 11 107 15,5-11-39-15,1 6 28 0,8 5 33 0,-4-7 21 16,-2 2 47-16,4 2 34 0,2 2 12 0,-8 5 13 16,11-2-7-16,-11 0 12 0,3 9 26 0,-10 2 8 15,5 0 12-15,-2 0 13 0,1 5-5 0,-10 1-5 0,1-4 14 16,0 14-5-16,-3-6-3 0,-3-5-4 0,-3 11 27 15,1-3 12-15,-8 15 64 0,8-10 15 0,-5-8-31 16,-1 8 46-16,-4 6 39 0,0-8-55 0,9-10-48 16,-11 10 4-16,2-6-37 0,0 4 9 0,4-7-45 15,8-4 10-15,-12 2 0 0,9-2-3 0,3-3-17 16,0-3-5-16,0 6-4 0,0-3-5 0,0-3-6 0,8-5-6 16,7-2-16-16,6-9-5 0,-1 8-15 15,9-7-47-15,-2 3-35 0,2-5-21 0,-2 2-21 0,2 5-7 16,3-8 0-16,-1-1 29 0,1 2 38 0,-5 6 50 15,10-5 11-15,-8 6 36 0,2 0 28 0,-11 8-1 16,7-3 13-16,-18 5-1 0,8-2 2 0,-17 5-8 16,8 0 20-16,-4 3-3 0,-1 8 35 0,-3-7-2 15,-3 16 28-15,-3 0 53 0,-9-1-7 0,7-6-35 16,-8 8 51-16,-4 0-24 0,5 1-31 0,3-9-42 0,-2 3-6 16,2 4-21-16,6-7-8 0,-3 4-15 0,9-12-10 15,-5 8-6-15,5 0-2 0,0-10-13 0,0-3-20 16,0 0-96-16,12 11-191 0,-10-11-451 0,16-5 83 15,-9 2-463-15,14-10-34 0,-5 0-57 0,0-1-762 16</inkml:trace>
  <inkml:trace contextRef="#ctx0" brushRef="#br0" timeOffset="13913.81">18588 2870 452 0,'-12'-10'1911'0,"12"10"-1025"0,-18-3-206 15,9 3 270-15,-8 0-69 0,-1 0-455 0,6 0-213 16,-14 5-28-16,3-3-40 0,-4 7-12 0,13-4-84 16,-13 3-5-16,6 0-42 0,1 6-2 0,-4-1 4 15,6 2 4-15,4 1 1 0,-4 0-28 0,12 0 10 0,0-2 24 16,-3 4 4-16,9-8 26 0,-5 6-6 0,5 0 33 15,0-8-1-15,0 5-6 0,2 0-11 0,-2-4-15 16,6 4-26-16,6-3-7 0,0-4 2 0,9 4-3 16,4 0 6-16,-1-4-4 0,3 2-9 0,-10-5-2 15,10 4 7-15,0 1-10 0,-7 1 13 0,-6-4-2 16,8-1 3-16,2 5 9 0,-16-4-8 0,13 1-1 16,-13 1 6-16,7 1-10 0,-3 3-2 0,-12 0 10 15,2 2 25-15,-4 13 60 0,-4-10 5 0,-3 6 5 0,0-9-26 16,-2 7 25-16,-13 2 0 0,7-7-50 0,2-1-39 15,-9 5-10-15,-3-4-6 0,1-1 0 0,8-4 0 16,-2 1 0-16,-1-1 0 0,1-2 0 0,13-8 0 16,-13 9-24-16,-1-13-183 0,13 4-254 0,-16-7-353 15,19 1-311-15,-19-15-89 0,12 5 0 0,0 2-580 0</inkml:trace>
  <inkml:trace contextRef="#ctx0" brushRef="#br0" timeOffset="16111.91">29474 5976 38 0,'4'0'679'0,"7"0"-351"16,-11 0 215-16,0 2-99 0,0-2-16 0,0 0-148 15,9-7 52-15,-6 7 31 0,-3 0-95 0,0 0-58 16,15 5 88-16,-13-5-10 0,-2 0-33 0,12 2-95 16,-12 2 1-16,0-4-37 0,0 0-33 0,7 0-27 15,-2 0-13-15,-2 2-8 0,-3-2 3 0,-3 0 19 0,-6 9-5 16,-2-2 44-16,-10 4-20 0,-2 2-2 0,5-5-23 15,-12 6 8-15,-8 1-39 0,0-2-24 0,12-5 0 16,-10 0 2-16,-2 3 4 0,5-3 2 0,4-3 16 16,-3-3 71-16,8 1 49 0,4-3 23 0,13 0 1 15,-13-5 66-15,5-6-18 0,9 6-21 0,-5-5-71 0,4-6-41 16,5 5-26-16,-4-13-25 0,9 6-15 0,2 7-9 16,7-13-5-16,0 5-2 0,3 1 3 0,0 5-2 15,9 2 0-15,5-2 3 0,-2 6-3 0,-13 1-1 16,9 3-9-16,16 3-12 0,-10 3 2 0,-12 5 2 15,13-1-7-15,0 10-1 0,8 4 3 0,-14-6 17 16,2 15 2-16,-6-1 2 0,7 11-2 0,-12-14-3 16,-1 11 1-16,-2 3 8 0,-2-1-3 0,-5 3 2 15,-2-4-2-15,-3 5 7 0,-6-4 7 0,-8 11-1 0,2-18-12 16,-6 5 1-16,-3 3 3 0,-6-1 1 0,2-7-3 16,-6 0 0-16,-1-3 1 0,-2-5-4 0,4-3-3 15,-15-3-32-15,8-2-57 0,-5 1-138 0,10-10-166 16,-9 1-282-16,-15 0-529 0,8-5 64 0,10-3 294 15,-12-6-294-15,0-1-819 0</inkml:trace>
  <inkml:trace contextRef="#ctx0" brushRef="#br0" timeOffset="17025.47">28346 5699 784 0,'0'0'3188'0,"0"0"-1702"0,0 0-292 0,-6-6-502 15,1-1-211-15,5 9-278 0,0-4-168 0,-12-4-19 16,12 6 0-16,0 0-7 0,0 0-1 0,0 0-4 15,0 0-4-15,-4 0-13 0,8 0-55 0,-4 0-132 16,-7 8-102-16,5-3-134 0,4 1-199 0,1 1-271 0,-3-3-23 16,7 5-316-16,-7-9 274 0,12 11-141 15,-12-11-97-15</inkml:trace>
  <inkml:trace contextRef="#ctx0" brushRef="#br0" timeOffset="18214.29">28441 6061 113 0,'-3'0'1933'0,"-12"-6"-900"0,13 6-227 0,-5 0-226 15,-8-5-26-15,6 3-192 0,-6 2-92 0,10 0-133 16,5 0 37-16,-17 0-32 0,17 0-30 0,-13 2-50 16,1 3 2-16,3 1-35 0,-6 1-16 0,10-1-8 15,-19 18-10-15,7-8-2 0,-1 0-1 0,1 3 0 16,-2-6 4-16,-7 7-1 0,-4 2 0 0,1-4 2 0,6-5 2 15,-10 0 2-15,-2 4 3 0,-9-1 5 0,15-9-4 16,-7 1 3-16,-5 1 3 0,6-4-2 0,-1-3 4 16,-3-2 7-16,5 0 35 0,2-2 81 0,5-1-22 15,-15-10 108-15,10 0-2 0,-1-6 15 0,13 5-52 16,-12-8 66-16,8-2-124 0,3 0-23 0,1 2-30 16,8 4-44-16,-3-14-4 0,3 0-21 0,-3 6-3 0,10 2 0 15,2-5 0-15,-3-10 0 0,6 6 0 0,0 15 0 16,2-6 0-16,2 3 0 0,2 7 0 0,-1 4 0 15,4-8 0-15,-3 9 0 0,6 2 0 0,0-1 0 16,0 5 0-16,12-5 0 0,-2 5 0 0,-3 3 0 16,6 0 0-16,5-2-15 0,0 4-43 0,-12-2-5 15,20 3-146-15,-8-3-59 0,-5 6-36 0,2-4-34 0,-8 1 82 16,10 7-151-16,-12-5 116 0,3 1 99 0,-10-1 96 16,-1 1-9-16,3-1 19 0,-1 6 29 0,-7-9 33 15,-2 6-5-15,-4-5-2 0,-2 12 1 0,-7-4 11 16,4-2 6-16,-17 9 4 0,10-8 4 0,-1 1 5 15,-12 5 10-15,7-1 3 0,-4 1-3 0,7-3-1 16,-7 0 4-16,-2 9 5 0,5 0-3 0,-3-7-7 16,7-2-1-16,-7 3 3 0,6 0-3 0,-11 5 11 0,9-8 9 15,-1 1 9-15,-2-4 6 0,4 1 11 16,2-1 26-16,-3-4 22 0,5-6 20 0,-1 0-9 0,8 0-13 16,-16-9 120-16,7 2-19 0,0-6 28 0,5 2-59 15,-6-13 92-15,4 3-46 0,-5-6-17 0,11 1-77 16,-4-8 12-16,-3-20-27 0,6 12-36 0,1-8-7 15,1 13-30-15,2-13-6 0,-4-13 0 0,3 12-10 0,2 12-11 16,4-12-2-16,-5-1-4 0,0 1 0 0,1 16 0 16,-2-2 0-16,1 6 0 0,1-6 0 0,1 15 0 15,-2 4 0-15,5 5 0 0,-3-6 0 0,3 14 0 16,-4-6 0-16,4 11 0 0,0 0 0 0,0 0 0 16,0 0 0-16,-2 6 0 0,-6 4 0 0,8 3 0 15,2 22 0-15,4-6 0 0,-4 3 0 0,2 8 0 16,-1-12 0-16,5 20 0 0,-4-10 0 0,1-1 0 0,-2-8 0 15,0 10 0-15,3-2 0 0,-3-5-19 0,0-6-5 16,-1 6-17-16,2 6-36 0,-4-7-1 0,0-7-9 16,0 7-43-16,-6 1-8 0,-2 6 12 0,-2-18 53 15,-4 6-15-15,-4 4 3 0,-6 4 38 0,4-18 39 16,-6 5 1-16,-4-2-2 0,-3-3 2 0,-2-3 29 0,11-10 15 16,-15 1 35-16,10 0 14 0,-6-2 32 15,-1 1 27-15,-1-3 6 0,1-3-15 0,4 3-25 0,8 0-44 16,-11 3-2-16,6 2-39 0,8-2-18 0,3 2-8 15,-8 8 0-15,6 0 0 0,-2 3 0 0,8-3 0 16,-1 11 0-16,-2 5 0 0,-2-1 0 0,11-2 0 16,-7 3 0-16,-2 15 0 0,8-9 0 0,-1-11 0 15,-2 13 0-15,4 3 0 0,6-3 0 0,-2-8 0 16,4-5 0-16,4 7 0 0,1-2 0 0,4 6 0 0,-1-16 0 16,2 7 0-16,2-5 0 0,10 3 0 0,-10-14 0 15,7 6-11-15,4-5-29 0,1 0-43 0,2-4-40 16,-3-1-46-16,4-4-35 0,-3-2-47 0,-4 3 35 15,9-6-125-15,-5 3 106 0,-3-5 29 0,-3-3 82 16,-1 0-16-16,-8 3 41 0,9-8 64 0,-9-7 12 16,-6 13 17-16,5-12 5 0,-8 12 3 0,-3-9 13 0,-9-1 7 15,7 8 9-15,-5 0 10 0,-4-1 13 0,2 7 8 16,-3 1 14-16,-5 2 27 0,5 2-4 0,-6 5-13 16,-4 8 72-16,6-2-39 0,-1 5 1 0,8-5-33 15,-5 11 25-15,7 0-32 0,2 3-23 0,8-7-7 16,0 12-1-16,0 8 20 0,0 0-29 0,0 2-3 15,3-10-10-15,0 21 15 0,-1-9 26 0,1 2 10 16,-3-13-13-16,4 15 29 0,-4 11 27 0,3-14-27 0,-6-8-31 16,-1 5-16-16,4 6-22 0,-5 7-12 0,-1-25-12 15,0 6-1-15,0-1 0 0,0 0 0 0,3-11 0 16,-2-2 0-16,1-5 0 0,4-4 0 0,-3 1 0 16,-2-1-39-16,5 0-190 0,0-13-225 0,0 0-26 15,-3 0-593-15,-6-11-273 0,3-2 135 0,2 2-286 16,2-13-235-16</inkml:trace>
  <inkml:trace contextRef="#ctx0" brushRef="#br0" timeOffset="18921.4">25420 5802 621 0,'0'-13'2748'0,"0"-6"-1777"0,-2 16-190 16,2-10 113-16,-3 13-426 0,3-16-20 0,0 16-147 16,0 0-116-16,0 0 1 0,0 0-81 0,0 5-42 15,0 14-40-15,0-1-5 0,-3 6-6 0,6 16-3 0,-3-11-4 16,0 14 2-16,3 4-2 0,2 3-1 0,-1 5 5 15,1 7 2-15,1-7 1 0,-2 4-1 0,1-11-4 16,0 9 5-16,-1-6 1 0,2-12-24 0,-6-6-5 16,5 11-56-16,-1-9-86 0,1-9-153 0,2-5-184 15,-2-8-33-15,1-2-669 0,-2-3 52 0,-2-8 58 0,13 5 335 16,-10-10-610-16</inkml:trace>
  <inkml:trace contextRef="#ctx0" brushRef="#br0" timeOffset="19149.79">25538 5267 1272 0,'-23'-23'1722'0,"2"10"-1180"16,-2-2 180-16,2 8-198 0,-2 5-429 0,16-4-73 16,-13 3 0-16,2 3-1 0,10 0-3 0,-7 5-4 15,6 4 6-15,-1-5-8 0,5 11 1 0,-4-8-4 16,3 4 5-16,-8 15 1 0,4-8-5 0,5 1-4 15,0-3-1-15,-5 8-3 0,4 0-12 0,-2 0-5 0,1-8-5 16,2-1-89-16,-7 7-174 0,0-4-184 0,4-3-170 16,-4 2-93-16,5 1-9 0,-4 0-23 0,5 1-266 15</inkml:trace>
  <inkml:trace contextRef="#ctx0" brushRef="#br0" timeOffset="19496.86">24964 6262 1607 0,'-2'0'1081'0,"2"0"-309"0,-12-5 4 16,9 2-251-16,6 3-177 0,-6 0-257 0,6 0-51 16,-3 0-23-16,0 0-7 0,0 0 1 0,0 8-1 15,0 2-6-15,2 1 5 0,1 0 5 0,4 15 1 0,-2-8-6 16,0 4-3-16,-1-4-3 0,2 1 1 0,-6-1-4 15,2 9-1-15,-4-8 1 0,-8-4 0 0,5-1 9 16,-7 1 34-16,-3 7 27 0,-5-7 33 0,1-4-20 16,-10 5 51-16,2-3 34 0,-5 0 7 0,-14 0 95 15,14-7-90-15,-14 2 62 0,0-2 28 0,-10-6 58 16,21 0-148-16,-18-4 38 0,9 2-72 0,0-3-38 0,2-8-33 16,4 2-44-16,2-2-24 0,1-5-7 0,8-2 0 15,-5-4 0-15,8-2 0 0,4-3 0 0,11 5-12 16,-6-18-127-16,10 5-52 0,7-3-235 0,1 3-99 15,2-11-462-15,5-7-502 0,4 15 324 0,4 1-247 16,-4 4-304-16</inkml:trace>
  <inkml:trace contextRef="#ctx0" brushRef="#br0" timeOffset="19650.45">24540 5884 2026 0,'0'-3'2784'0,"8"8"-1267"0,-1 1-607 15,-7-8-67-15,0 4-732 0,0-2-111 0,0-2 0 16,0 4 0-16,0-2 0 0,0-2 0 0,0 4 0 15,0-2 0-15,0-2 0 0,0 4 0 0,0-2 0 0,0-2 0 16,2 4-9-16,8 5-122 0,-10-7-269 0,10 9-117 16,-3-5-463-16,1 5-527 0,1 2 293 0,-9-9-88 15</inkml:trace>
  <inkml:trace contextRef="#ctx0" brushRef="#br0" timeOffset="21630.16">23668 6474 670 0,'0'0'2696'0,"5"5"-1759"15,2-3-221-15,-7-2 161 0,0 0-400 0,0 0-250 0,0 0-82 16,0 0 38-16,0 0 4 0,0 0 32 0,0 0-96 16,0 0-14-16,0 0-66 0,0 0-27 0,0 0-8 15,0 0-4-15,0 0-11 0,-3 0-11 0,-9 9 8 16,12-9 2-16,-3 0-40 0,-3 13-109 0,6-13-126 15,-6 5-17-15,2 3-281 0,4-8-268 0,0 0-423 16,0-2 476-16,-14-4-175 0,11-2 126 0,0 0-381 0</inkml:trace>
  <inkml:trace contextRef="#ctx0" brushRef="#br0" timeOffset="21793.73">23588 6294 717 0,'0'0'2507'0,"0"0"-1320"0,0 0-108 0,0 0 90 16,0 0-817-16,0 0-103 0,-3 0-151 0,-9-2-15 15,12 2-21-15,0 0 4 0,0 0-30 0,0 0-6 0,0 0-13 16,0 0-11-16,0 0-27 0,0 0-13 0,0 0-35 16,0 0-138-16,0 0-166 0,3 4-360 0,1 7-127 15,-8-11 58-15,-7 5-298 0,4-1 68 0,-5-2-938 16</inkml:trace>
  <inkml:trace contextRef="#ctx0" brushRef="#br0" timeOffset="23197.98">11560 6508 1526 0,'-8'0'2373'0,"8"0"-1353"0,0-3 55 16,0 3-568-16,0 3-57 0,0-6-181 0,0 6-21 15,0-3-72-15,0 0 17 0,0 0-64 0,0 0-33 0,0 0-56 16,0-3 5-16,0 6-11 0,8-13-24 0,-1 4-10 16,8-1 0-16,-1-2 0 0,16-6 0 0,-10 4 0 15,6-2 0-15,-4 0 0 0,4-1 0 0,-3-1 0 16,-2-2 0-16,6 4 0 0,0-5 0 0,-5-4 0 15,0 4 0-15,0 3 0 0,0-2 0 0,2 4 0 16,-4-1 0-16,-5 5 0 0,-6 5 0 0,8-1 0 0,-7 3 0 16,0 0 0-16,5 2 0 0,0 7 0 0,-11-5 0 15,6 11 0-15,2 9 0 0,3 2 0 0,-6-8 0 16,3 8 0-16,6 2 0 0,-4 3 0 0,-2-8 0 16,3 3 0-16,-3 0 0 0,12 3 0 0,-7-9 0 15,-5-5 0-15,8 0 0 0,7-2 0 0,0 0 0 16,-7-9 0-16,6-4 0 0,1 2 0 0,14-9 0 15,-14 5 0-15,5-5 0 0,7-2 0 0,-7-4 0 16,-3 2 0-16,10-3 0 0,-10-3 0 0,-5 1 0 0,-6 7 0 16,-1-11 0-16,-8 18 0 0,3-7 0 0,-6 4 0 15,-1-4-4-15,2 0-78 0,-7-2-106 0,0 13-254 16,0-5 6-16,-3-8-260 0,-12 2-503 0,6 9 74 16,-8-2 294-16,-1 8-194 0,-6 0 253 0,0 5-122 15</inkml:trace>
  <inkml:trace contextRef="#ctx0" brushRef="#br0" timeOffset="23444.33">12203 6492 75 0,'-9'2'1308'15,"-3"4"-799"-15,4-3 151 0,1-1 135 0,-1 1-54 16,-1 3-419-16,6-6-34 0,-9 7-65 0,10 1-20 16,2 1-36-16,0 9 1 0,0-5-4 0,0 11 3 15,5-3-32-15,2 8 85 0,-5-2 58 0,4 1-13 0,-2-6-74 16,1 26 130-16,0-8-62 0,-1 2-13 0,-4-11-107 15,-4 14-26-15,4 19 2 0,-2-11-46 0,-1 0-37 16,3-16-21-16,0 10-4 0,0 11-7 0,0-13 0 16,5-15 0-16,2 3 0 0,8 7 0 0,-3-12 0 15,0-13 0-15,8 1 0 0,9-3 0 0,18-11-34 0,-11-2-107 16,10-2-244-16,8-3-285 0,2-8-322 0,-15 2 91 16,32-8-616-16,-7 1-41 0</inkml:trace>
  <inkml:trace contextRef="#ctx0" brushRef="#br0" timeOffset="23868.18">14204 6968 596 0,'8'0'812'16,"-8"0"-32"-16,10-2-63 0,-8 0-4 0,-2 2-225 15,3 0 119-15,-6 0 91 0,6 0-127 0,-3 0-145 16,0 0 69-16,0 0-8 0,0 0-108 0,-3 0-124 16,3 0-151-16,-2-4-44 0,-13-1-57 0,-12 3-3 15,10 2 0-15,-10 0 0 0,-9 0 0 0,2-3 0 16,4 3 0-16,-6 3 0 0,4-3 0 0,3 0 0 0,2 0 0 16,-2 2 0-16,5-2 0 0,16 0 0 15,-14 0 0-15,10-2 0 0,4 2-1 0,4 0-36 16,-6 0-80-16,10 0-191 0,0 0-378 0,-10-3-179 0,5 3 90 15,5 0-387-15,0 0-15 0,5 3 139 0,7-3-894 16</inkml:trace>
  <inkml:trace contextRef="#ctx0" brushRef="#br0" timeOffset="24059.66">14175 7186 1064 0,'8'4'1646'0,"-5"0"-747"0,-3-4-73 16,0 0-322-16,0 0-50 0,0 0-213 0,-3 0-4 15,-5 2-116-15,-4-2 18 0,3 3-2 0,-23-3 47 16,14 2-55-16,-6 1 67 0,-5 0 8 0,0 0 0 16,-1-3 0-16,1 0-44 0,5 2-55 0,-3 0-45 0,7-2-48 15,1 0-116-15,2 0-196 0,8 3-149 0,-6-3 0 16,10-10-474-16,-5 2-224 0,8-19-267 0,4 8-965 16</inkml:trace>
  <inkml:trace contextRef="#ctx0" brushRef="#br0" timeOffset="24594.24">15545 5947 635 0,'3'-26'2758'16,"-3"21"-2097"-16,2-21 246 0,-2 15-199 0,-2-13-488 0,2 8-106 15,0 5 11-15,-3 1-30 0,3-1-36 0,0 11-32 16,0 0 2-16,0 0-17 0,0 0-13 0,0 0-9 15,0 0-2-15,0 0-7 0,0 0-9 0,0 2-2 16,0 11 19-16,3 1 0 0,-1 7 1 0,1 3 1 16,4 3 9-16,-5-1 7 0,-2 9 4 0,3 4 1 15,-6-12-3-15,1 20 5 0,-5 7 1 0,-1-5-1 0,1-14-5 16,-1 10 0-16,2 2-4 0,-9 12 18 0,6-28-7 16,-2 12 10-16,-1-7 13 0,-3 1 11 0,1-2 27 15,-1-4 9-15,6-4-11 0,-3-1 6 0,6-2 10 16,4-11-5-16,-2 1 22 0,4-4 2 0,0 4 7 15,9-6 13-15,-6-1 33 0,14 2-1 0,-5-1-29 16,15-1-31-16,-1-1-19 0,4-3-14 0,6-3-25 0,-4 0-38 16,6 0-6-16,0-5 0 0,6 1 0 0,-14 2 0 15,20-3 0-15,-12-3 0 0,-3 5 0 0,-6 1 0 16,13-4 0-16,-4 1 0 0,-6 5 0 0,4 0-18 16,-11 0-49-16,12 0-237 0,-10 0-146 0,-1 0-241 15,-6 0-18-15,2 0-443 0,2 0-45 0,-14 2-243 16,12-2-255-16</inkml:trace>
  <inkml:trace contextRef="#ctx0" brushRef="#br0" timeOffset="24939.31">16416 7190 197 0,'4'0'1596'16,"-4"0"-1140"-16,0 0 199 0,0 0 34 0,0 0-144 16,0 0-300-16,0 0 121 0,-12 4-81 0,-3-2-32 0,-9-2-82 15,-2 3 30-15,-18-3 47 0,9 0-28 0,-1 0-21 16,-15 0 89-16,-15 0 49 0,-12 0 21 0,5 0-75 15,11 0-104-15,-32-3 14 0,-30-3-57 0,24 2-69 16,29 4-45-16,-26-3-20 0,-4 0-2 0,16 3 0 16,34-3 0-16,-3 3 0 0,8 3 0 0,14 0 0 15,8 0 0-15,16-3 0 0,-9 4-27 0,17-4-181 0,0 0-72 16,5 4-496-16,7-2-207 0,18-8-202 0,-6 4 275 16,10 2-277-16,8-2-958 0</inkml:trace>
  <inkml:trace contextRef="#ctx0" brushRef="#br0" timeOffset="25677.34">15562 7651 351 0,'0'0'1546'0,"0"0"-876"16,-9 9 281-16,9-7 270 0,0-2-382 0,0 0-387 16,0 0-105-16,0 7-149 0,0 2-70 0,3 4-70 15,1 0-27-15,-2-2 8 0,4 20-2 0,0-12-16 16,0-3-10-16,-4 8-7 0,5 5 22 0,-4 5 52 16,-3-10-32-16,2 8 19 0,-2 2 1 0,0 13 20 15,-2-20-28-15,-1 10-6 0,0 0-10 0,-1 9 5 0,-1-4 6 16,-2-3 6-16,-1 1-2 0,-1-5-8 0,4-9-7 15,-7 5 7-15,6-9-10 0,0-7-9 0,3-12-11 16,-4 10 27-16,5-2 5 0,2-9-9 0,-3-4-1 16,6 4-5-16,-11-4 9 0,-2-1-6 0,1-18-20 15,1 5-14-15,-4-8-5 0,0-2 0 0,7-3 0 16,-2 5 0-16,-1-16 0 0,4 3 0 0,-1 4 0 16,5 3 0-16,0-8 0 0,-3-6 0 0,6 7 0 15,-1 6 0-15,5-15 0 0,4-2 0 0,5 4 0 0,-6 11 0 16,5-9 0-16,6 9 0 0,9-8 0 0,-4 12 0 15,-2 9 0-15,6-4 0 0,11-3 0 0,-4 8 0 16,-10 12 0-16,9-4 0 0,8 3 0 0,-12 5 0 16,-3 1 0-16,3 2 0 0,-1 2 0 0,4-2 0 15,-11 3 0-15,2 3 0 0,-6-4 0 0,-2 0 0 16,-9 3-5-16,3-1-9 0,0 1-6 0,-6-1-9 0,-4 5 0 16,1 2-3-16,-3-1 0 0,-3-5 7 0,-5 14 4 15,-4-11 17-15,-12 7 7 0,4-6 2 0,-9 4 3 16,-2 0-1-16,2-2 2 0,-3 0-1 0,0-1-1 15,2 0-2-15,-6 1 7 0,10 0 2 0,-4-1 9 16,13-5-5-16,-10 6 13 0,18-9-9 0,-2 9-3 16,5-2-10-16,0-2 1 0,4 4-9 0,2 4-1 0,0-2 0 15,5 4 0-15,4 4 0 0,-1-2 0 0,4-6 0 16,10 7 0-16,7 10 0 0,-4-7 0 0,6 4 0 16,-11-8 0-16,24 10 0 0,-12-3 0 0,4-4 0 15,-12-7 0-15,11 3 0 0,6 1 0 0,-9-1 0 16,-8-4 0-16,6 2 0 0,11 2 0 0,-12-9 0 15,-11-4 0-15,6 5 0 0,2-7 0 0,-11 3 0 16,0-4 0-16,-6 1 0 0,-4-3 0 0,5 0-13 0,-5 0-36 16,-5 0-177-16,0 0-252 0,3-9-265 0,1 4-374 15,-11-1 73-15,2-3-157 0,-10 0-6 0,6 7-793 16</inkml:trace>
  <inkml:trace contextRef="#ctx0" brushRef="#br0" timeOffset="28242.48">29518 9625 726 0,'0'0'1141'0,"0"0"-469"0,0 0 6 15,0 0-40-15,0 0-263 0,0 0-125 0,0 0-151 16,0 0-46-16,-8 5 24 0,2 1 9 0,3-4 23 15,-2 6 17-15,-2 0 125 0,2 0-32 0,-5 6-4 16,2-10-58-16,-6 5 74 0,-16 2 11 0,6-7-44 16,7-1-67-16,-10-1 22 0,-9-2 13 0,7 0-43 0,5 0-34 15,-1-2-4-15,-11-1-9 0,6-1 38 0,6-2 4 16,7-3-26-16,-3 0 31 0,8 0 20 0,-3-12-43 16,13 16-45-16,-8-19-15 0,10 13-17 0,3-12-10 15,4 9-9-15,1-2-4 0,4 1 0 0,8-9 0 16,-2 13 0-16,5-2 0 0,6 3 0 0,7 4 0 15,-6 1 0-15,2 5 0 0,1 5 0 0,-4 6 0 16,3 2 0-16,0 3 0 0,-5 5 0 0,0-3 0 0,2 12 0 16,-8-7 0-16,2 3 0 0,-4 7 0 0,-5-4 0 15,1 8 0-15,-10-2 0 0,1-2 0 0,-2 2 0 16,-2-4 0-16,-4 2 0 0,-8-2 0 0,-7-1 0 16,2-4 0-16,-9 5 0 0,-5-4-1 0,-3-3-15 15,-1-3-57-15,-5-5-97 0,0 0-91 0,-6-6-76 0,12-5 9 16,-22 1-393-16,6-3-85 0,-1-6-69 0,2-3-45 15,11 1 217-15,-29-10-375 0,6-2 176 0</inkml:trace>
  <inkml:trace contextRef="#ctx0" brushRef="#br0" timeOffset="29078.25">28234 9551 2168 0,'6'-24'1078'16,"-6"19"-509"-16,6-14 181 0,-6 9-328 0,-3-7-270 15,-2 2-121-15,-2 10 3 0,-1-8-4 0,-7 2 1 16,9 5 5-16,-9 4 8 0,0-1 10 0,6 3 5 16,-8 3-13-16,2 3 31 0,-12 7-10 0,13 0-18 15,-1-3-19-15,-2 9 7 0,-5 5-9 0,14-4-2 16,2-3-5-16,-5 6-3 0,2 7 1 0,3-4-8 0,6-2 0 16,-4-17-5-16,4 15 2 0,0-9 0 0,0-2-2 15,4 2-2-15,-1-8 2 0,5 6 0 0,4-3-2 16,-9-8-4-16,11 7-1 0,-14-9 1 0,22-3 0 15,-13-1 1-15,14-7-2 0,-9 2 2 0,5-13 0 16,-8 9-1-16,3-3-5 0,-4-4-3 0,-5-4-2 16,-5-1-2-16,0 3-3 0,0 0 4 0,-3 4 3 0,-2-9 5 15,2 12-1-15,-1 10 6 0,-6-10 2 0,0 2-5 16,5 12-12-16,-7-5-5 0,-3 3 0 0,6 5 4 16,-6 2-2-16,-6 7 8 0,-2 2 7 0,2 4 11 15,6-2 2-15,-11 14 8 0,3-6-6 0,2 6-3 16,6-9-5-16,-5 14 1 0,-1-5-3 0,3-5 0 15,4-2 0-15,-6 4 4 0,-4 2 1 0,2-6-1 16,8-6-3-16,-4 2 5 0,-6-2 14 0,16-10 20 16,-13 1 5-16,16-1-8 0,-10-2 38 0,-3-10 93 0,9 5 17 15,0-1-53-15,-6-10 55 0,4 4-5 0,-3-12-31 16,7 9-65-16,-2-5-19 0,1-9-43 0,1 6-18 16,4 8-8-16,1-11-1 0,-1-3 1 0,3 6-3 15,0 16-2-15,0-17 0 0,0 9-4 0,0 3-1 0,3 2 2 16,-3 6-3-16,0 2 1 0,0 0 1 0,0 0-7 15,0 0 5-15,-10 10-2 0,5 0 2 0,-7 12-1 16,4-9 4-16,-13 13 9 0,3-7 6 0,-3-1-9 16,4-2-3-16,-13 8 5 0,4-6-2 0,-4-1 4 15,6-4-10-15,-17 0-3 0,12 0 19 0,-6-5 1 16,11-5-14-16,-15 4 6 0,10-7-10 0,4-4 12 16,6-5-3-16,-13-4 0 0,8 0 27 0,-3-3 9 0,10-5 9 15,-1 3 2-15,-3-4 21 0,10 2-2 0,2-2-6 16,4-2-16-16,1 0-1 0,1 6-9 0,3-4-11 15,0 15-11-15,0-14-8 0,0 10-6 0,3-2-7 16,1-1-2-16,-2 4-11 0,1 5-2 0,-3 2-24 16,5-5-23-16,-5 8-50 0,0 0-36 0,0 0-15 15,-8 5 43-15,-4 3-72 0,-9 14 70 0,-2-7 27 0,-1 1 60 16,-14 6 21-16,3-4 18 0,-4 3-3 0,-2-5 2 16,-6-3 4-16,6 0 2 0,2 0 29 0,-5-4 56 15,12-4 12-15,-4 1 65 0,11-4 60 0,-2-2 12 16,9 0-6-16,7 0-36 0,-10 0-41 0,11 0-36 15,2-2-57-15,8 2-53 0,-2-6-7 0,-2-2 0 16,13 0 0-16,18-5 0 0,-7 0 0 0,16-3 0 0,2 5 0 16,6-2 0-16,6 0 0 0,0 0 0 0,18 2 0 15,-24 6 0-15,12-1 0 0,0-7 0 0,18 4 0 16,-28 5-6-16,11-1-75 0,-9-1-167 0,-2 3-191 16,-4 3-130-16,-10 0-287 0,-3 0-221 0,-20 3-122 15,9-3 362-15,-4 0-1042 0</inkml:trace>
  <inkml:trace contextRef="#ctx0" brushRef="#br0" timeOffset="29295.66">27616 9138 164 0,'0'-2'2170'0,"-4"-12"-773"0,4 14-507 0,-8-10 59 16,5 10-635-16,-9-3-216 0,-6 3-92 0,12 0-20 16,-11 0-27-16,0 3-135 0,-2-3-50 0,7 8-126 15,1-3-5-15,-10 6-247 0,-6 2-337 0,7-2 145 16,3-1 245-16,-2 4-315 0</inkml:trace>
  <inkml:trace contextRef="#ctx0" brushRef="#br0" timeOffset="29591.87">25488 9689 1011 0,'-21'5'3990'16,"16"-3"-3134"-16,5-2 231 0,0 0-619 0,0 0-987 15,0 0 7-15,0 0-341 0,0 0-75 0,17-7-94 16,-10 1 547-16,15-10-61 0,-7 5 120 0,6-2 196 15,-1-2 195-15,-1-7 57 0,-4 2 16 0,-5-2 76 16,0 9 38-16,-1-9 178 0,-6 2 152 0,-3 11 28 16,0-9-88-16,0 10 180 0,-3-8 149 0,-3 3-142 0,6 13-93 15,-3-8-205-15,-3 1 68 0,0 1-80 0,0 1-89 16,6 5-124-16,-12 0-61 0,12 0-29 0,-20 2-40 16,20-2-53-16,-9 5-159 0,0 1-157 0,-3 1-147 15,4-1-315-15,1-3-220 0,-13 5-58 0,8-6 92 16,4-2-382-16</inkml:trace>
  <inkml:trace contextRef="#ctx0" brushRef="#br0" timeOffset="30642.06">12203 9283 533 0,'0'-9'748'0,"0"-11"-113"0,0 12 53 0,-2-8 51 15,-1-4 67-15,3 14-393 0,-4-10 61 0,1 1-44 0,3 4-50 16,-2-2 13-16,-1 2-10 0,3 9-21 0,0-9-46 15,-4 6-103-15,4 5 21 0,0 0-39 0,0 0-105 16,0 0-56-16,0 0-16 0,0 0-8 0,-3 13-7 16,3-8-2-16,-2 19 2 0,2-2 5 0,-3 4 1 15,3-3-1-15,-7 20 6 0,2-3-2 0,0 2-3 0,-5 8 0 16,5-13-5-16,-14 32 2 0,5-8-2 0,-4-4-2 16,9-9-2-16,-6 14 3 0,-2 4-2 0,2 0 0 15,6-27-3-15,-2 14-2 0,2-3 0 0,0-8 1 16,3-4 3-16,6-6-4 0,0-6-3 0,0-5 3 15,0-4 1-15,3-4 1 0,-3-6-2 0,3 9-1 16,1-16 5-16,-2 8 6 0,4 0 2 0,-6-8-1 0,12 0-1 16,-7 0-1-16,-1 0 1 0,13-6-2 15,3 4-4-15,-5 2 0 0,6-2 0 0,-1-1 0 0,16 0 0 16,-9 0 0-16,8 1 0 0,3-1 0 0,4 3 0 16,-10-2 0-16,29-6 0 0,-8 8 0 0,-9-3 0 15,-8 3 0-15,23 0 0 0,-15-2 0 0,-5 2 0 16,-12 0 0-16,5 0 0 0,6 0-7 0,-11 0-49 15,-10 0-43-15,10 0-143 0,0 0-97 0,5-4-319 16,-8 4-155-16,-7 0 53 0,10-2-346 0,-1 2 40 0,4-7 122 16,2 1-383-16</inkml:trace>
  <inkml:trace contextRef="#ctx0" brushRef="#br0" timeOffset="31036.01">14422 9926 360 0,'2'0'1526'16,"10"3"-816"-16,-5-3 24 0,-7 0-9 0,0 0-186 16,0 0-258-16,0 0 0 0,0 0-117 0,0 0-3 15,0 0-48-15,0 0 58 0,-7 0 65 0,-5-3 9 16,12 3 41-16,-14 0-64 0,2-2 168 0,4 2-79 0,-14-2-34 16,17 2-111-16,-12 0-23 0,-19 0-55 0,12 0-44 15,1 0-30-15,-9 0-10 0,-9 2-4 0,5-2 0 16,6 0 0-16,-8 2 0 0,0-2 0 0,0 0 0 15,8 0 0-15,3 0 0 0,1 0 0 0,6 0-7 16,8 3-63-16,0-3-99 0,-6 0-125 0,18 0-84 16,-12 0-134-16,10 3-108 0,2-3-374 0,0 0 49 0,0 0 5 15,2 0 266-15,10 5-162 0,3-2-14 0</inkml:trace>
  <inkml:trace contextRef="#ctx0" brushRef="#br0" timeOffset="31250.44">14310 10144 634 0,'17'10'1024'0,"-8"-5"-548"0,6 6 115 0,-6-6-8 0,-3 1-181 16,-6-6-159-16,6 7 124 0,-3-3-26 0,-3-4 88 15,0 0-89-15,0 0 226 0,-9 4-1 0,-1-1-89 16,0-3-156-16,0 2 34 0,-7-2-80 0,-10 0-133 16,15 0-99-16,-2 0-19 0,-16-2-23 0,16 2 0 15,-8 0 0-15,2-5 0 0,-4-1 0 0,19 4 0 0,-19-1 0 16,19-2 0-16,-10-1 0 0,-4-1-116 0,14 1-219 15,0 1-107-15,-5-8-423 0,8 5-304 0,-5-8-45 16,2-3-98-16,5 12-1277 0</inkml:trace>
  <inkml:trace contextRef="#ctx0" brushRef="#br0" timeOffset="32709.55">16125 9386 378 0,'3'-13'1760'0,"0"6"-1033"0,-1-10 42 16,2 4-242-16,2 3 9 0,-4-11-132 0,5 5-47 15,-7 8-80-15,3-5-71 0,-1 8 39 0,-2-4-13 16,0 9 26-16,0-8-136 0,0 3-5 0,0 5-48 0,0 0-31 15,3 5-16-15,0 6-9 0,3 15-16 0,-3-4 4 16,0-1 4-16,-1 8-2 0,2 13 1 0,-4-2-5 16,0-8-2-16,-4 10 8 0,-1 3-8 0,0 18-34 15,-2-23 25-15,2 8 8 0,-2 2-20 0,-4-2-1 16,2 3-1-16,0-9 31 0,3-3 28 0,-3-8-23 16,6-1-2-16,-2-1 32 0,5-20 0 0,0 11-5 0,-4-9-22 15,4-6-6-15,0-5 10 0,0 13 15 0,-3-13 23 16,3 0 4-16,3 0 23 0,-3 0 2 0,-8-13 9 15,5 8-26-15,-1-19-5 0,2-3-36 0,-1 1-25 16,3 2-2-16,-3-13 1 0,3 6 2 0,0-7-4 16,0 14 4-16,3-13 0 0,-3-10-2 0,3 2-1 15,-1 0-5-15,2 13 1 0,2-15 5 0,-1-12-3 16,7 7-1-16,-3 14 3 0,6-10 0 0,0 6-4 0,2-2-4 16,4 9-3-16,-1 0 1 0,4 9 0 0,-1 2 0 15,-2 8 1-15,9 1 2 0,-4 4 3 0,-2 9 1 16,-4 2-2-16,10 0-4 0,2 4-3 0,-6 7-5 15,-4 0 2-15,4 5-9 0,4 5-2 0,-13 0 10 16,0 3-6-16,-5-3 9 0,3 8 13 0,-6 6 6 16,-1 0-1-16,-1-15-12 0,-4 12 0 0,-6 0 21 0,0 5-24 15,-3-16-3-15,-9 2-4 0,0 1 5 0,-11 3 22 16,2-6-16-16,-2-3-9 0,-3-1 13 0,2-1 1 16,-2-1-2-16,2-2-6 0,1 1-15 0,4-1 10 15,8-5 4-15,-6 8-3 0,8-11 9 0,0 5 8 16,9-7 4-16,-6 18 13 0,6-5-4 0,6 6 0 15,6-4 12-15,0-2 2 0,6 16 24 0,5-6-2 0,1-4 11 16,-3-4-16-16,14 8 41 0,-6-7-21 0,4 2-16 16,-6-8-16-16,8 6 2 0,9-1-5 0,-9-2-11 15,-5-6-12-15,5-1-9 0,6 2-13 0,-14-7-5 16,-6 1-34-16,6-1-124 0,-12-2-136 0,3 1-300 16,-13-3-121-16,6-3-334 0,-1 1-94 0,-4-2 65 15,-1-9-577-15</inkml:trace>
  <inkml:trace contextRef="#ctx0" brushRef="#br0" timeOffset="32896.04">17218 9995 1825 0,'-3'0'2559'0,"0"13"-1377"16,3-13 10-16,0 0-494 0,0 0-200 0,-6 6-422 0,3-1-19 15,3-5-28-15,0 0 4 0,-12 8-48 0,9-5-90 16,3-3-67-16,0 0-216 0,0 0-262 0,0 0-391 16,0 0 179-16,0 0-321 0,3-3 81 0,6-8-533 15</inkml:trace>
  <inkml:trace contextRef="#ctx0" brushRef="#br0" timeOffset="33745.76">17489 9718 67 0,'0'-11'1174'0,"4"11"-491"15,-4 0-163-15,5-13 217 0,-2 13 261 0,-6 0-391 16,6-5-194-16,-1-6-122 0,2 11 29 0,-4 0-30 15,0 0-82-15,0 0-130 0,-4 0-20 0,-4 7-35 16,2 2-20-16,3-3-3 0,-14 14 0 0,5-1 3 16,0-1 3-16,0 0-1 0,-3 10 1 0,-3-5 1 0,-2 11 0 15,8-16-4-15,-5 12 0 0,-4-6-4 0,3-1 7 16,1-1-1-16,2-4-2 0,6-5 4 0,0-5-1 16,1 3-3-16,1-2-1 0,4-5-10 0,3-4-9 15,0 0-37-15,0 0-44 0,0 0-152 0,0 0-169 16,3-10-284-16,0 5 199 0,3-17-223 0,-3 11-60 0,12-17 27 15,-9 12 247-15,0-10-93 0,-1-4 160 0,2 7 153 16,-5 4 10-16</inkml:trace>
  <inkml:trace contextRef="#ctx0" brushRef="#br0" timeOffset="33924.29">17295 9736 694 0,'-4'-8'700'15,"1"-7"-178"-15,3 4 243 0,-2 3 248 0,2-1-219 16,0 4-96-16,0 5-266 0,0 0 12 0,0 0-48 16,0 0-145-16,0 0-111 0,0 0-34 0,0 0-54 15,0 0-18-15,0 0-6 0,0 0 11 0,5 20 11 0,2-7 3 16,1 10 14-16,4-2 16 0,0-3-6 0,-3 4-12 15,3-3-19-15,11 15 15 0,-6-13-22 0,2 0-25 16,-2-7-19-16,7 6-14 0,8 2-5 0,-2-2-24 16,-4-3-91-16,-2-7-49 0,11 3-233 0,-6 1-257 15,3 0-548-15,-8-12 395 0,6 3-263 0,-4-3 26 16,-2-2-750-16</inkml:trace>
  <inkml:trace contextRef="#ctx0" brushRef="#br0" timeOffset="34806.93">18161 9432 527 0,'-3'-11'2188'0,"-3"0"-1249"0,6 9 74 0,0-9-1 16,2 4-434-16,2-10-63 0,2 10-227 0,-4-4 3 16,10-4-92-16,3-7 48 0,-3 0-97 0,3 7-39 15,-3 4-48-15,8-5-11 0,9-5-36 0,-8 11-14 16,6-1-2-16,-7 3 0 0,9-5 0 0,-2 8 0 15,0-3 0-15,-6 8 0 0,4-3 0 0,9 6 0 16,0-1 0-16,-16 6 0 0,6 1 0 0,2 0 0 0,1 11 0 16,-10-7 0-16,5 5 0 0,-2 1 0 0,6 1 0 15,-6 0 0-15,4-2 0 0,-2-5 0 0,1 4 0 16,1-8 0-16,-4 2 0 0,6-9 0 0,1 4 0 16,0-3 0-16,-10-3 0 0,10-3 0 0,-10-3 0 15,7-1 0-15,-3-4 0 0,-3-2 0 0,2-2 0 16,1 1 0-16,-9 1 0 0,8-13 0 0,-5 7 0 0,-10-3 0 15,4 6 0-15,-3-4 0 0,-2 1 0 0,-4 14 0 16,-4-14 0-16,1 9-3 0,0-1-61 0,-2-2-112 16,-2 5-64-16,2 5-207 0,2 1-111 0,-11-6-218 15,-1 8-164-15,6 0-32 0,-6 2-70 0,-6 6 176 16,1-3-91-16,5 6-113 0</inkml:trace>
  <inkml:trace contextRef="#ctx0" brushRef="#br0" timeOffset="35096.15">18673 9318 82 0,'-5'0'1420'0,"-5"-5"-667"16,-4-1 158-16,14 6-339 0,0 0 115 0,-12-11-224 15,12 11-128-15,0 0-127 0,-3 0-40 0,3-2-24 0,-12 2-52 16,12 0-54-16,0 16-3 0,-3-6-16 0,-2 14-5 16,1-10 0-16,1 12 15 0,-2 3 33 0,-4 8 69 15,3-13-14-15,0 16 82 0,-2-1 35 0,-2 14 82 16,8-21-117-16,-5 10 57 0,4 0-32 0,-2-2-59 15,-2 8-24-15,5-19-81 0,-1 8 3 0,3-5-35 16,3 6-16-16,-1-18-12 0,5 4 0 0,-2-2 0 16,5-4 0-16,-8-12 0 0,16 12 0 0,-6-10 0 0,0-1 0 15,8 2 0-15,6-5 0 0,-2-6 0 0,0 2 0 16,3 0 0-16,17-11 0 0,-9 6 0 0,1-3 0 16,-13 1 0-16,13-6-78 0,5-4-322 0,-21 6-232 15,-8 4 72-15,9-6-421 0,-10 4-223 0,1-4-5 16,0 2-845-16</inkml:trace>
  <inkml:trace contextRef="#ctx0" brushRef="#br0" timeOffset="36640.03">29749 11953 521 0,'-4'-8'706'0,"4"8"-134"0,-2-13 96 16,2 13 45-16,-3-16-50 0,3 14-102 0,3-7-68 15,-3 2-12-15,0 9-114 0,0-2 29 0,0-2-73 0,9-6-40 16,-6 8-94-16,-6-3 99 0,6 6-112 0,-3-3-50 15,0 0-34-15,0 0-3 0,0 0-37 0,12 6-29 16,-10-4-13-16,1-2-5 0,12 11-6 0,-3-2-4 16,-6-3 0-16,0 2 3 0,6 5-2 0,-7-2 0 15,4 10 0-15,-6-16 5 0,9 19-1 0,-3 2 5 0,-6-12-2 16,0-6 2-16,-1 21 8 0,-7-8-5 0,-4 0-16 16,1-8-6-16,-7 4-17 0,-6-2-4 0,-14 1-32 15,8-8 20-15,-12 0-10 0,-2 2 10 0,-20-1 8 16,13-4 19-16,-8 1 3 0,-3-4 9 0,3 0 5 15,-23-4 6-15,29 2-1 0,-16-6 0 0,-4 1-5 16,-12-3 0-16,14 3 5 0,-9-3 1 0,1-2 7 0,0-1 6 16,1-2 27-16,4 0 39 0,7-4 6 0,2 1 8 15,20 6-19-15,-22-11 50 0,23 8-33 0,2 0-35 16,16 4-33-16,-15-6 8 0,16-1-21 0,8-3-7 16,6 8-6-16,1-2 0 0,2-16 0 0,7 11 0 15,4-1 0-15,0 6 0 0,9-8 0 0,-3 5 0 16,3-2 0-16,-3 7-12 0,2 0-111 0,-2 4-272 15,-1-4-78-15,-2 5-39 0,1 1-421 0,0 0-226 16,5 2-305-16,-8 0 696 0,20 3-325 0</inkml:trace>
  <inkml:trace contextRef="#ctx0" brushRef="#br0" timeOffset="36991.08">28753 11742 806 0,'0'0'602'0,"0"0"82"0,0 0 39 0,0 0 13 16,0 0-172-16,0 0-12 0,0 0-179 0,0 0-169 15,0 0-91-15,0 0 10 0,0 0-13 0,0 0-56 16,6 5-26-16,-3 3-12 0,0-8-10 15,11 5-41-15,-2-3-39 0,-2-2-115 0,7 4-145 0,0-4-135 16,-7-4-80-16,16 4-31 0,-6-2-17 0,-5 2 60 16,0 0 113-16,-3-2 207 0,8-1 58 0,-8 3 146 15,-3-3 86-15,-9 3 66 0,15-3 207 0,-15 3 84 16,0 0 214-16,0 0-226 0,0 0 141 0,0 0 6 16,0 0-50-16,0 0-123 0,0 0-26 0,0 0-31 0,0 0-67 15,0 0-96-15,0 0 41 0,0 0-59 0,0 0-64 16,0 0-122-16,0 0-99 0,0 0-180 0,0 0-507 15,-7-2-133-15,-1 2 146 0,-7-5-258 0,9 1-276 16</inkml:trace>
  <inkml:trace contextRef="#ctx0" brushRef="#br0" timeOffset="37328.19">27195 12083 225 0,'-3'2'3804'0,"3"-2"-2113"16,0 0-781-16,0 0 212 0,0 0-683 0,0 0-439 16,0 0 0-16,0 0 0 0,-9 9 0 0,9-7 0 0,-3-2 0 15,3 0 0-15,3 0 0 0,-9 8-14 16,2-3-105-16,4-5-120 0,0 0-272 0,0 0-191 16,0 0-217-16,0 0 93 0,-8 11-646 0,4-9 387 0,4-2 203 15,-5 6 39-15</inkml:trace>
  <inkml:trace contextRef="#ctx0" brushRef="#br0" timeOffset="37840.82">26732 11808 978 0,'-10'-19'1352'0,"0"6"-750"16,3 3 4-16,-5 4-257 0,-3-2-160 0,-11 0-113 15,6 2 75-15,5 4 1 0,-9 2 78 0,-8 0 139 16,3 0-26-16,7 2-77 0,-7 4 80 0,-3 2 12 0,0 2-50 16,8-1-132-16,-5 4 13 0,-1 3-37 0,-9 3 1 15,15-10-95-15,-5 11-14 0,2-2-8 0,5 3-6 16,4-5-8-16,0 5-4 0,6 0-13 0,4-2-6 16,1 3-7-16,4-2-3 0,3-1 0 0,3-1 0 15,4-2-2-15,-5-8 4 0,22 14-3 0,-1-13-38 16,4-3-49-16,-3-3 14 0,8 2-80 0,12-5-122 15,-8 3 41-15,-12-3 55 0,5-3-26 0,1 0 45 0,2 1-21 16,-12-1 131-16,-4 3 0 0,-6 0 7 16,2-2-8-16,-9 2 4 0,9 2-11 0,-12-2 12 0,-3 0 11 15,-6 8 19-15,1 2 7 0,-25 4 34 0,7 1 15 16,-3 4 19-16,2-3 3 0,-6 8 32 0,-14 7 61 16,11-4-23-16,11-3-17 0,-11 13 89 0,-8 2 43 15,5 1 3-15,16-10-79 0,-1 6 52 0,3 4-9 16,6 8 10-16,10-20-132 0,5 10 10 0,5 1-16 0,10 7-15 15,6-15-34-15,9 4 3 0,8 0-3 0,4-2-2 16,7-6-6-16,2-1-11 0,5-2-4 0,-4 0 4 16,11-2-10-16,-17-7-5 0,17-2 4 0,-7-2 12 15,3-4 4-15,-1-3 0 0,1-4-3 0,-3-4 12 16,3 0 2-16,-23-5-12 0,23-4 0 0,-18 0-25 16,-9 0-108-16,-8-1-26 0,-4 1-184 0,-3-7-350 0,-5-4-128 15,-8 5 66-15,-8-8-385 0,-10 1 100 0,-9-11-783 16</inkml:trace>
  <inkml:trace contextRef="#ctx0" brushRef="#br0" timeOffset="38078.18">25150 12252 1947 0,'-12'0'2672'15,"2"0"-1822"-15,8 0 182 0,2 0-248 0,-12-2-985 16,12 2-62-16,0 0-147 0,-3 0-30 0,-14 0-145 16,17 0 110-16,0 0 71 0,-10-9-275 0,10 9-114 15,0-13 51-15,0 6-29 0</inkml:trace>
  <inkml:trace contextRef="#ctx0" brushRef="#br0" timeOffset="38208.83">25155 12091 1656 0,'0'-8'2665'0,"0"8"-1493"16,-8-11-18-16,1 9-595 0,5-1-113 0,-8-5-229 0,10 8-147 15,-2-3-51-15,-6-1-18 0,8 0-14 0,0 8-69 16,0-8-111-16,0 4-21 0,0 4-264 0,0-4-302 16,0-4-248-16,0 8 25 0,0-4-250 0,-12-6 201 15,5 6-711-15</inkml:trace>
  <inkml:trace contextRef="#ctx0" brushRef="#br0" timeOffset="39857.43">10014 12718 617 0,'0'-11'963'0,"0"6"-356"15,6-6-94-15,0 0 204 0,-3-2 6 0,9-13-247 16,-9 13-204-16,-1-5 117 0,8-4-8 0,-8 4-34 16,4-4 61-16,-2 9-176 0,1-5 63 0,-2 12-3 15,-1-14-39-15,5 11-42 0,-7 1-42 0,0 8-24 16,5-5-38-16,-2-3-63 0,-3 8-21 0,0 0-16 0,0 0-7 15,0 0 0-15,-3 3 0 0,-2 13 0 0,-2 8 0 16,5-14 0-16,-4 14 0 0,-3 2 0 16,1 14 0-16,1-10 0 0,-5 9 0 0,0-5 0 0,2 11 0 15,-5 8 0-15,6-13 0 0,-3 8 0 0,-3 2 0 16,3 1 0-16,0-9 0 0,-5 24 0 0,2-16 0 16,3-6 0-16,4-9 0 0,-4 0 0 0,0 12 0 0,6-17 0 15,0-10 0-15,0 7 0 0,4-3 0 0,-5-16 0 16,4 10 0-16,3-7 0 0,-2-3 0 0,4-8 0 15,-2 7 0-15,-2-1 0 0,4-6 0 0,-2 0 0 16,0 0 0-16,15 3 0 0,-3-3 0 0,-4-3 0 16,19 3 0-16,-6 0 0 0,9-3 0 0,8 3 0 15,-3 0 0-15,-3 0 0 0,9 0 0 0,13 3 0 0,-13-3 0 16,-6 3 0-16,13-1 0 0,1 1 0 0,11-3 0 16,-28 0 0-16,15 2 0 0,-6-4-44 0,3 2-104 15,0-3-207-15,-8 1-212 0,-1-1-283 0,6 0-203 16,-14 0 148-16,5 1-265 0,9-6-129 0,-7 3-176 15</inkml:trace>
  <inkml:trace contextRef="#ctx0" brushRef="#br0" timeOffset="40318.19">11803 13174 64 0,'17'0'861'0,"-9"0"-45"0,11 0-106 0,-19-4 66 16,12 4-172-16,-9 0 263 0,-3 0-360 0,0 0-36 15,0 0-116-15,0 0 106 0,0 0 41 0,-10-2-147 16,5 2-118-16,-14 0 40 0,5 0-83 0,-13 2-137 15,12-4-30-15,-5 2 1 0,-4-3-11 0,2 1-12 16,-2-2-5-16,6 2 0 0,-6 2 0 0,4 0 0 16,-4 0 0-16,22 0 0 0,-20 2 0 0,10 2 0 0,2-2 0 15,-2 1 0-15,9-3-19 0,-9 6-118 16,9-4-285-16,3-2 6 0,0 0-271 0,-9 13-508 0,9-10 59 16,3 1 244-16,3 5-184 0,5 2 62 0</inkml:trace>
  <inkml:trace contextRef="#ctx0" brushRef="#br0" timeOffset="40525.66">11899 13429 337 0,'9'6'1463'0,"1"-1"-678"16,-10-5 72-16,0 0-189 0,0 0 358 0,0 0-406 0,0 0-209 16,0 0-162-16,0 0 86 0,-10-2-84 0,1 2-53 15,-8 0-14-15,11 0-83 0,-27 2 56 0,10-2-29 16,-3 2-4-16,4-2-32 0,-7 0 23 0,2 0-61 15,-2 0-28-15,9 0-18 0,-1 4-6 0,-2-8-2 0,-1 4-6 16,9 0-32-16,3 0-116 0,-5-4-325 0,5 1-444 16,4 1 120-16,1-9-410 0,5 3 5 0,7-16-845 15</inkml:trace>
  <inkml:trace contextRef="#ctx0" brushRef="#br0" timeOffset="41775.3">14510 12779 927 0,'0'-9'1331'0,"0"7"-683"15,-6-11-154-15,0 8 118 0,0-1-330 0,-8-1-180 16,-6 3-59-16,5 4-26 0,3 4 9 0,-27 3 3 16,13 1 22-16,11 1 15 0,-5 4 48 0,-7 7 61 15,6 7 33-15,6-6-61 0,-2 6 45 0,0 4-29 0,2 15-13 16,6-20-91-16,3 14-10 0,2-3-30 0,8-2-20 15,2-2 2-15,6 4 24 0,2-8 1 0,6-7-4 16,2-4-17-16,10 8 6 0,0-7-6 0,1-3-11 16,-1-5-10-16,-3-3 4 0,13 2 12 15,-10-10 18-15,1 3 7 0,-10-6-5 0,13 3 9 0,-2-10 1 16,0 2-3-16,-14-1 5 0,12-4 39 0,7-7 101 0,-15-2 18 16,-10 7-35-16,6-5 115 0,-8 0 26 0,3-12 36 15,-15 14-163-15,0-9-7 0,0-2-44 0,-3-5-18 16,-6 12-89-16,1-9-11 0,-4-2 0 0,-9-4 0 15,3 8-1-15,1 9-9 0,-10-4-51 0,3-2-77 16,-8 4-205-16,15 14 30 0,-10-8-259 0,3 5-206 16,7 6-230-16,11 3 170 0,-12-4-490 0,10 6 406 15,1 0-611-15</inkml:trace>
  <inkml:trace contextRef="#ctx0" brushRef="#br0" timeOffset="67136.49">13001 13078 428 0,'12'-3'759'0,"9"-5"-213"0,-13 5-133 0,16-12 144 16,-2-4 19-16,-2 5-232 0,-8 5-154 0,2-10-71 15,4 1-40-15,3 2 4 0,-1-6 40 0,-8 7-65 16,3-4 20-16,-3-2 29 0,2 0 20 0,1-3 10 16,0 0 9-16,-6 0-9 0,-1 1 16 0,1 4-20 0,-1-5 63 15,2 0 7-15,-5 8-16 0,-1 11-17 0,-1-10 99 16,0 9 30-16,-3-2 44 0,0 8-151 0,0 0 42 16,0 0-16-16,5-13-62 0,-5 13-37 0,0 0-37 15,0 0-17-15,0 0-13 0,0 0 2 0,0 0-21 16,0 0-12-16,0 0-18 0,0 0-1 0,0 0-2 15,0 0 0-15,0 16 0 0,4-9 0 0,-1 1 0 16,-1 14 0-16,1 4 0 0,1 1 0 0,-1-7 0 0,-3 13 0 16,2 4 0-16,-2 16 0 0,0-22 0 0,0 14 0 15,3 2 0-15,4-1 0 0,-2-2 0 0,0-1 0 16,5-3 0-16,-1 0 0 0,-4 2 0 0,1-16 0 16,0 3 0-16,-3-3 0 0,4-2 0 0,-5-11 0 15,1 1 0-15,0 5 0 0,3-8 0 0,-3-2 0 0,0 2 0 16,-3-9 0-16,5 9 0 0,-5-8-1 0,0-3-27 15,0 0-176-15,4 0-269 0,7-8-74 0,-7-2-360 16,1-14-237-16,0 0-68 0,2 10 328 0,2-14-857 16</inkml:trace>
  <inkml:trace contextRef="#ctx0" brushRef="#br0" timeOffset="68208.6">15653 12776 342 0,'4'-6'1479'0,"-1"2"-913"16,-3 4 413-16,0 0-178 0,0-3-129 0,0 3-325 15,-7-11-41-15,4 11-45 0,6 0-35 0,-6-2-20 16,-11 0 59-16,11 2 1 0,-9 2 27 0,12-2-99 0,-15 2 61 15,6 3-39-15,-2 1-74 0,-5 1-15 0,8-1-15 16,-9 15-49-16,-2-4-18 0,7 1-27 0,-5 3-9 16,2 0-8-16,-2 3-1 0,2 2 0 0,-6-4 0 15,1 2 0-15,3 2 0 0,-5-6 0 0,14-3 0 16,-13 10 0-16,6-12-4 0,10-10-50 0,-7 8-21 16,2-4-126-16,2-1-288 0,-1 2-117 0,9-10-12 0,0-3-485 15,-15 1-56-15,13-7 54 0,-5 5-484 0</inkml:trace>
  <inkml:trace contextRef="#ctx0" brushRef="#br0" timeOffset="68423.03">15194 12750 184 0,'0'-6'3122'0,"0"6"-2160"0,0 0 152 16,17-2 99-16,-17 2-577 0,0 0-401 0,12 2-71 16,-6 2-41-16,8 3 15 0,-2-1-67 0,-2 1 17 15,16 6-11-15,-3-2-20 0,-2-3-50 0,-1 6-7 16,7-1 0-16,-5 2 0 0,10 7 0 0,-12-6 0 15,4 4 0-15,-4 4 0 0,4 2 0 0,-3-2 0 16,-1 5 0-16,-3-2 0 0,2-3 0 0,1 0 0 16,4 0 0-16,-4-3 0 0,-3-5 0 0,-2-5-35 0,12 2-243 15,-15-6-360-15,5-1-190 0,-10-4-31 0,10 1-356 16,-5-1 2-16,5-2-1764 0</inkml:trace>
  <inkml:trace contextRef="#ctx0" brushRef="#br0" timeOffset="69072.3">16319 12880 436 0,'0'2'1829'0,"-6"9"-999"0,6-6 262 0,-2 1-415 0,-8-2-92 16,13-4-200-16,-8 5-85 0,2 1-31 0,3-6-25 15,0 0 4-15,0 0-23 0,0 11-68 0,3-9 92 16,-3-2-94-16,9 8-11 0,-6-5-26 0,5-3-56 15,4-3 20-15,14-11-21 0,-2 1-36 0,-9 6-11 16,12-12-10-16,5-8-4 0,-6 3 0 0,-8 9 0 16,8-12 0-16,-2 1 0 0,-1-5 0 0,-8 12 0 0,1-8 0 15,-2 3 0-15,-3-7 0 0,-2 15 0 0,-3-3 0 16,0 8 0-16,-3-2 0 0,0 4 0 0,-3 9 0 16,0 0 0-16,0 0 0 0,6-11 0 0,-6 11 0 15,3 0 0-15,-3 7 0 0,3 4 0 0,-3 8 0 16,0 1 0-16,0 10 0 0,0 2 0 0,0-1 0 15,-6 6 0-15,2 3 0 0,-1 3 0 0,0-12 0 16,-7 19 0-16,2-8 0 0,2-2 0 0,2-8 0 16,-2 16 0-16,1-14 0 0,2-5 0 0,1-5 0 0,4 0 0 15,-3-3-18-15,3-10-67 0,0-1-92 0,3 3-79 16,-3-9-309-16,9 3-28 0,-2-7-189 0,3 0 55 16,2-3-311-16,-2-1-112 0,12-18 216 0,-12 11 380 15,4-2-524-15</inkml:trace>
  <inkml:trace contextRef="#ctx0" brushRef="#br0" timeOffset="69264.78">16870 13133 1451 0,'16'11'1038'0,"-16"-11"-221"0,5 13 305 0,-2-11-491 15,-9 4-108-15,4-1-24 0,-8 8 113 0,1-4-290 16,-8 6 63-16,-3-2-91 0,5 1-92 0,-6-1-39 16,-6 0-72-16,-2 0-55 0,-4 0-31 0,7 1-5 0,-16 2 0 15,1-2 0-15,-3-1 0 0,3-4 0 0,-1 2 0 16,8 2 0-16,0-10 0 0,17 0 0 0,-10 0 0 15,15-6 0-15,2-3-3 0,-2-7-103 0,12 0-232 16,2-13-227-16,8-1-319 0,4-4-284 0,1 9 257 16,8-6-299-16,18-7-795 0</inkml:trace>
  <inkml:trace contextRef="#ctx0" brushRef="#br0" timeOffset="79861.85">17793 12766 584 0,'0'0'999'0,"17"0"-299"0,-17-3 236 0,0 3-395 15,0 3 88-15,0-3-176 0,0 0-103 0,0 0-185 16,0 0 1-16,0-3-39 0,0 6-30 0,0-3-41 16,0 0 21-16,-17 8-26 0,5 2-14 0,-8 11-21 0,10-5-3 15,-11 8 12-15,4 5 4 0,-3-3 12 0,5-4-6 16,-9 6 23-16,-8 12 20 0,8-10-13 0,7-10-31 16,-7 4-12-16,4-2-18 0,-2-2-15 0,8-3-18 15,6-7-23-15,1 1-61 0,-5-3-108 0,0 5-25 16,7-8-161-16,2 1-186 0,6-4-195 0,-3-2 122 15,-6-8-186-15,2-12-78 0,8 0-18 0</inkml:trace>
  <inkml:trace contextRef="#ctx0" brushRef="#br0" timeOffset="80083.25">17493 12797 1634 0,'0'-5'2448'0,"-4"0"-1495"15,1-6 145-15,3 9-352 0,0 4-443 0,-15-8-133 0,15 4-94 16,-2 4-13-16,-1 12-2 0,-1-6 36 15,1 0 1-15,3 19 23 0,0-20-17 0,0 19-19 0,3-6-31 16,6 11 18-16,3-10-64 0,0 6-8 0,3-12 0 16,8 12 0-16,1-1 0 0,5-7 0 0,-14-5 0 15,14 6 0-15,10 4 0 0,-13-8 0 0,-2-3-5 16,2-2-60-16,7-1-122 0,-6-1-224 0,-10-7-33 16,0-4-405-16,-7 2-305 0,7-4-48 0,-2-3-56 15,-13 5 107-15</inkml:trace>
  <inkml:trace contextRef="#ctx0" brushRef="#br0" timeOffset="80449.28">18051 13120 139 0,'3'6'2390'0,"-3"7"-1330"0,0-8-336 15,0 3 472-15,0-3-506 0,4 3-424 0,-4-8-174 16,0 9-13-16,3-5-6 0,-3-4 20 0,2 0-19 15,13 5 34-15,-3-10 35 0,-3 1-33 0,2 0-31 16,8-9 6-16,1-5-16 0,-5-1-27 0,6-2-17 16,-10 2-14-16,13-5 1 0,0-10-7 0,-10 8-4 0,-2 2-2 15,8-11 1-15,2-4-3 0,-12 5 0 0,0 10 1 16,2-11 0-16,0 0-1 0,-4-2 3 0,-2 17-1 16,0-2-1-16,0 2 22 0,0 11 22 0,-1 1-15 15,-8 6 12-15,10 2 0 0,1-5 0 0,-8 5 1 16,0 0-25-16,9 5-3 0,-3 1 20 0,-6 7 8 15,2 2 30-15,-2 14-14 0,0-2-2 0,-2 7-4 0,-1-5-14 16,0 22-7-16,1-1-27 0,-8 0-2 0,5-10 0 16,-2 7 0-16,-1-6 0 0,2-5 0 0,0-12 0 15,0 8 0-15,6-12-4 0,0 7-35 0,0-10-45 16,0 1-156-16,6-3-351 0,-3-6-227 0,0 1-32 16,3-5-358-16,2 1 34 0,10-9-195 0,-9 0-336 15</inkml:trace>
  <inkml:trace contextRef="#ctx0" brushRef="#br0" timeOffset="80832.25">18839 12827 3326 0,'0'0'1241'0,"-10"-13"-128"0,10 9-302 15,-5-1-99-15,-4-3-500 0,6 5-147 0,-14 1-37 16,10 0-13-16,-1 2-6 0,-7 2 9 0,6 0 0 15,-1 4 21-15,-10 8 6 0,0 4 11 0,8-5-25 16,-2 8 7-16,2 3-9 0,-10 10-13 0,8-8-19 16,6 12 2-16,-4-4 8 0,2 0 4 0,2 3 0 15,4-7 2-15,8 1 1 0,2-4 2 0,3-6-5 0,2 0-14 16,7 3-4-16,2-9 1 0,4 2 0 0,-6-6 0 16,11-1-16-16,0-4 3 0,5-9-3 0,-9 0-3 15,21-5-33-15,-6-2-5 0,-4-10 3 0,-10 5 14 16,6-6-15-16,-5-9 15 0,2-3 32 0,-14 11 22 15,6-7 21-15,-10-3 36 0,5-8 30 0,-11 16-36 16,-5-7 12-16,-2-4-14 0,-8 2-6 0,-7-15-10 16,5 24-26-16,-8-7 6 0,-7 1-2 0,-6-2-8 15,13 17-8-15,-9-2-3 0,5 7-13 0,-6 4-27 0,4 4-102 16,3 4-116-16,-1 1-184 0,-3 5-230 0,12-5-23 16,-6 5-442-16,10-3-285 0,-10 8 64 0,18-13-319 15</inkml:trace>
  <inkml:trace contextRef="#ctx0" brushRef="#br0" timeOffset="81181.33">19510 12247 2039 0,'-6'-13'1115'15,"4"11"-169"-15,-8-7 272 0,8 4-456 0,-8 2-494 16,0 0-53-16,-3-1-15 0,-16 1-1 0,14 3-64 15,-11 0 73-15,2 3 7 0,-15-3 28 0,16 0-122 16,-6 2 7-16,2 0-29 0,-6 1-24 0,10-3-70 16,-3 3-5-16,2 0 0 0,16-3 0 0,-14 5-3 15,8-5-44-15,11 2-124 0,-6-4-206 0,3 2-351 0,6 0-148 16,-9-5-328-16,6-1-6 0,3 3-322 0,0-7-368 16</inkml:trace>
  <inkml:trace contextRef="#ctx0" brushRef="#br0" timeOffset="81715.89">19626 11966 167 0,'0'0'2217'15,"10"-10"-761"-15,-10 10-498 0,0-5 162 0,10-4-811 16,-10 9-107-16,0 0-107 0,0-2-13 0,2-9 17 15,-2 11-44-15,10-11 13 0,-8 11-1 0,10-7-18 0,-6 1-21 16,8 1-3-16,1 3-15 0,-3 0-9 0,3-2-2 16,-1 4-3-16,16 0-3 0,-9 0 2 0,-4 4 0 15,1-4-1-15,6 4-12 0,0-1-9 0,-10-1 11 16,-6-2-3-16,14 9-7 0,-8-7-10 0,-8 0 5 16,12 9 23-16,-10-2 13 0,-1-5 15 0,-2 10-4 15,-5-1 13-15,3 0 22 0,-3 0-17 0,-5 0-7 0,2-4-11 16,-9 15-7-16,-5-6-4 0,5-3-1 0,2 0-1 15,-4 3 0-15,-4-3-3 0,-3 5-3 16,16-16 8-16,-10 10 10 0,6-6 12 0,-6 5 26 0,3-8-12 16,1 6 27-16,2-3-13 0,9-11-10 0,0 6-15 15,-9 7-6-15,9-10-50 0,0 0 23 0,0 3 3 16,6 11-1-16,-6-14-5 0,20 9-6 0,-8 0 17 16,-9-7-11-16,24 6-28 0,-10 0-2 0,2-2-5 15,-11-4 21-15,13 3 16 0,-1 1 4 0,-3-4 27 0,-7 1-7 16,7 3 6-16,2 4-9 0,-9 0-11 0,0-4-11 15,2 7 4-15,-4 3 8 0,-2-3 34 0,-3 3 8 16,0-8 40-16,1 8 32 0,-2 3 27 0,-2-10-34 16,-2 11 3-16,-2-5-28 0,1 3-19 0,-6 4-23 15,-2-9-37-15,-1 6-8 0,-5 2-2 0,-5 0 0 16,2-5 0-16,-1 2 0 0,-6 1 0 0,5-1 0 0,-8-1 0 16,0-8-81-16,4 2-217 0,-4 0-266 0,7-9-126 15,-18 4-612-15,5-6-63 0,6-3 62 0,1 3-724 16</inkml:trace>
  <inkml:trace contextRef="#ctx0" brushRef="#br0" timeOffset="83501.12">11855 15001 1893 0,'0'0'1077'0,"0"0"-114"0,0 0 10 0,-3 0 56 0,-9-5-702 16,12 5-53-16,0 0-122 0,0 0 59 0,0 0-66 15,0 0 82-15,0 0 3 0,-5-3-18 0,-2 0-34 16,7 3-22-16,0 0-62 0,0 0-48 0,0-2-42 15,4-9-4-15,-4 9 0 0,3-1 0 0,5-5 0 16,-8 8 0-16,16-13 0 0,-11 6 0 0,5-2 0 16,-2-2 0-16,1 7 0 0,-6-5 0 0,14-4 0 15,-8 5 0-15,1 3 0 0,7-6 0 0,1 0 0 0,-9 9 0 16,8-5 0-16,-2 3 0 0,0 4 0 0,-1-2 0 16,-2-1 0-16,0-2 0 0,6 2 0 0,-6 3 0 15,-4-3 0-15,10 6 0 0,-7-3 0 0,10 3 0 16,-6 5 0-16,2-6 0 0,-2 2 0 0,9 5 0 15,-15-9 0-15,6 6 0 0,2-1 0 0,-17-5 0 0,12 2 0 16,-9 2 0-16,6-2 0 0,-3 3 0 0,-6-5 0 16,5 0 0-16,4 3 0 0,1-6 0 0,-5 3 0 15,-5-2 0-15,15-3 0 0,-3-3 0 0,-7 5 0 16,14-12 0-16,-2 6 0 0,-2-6 0 0,-10 12 0 16,10-10 0-16,-3 2 0 0,0 5 0 0,-7-1 0 15,-5 7 0-15,0 2 0 0,0-4 0 0,0 4 0 16,0-2-19-16,0 0-153 0,-3-2-253 0,-9 2-241 0,12 0 29 15,-10 7-451-15,0-1-120 0,1 1 36 16,-8 4 123-16,11-5-612 0</inkml:trace>
  <inkml:trace contextRef="#ctx0" brushRef="#br0" timeOffset="83741.47">12445 15133 638 0,'0'0'1072'0,"2"17"-533"16,-2-17 105-16,0 10 11 0,3-7-153 0,-6-3-48 16,3 10-237-16,0-7 101 0,0-3 34 0,0 0 82 15,-2 3-103-15,-8 8 28 0,2-4 7 0,2-5-4 0,-14 4-131 16,-7 5 57-16,7-4-126 0,-7 2-46 0,1-7-45 16,-18 4-4-16,8-1-54 0,-3-5-13 0,10 2 0 15,-23 1 0-15,10-3 0 0,4 3 0 0,8-3 0 16,-2 0-34-16,-4-3-227 0,7-2-425 0,9 0-396 15,5-1 174-15,-1-2-306 0,8 3 0 0,-4-4-1286 16</inkml:trace>
  <inkml:trace contextRef="#ctx0" brushRef="#br0" timeOffset="84853.5">10509 15006 693 0,'-3'-13'1284'0,"1"8"-744"16,-2-8 235-16,-2 0 24 0,6-1 21 0,-2 6-518 16,-2-5 101-16,4 6-17 0,-3-4-29 0,0-2-37 15,3 2 22-15,0-2-40 0,-2-3-50 0,4 8-57 16,-2-6-46-16,0 1-25 0,3 6-27 0,-3-4-57 0,0 11-32 16,0-17-5-16,3 17-3 0,-3-9 0 0,4 5 0 15,-4 4 0-15,0 0 0 0,0 0 0 0,0 0 0 16,0 0 0-16,0 0 0 0,0 0 0 0,0 0 0 15,0 0 0-15,0 0 0 0,0 0 0 0,0 13 0 16,0-4 0-16,2 4 0 0,-2 11 0 0,0-2 0 16,3-4 0-16,0 8 0 0,1 11 0 0,-2-2 0 15,1-6 0-15,-3 13 0 0,3 17 0 0,-3-13 0 16,2-8 0-16,-2 14 0 0,0 10 0 0,4-4 0 0,-4-24 0 16,0 12 0-16,0 9 0 0,3-13 0 0,0-16 0 15,-1 4 0-15,5-1 0 0,1 5 0 0,-1-15 0 16,1 2 0-16,1 0 0 0,6 0 0 0,-13-16 0 15,11 8 0-15,-8-7 0 0,7 2 0 0,3-8 0 16,-9-3 0-16,21-5 0 0,2-5 0 0,1 3 0 16,-10-1 0-16,18-4 0 0,1-7 0 0,-7 6 0 15,-12 3 0-15,9-4 0 0,17-1 0 0,-14 3 0 0,-8 6 0 16,8-4 0-16,12-2-2 0,-3 1-37 0,-14 6-42 16,5-3-148-16,0 2-76 0,4 0-189 0,-12 1-261 15,5 3-259-15,1 0-154 0,-4-3 78 0,0-1-194 16,-8 5-325-16</inkml:trace>
  <inkml:trace contextRef="#ctx0" brushRef="#br0" timeOffset="87997.09">13544 15160 84 0,'0'0'1125'0,"3"3"-42"0,-6-6-373 0,6 6 15 16,-3-3-239-16,0 0-1 0,0 0-130 0,0 0-98 15,0 0-76-15,-3-3 112 0,6 6 76 0,-3-3 26 16,-3-3-12-16,6 6-29 0,-3-3-29 0,-3-3-55 0,6 6-99 16,-3-3-68-16,-3-3-69 0,6 6-31 0,-3-3-3 15,0 0 0-15,0 0 0 0,0 0 0 0,-3-3 0 16,3 3 0-16,3 3 0 0,-3-6 0 0,9-5 0 15,-9 8 0-15,8-6 0 0,7 2 0 0,9-5 0 16,-10 4 0-16,10-3 0 0,6-3 0 0,-4-2 0 16,-3 3 0-16,10-6 0 0,2-7 0 0,1 4 0 15,-9 1 0-15,5-6 0 0,2-9 0 0,2 7 0 0,-16 5 0 16,10-5 0-16,3-9 0 0,-10 11 0 0,-2-2 0 16,-9 4 0-16,0-4 0 0,3-3 0 0,-10 9 0 15,1 0 0-15,0-6 0 0,-3 13 0 0,0-5 0 16,-3 12 0-16,2-15 0 0,-2 13 0 0,0 6 0 15,0 2 0-15,0 0 0 0,0 0 0 0,0 0 0 0,0 0 0 16,0 0 0-16,0 4 0 0,-2 2 0 0,-1 4 0 16,0 1 0-16,-6 18 0 0,6-10 0 0,1-4 0 15,-1 9 0-15,-1 8 0 0,1-2 0 0,3-8 0 16,0 2 0-16,0 6 0 0,-2-7 0 0,4 4 0 16,-2-11 0-16,-2 16 0 0,2-8 0 0,0 0 0 15,0-9 0-15,0 7-6 0,0-9-35 0,2 7-117 16,-2-6-78-16,3-1-256 0,1 0-56 0,1 0-305 0,-5-7 59 15,6 5-372-15,-6-11-8 0,9 0-520 0</inkml:trace>
  <inkml:trace contextRef="#ctx0" brushRef="#br0" timeOffset="88515.74">14690 14784 422 0,'0'-5'1501'15,"0"-6"-657"-15,0 9-63 0,-6-9 0 0,6 9-121 16,-9-7-454-16,4 2-50 0,1-1-61 0,1 8-18 15,-5-11-18-15,8 11 34 0,-12-7-14 0,9 3 5 16,-3 4-24-16,-4 0 5 0,8 0 16 0,-16 6-7 0,9-3-28 16,4 1 18-16,-10 10 29 0,3 5 104 15,3-4-76-15,1 7 31 0,-4 2 28 0,0 5 65 0,6-5-66 16,-6 2-13-16,3 3-53 0,6 2-1 0,-2 9 10 16,1-16-85-16,1 6-17 0,3-1-6 0,0 4-3 15,3-9-5-15,4 0-3 0,-2-2 0 0,4-4-1 16,3-3 1-16,-4-1 0 0,2-6 0 0,4 3 1 15,-2-6-2-15,15-2 3 0,-4-3 0 0,1-3 0 16,-10 3-1-16,13-8 0 0,9 0 1 0,-13-5-2 0,1 2-2 16,5-5-1-16,1-8 3 0,6 0 1 0,-11 0 1 15,-6 4-2-15,3-6 1 0,2-9-4 0,-9 6-4 16,-6 7 2-16,-3-9-5 0,-6-6 2 0,-3 5 0 16,-4 9 5-16,2-7 7 0,-7 3 3 0,-3-1 2 15,7 12-8-15,-6-3 3 0,-2 3-5 0,-4 3-4 16,2 6-3-16,-6 1-2 0,15 1-8 0,-11 3-32 0,5 2-49 15,-2 2-131-15,-4 3-107 0,13 1-185 0,-2-4-41 16,-7 3-621-16,8 1-103 0,-1-4 205 16,10-2-133-16,0 0-203 0</inkml:trace>
  <inkml:trace contextRef="#ctx0" brushRef="#br0" timeOffset="89222.82">15385 14428 666 0,'4'0'1072'0,"7"2"-439"0,-11-4-59 16,12 2-184-16,-6 0-105 0,2-4-58 0,-1 4-69 0,-4-2-53 15,11-1 45-15,-4 1 25 0,-5 4 73 0,4-7-44 16,-6 5-55-16,0 0 52 0,-3 0-14 0,0 0 2 16,0 0-102-16,0 0 10 0,-3 0-13 0,-4-3-19 15,-3 3-44-15,-9 6-4 0,-1-1-1 0,-1 1-2 16,6-4-1-16,-15 3 12 0,4 3 14 0,-1-5 20 16,10 1 4-16,-3 0 44 0,-7-2 58 0,6-2-21 15,13 3-40-15,-7-1 28 0,3-2-5 0,-3 3-33 0,15-3-50 16,-12 0 2-16,10 0-13 0,2 0-12 0,0 0-18 15,0-3-6-15,12-2-15 0,2-1-19 0,1 4-57 16,12-3 5-16,-5-1-50 0,5 4-40 0,12-5-136 16,-19 3 124-16,9-1-60 0,2 3 16 0,-8-1 25 15,-9 3 54-15,1 0 0 0,-3 0 67 0,3 0 2 16,-15 0 26-16,0 0-11 0,0 0 27 0,-6 0 8 0,-3 0 20 16,-11 3 11-16,-16 2 17 0,6-3-3 0,-2 4-3 15,8-1-12-15,-10-3-53 0,-2 2-214 0,6-2-308 16,16-2 49-16,4 0-176 0,-10-8-322 0</inkml:trace>
  <inkml:trace contextRef="#ctx0" brushRef="#br0" timeOffset="89833.19">15992 14255 1280 0,'9'8'610'16,"-9"-8"-169"-16,-3 0 148 0,-9 3-76 0,3-1-197 16,1-2-40-16,-7-2-63 0,3-1-37 0,0 1-1 15,-5-2-26-15,-2-1 108 0,9 3-60 0,-12-4-14 16,17 6-67-16,-10-5 47 0,3-3-18 0,3 1-4 0,6 1-74 15,1-10-1-15,2 9-17 0,2-6-14 0,1-4-27 16,0 7-11-16,3-4 0 0,2 4 4 0,2 2-8 16,2-1 4-16,2 0-3 0,-4 3 10 0,10 1 1 15,-8-1-3-15,0 4-2 0,8-1 5 0,-6 1-2 16,-7 4-2-16,13-2-6 0,-11 5 0 0,3-5 0 16,3 8 0-16,-7 1 0 0,4-2 1 0,0 9 1 0,-9-13 4 15,4 10 0-15,-5 5-3 0,-2-4-1 0,0-1 0 16,-6 6-2-16,-2-1-1 0,-5 8 1 0,-8-2 5 15,4-8 0-15,-7 6 3 0,-2-4-1 0,0 3 4 16,-4 1-2-16,1-2 5 0,5-4 8 0,-3 3 4 16,13-8-3-16,-4 4 16 0,6-1-3 0,-2-4-3 15,11-5-7-15,-6 6 7 0,9-9 0 0,0-2 0 0,0 0-15 16,0 0 7-16,0 0 0 0,0 0-11 0,0 0-15 16,0-2 0-16,14-3-2 0,-2 2-1 0,8-7-2 15,-1 10 3-15,6-6-2 0,-3 1 6 0,-13 5-2 16,16 0 3-16,-1 3 1 0,-14-1 5 0,22 6 3 15,-18-3-2-15,4 1 3 0,0 1 4 0,-7-1 10 16,13 4-10-16,-14-4-3 0,4 5 13 0,1-6 12 16,-12-3 7-16,17 6 55 0,-6-5 13 0,-4-3 19 15,4-3-30-15,-2-3 17 0,3 2 21 0,2-5-52 16,5-4-40-16,-8 0-33 0,1 3-29 0,5-3-125 0,1-1-50 16,-9 6-30-16,-1 2-223 0,8-7-254 0,-5 4-597 15,4-8 519-15,-1 4-281 0,-2-1-1291 0</inkml:trace>
  <inkml:trace contextRef="#ctx0" brushRef="#br0" timeOffset="90313.9">17344 14380 140 0,'0'-11'2404'0,"-5"-2"-1095"0,8 10-250 16,-6-3-254-16,-4-3-18 0,5 5-323 0,-1-9-134 0,3 13-143 15,-3 0 14-15,6 0-89 0,-6 0-57 0,3 0-44 16,3 0 5-16,-3 0-4 0,-3 0 4 0,3 19 3 16,0-3 17-16,3 10 15 0,-3 3-3 0,3 3-8 15,-3 3-1-15,0 7-14 0,0 5-8 0,-6 1-9 16,0-6-8-16,3 14 0 0,-2-3 0 0,-2-5 0 15,2-12 0-15,2 28 0 0,3-21 0 0,0-4 0 16,3-10 0-16,-1 6 0 0,1-1 0 0,-3-10 0 16,7-11 0-16,-7-2 0 0,8 7 0 0,-2-2-13 0,0-13-64 15,3 4-256-15,6-3-290 0,-1-10-466 16,4-10-75-16,-9 3 254 0,6-5-291 0,-3-4-547 0</inkml:trace>
  <inkml:trace contextRef="#ctx0" brushRef="#br0" timeOffset="90585.17">17837 14138 135 0,'0'-7'2603'0,"0"1"-1787"16,0 6-203-16,2 0 173 0,-2 0-299 0,-5 13-162 15,5-10-176-15,-3 21 112 0,3-5 39 0,0 10 108 0,0-8-153 16,-4 13 50-16,4-4-65 0,0 10-43 0,0-3-71 15,0 5-37-15,0 2-27 0,-2-1-31 0,2 17-28 16,0-25-3-16,-3 13 0 0,0-3 0 0,-1 7 0 16,4-23 0-16,4 12 0 0,-1-10 0 0,0 6 0 15,-3-10 0-15,2 4 0 0,2-5 0 0,-4 12 0 16,0-23 0-16,0 9 0 0,0-5-16 0,3-8-94 16,-3-4-214-16,3 9-135 0,-3-16-214 0,0 0-247 0,0 0 49 15,0 0-620-15,0 0 353 0,0 0-932 0</inkml:trace>
  <inkml:trace contextRef="#ctx0" brushRef="#br0" timeOffset="90785.64">17822 14750 1128 0,'-9'0'1692'0,"-6"3"-763"0,7-1 32 15,-16 1-43-15,0-1-352 0,1-2-158 0,-15 4-24 16,2-2-112-16,-6 0 1 0,2 3-24 0,-5 1-32 15,1-3-86-15,3 1-74 0,6 2-51 0,5-3-6 16,4-1 0-16,8 1 0 0,6-3 0 0,0 0-40 16,12 3-171-16,-5-6-458 0,-4 0-164 0,11-2-330 0,13-8 253 15,-3 5-303-15,17-13-1789 0</inkml:trace>
  <inkml:trace contextRef="#ctx0" brushRef="#br0" timeOffset="91351.13">19168 14657 85 0,'15'0'1486'15,"-15"3"-691"-15,12-3-21 0,-10 3 16 0,-2-3-131 16,0 0-316-16,0 0 68 0,0 0-190 0,0-3-22 15,0 6-3-15,0-3 117 0,0-3 21 0,0 6-4 16,0-3-87-16,0-3 130 0,0 6-115 0,-5-9-71 0,2 1-98 16,-15 0-14-16,3 5-52 0,-10-3-16 0,3 3-7 15,-4 3 0-15,-6-3 0 0,5 3 0 16,-2-1 0-16,2-2 0 0,0 2 0 0,1-2 0 0,-1 0 0 16,10 3 0-16,5-3 0 0,1 0-36 0,-8 3-101 15,19-3-149-15,-2 0-136 0,-10 5-199 0,12-2-279 16,0-3 54-16,0 0-473 0,0 0 141 0,-3 0-804 15</inkml:trace>
  <inkml:trace contextRef="#ctx0" brushRef="#br0" timeOffset="91599.46">19212 14863 1531 0,'0'0'711'0,"7"6"-47"0,-2 1 53 0,-5-7-115 0,0 0-119 15,0 0-266-15,0 0 89 0,0 0 6 0,0 0 200 16,0 0-205-16,0 0 93 0,0 0-26 0,0 0 41 16,-12-2-196-16,1 2 17 0,-10 0-136 0,1-2-29 15,-1 2-58-15,-2 2-12 0,-4-2-1 0,-6 0 0 16,6 0 0-16,-2-2 0 0,0-3 0 0,9 1 0 16,5 4-26-16,6-2-117 0,-6-3-96 0,15 5-253 0,0 0-227 15,-3-16-317-15,6 10-170 0,4 2 39 0,13-12-206 16</inkml:trace>
  <inkml:trace contextRef="#ctx0" brushRef="#br0" timeOffset="92647.66">19714 14538 485 0,'0'0'2004'0,"-10"11"-1041"16,10-9-193-16,0-2 37 0,0-2-295 0,0 4-277 16,0-2-125-16,0-2-12 0,0 4-32 0,0-2 11 15,0 0 18-15,0 0 140 0,0 0-35 0,0 0 5 16,12 3-63-16,-9 0 79 0,9 0-64 0,-5-1-53 0,7-2-52 15,-3 2 34-15,-2-2-24 0,6 0 2 0,0-2 8 16,-6 0-26-16,23-7-5 0,-11 2-11 0,2-1-4 16,1 3-8-16,11-8-4 0,-11-1-14 0,5 1-3 15,-8 2 0-15,11-8-2 0,-5-5-4 0,-4 1-2 16,-2 4 4-16,3-7 10 0,2-9 4 0,-5 9-1 16,-6 8 0-16,2-9 2 0,4-2 4 0,-6-1-9 15,-7 12-8-15,4-8 0 0,-3 2-1 0,-1-5 0 16,-4 14 3-16,-1-2 0 0,0 7 3 0,-1-3 4 0,-2 2 4 15,0 11-1-15,0-11 2 0,0 9 0 0,0 2-1 16,0 0-4-16,0 0-3 0,0 0-8 0,0 0 0 16,0 16 8-16,-5-8 3 0,-2 12-1 0,5 7-6 15,-1-12 0-15,0 12 12 0,1 3-3 0,-2-1-8 16,4-1 0-16,-3 5 2 0,3 0 10 0,-3 2 0 16,-2-4-8-16,1 7-2 0,1-1-3 0,-2-2-5 0,-2 9-7 15,2-20 3-15,-4 11-4 0,-3 0-5 0,4 4-4 16,-4-10 6-16,0 2-16 0,0-4-44 0,6 3-204 15,0-12 25-15,3-3-124 0,3-6-107 0,0 6-190 16,3-6 71-16,6-2-535 0,-4 4 218 0,7-19 98 16,-8 8 184-16,16-10-849 0</inkml:trace>
  <inkml:trace contextRef="#ctx0" brushRef="#br0" timeOffset="93065.55">20803 14377 105 0,'0'-17'1399'0,"0"10"-384"0,-2-6-266 0,-8 2 215 16,10 11-489-16,-5-5-232 0,-7 2-94 0,-8 0 0 16,11 1-26-16,-6 2 22 0,-12 0 12 0,7 2 24 15,-1 1 20-15,12 0-4 0,-9 2-6 0,-2 6-46 16,2 0-21-16,0 13 25 0,4-4-38 0,2 4 14 15,1 3 3-15,-1-1-25 0,0 3 8 0,3 1-18 0,1-1-1 16,1-3-29-16,4 0-20 0,1 1-11 0,7 4-5 16,-5-12-23-16,9 3 1 0,-1-2-2 0,4-4-1 15,3 1 1-15,6-4 1 0,-3-4 0 0,6 0-3 16,-4-7 0-16,1 1-2 0,-1-3 0 0,7 0-2 16,-13-3 0-16,13-2-1 0,2-3 1 0,10-5 3 15,-19 6 1-15,12-10-1 0,2 1 3 0,0-4 6 0,-16 1 1 16,6-5 5-16,-3-3 8 0,2-10 15 0,-9 11-2 15,-7 8-9-15,1-9 7 0,-1-2-5 0,-2-5 2 16,-10 12-24-16,-2-7-4 0,-1-2-5 0,-9 1-6 16,5 10 2-16,-10-4-2 0,-4 4-15 0,8 13-38 15,4-1-2-15,-6 5-97 0,1 3-176 0,4 0-201 16,1 3 59-16,2 3-367 0,3-1-190 0,-12 3-65 16,16-1 118-16,-2-1-973 0</inkml:trace>
  <inkml:trace contextRef="#ctx0" brushRef="#br0" timeOffset="94102.77">21796 14390 1203 0,'0'0'1788'16,"0"0"-835"-16,0 0 15 0,0 0-83 0,0-6-322 0,-3-7-221 15,-2 0-86-15,-2 6-8 0,-1-4 6 0,-1-5 12 16,6 8-104-16,-2-3-18 0,1-2-62 0,1 6-28 16,3-4-31-16,0-6-23 0,0 12 0 0,3-8 0 15,4-2 0-15,-5 6 0 0,8-6 0 0,0-1 0 16,-3 10 0-16,8-7 0 0,2 6 0 0,-5 4 0 16,15 0 0-16,-22 0 0 0,19 6 0 0,-12-3 0 0,5 0 0 15,-2 6 0-15,-3 1 0 0,0 1 0 0,5 3 0 16,-5-4 0-16,-4-1 0 0,11 7 0 0,-11 1 0 15,-4-10 0-15,7 25 0 0,-5-1 0 0,-6 3 0 16,3-13 0-16,-6 8 0 0,-3 2 0 0,3-5 0 16,0-4 0-16,-6-1 0 0,4 4 0 0,-5 6 0 15,5-12 0-15,-4 10 0 0,3-2 0 0,-8 0 0 16,7-4 0-16,4-16 0 0,-6 10 0 0,6-10 0 0,-5 5 0 16,4-7 0-16,4 1 0 0,0-6 0 0,0 6 0 15,0-3 0-15,0 0 0 0,0 0 0 0,0 0 0 16,4-10 0-16,-1-1 0 0,9-18 0 0,-7 10 0 15,2 1 0-15,8-3 0 0,5-11-2 0,-3 8-9 16,-2 8-1-16,3-13-13 0,2-5-14 0,-2 13-1 0,0-1-1 16,-7 4 12-16,10-6-13 0,-3 8 9 0,-4 3 4 15,-2 7 12-15,-2-7-2 0,-5 13 1 16,1-5-1-16,6 3 10 0,-12 2 3 0,6 0 4 0,2 2 0 16,-1 9 3-16,1 5 32 0,-1-6 3 0,-2 14 5 15,-2-8-6-15,1 13 26 0,-4-8-13 0,0 3-7 16,0-6-23-16,-7 11 9 0,7-5-10 0,-3-5-5 0,1-5-6 15,-1 1 4-15,-1-2-5 0,1 3-1 16,1-8-4-16,-1 0 0 0,3-6 0 0,0 12 0 0,0-14 0 16,0 0 0-16,0 0 0 0,0-3 0 0,0 6 0 15,-3-11 0-15,3 0 0 0,6-13 0 0,3 0 0 16,-4-1 0-16,1-1 0 0,3-1-9 0,6-6-22 16,-6 4-11-16,3-1-14 0,-1-1 0 0,1-4-4 15,2 2-14-15,-2 2 1 0,0 1 13 0,0 6 18 16,3-6-5-16,-10 20 18 0,7-4-3 0,-6 3 16 0,3 5 11 15,-2-1 6-15,-7 4 8 0,0 0 29 0,8 7 50 16,-6-1-18-16,-2 14 24 0,4-1-2 0,-4 13 20 16,-4-11-55-16,4 10-7 0,-5 7-30 0,0 1-19 15,1-15-1-15,-2 11 0 0,0-4 0 0,3 4 0 16,3-17 0-16,-3 6 0 0,3-2 0 0,0 4 0 16,3-15 0-16,-3 0 0 0,0 2 0 0,7 0-7 0,-5-6-42 15,1-4-86-15,0-3-302 0,11 6-328 0,1-12-166 16,-8 1 55-16,19-11-330 0,-11 1 42 0,5-5-88 15</inkml:trace>
  <inkml:trace contextRef="#ctx0" brushRef="#br0" timeOffset="94429.89">22860 13662 2083 0,'6'-18'858'16,"-4"5"-262"-16,2-5 265 0,-1 3 62 0,2 2-531 0,-5-2-45 16,3 15-99-16,1-8 80 0,-1 2 43 0,-3 6-167 15,0 0-84-15,0 0-31 0,0 0-31 16,0 0-41-16,0 0-12 0,-3 16-8 0,3 3-2 0,-7 8-2 16,7-3 12-16,-5 9-2 0,-2 2 2 0,2 20 11 15,0-20 2-15,-5 11 6 0,1-2-2 0,4 9-11 16,-2 2 0-16,4 4-1 0,3-4-6 0,0 9-3 15,0-16 2-15,0 9-7 0,3-6-4 0,-3-3-11 0,4 9-37 16,-4-24-3-16,3 4-27 0,2-6-2 0,-1 4-19 16,-1-9-28-16,-1-4-93 0,1-13-75 0,-3 11-61 15,3-16-10-15,-3 7-466 0,0-11-75 0,4-5-29 16,-2-1 292-16,4-18-182 0,0 2-681 0</inkml:trace>
  <inkml:trace contextRef="#ctx0" brushRef="#br0" timeOffset="94715.15">23207 13525 109 0,'12'-13'1451'0,"-9"7"-410"0,6 1-306 0,-9 5 175 16,6-6-417-16,3 4-366 0,-12-1-43 0,6 6-27 15,0 8-4-15,1-9-14 0,-4 15 15 0,0-4 4 0,0 23 112 16,2-12-2-16,-2 11 68 0,-2 2-17 0,2 16 57 15,-4-14-113-15,4 14 49 0,-3 0-87 0,-2 0-81 16,1 0-19-16,-2 5-2 0,4-2 3 0,-8-4 11 16,5-6-6-16,-4 12 6 0,1-13-6 0,1-5-2 0,4-9-8 15,-9 19-6-15,10-12-23 0,-1-6-4 16,-1-6-2-16,1 1-35 0,1 4-102 0,-1-23-88 0,3 16-114 16,0-21-2-16,-3 10-280 0,3-13-460 0,0 0 139 15,0 0 277-15,0 0-134 0,-6-13-32 0</inkml:trace>
  <inkml:trace contextRef="#ctx0" brushRef="#br0" timeOffset="94883.69">23311 14314 1594 0,'0'0'1050'16,"-4"-9"-431"-16,2-2 224 0,-13 4-37 0,-5-1-190 16,5 3-434-16,-9 3-23 0,0-2 57 0,-17-3 114 15,18 3-130-15,-15 2 84 0,-1-3 4 0,-17-1 23 16,24 6-152-16,-12-2-33 0,0 2-59 0,-3 2-95 15,14 4-157-15,6-4-176 0,4 3-329 0,2-5-283 0,6 4-477 16,7-4 590-16,-6-4-312 0,10 4-844 0</inkml:trace>
  <inkml:trace contextRef="#ctx0" brushRef="#br0" timeOffset="95323.5">22566 15113 59 0,'0'0'793'0,"0"2"-103"0,0-2-140 0,0-2 32 15,-3 2-83-15,-9 0-5 0,-9 0-196 0,-2-4 0 16,8 4-90-16,-14-2 207 0,5-3-24 0,-5 3 37 15,2-2-92-15,-20 2 142 0,-1-1-36 0,-8-2-84 16,15 2-137-16,-41 3 47 0,12 0-115 0,-1 0-48 16,6 0-41-16,-3 0-26 0,4 6-16 0,10-4-21 0,1 3-1 15,18-5 0-15,5 4 0 0,19-2-1 0,-13 3-31 16,24-5-167-16,-9 2-141 0,6 2-27 0,12 1-165 16,-1-1-27-16,26 0-693 0,-2-2 102 0,2-2 192 15,-3 0 228-15</inkml:trace>
  <inkml:trace contextRef="#ctx0" brushRef="#br0" timeOffset="95525.96">22356 15388 469 0,'10'8'1920'0,"-2"5"-1084"16,-2-10-165-16,-6-3 88 0,3 7-255 0,0-1-66 16,-3-6-174-16,0 0 141 0,-6 13 37 0,-3-8-5 15,-3-3 15-15,-3 4-246 0,1-1-14 0,-28-1-62 16,8-4-74-16,7 0-46 0,-9-4-10 0,-14-1 0 0,0 3 0 15,15-2 0-15,-4-1 0 0,-17-3 0 0,12 1 0 16,15-2 0-16,-7 2-32 0,4-6-217 0,5 2-496 16,13 3 68-16,6 3-471 0,-7-8-66 0,8 0-388 15,7 9-376-15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3:06:39.6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30415 878 412 0,'-3'-14'1915'0,"3"9"-1131"16,-6-8 239-16,6 8-452 0,0 8 8 0,-8-14-247 15,8 8 31-15,0 3-125 0,0 0 139 0,0 0-26 16,0 0-30-16,0 0-49 0,-10 11-85 0,7-11-67 16,3 0-45-16,0 0-42 0,0 0-9 0,0 0-6 0,0 0 1 15,0 0-4-15,6 13 5 0,-4-10 9 0,3 15 0 16,-5-10-2-16,2 3-9 0,1 18 9 0,0 0-16 16,-3-8-10-16,2 1-1 0,-2 4 0 0,4 5 0 15,-4-7 0-15,3-2 0 0,2 12 0 0,-2-2 0 16,-3 2 0-16,7 0 0 0,-7-7 0 0,2 15 0 15,-2-7 0-15,0-4 0 0,0-10 0 0,0 17 0 16,-2-12 0-16,2-4 0 0,-3-7 0 0,-1 9 0 0,-1 3 0 16,5-17 0-16,-6 4 0 0,2-5 0 0,-1 8 0 15,0-10 0-15,0-1 0 0,-12-6 0 0,-3 3 0 16,-1-6 0-16,6 3 0 0,-8-3 0 0,-1-2 0 16,3-8 0-16,-2-1 0 0,11 6 0 0,-5-8 0 15,2-4 0-15,1 1 0 0,7 6 0 0,4 2 0 0,-6-10 0 16,6 8 0-16,3 2 0 0,-2-4 0 0,4 4 0 15,-2 3 0-15,3 8 0 0,1-14 0 0,-4 14 0 16,5 0 0-16,7-2 0 0,-12 2 0 0,15 11 0 16,-10-2 0-16,2 0 0 0,-4 10 0 0,2-3 0 15,-2 4 0-15,-3-14 0 0,0 18 0 0,-3-8 0 16,0 2 0-16,-6 12 0 0,1-15 0 0,-7 9 0 16,-2 3 0-16,-2-3 0 0,2-9 0 0,-10 6 0 0,1-8 0 15,-12 4 0-15,14-8 0 0,-8 2 0 16,2-3 0-16,-5 3 0 0,18-6 0 0,-10-5-41 0,6 0-219 15,1-7-443-15,5 1-34 0,-9-5-755 0,4 0 279 16,-1 2-82-16,6 0-626 0</inkml:trace>
  <inkml:trace contextRef="#ctx0" brushRef="#br0" timeOffset="218.41">29140 1849 3070 0,'-16'11'1570'0,"10"-9"-356"16,1 6-1-16,-2-2-250 0,7-6-812 0,0 0-141 0,0 0-10 16,0 0 0-16,10 2 0 0,-2-2 0 0,8-2 0 15,-2-1 0-15,12 0 0 0,-2 0 0 0,5 3 0 16,-2-2 0-16,-6 2 0 0,4 0 0 0,-1 0 0 16,0-3 0-16,-9 1 0 0,8-2-2 0,-14 2-43 15,8 0-122-15,-5-4-99 0,0 1-301 0,3 0-486 16,-15 5-89-16,9-17-65 0,-9 17 338 0,0-9-913 15</inkml:trace>
  <inkml:trace contextRef="#ctx0" brushRef="#br0" timeOffset="797.85">29240 1333 720 0,'0'-2'2523'0,"-7"-17"-989"15,2 3-395-15,2 16 92 0,-4-13-863 0,7 10-117 16,-8-5-113-16,2 3-9 0,6 5-65 0,-10-8 9 0,8 8-53 15,-1 0-19-15,3 0-1 0,3 0 0 0,-6 0 0 16,6 2 0-16,3 9 0 0,-6-3 0 0,3 6 0 16,-3-5 0-16,-3 6 0 0,-1 11 0 0,-4-3 0 15,-4-6-1-15,3 3-12 0,4-3-1 0,-13 6-31 16,4-7-6-16,-1 0-18 0,0-3 12 0,-6 5-34 16,1-5 32-16,-4-4 10 0,9-4 27 0,-12 1 3 15,3-6 45-15,2-3 16 0,0 0-3 0,-12-5 52 0,12 2-19 16,0-1-2-16,3-1-19 0,-6-5 0 0,1-3-15 15,9 0-24-15,3 0-12 0,0-5 0 0,3 2 0 16,6 3 0-16,3 3 0 0,0 0 0 0,3-5 0 0,1 10 0 16,-2-6 0-16,4 6 0 0,-6 8 0 15,0 0 0-15,0 0 0 0,0 0 0 0,0 0 0 0,0 0 0 16,0 0 0-16,-3 8 0 0,0 1 0 0,-14 14 0 16,2-7 0-16,1-2 0 0,-8 6 0 0,-7 2 0 15,12-7 0-15,-1-4 0 0,-12 0 0 0,0 4 0 16,4-4 0-16,0-4 0 0,-7 2 0 0,-8-1 0 0,11-3 0 15,1-3 0-15,6-4 0 0,-18-3 0 16,17-1 0-16,-3-5 0 0,10 7 0 0,-19-7 0 16,13 0 0-16,4-9 0 0,5 4 0 0,-1-14 0 0,3-4 0 15,7-3 0-15,2 5 0 0,0-10 0 0,-1-3 0 16,4 2 0-16,0 1 0 0,4-3 0 0,-4-8 0 16,3 13 0-16,0 3 0 0,-3-5 0 0,5 0 0 15,-1 2 0-15,1 6 0 0,-2 13 0 0,1-16 0 16,1 5 0-16,-2 14 0 0,-3 4 0 0,3 4 0 15,-3-10 0-15,-3 7 0 0,3 13 0 0,0 0 0 16,-3-13 0-16,1 11 0 0,2 2 0 0,-3 6 0 0,-9 1 0 16,8 8 0-16,1-6 0 0,1 2-64 0,-1 7-260 15,3-2-283-15,0-16 85 0,3 14-713 0,-1-5 44 16,10 4 1-16,0-2 83 0,0-5-739 0</inkml:trace>
  <inkml:trace contextRef="#ctx0" brushRef="#br0" timeOffset="966.4">28745 931 2236 0,'-10'10'3136'0,"8"-7"-2087"0,2-3 149 0,-12 10-741 16,12-6-465-16,0-4-5 0,-12 9-2 15,12-9-24-15,0 0-164 0,-3 0-58 0,-9 6-356 0,15-6-256 16,-6 0-595-16,-6-6 589 0,6 6-675 0</inkml:trace>
  <inkml:trace contextRef="#ctx0" brushRef="#br0" timeOffset="1169.85">27683 1510 238 0,'-17'16'3147'0,"-1"8"-1207"0,1-8-761 16,10-5 43-16,-8-4-1031 0,10-1-269 16,-2-1-96-16,7-5-37 0,0 0 12 0,0 0-111 0,0 0-205 15,0 0-29-15,0 0 44 0,4-11-327 0,-1 4-122 16,2-6 38-16,-2-1 265 0,4-18-456 0</inkml:trace>
  <inkml:trace contextRef="#ctx0" brushRef="#br0" timeOffset="1292.53">27583 1384 683 0,'-12'-11'2846'0,"6"8"-1936"0,-3 0 607 15,4-4-351-15,-5 1-364 0,10 6-599 0,-14-10-141 16,14 10-60-16,0 0-2 0,-3-4 0 0,-5 2 0 0,8 0 0 16,0 4 0-16,0-2 0 0,0-2-2 0,0 4-67 15,0-4-404-15,-12 2-15 0,8 0-358 0,4 0-299 16,0 0-68-16,0 0 155 0,0 0-828 0</inkml:trace>
  <inkml:trace contextRef="#ctx0" brushRef="#br0" timeOffset="3064.79">12925 958 444 0,'0'0'1851'16,"15"0"-835"-16,-13 0-362 0,-2 0 440 0,0 0-515 15,0 0-228-15,0 0-86 0,0 0 50 0,0 0-34 16,0 0-9-16,0 0-88 0,0 0 67 0,0 0-77 16,0 0 10-16,-5 2-87 0,-10 5 8 0,-11-7-62 15,-1 0-16-15,7 0-23 0,-9 0-4 0,-2 0 0 0,-1 0 0 16,0-2 0-16,8 2 0 0,-3-3 0 15,-14-1 0-15,11 0 0 0,-2 2 0 0,-2-3 0 16,-2 2 0-16,9-3 0 0,7 4 0 0,-1 0 0 0,6 2 0 16,0 0 0-16,1 0 0 0,14 0 0 0,-15-3 0 15,15 3 0-15,0 0 0 0,0 0 0 0,0 0 0 16,0 0 0-16,0 0 0 0,0 0 0 0,0 0 0 0,0 0 0 16,0 0 0-16,0 0 0 0,0 0 0 0,0 5 0 15,0 6 0-15,0 0 0 0,3 2 0 0,-3-2 0 16,2 4 0-16,2 9 0 0,-1 3 0 0,-3-7 0 15,0 12 0-15,0-5 0 0,-3 12 0 0,3 3 0 16,0-4 0-16,-4 4 0 0,-1 6 0 0,0 2 0 16,-2 0 0-16,-1 10 0 0,4-22 0 0,-1 14 0 15,-5-4 0-15,10 3 0 0,-2-7 0 0,4-1 0 16,-2-3 0-16,4-9 0 0,2 2 0 0,-4-2 0 0,5-5 0 16,-2-2 0-16,-2-5 0 0,6-1 0 15,-3-2 0-15,3-3 0 0,-4-2 0 0,17 11 0 0,-5-9 0 16,-2-2 0-16,-1-4 0 0,10-1 0 0,3-1 0 15,0-3 0-15,-7 0 0 0,18-4 0 0,0 0 0 16,3-3 0-16,7-4 0 0,-16 5 0 0,10-7 0 16,4-2 0-16,-4 4 0 0,-1-4 0 0,-2 0 0 0,-5 4 0 15,0 0 0-15,-14 3-1 0,6-5-120 0,-11 9-217 16,0-6-314-16,-13 8-61 0,1-3-464 16,9-2-339-16,-12 5-76 0,0 0-344 0</inkml:trace>
  <inkml:trace contextRef="#ctx0" brushRef="#br0" timeOffset="3535.4">12998 1669 515 0,'12'-6'1831'0,"0"-1"-526"15,-6 5-273-15,6-7 10 0,-12 9-436 0,12-13-65 0,-12 13-167 16,5-13-120-16,-1 10-86 0,-4 3 14 0,-4-10-5 16,8 7-93-16,-4 3-53 0,0 0-3 0,-19-6-8 15,11 4-19-15,-1 2-1 0,-8 0 0 0,5 0 0 16,-30 2 0-16,22 4 0 0,-13 1 0 0,1 2 0 15,-3 2 0-15,-3 4 0 0,11-6 0 0,-5-2 0 16,-7-1 0-16,15-1 0 0,7-5 0 0,2 2 0 16,0 0 0-16,6-2 0 0,6 0-21 0,-9 0-277 15,12 0-383-15,0-15-323 0,10 2-201 0,4-9-8 0,11 2-400 16</inkml:trace>
  <inkml:trace contextRef="#ctx0" brushRef="#br0" timeOffset="4699.29">13615 2080 1566 0,'0'0'1320'16,"0"0"-435"-16,-10-11-198 0,8 7 145 0,2 4-245 15,-6-15-58-15,6 15-93 0,0 0-158 0,0-14 51 16,3 12-44-16,0-11-54 0,-3 8-144 0,9-6-4 0,-4 3-40 16,5-3-30-16,4 1-13 0,-6 0 0 0,2 1 0 15,4-12 0-15,-4 16 0 0,-2 0 0 0,1-8 0 16,0 9 0-16,-3-1 0 0,8 1 0 0,-14 4 0 15,15-6 0-15,-12 6 0 0,6 2 0 0,-4-2 0 16,7 4 0-16,-5 0 0 0,4 1 0 0,3 4 0 16,-2-1 0-16,-2-3 0 0,7 6 0 0,-5-1 0 15,-7 1 0-15,10 7 0 0,-11-13 0 0,1 12 0 16,-2 6 0-16,-3-13 0 0,4 1 0 0,-4 0 0 0,0 5 0 16,-4-3 0-16,-1 0 0 0,2-5 0 0,-6 6 0 15,-6 1 0-15,12-10 0 0,-9 6 0 0,0-5 0 16,3 1 0-16,4-1 0 0,5-6 0 0,-15 2 0 15,15 1 0-15,0-3 0 0,0 0 0 0,-5-5 0 16,-2-1 0-16,7-1 0 0,0-2 0 0,0-4 0 16,3 2 0-16,6-9 0 0,0-4 0 0,2 5 0 0,1-2 0 15,3 0 0-15,-1 3 0 0,10-4 0 0,-6 7 0 16,6-2 0-16,-4 4 0 0,1 3 0 0,3-3 0 16,-4 0 0-16,-5 4 0 0,6-4 0 0,-10 11 0 15,8-9 0-15,-14 8 0 0,10 1 0 0,-15 2 0 16,14 0 0-16,-14 2 0 0,0-2 0 0,7 11 0 15,-7-1 0-15,-4 1 0 0,1 8 0 0,1 7 0 0,-4-8 0 16,0 4 0-16,3-2 0 0,0 2 0 0,-3 2 0 16,3-11 0-16,3 0 0 0,-5 14 0 0,5-9 0 15,0-2 0-15,2-11 0 0,1 13 0 0,-3-9 0 16,3-1 0-16,-1-6 0 0,10 9 0 0,0-8-1 16,0-1-79-16,-6 0-370 0,6-2-42 0,-6 0-482 15,5-4-230-15,10-5-161 0,-15 4-98 0</inkml:trace>
  <inkml:trace contextRef="#ctx0" brushRef="#br0" timeOffset="7909.71">14168 1873 388 0,'0'0'533'0,"0"-3"-113"15,0 6 60-15,0-3 37 0,0 0-153 0,0 0 174 16,0 0-125-16,0-3-18 0,0 3-125 0,0 3 156 0,0-6-79 16,0 6 2-16,0-3-130 0,0 0 60 0,0 0 74 15,0 0-93-15,0-3-21 0,0 3-83 0,0 3 73 16,0-6-68-16,0 6-43 0,0-3-46 0,0 0 27 15,3-3-8-15,9 3-42 0,-12 0-20 0,-3 0 7 16,9-8 11-16,-2 2-21 0,-4 6-19 0,5-10-4 16,-2 10 1-16,9-16-1 0,-10 14-2 0,10-3-2 15,-2-1 4-15,2 1 5 0,-4 3-3 0,4-2 0 0,-3 2 0 16,6-1-1-16,-3-2-5 0,-4 2 0 0,6 0-2 16,4 1 3-16,-4 2-1 0,-4 0 2 0,2 2 1 15,-3 1-1-15,6 0 3 0,-5 2 4 0,-3-5-1 16,-2 3 1-16,5-1-3 0,-8 2-5 0,13 5-2 15,-12 0-7-15,1-1-2 0,-2 5 2 0,1 0-8 0,-3-5 6 16,3 5 4-16,-3-5 3 0,2 1 4 0,2 4-1 16,-4-13 1-16,3 13 0 0,-3-3 1 0,3-2 4 15,-3-3 14-15,0 9 6 0,0-14 1 0,0 13 22 16,0-13-7-16,0 0-1 0,0 14-13 0,0-12 1 16,0-2-14-16,0 2-9 0,0 9-2 0,0-11-3 15,0 0 0-15,0 0 0 0,0 0 0 0,0 0 0 16,0 0 0-16,2 11 0 0,-2-9 0 0,0-2 0 0,0 0 0 15,0 0 0-15,0 0 0 0,-2 8 0 16,-4-2 0-16,9-6 0 0,-3 0 0 0,-3 0 0 0,6 0 0 16,-10 4 0-16,7 5 0 0,0-9 0 0,0 0 0 15,0 0 0-15,0 0 0 0,0 0 0 0,0 0 0 16,0 0 0-16,0 7 0 0,0-3 0 0,4-4 0 16,-4 0 0-16,-4 13 0 0,4-11 0 0,0 9 0 0,-2-6 0 15,-1 8 0-15,3-13 0 0,0 13 0 0,0-7 0 16,-3 1 0-16,3 2 0 0,0-9 0 0,0 0 0 15,-2 0 0-15,4 0 0 0,-2 0 0 0,-2 0 0 16,4 0 0-16,-2 0 0 0,0 0-6 0,0 0-86 16,0 0-203-16,-2 0-212 0,2 0-30 0,0-3-479 15,-10-5-493-15,10 3 318 0,0-8 7 0</inkml:trace>
  <inkml:trace contextRef="#ctx0" brushRef="#br0" timeOffset="8312.64">15309 1637 226 0,'0'0'1135'0,"0"0"-555"0,2 0-125 0,10 8 197 16,-14-10 30-16,4 4-49 0,-2-2-239 0,-2-2 108 16,4 4 1-16,-2-2-18 0,-2-2-46 0,-1 4-17 15,-13-2-74-15,1-2-114 0,-2-1-75 0,5 3-18 16,-15-6-26-16,7 6-42 0,0 0-61 0,-13 3-11 0,4 0-1 15,2 0 0-15,7-1 0 0,-9 3 0 0,-1-1 0 16,9-2 0-16,13-2 0 0,-4 2 0 0,0 1 0 16,9-1 0-16,3-2-23 0,0 0-82 0,0 0-172 15,0 0-174-15,0-2-185 0,0 2-5 0,3 2-483 16,9 4-66-16,5-8-107 0,-7 2 321 0</inkml:trace>
  <inkml:trace contextRef="#ctx0" brushRef="#br0" timeOffset="8497.14">15406 1907 82 0,'3'11'1085'0,"-3"-7"-113"15,5 7-267-15,-1-5 67 0,-4-6-212 0,0 0-31 0,0 0 125 16,0 0-102-16,0 0-138 0,0 0 82 0,-21 7 20 16,4-7-194-16,7 0-126 0,-13 0-19 0,-3 3-69 15,-13-3-58-15,10 0-49 0,5 3-1 0,-8-3 0 16,-7 0 0-16,12 0 0 0,13 0 0 0,-4 0-31 15,6 0-179-15,-5 0-335 0,8 0 22 0,9 0-496 16,-11-8-194-16,11 3 1 0,3-3-88 0</inkml:trace>
  <inkml:trace contextRef="#ctx0" brushRef="#br0" timeOffset="9060.62">16449 1410 709 0,'-12'7'1161'0,"3"-3"-417"0,4-2-157 0,5 1 207 16,0-3 9-16,0 0-401 0,-7 4-207 0,2 0-3 0,7-2-34 15,-4-4 32-15,2 2-34 0,2 2 107 0,5 1 46 16,1-1 7-16,9 4 77 0,-7-6-163 0,-1 0 32 15,8 0-77-15,-5-6-92 0,11-7-56 0,-2 2-25 16,-1-4-12-16,7-9 0 0,-8 6 0 0,13-11 0 16,-10 7 0-16,9-7 0 0,-16 13 0 0,10-20 0 15,-3 9 0-15,-2-8 0 0,-6 16 0 0,5-10 0 16,-4-2 0-16,-1 5 0 0,-2 7 0 0,-4 3 0 0,-5 5 0 16,6-9 0-16,-6 7 0 0,0 9 0 0,3-7 0 15,-3 11 0-15,-3 0 0 0,0 0 0 0,0 0 0 16,0 11 0-16,-3-3 0 0,3 1 0 0,-9 17 0 15,6 5 0-15,-2 1 0 0,-2-8 0 0,2 13 0 16,-10 13 0-16,9-10 0 0,0-8 0 0,-6 8 0 16,0 13 0-16,4-14 0 0,-1-10 0 0,0 11-1 0,1-6-25 15,-2 1-120-15,5-8-115 0,2-5-182 0,-3 2-177 16,6-2-283-16,0 0-224 0,2-4-44 0,2-10 114 16,4 10-452-16</inkml:trace>
  <inkml:trace contextRef="#ctx0" brushRef="#br0" timeOffset="9283.04">17035 1873 1006 0,'-3'10'1639'16,"3"-7"-594"-16,0-6-38 0,0 6-283 0,-12 5-119 16,-2-6-21-16,4 2-247 0,0-4-109 0,-9 0 20 15,-16 4-34-15,-1-1-40 0,16-3-75 0,-18 0 12 16,-1 2-28-16,-13 2-21 0,22-2-42 0,-20 1-15 0,6 1-5 15,-10 0 0-15,20-2 0 0,-5 3 0 0,0 1 0 16,10-6 0-16,0 3 0 0,14-3 0 0,6 0 0 16,-9 0-54-16,10-6-264 0,4 6-173 0,2-10-471 15,-1 2-251-15,15-8-1 0,3 8-201 0</inkml:trace>
  <inkml:trace contextRef="#ctx0" brushRef="#br0" timeOffset="9846.53">16762 2302 313 0,'-12'10'1363'0,"-10"-7"-632"15,5 2 245-15,-6 1-171 0,16-6-233 0,-22 2 105 16,2 0-189-16,-2-2 35 0,12-2-210 0,-7 2 107 15,4-6-73-15,-4-4-67 0,14 10-167 0,-4-16 16 16,8 8-31-16,-6-5-59 0,7-4-35 0,5 8-4 16,3-8 0-16,-1 1 0 0,5 9 0 0,8-6 0 0,-1-4-9 15,6 4-6-15,-8 6-3 0,12-6-36 0,-4 7-6 16,2 1-3-16,-2 2-7 0,-15 3 14 0,31 3-28 16,-19-1-3-16,-5 1 10 0,6 3 26 0,-1 3-30 15,-7-3 32-15,4 7 1 0,-7-2 17 0,-2 0 24 16,-5 15 20-16,-2-5 0 0,-8-2-9 0,-2 5-8 15,-8 10 25-15,-4-6 6 0,9-6-15 0,-14 10 4 16,-12 0 6-16,-3 2 14 0,17-7-2 0,-17 4 28 0,-7 4 20 16,-10 7 42-16,14-10-23 0,18-9-29 0,-7 3 20 15,1 4-12-15,14-9-38 0,9-8-31 0,9-7-11 16,-9 10 0-16,12-14 0 0,0-2 0 0,0 0 0 16,0 0-18-16,0-2-50 0,15-1-54 0,6-8-152 15,-3-2-20-15,8 0-61 0,-6 5 50 0,16-13-212 16,-6 8 153-16,-4 0 89 0,-6 2 134 0,10-2-14 0,-1 2 62 15,-5 3 85-15,-7 5 31 0,7 3 68 16,-2 3 48-16,-12 0 115 0,12 4 4 0,-14-4-52 0,1 3 101 16,15 9 117-16,-12-4-97 0,-9-6-111 0,17 14 22 15,-2-6-52-15,2 1 5 0,-10-10-116 0,4 5-29 16,13 2-38-16,-4-7-8 0,-8-1 0 0,-6-1 0 16,23-2 0-16,-11-5 0 0,-3 1 0 0,6-7-8 0,-4-2-132 15,0-7-378-15,-2 5-265 0,0-9-399 0,-9-3-31 16,-1 7-1-16,1-4-732 0</inkml:trace>
  <inkml:trace contextRef="#ctx0" brushRef="#br0" timeOffset="11244.81">17895 1224 1395 0,'0'-20'960'0,"3"-2"-52"0,1 17-330 0,-1-27 233 16,-1 25-433-16,1-20 26 0,-3 19-156 0,0-5 144 15,0-3 24-15,3 3-12 0,-3 13-106 0,4-9 11 16,-4 5 3-16,0 4-137 0,0-4-52 0,0-6-61 16,0 10-44-16,2 0-18 0,-2 0 0 0,-2 0 0 15,4 0 0-15,-4 0 0 0,2 14 0 0,0-14 0 0,-4 18 0 16,1-8 0-16,-2 19 0 0,-2-13 0 0,-5 10 0 16,4 7 0-16,-1-5 0 0,-6-1 0 0,-2 18 0 15,-1 2 0-15,-3-4 0 0,6-3 0 0,-5 10 0 16,-9 14 0-16,8-11 0 0,6-17 0 0,-2 12 0 15,-1 5 0-15,0-10 0 0,10-20 0 0,-2 7 0 16,8-4 0-16,-4 0 0 0,2-12 0 0,4 6 0 0,4-1 0 16,-1-8 0-16,5 9 0 0,1-14 0 0,3 5 0 15,11-4 0-15,1-1 0 0,-7-9 0 0,10 0 0 16,6 3 0-16,2-2 0 0,-8 0 0 0,7-4 0 16,0 1 0-16,0-1 0 0,2 1 0 0,-6 0 0 15,2-1 0-15,-3 1 0 0,-5 3 0 0,15-6 0 16,-14 8-23-16,-3-5-82 0,-8 5-55 0,16-6-500 0,-9 3-65 15,-13 3-277-15,13 0-203 0,-10-4 317 0,-2 0-299 16</inkml:trace>
  <inkml:trace contextRef="#ctx0" brushRef="#br0" timeOffset="11516.06">18815 1865 193 0,'0'0'2558'0,"0"0"-472"15,0 0-873-15,0 0-91 0,0 0-648 0,0 0-124 16,0 0-185-16,0 0-135 0,0 0-30 0,0 0 0 15,0 0 0-15,0 11 0 0,0-9 0 0,2-2 0 16,-4 0-51-16,4 0-261 0,-2-2-140 0,0-9-542 16,7 0-219-16,-2 6-1 0,5-3-1143 0</inkml:trace>
  <inkml:trace contextRef="#ctx0" brushRef="#br0" timeOffset="12242.12">19475 1740 662 0,'-12'8'1109'16,"6"-3"-365"-16,-3 4 35 0,-3-1 264 0,12-8-480 0,0 0 47 16,-12 2-169-16,9 1 63 0,3-3-200 0,0-3 83 15,0 6-72-15,0-3-73 0,0-3-52 0,0 6-63 16,-2 2-41-16,-1 1-39 0,3-6-17 0,0 0-22 15,8-6-8-15,1 1 0 0,1 2 0 0,4-7 0 16,-6 5 0-16,19-8 0 0,-9 4 0 0,6-6 0 16,2-2 0-16,-2-4 0 0,-4 6 0 0,12-7 0 0,10-7 0 15,-9 8 0-15,-4-6 0 0,-2 6 0 0,8-6 0 16,-3 1 0-16,-2-3 0 0,-7 8 0 0,4-6 0 16,2-4 0-16,-12 9 0 0,2 2 0 0,-7 3 0 15,-7 10 0-15,1-6 0 0,-6 13 0 0,9-11 0 16,-6 11 0-16,-3 0 0 0,0 0 0 0,0 0 0 15,-23 7 0-15,2 8 0 0,-3 0 0 0,-3 6 0 0,-2 3 0 16,-3 4 0-16,-7 7 0 0,10-2 0 0,-1 3 0 16,1 4 0-16,-6 10 0 0,14-20 0 0,-2 7 0 15,2 5 0-15,6-3 0 0,1-1 0 0,2-7 0 16,9-5 0-16,6 4 0 0,3-12 0 0,5 6 0 16,1-6 0-16,9-7 0 0,2 2 0 0,4-4 0 15,2-7 0-15,7 0 0 0,-13-2 0 0,25-4 0 16,-14-5 0-16,2 1-82 0,-4-2-236 0,-5-1-87 15,5-15-852-15,-5 2 43 0,-6 0 1 0,-10 6-866 16</inkml:trace>
  <inkml:trace contextRef="#ctx0" brushRef="#br0" timeOffset="12522.37">19884 828 1011 0,'0'0'4297'0,"-2"-13"-3387"0,4 13 607 15,-4-4-1061-15,4 8-456 0,-2-4 0 0,0 0 0 16,0 0 0-16,0 0-5 0,-5 0-59 0,-4 9-181 16,6-5-305-16,-4 6-168 0,5-7-418 0,-4 4 90 15,6-7-148-15,-6 14-418 0</inkml:trace>
  <inkml:trace contextRef="#ctx0" brushRef="#br0" timeOffset="13129.75">20789 851 1273 0,'2'6'965'0,"-2"-9"-35"0,0 3-366 0,0 3 286 15,7 4-461-15,-4-3-87 0,-3-4-164 0,-10 13 69 16,8-6-2-16,-8 1-1 0,-4 6 11 0,6-12-92 0,-4 4 91 15,-10 4-25-15,0-4 44 0,7-4-36 0,-12 6-8 16,3-8 6-16,7 3-60 0,2-6-34 0,1 3 13 16,-8-6-14-16,14 4-33 0,-1 0-33 0,-6-1 11 15,15 3-32-15,-12-13-13 0,12 13 0 0,-2-13 0 16,2 7 0-16,5-5 0 0,4-5 0 0,-2 8 0 16,1-5 0-16,9 6 0 0,-5 1 0 0,10-2 0 0,4 0 0 15,-3 3 0-15,-2-1 0 0,-3 4 0 0,-13-1 0 16,14-1-5-16,-5 4-12 0,-11 0-9 0,14 0-19 15,-14 0-12-15,9 4-4 0,-9-4 12 0,3 9 1 16,-3 4-1-16,-6 3 25 0,-9 2 8 0,0 1 7 16,-8 1 2-16,-1-1 3 0,-2 5-2 0,-1-6-9 15,-14 11-3-15,3-5 14 0,2-2 5 0,-9 7-2 0,-4 3-3 16,11-6 13-16,-6 3 2 0,17-13-4 0,-3 5-12 16,3 3 2-16,16-16 8 0,-7 2 1 0,6-5 0 15,4 4 1-15,2-7-1 0,-4 9-2 0,7-11-5 16,0 0 0-16,15 0 5 0,-8 0-4 0,15-5 1 15,0-1 1-15,15 1-1 0,-13-1 0 0,12 1-3 16,-7 1-8-16,6-2-16 0,-11 3 10 0,8 3-10 16,-11 0 7-16,9 3-3 0,-10-1 10 0,-6 2 14 15,10 3 11-15,-4-1-4 0,2 3 2 0,-8 0 5 0,-6-4 19 16,16 11 39-16,-17-11-1 0,4 6-19 0,3-4 34 16,-4-1-19-16,2 3-8 0,-7-9-31 0,7 4-28 15,-9-4-2-15,9 0 0 0,0 0 0 0,0-2 0 16,3 0 0-16,2-9 0 0,-8 7 0 0,11-1 0 15,-2-5-8-15,-6 2-143 0,-6 5-70 0,9-4-388 0,-15 7-234 16,12-9-461-16,-9 9-61 0,2-5 488 0,10-1-1803 16</inkml:trace>
  <inkml:trace contextRef="#ctx0" brushRef="#br0" timeOffset="74620.59">29674 4921 94 0,'4'16'1590'0,"-4"-11"-1116"0,0 5 60 16,0-10 56-16,3 16-265 0,-3-16-319 0,-3 0 0 15,3 16 39-15,0-16 32 0,-4 13 14 0,4-10 30 16,0 5 36-16,-5 0 47 0,2 3-30 0,1 0 72 0,-5-7-70 15,-5 7 4-15,7-11-62 0,-7 7 14 16,-15-1-34-16,0-3-1 0,7-3-16 0,-6-3 56 16,-1 3 43-16,-2-6 48 0,-3-1 143 0,17 1-115 0,-6-1 68 15,3-4-17-15,4 3 18 0,8-5-173 0,-3 2-1 16,0-10-68-16,6 8-48 0,-2-11-18 0,5 6-8 16,5-1-9-16,2 1 0 0,-2 5 0 0,4 2 0 15,9-2 0-15,2 0 0 0,-2 7 0 0,12 1 0 16,-8 5 0-16,5 0 0 0,-10 2 0 0,7 4 0 15,12 7 0-15,-13-3 0 0,-2 3 0 0,-3 0 0 0,6 7 0 16,2 4 0-16,-11 0 0 0,-4-6 0 16,1 6 0-16,3 13 0 0,-6-4 0 0,-4-6 0 0,-1 8-5 15,-1 2 5-15,-3 11 0 0,-3-22 0 0,-6 11 0 16,-6-3 0-16,1 12 2 0,1-22 0 0,-7 4-2 16,-4 1 1-16,-2 0-1 0,6-10 0 0,-22 12 0 15,6-11-3-15,-2 0-4 0,6-3-3 0,-3-4-13 0,-4-3-33 16,3-2-93-16,4 0-159 0,3-5-75 0,-22-3-624 15,7-3-127-15,3-3-50 0,12 2 319 0,-13-7-509 16</inkml:trace>
  <inkml:trace contextRef="#ctx0" brushRef="#br0" timeOffset="74854.96">28382 4410 129 0,'0'-2'2179'0,"-7"-4"-1365"0,2 1-96 16,5 5-48-16,0 0-380 0,0 0-272 0,0 0-2 15,0 0-12-15,0 0-6 0,0 0-9 0,0 0-70 16,0 0-114-16,0 2-331 0,-3 11 39 0,3-4-226 15,-2-2-1-15,2 12-206 0,0-16-186 0</inkml:trace>
  <inkml:trace contextRef="#ctx0" brushRef="#br0" timeOffset="76066.72">28477 4805 1311 0,'-12'7'1597'15,"-7"1"-834"-15,11-3 0 0,-7 4-205 0,1-2-450 0,-13 10-68 16,3-4-27-16,1 0 2 0,7-3-2 0,-9 4 10 16,1-1 42-16,-12 3 53 0,21-9-35 0,-10 4 26 15,-6-3-6-15,2-1-4 0,-6 2-13 0,-1-4-33 16,1 1 15-16,-6-2 10 0,5-1 13 0,-23-3 139 0,1 0 60 16,8-3 28-16,9-1-79 0,-15-5 46 15,-12-4 35-15,14-3-137 0,5-2-80 0,8 2-53 0,-19-5-34 16,4-11-16-16,12 5 0 0,9 9 0 0,-6-8 0 15,-6-11 0-15,14 8 0 0,10 7 0 0,-1 1 0 16,-8-6 0-16,8 1 0 0,9 10 0 0,1 1 0 16,7 2 0-16,-4-7 0 0,7 16 0 0,2-10 0 15,2 6 0-15,0 1 0 0,0 3 0 0,2-9 0 16,-2 13 0-16,10-7 0 0,-8 4 0 0,13-3 0 16,4 4 0-16,-5 2 0 0,18-2 0 0,-8 2 0 15,2-3 0-15,4 3 0 0,0 0 0 0,2-3 0 0,2 0 0 16,0 1 0-16,0-1 0 0,-10 3 0 0,8-2 0 15,-2-2 0-15,-1 2 0 0,-14 0 0 0,3 2 0 16,5-5 0-16,-14 5 0 0,9-4 0 0,-18 4 0 16,14 0 0-16,-11 0 0 0,-3 0 0 0,0-2 0 15,0 4 0-15,-5 9 0 0,2-5 0 0,-6 4 0 0,1 0 0 16,-7 14 0-16,-1-6 0 0,5-4 0 0,-7 5 0 16,3 5 0-16,-2-6 0 0,5-3 0 0,-8 5 0 15,2 0 0-15,-6 2 0 0,7-7 0 0,-7 4 0 16,-5-5 0-16,2 1 0 0,0 1 0 0,-5-3 0 15,0-2 0-15,2-3 0 0,7-3 0 0,-16 1 0 0,10-6 0 16,-3-6 0-16,-1 1 0 0,3-3 0 16,-2-5 0-16,0-5 0 0,-1 1 0 0,10 1 0 0,-10-13 0 15,10 3 0-15,-1 0 0 0,7 4 0 0,-5-15 0 16,8 0 0-16,-1-3 0 0,3 11 0 0,-3-10 0 16,1-9 0-16,-4 1 0 0,9 12 0 0,1-5 0 15,-4-2 0-15,0-10 0 0,4 17 0 0,4-5 0 16,-1 3 0-16,2 0 0 0,0-5 0 0,-1 18 0 15,2-5 0-15,-1 3 0 0,3-4 0 0,0 14 0 16,0-2 0-16,3 7 0 0,-3-2 0 0,2 0 0 0,-2 13 0 16,0 0 0-16,4-13 0 0,-4 13 0 0,0 0 0 15,3 2 0-15,5 20 0 0,-4-9 0 0,-1 11 0 16,2-4 0-16,-2 7 0 0,1-6 0 0,1 6 0 16,0 10 0-16,2-8 0 0,-7-5 0 0,3 13 0 0,-1 0 0 15,-2 3 0-15,0-3 0 0,-2-11 0 16,2 11 0-16,-10 3 0 0,5-11 0 0,0-3 0 0,-5 11 0 15,-4 3 0-15,2-3 0 0,2-13 0 0,0 5 0 16,0 5 0-16,1-4 0 0,4-12 0 0,-7 3 0 16,4-3 0-16,-8 4 0 0,1-9 0 0,-2 0 0 15,-6-2 0-15,-1 2 0 0,0-6 0 0,0 2 0 0,1-4 0 16,-6 1 0-16,-1 1 0 0,6-1 0 16,-5 1 0-16,-3 1 0 0,-1 1 0 0,10-2 0 15,-13 10 0-15,7-2 0 0,2 1 0 0,10-3 0 0,-10 11 0 16,-2-3 0-16,2 3 0 0,10-3 0 0,-10 8 0 15,-5 6 0-15,8 0 0 0,9-15 0 0,-6 15 0 16,4 0 0-16,2-4 0 0,3-13 0 0,4 12 0 0,5-4 0 16,-1 8 0-16,4-13 0 0,0-5 0 0,4 6 0 15,-1 2 0-15,5-6 0 0,-1-8 0 16,-2-1 0-16,12 9 0 0,2-5 0 0,-2-5 0 0,3 0 0 16,4-2 0-16,-2-4 0 0,-5-4 0 0,12-2 0 15,-2 2 0-15,0-3 0 0,-10-4 0 0,7-4 0 16,1 0 0-16,-3 0 0 0,-13 0 0 0,2-11 0 15,-2-3 0-15,-4 3 0 0,-1 6 0 0,-8-6 0 16,-6-5 0-16,-2 3 0 0,0 7 0 0,0 3 0 16,-8 1 0-16,-2-1 0 0,2 8 0 0,6 5 0 0,-10 3 0 15,-3 0 0-15,-12 5 0 0,17 1 0 0,-8 1 0 16,-3 4 0-16,-8 13 0 0,21-13 0 0,-7 13 0 16,7 5 0-16,-4-1 0 0,3 5 0 0,3-2 0 15,1 4 0-15,2 4 0 0,0-1 0 0,1-1 0 16,-1-1 0-16,3 1 0 0,0 6 0 0,0-3 0 0,0-3 0 15,7-3 0-15,-5 0 0 0,5 1 0 0,0 7 0 16,-2-11 0-16,2 2 0 0,2-13 0 0,-6 20 0 16,2-14 0-16,7 2 0 0,-3-13 0 0,1 12 0 15,4-1 0-15,-4-8 0 0,4-5 0 0,-2 9 0 16,-2 2-1-16,2-17-63 0,0 10-136 0,-3-7-279 16,0 0-339-16,-1 4-347 0,4-14-48 0,-14 6-110 0,14-4-1445 15</inkml:trace>
  <inkml:trace contextRef="#ctx0" brushRef="#br0" timeOffset="76547.44">24767 4166 164 0,'-12'-24'2758'0,"0"9"-1992"0,0-1 143 15,9 10 92-15,-6-9-648 0,9 15-183 0,-8-14 62 16,8 12 4-16,0 2-47 0,-3 0-64 0,3 11-34 16,0 2-51-16,-4-2-9 0,8 15-13 0,-8 14-12 15,4-11-1-15,-5 13 3 0,2-12-5 0,-4 16 1 0,-1 18 3 16,2-11-1-16,-2 0-1 0,1-8 2 0,4 8 4 15,-6 24 4-15,-2-20-2 0,7-11-6 0,-4 9 8 16,2 9-4-16,-2-3-10 0,1-21-10 0,2 4-28 16,2-1-8-16,-1-7-8 0,1-1-99 0,3-9-80 15,0-2-143-15,0-6-206 0,3-12 21 0,-3 8-339 16,0-14-358-16,7 0 368 0,2-5 37 0</inkml:trace>
  <inkml:trace contextRef="#ctx0" brushRef="#br0" timeOffset="76784.8">24999 3709 1939 0,'-15'-17'947'0,"-7"-3"-259"16,0 7-1-16,-2-3-336 0,4 8-326 0,-4-1-18 15,1 5-3-15,2 1-2 0,6 3 1 0,3 0-3 16,-5 0-6-16,-3 5-2 0,11-3 1 0,-1 2-6 15,0 3-6-15,0 6-18 0,8-7 14 0,-5 8 8 16,-1-5 4-16,1 4-7 0,-1 7 12 0,2-2 7 16,-2 1 12-16,1-4-20 0,-2-1-114 0,1 4-73 0,1-12-309 15,-8 12-235-15,5-5 69 0,-2 0 100 0,5-7-1040 16</inkml:trace>
  <inkml:trace contextRef="#ctx0" brushRef="#br0" timeOffset="77199.69">23860 4764 1132 0,'-10'-7'1376'0,"-4"-4"-646"15,-1-2 12-15,6 2-411 0,6 9-239 0,-6-9-30 16,9 11-15-16,0 0-1 0,0 0 16 0,0 0-26 0,0 0 13 15,-3 0 6-15,-9 8 13 0,12-3-3 0,0 8 35 16,0 16-7-16,0-7-18 0,0-3-32 0,0 4 3 16,0 7-12-16,0 1-21 0,0-7-10 0,0 7 3 15,0 1 4-15,-3 0 3 0,-2-8 4 0,-4 10 11 16,-3 6 23-16,0-11-5 0,1-5-9 0,-4 2 18 16,-3 1 2-16,3-3 18 0,-12 2 52 0,10-13-26 0,-7 3 89 15,1-5 76-15,-6 2 55 0,-1-2 31 0,-3-9-30 16,-4-2-32-16,-5 0-47 0,6-2-111 0,-17-1-8 15,9-5-96-15,3-5-28 0,3-1 0 0,-7-7 0 16,13 0 0-16,-3-3 0 0,11-2 0 0,-17-14 0 16,17 3 0-16,7 2 0 0,5 4 0 0,-3-19 0 15,7-1 0-15,1 9 0 0,10-8 0 0,1 15-7 16,4-9-82-16,7-9-309 0,3 16-82 0,0 7-79 16,6-6-444-16,5 6-186 0,8-1-298 0,-10 11 617 0,5-6-1125 15</inkml:trace>
  <inkml:trace contextRef="#ctx0" brushRef="#br0" timeOffset="77352.3">23688 4309 1606 0,'0'0'2211'0,"0"0"-1234"0,0 0 17 0,-3-11-343 16,3 9-479-16,0 2-79 0,0 0-28 0,0 0 0 16,3-7-29-16,-3 1-27 0,0 6-18 0,0 0-12 15,0 0-32-15,-3 0-48 0,-9 8-55 0,12-5-174 16,-5 7-241-16,-1 1-216 0,2-1 51 0,2 1-245 0,-4 4-509 15</inkml:trace>
  <inkml:trace contextRef="#ctx0" brushRef="#br0" timeOffset="77660.46">22619 5286 1884 0,'-19'13'2264'0,"-3"0"-1018"16,10-8-284-16,-3-2-711 0,-2 3-386 0,7-4-119 15,-2 4-58-15,12-6-117 0,-5 0 177 0,-4-6-58 16,9 6 95-16,0-16 68 0,2 3 71 0,5-8 54 16,1 3 41-16,-4 2 15 0,1-6 11 0,-5 1 13 0,0-3 79 15,-2 6 81-15,2 0 97 0,-3 1-56 0,-4-3 130 16,-5-2 150-16,0 6-112 0,10 10-146 0,-13-9 7 15,7 8-104-15,-7-10-16 0,3 7-102 0,6 2-41 16,0 2-28-16,4 3-14 0,-5-7-28 0,7 10-136 16,0 0-143-16,0 0-135 0,0 0 29 0,0 6-304 15,0 1-439-15,3 4-71 0,-3-11 281 0,6 13 274 0,-3-7-867 16</inkml:trace>
  <inkml:trace contextRef="#ctx0" brushRef="#br0" timeOffset="80248.55">9475 5696 1223 0,'-6'5'1582'0,"0"-2"-603"16,6-1 31-16,-2 4-19 0,-5-4-194 0,7-2-517 15,0 0-22-15,0 0-49 0,0 0-14 0,0 0-6 16,0 0-47-16,0 0-33 0,0 0-28 0,0 0-28 0,0 0 14 15,0 0-41-15,0 0-26 0,9-8 0 0,-1 6 0 16,2-3 0-16,11-11 0 0,-13 8 0 0,7-5 0 16,2-1 0-16,4-5 0 0,-1 1 0 0,2 0 0 15,-5 1 0-15,7 2 0 0,-9 2 0 0,11-16 0 16,-6 7 0-16,-5 4 0 0,2-3 0 0,-5 7 0 16,3-12 0-16,-6 13 0 0,1 4 0 0,-5 0 0 0,4-4 0 15,-6 9 0-15,0-9 0 0,-1 10 0 0,-2 3 0 16,0 0 0-16,-2-2 0 0,-16 2 0 0,9 5 0 15,-11 6 0-15,1 2 0 0,2 0 0 0,-12 13 0 16,9 1 0-16,-4 3 0 0,6-7 0 0,0 9 0 16,-5 8 0-16,8-12 0 0,1 7 0 0,4-11 0 15,5 5 0-15,-2 6 0 0,2-6 0 0,5-11 0 0,0 3 0 16,8-3 0-16,4 6 0 0,0-15 0 16,5 4 0-16,5-6 0 0,4-3 0 0,-3-2 0 0,6-2 0 15,2-6 0-15,-2 4 0 0,-6-3 0 0,10-6 0 16,9 0 0-16,-10 0 0 0,-12 4-33 0,9-8-172 15,-2-5-196-15,9-4-500 0,-16 6-158 0,-8 3 155 16,9-9-309-16,-6 0-20 0,-7-3-888 0</inkml:trace>
  <inkml:trace contextRef="#ctx0" brushRef="#br0" timeOffset="80468.96">9749 4759 1585 0,'-3'-5'1965'0,"0"2"-804"16,-11-7 23-16,14 10-456 0,0-3-515 0,-12-5-33 15,12 8-9-15,0 0-47 0,0 0-67 0,0 0-26 16,0 0-43-16,-15 3-6 0,15-3 2 0,0 8-18 16,-3-1-13-16,3 2-47 0,-4 4-74 0,4-6 35 15,0-1-198-15,-2-1-232 0,2 3-279 0,0-8-64 16,0 18-235-16,-3-18 151 0,6 0-999 0</inkml:trace>
  <inkml:trace contextRef="#ctx0" brushRef="#br0" timeOffset="82224.25">11299 5543 140 0,'0'0'1009'16,"0"0"-397"-16,0 0 8 0,0 0 58 0,0 0-216 16,0 0 224-16,0 0-219 0,0 0-63 0,0 0-143 0,0 0 92 15,0 0 70-15,0 0-110 0,0 0-116 0,0 0 47 16,0 0-13-16,-12 0 45 0,12 2-142 0,-9-4 1 15,0-4-16-15,-8 6 21 0,5 0-71 0,-12 0 4 16,0 0-22-16,4 2-13 0,-7-2 2 0,10 4-26 16,-4-2-12-16,1-2-2 0,-7 0 0 0,12 0 0 15,-6 0 0-15,13 3 0 0,-9-3 0 0,7 0 0 0,-4 2 0 16,-1 2 0-16,15-4 0 0,-15 0 0 0,15 2 0 16,-2-4-2-16,-2 4-41 0,-4-2-54 0,8 0-184 15,0 0-310-15,0 0 15 0,0 0 34 0,8-6-345 16,-2 6-132-16,-6 0-22 0,3 0-11 0,9 0 507 15,0 0-430-15</inkml:trace>
  <inkml:trace contextRef="#ctx0" brushRef="#br0" timeOffset="82530.45">11292 5778 663 0,'0'2'472'0,"0"-2"-92"0,4 9-28 0,-1-4 275 16,-3-5-187-16,-3 0-44 0,3 0-82 0,3 0 108 15,-6 0 111-15,6 0-170 0,-3 0-100 0,0 0 65 16,0 0 48-16,0 0 40 0,-15-3-60 0,13 3-106 16,-13 0 44-16,0 3 35 0,-9 3-113 0,9-4-88 15,-9 0-32-15,-8 1-20 0,0 3-17 0,8-6-33 16,-8 2-12-16,6 3-12 0,-1-3-2 0,0-2 0 0,6 4 0 15,10-2 0-15,-7-2 0 0,10 0 0 0,-7 0 0 16,12-2 0-16,-13-2-15 0,16 4-72 0,0 0-454 16,0-15-161-16,4 10-308 0,2-3-196 0,8-6 296 15,-2 4-289-15,3 2-415 0</inkml:trace>
  <inkml:trace contextRef="#ctx0" brushRef="#br0" timeOffset="94414.67">12625 4942 73 0,'0'0'119'0,"0"0"-56"16,0 0 19-16,0 0-11 0,0 0-25 0,0 0-26 15,0 0-22-15,0 0-55 0,0 0-15 0,0 0 18 16,0 0-28-16,-3 2-114 0</inkml:trace>
  <inkml:trace contextRef="#ctx0" brushRef="#br0" timeOffset="106742.7">12469 4865 252 0,'-19'8'1222'0,"11"-5"-648"15,-19 5-131-15,3-1 134 0,-5-1-170 0,-6 1-47 16,-3-1-18-16,-4-1-69 0,1 1-51 0,0-3 29 15,6 1 31-15,11-1-43 0,-11 0 125 0,11-3-77 0,10 3-11 16,7-3-78-16,-8 2 57 0,-2 1-23 0,17-3-37 16,-9 0-63-16,3 2 32 0,6-2-4 0,0 0-22 15,0 0-33-15,0 0-17 0,0 0-17 0,0 0-25 16,0 0-26-16,0 0-6 0,0 0-12 0,0 0-2 16,0 0 0-16,0 0 0 0,0 0 0 0,0 0 0 15,0 0 0-15,0 0 0 0,0 0 0 0,0 0 0 0,0 0 0 16,0 0 0-16,0 0 0 0,-2 11 0 0,2-5 0 15,-3 1 0-15,-1 1 0 0,1 6 0 0,1-1 0 16,-1 5 0-16,0-5 0 0,-4 11 0 0,2-5 0 16,2-3 0-16,-6 13 0 0,4-8 0 0,-2 3 0 15,4-6 0-15,1 9 0 0,-5 7 0 0,4-7 0 16,1-7 0-16,-5 7 0 0,4 5 0 0,1-6 0 16,-1-2 0-16,0-3 0 0,3 0 0 0,0 6 0 0,0-3 0 15,0-9 0-15,3 7 0 0,-3-6 0 0,3 3 0 16,-1-14 0-16,1 16 0 0,4-14 0 0,-2 4 0 15,4 0 0-15,-3-4 0 0,0 2 0 0,6 1 0 16,-6-5 0-16,3 1 0 0,9-3 0 0,-10-1 0 16,1 0 0-16,8-4 0 0,-2 2 0 0,0-2 0 15,11-4 0-15,-7 1 0 0,10 0 0 0,-11-1 0 0,6 1 0 16,-7 3 0-16,3-4 0 0,-5 1 0 0,-3 3 0 16,5-4 0-16,2 1 0 0,-2 2 0 0,-5 0 0 15,3-2 0-15,-3 3 0 0,-4 2-2 0,10-3-109 16,-12-3-94-16,3 1-181 0,2-1-172 0,-2 2-249 15,-4-1 32-15,2-6-701 0,-7 11 367 0,5-13 125 16,-2 9-410-16</inkml:trace>
  <inkml:trace contextRef="#ctx0" brushRef="#br0" timeOffset="107028.94">12425 5330 1351 0,'0'-2'789'0,"-4"-11"-61"0,4 13 28 0,-3-3 119 16,-5-5-543-16,-1 6 1 0,-1-1-145 0,-12-3-8 16,0 4-1-16,-2 2-13 0,-1 0 6 0,-4 2 40 15,-7 2 25-15,9-2-56 0,-5 1 22 0,3-1-9 16,-5 0-21-16,2 4-41 0,0-3-37 0,8 2-16 0,-2 1-16 15,11-4-27-15,-12 4 8 0,16-4-22 0,-7 1-22 16,12 2-12-16,-6-2-10 0,12-3-100 0,0 0-152 16,0 0-9-16,0 0-223 0,0 0-248 0,0 0-236 15,6-8-126-15,-2-1 84 0,8 2-117 0</inkml:trace>
  <inkml:trace contextRef="#ctx0" brushRef="#br0" timeOffset="107396.95">12760 5912 95 0,'0'0'1649'0,"0"0"-792"0,0 0-37 0,0 0 2 0,0 0-127 16,0 0-333-16,0 0-26 0,0 0-139 0,-11-4-59 15,4 1-26-15,-5-3 41 0,0 4-2 0,-5-1 83 16,-3 1-71-16,-4 2 79 0,-3 0 1 0,-5 5 41 16,11-3-125-16,-14 7 21 0,-6-7-47 0,-1 6-47 15,-2-3-41-15,-2 1-19 0,-5-1-17 0,7 0-9 16,0-2 0-16,-9 2 0 0,11-2 0 0,1-3 0 15,9 6 0-15,11-6 0 0,-11 0 0 0,20 0 0 0,-3-4-95 16,0 2-166-16,13 2-220 0,-4-14-542 0,6 10-107 16,-4-7 222-16,8 2-306 0,2 2 28 0,6-8-606 15</inkml:trace>
  <inkml:trace contextRef="#ctx0" brushRef="#br0" timeOffset="108077.14">12321 6149 1445 0,'0'7'792'0,"2"-1"-120"0,-4-6 173 0,4 0-289 16,-2 0-413-16,0 0-25 0,4 7-62 0,-1-1 2 15,-3-6-21-15,0 13 31 0,0-5 23 0,0 8 24 16,0-8-19-16,0 2 73 0,3 28 2 0,-1-18-26 15,5-1-45-15,-4 3 3 0,-3 1-28 0,2 3-11 16,1-7-22-16,1 8 16 0,-4-1-8 0,0-4-1 16,-4-4-13-16,4 10 17 0,-3 7 5 0,3-11-25 0,-2 0-7 15,-1-6-7-15,0 4 2 0,-1 2 1 0,2-9-7 16,2-4-6-16,0-1-1 0,-3-2-4 0,3-5-3 16,0 7 7-16,0-10 24 0,0 0 45 0,0 0 29 15,0 0-15-15,0 0 73 0,0 0 12 0,-9-4-27 16,3 4-57-16,4-17-10 0,-2-1-21 0,1 0-31 15,0-1-33-15,3-3-11 0,0-7 2 0,3-8 4 16,-3 6-2-16,0 4 1 0,0-12-4 0,3-4 10 16,-3-4 9-16,0 12-5 0,4-5-3 0,-2 1 7 15,4-1 4-15,0 14-2 0,2-14 1 0,2 8-3 0,2 5-1 16,-7 12-2-16,7-7-2 0,0 9-4 0,3-3-4 16,-10 12-9-16,16-7-11 0,-13 8 4 0,7-3 12 15,6 6 6-15,-9 0 5 0,0 4 7 0,8 1 17 16,-17-3-2-16,18 9 7 0,-1 2-16 0,-8-2-8 15,0 2-5-15,0 3-3 0,0 8-8 0,-6-9-6 0,-6-6 2 16,2 9 0-16,1-3 6 0,-3 9 2 0,-3-10 1 16,3-1 2-16,-5 4 4 0,-7-2 8 0,5-8 3 15,2 4-14-15,-22 2-3 0,13-2 0 0,-6 0 17 16,5 0-3-16,-6 0-5 0,-6-2 5 0,10 0 10 16,-1-1-7-16,1-1 8 0,8-4-11 0,-6 5 8 15,3-3 7-15,7-5-16 0,1 3 14 0,-2 7 2 0,6-10 13 16,0 4 1-16,6 5 7 0,3-3-4 0,-4 1 23 15,17 7-2-15,-2-4 12 0,4 1-8 16,0 2-5-16,-4-2-17 0,12 2 16 0,1 1-13 0,-4-4-21 16,-11 1-14-16,11-1 3 0,3 4-7 0,-5-4-5 15,-6-2-1-15,6 1 0 0,5-2 0 0,-3 1 0 16,-5-3 0-16,-6 1-1 0,2-1-29 0,-8-3-212 16,9 4-208-16,-16-6-88 0,10 0-512 0,-3-6-163 15,-3 4 2-15,3-3-891 0</inkml:trace>
  <inkml:trace contextRef="#ctx0" brushRef="#br0" timeOffset="108647.61">13688 4889 980 0,'3'-9'1225'0,"-3"2"-570"0,0-8 20 0,-3 4-56 16,3 2-324-16,-3-6-162 0,1 10-26 0,-2-3-14 15,1 5 29-15,-5-5-25 0,8 8 71 0,-7 0-45 16,-5-5-1-16,7 7-26 0,-4 1 24 0,-6 5-37 0,-2-1-15 15,5 4-34-15,-6 5 16 0,1 3 9 0,-2 1 6 16,5 0-9-16,-9 17 61 0,2-4 9 0,1 2 15 16,5-6-37-16,-6 8 41 0,-6 11 46 0,7-3-44 15,5-8-43-15,-6 8 29 0,6 6-11 0,-2 20 45 16,5-19-41-16,4-12-35 0,-2 16 32 0,1 2-18 16,4 16-12-16,2-34-53 0,-4 13-4 0,2 10-11 0,5-7-15 15,0-17-10-15,0 25 0 0,5-16 0 0,2-9 0 16,1-10 0-16,8 17 0 0,-1-17 0 0,5-3 0 15,-5-10 0-15,14 3 0 0,7-4 0 0,-1-4-8 16,-6-8-39-16,15-6-63 0,-3 1-158 0,-2-7-288 16,5-1-492-16,-8-4 4 0,5-1-161 0,-6-9-35 15,-6 6-1279-15</inkml:trace>
  <inkml:trace contextRef="#ctx0" brushRef="#br0" timeOffset="109257.97">13988 5656 410 0,'-5'8'1710'0,"2"-2"-973"15,0-4-67-15,-6 12 196 0,9-17-346 0,0 6-181 16,0-3-147-16,0 0 50 0,0 0 37 0,0 0-53 16,0 0-59-16,9-9 12 0,2 4 28 0,-4-1-48 15,8-1-52-15,-7-1 18 0,22-5-25 0,-4-5-5 16,-5 4-14-16,-6 4-27 0,9-10 16 0,5 0 21 16,-9-4-17-16,-5 11-20 0,6-3 6 0,-4-8-17 0,3-2 0 15,-8 7-25-15,6-8-5 0,-6 1-5 0,0-1-13 16,2 3 1-16,-2 0 7 0,0 4 2 0,0 1 7 15,-9 12 10-15,9-9 26 0,-9 8-3 0,-1-1-6 16,1 7-14-16,6-7 15 0,-9 9-20 0,0 0-18 16,0 0-2-16,0 0 0 0,-2 11 0 0,-1 0 0 15,-1 0 0-15,-1 7 0 0,-1 12 0 0,0-7 0 0,0 4 0 16,2-6 0-16,-1 7 0 0,0 7 0 0,1-2 0 16,-2-11 0-16,1 2 0 0,-2 9 0 0,2 0 0 15,-2-11 0-15,5 4 0 0,-1-2 0 0,3-2 0 16,3-6-1-16,-3-3-25 0,0 11-136 0,2-17-190 15,2 12-93-15,-1-9-162 0,0-4-274 0,2 5-215 16,-5-11-71-16,15 0 397 0,-6 0-384 0</inkml:trace>
  <inkml:trace contextRef="#ctx0" brushRef="#br0" timeOffset="109450.46">14539 5828 1104 0,'4'14'1614'0,"-1"-12"-774"16,-3-2 55-16,0 0-37 0,-3 2-358 0,-6 9-162 15,6-11-26-15,-9 5-49 0,3-1 71 0,-3-2-55 0,-8 0-49 16,10 1-80-16,-22-1 40 0,8-2-69 0,2 4-27 16,-2-2-50-16,-8-2-20 0,-7 0-23 0,7 0-1 15,5 3 0-15,-5-1 0 0,-9-4 0 0,8 2 0 16,15-3 0-16,-6 3 0 0,4-2-2 0,6-4-113 16,2 3-311-16,-3-5-18 0,12 3-348 0,-3-6-309 15,3-2-264-15,3 6 309 0,12-4-755 0</inkml:trace>
  <inkml:trace contextRef="#ctx0" brushRef="#br0" timeOffset="109757.64">15400 5683 2504 0,'0'13'1485'0,"0"-13"-777"0,0 0 260 0,-15 5-304 0,7-2-514 16,-2-1-91-16,-7 2 32 0,2-2 3 0,-21 3 38 15,19-3-18-15,-7 2 63 0,-3 1 3 0,5-1 21 16,4 0-53-16,-3-2 17 0,-3 1-36 0,7-3-86 15,5 5-123-15,-6-8-339 0,9 1-261 0,-2-1-333 16,-1-3-184-16,10 4 303 0,-2-5-1489 0</inkml:trace>
  <inkml:trace contextRef="#ctx0" brushRef="#br0" timeOffset="110377.02">15960 5416 2198 0,'0'0'1303'0,"-10"10"-162"0,10-10-85 16,0 0-430-16,0 0-264 0,0 0-39 0,0 0-69 0,0 0-87 15,0 0-82-15,-2 8-13 0,2-2 2 0,0-10 16 16,0 4-50-16,0 4 1 0,6-10-3 0,0 3-3 15,6-2-15-15,0 2-4 0,-7 0-12 0,19-1-3 16,-16-2-3-16,13 1-11 0,-8 2 5 0,13-3-2 16,-18 2 0-16,14-1 5 0,7-6-3 0,-9-2 11 15,4 2 4-15,-9 3-3 0,5-6 2 0,4-1 5 0,0-1 2 16,-10 8 3-16,1-8 4 0,0 1-3 0,-3-9 5 16,-7 13-10-16,-2 2 4 0,3-9-7 0,-6-3-9 15,-2 14-5-15,-2-7-2 0,-4-1-5 0,1 9 2 16,-5-7 5-16,-3 2-3 0,-7 6 0 0,3 5 8 0,-6-2 3 15,3 4 4-15,-12 3-1 0,0 3-4 16,5 1 14-16,12 0 1 0,-15 10 15 0,5-1-6 16,3 6-1-16,6-6-7 0,-6 12 9 0,4 4-12 0,-4-2-9 15,15-10-6-15,-2 12 0 0,5 8 0 16,6-8 0-16,0-10 0 0,9 11 0 0,-1 1 0 0,4 1 0 16,3-15 0-16,6 2 0 0,2 2 0 0,7 1 0 15,2-12 0-15,-7-6 0 0,4 6 0 0,0-4 0 16,3-4 0-16,-5-3 0 0,2-4 0 0,-5-4 0 15,-4 2-45-15,10-5-186 0,-4-2-272 0,-4-1-399 0,0-6-259 16,-7 3 250-16,9-6-303 0,5-4-1462 0</inkml:trace>
  <inkml:trace contextRef="#ctx0" brushRef="#br0" timeOffset="111114.01">16223 4474 984 0,'8'0'907'0,"4"0"-445"0,-12 0 169 0,14-3 6 0,-11 3-165 16,6 0-265-16,6-2 98 0,-6-2-73 0,-9 4-11 15,8-2-47-15,-1 2 34 0,-7 0 29 0,0 0-76 16,0 0-33-16,0 0 29 0,0 0 12 0,0 0-14 16,0 0-60-16,-4 0 12 0,-11 0-19 0,1 2-13 15,-9 2-10-15,2-4 12 0,-2 5 30 0,-8-3 40 16,-9 4 72-16,16-4-73 0,-12-2 45 0,7 5-25 16,2-2-54-16,2 0-23 0,1-3-48 0,12 3-22 0,-3-3-19 15,6 2 0-15,-2 0 0 0,7-2 0 0,8 0 0 16,-4 0-8-16,0-2-139 0,8-6-275 0,16-2-201 15,-7 2-77-15,13-8-448 0,8-1-67 0,16-3-350 16,-13-2-670-16</inkml:trace>
  <inkml:trace contextRef="#ctx0" brushRef="#br0" timeOffset="112423.51">16867 3859 374 0,'-3'-18'1539'0,"3"3"-887"0,-2-5 69 0,2 10 19 16,0 0-351-16,0-7-19 0,0-1-26 0,-3 5-58 16,3 11-95-16,0 2 11 0,0-11-23 0,0 8-65 15,0 3-52-15,0 0-11 0,0 0-23 0,0 0-18 16,0 0-10-16,0 0-1 0,0 0 1 0,0 8-3 16,3 0-2-16,-3-6 1 0,0 9-2 0,-3 2-2 15,6-2 0-15,-3 5 3 0,0 5 9 0,0 3 9 0,2-1-1 16,-2-4 0-16,0 2 7 0,0 14 10 0,3-9-3 15,0-7-15-15,3 2 1 0,-3 3-1 0,0 0 0 16,-3-3-4-16,4 0-3 0,-2-13-4 0,-2 16 0 16,3 0 0-16,-3-22 1 0,3 16 0 0,-3-9 0 15,0-2 0-15,-3 6 3 0,3-9 3 0,0-4 2 16,0 9 0-16,0-5 5 0,0-4 53 0,0 0 95 16,0 0-8-16,0 0-27 0,-12-11 49 0,9 3 47 0,-3 1-81 15,0-4-77-15,4 0-24 0,-5-13-23 0,4-2-20 16,3 10-12-16,0-6-4 0,0-6 9 0,7-7 34 15,-7 17-4-15,5-11 4 0,-2-1 0 0,0 4 8 16,3-3 7-16,-3 13-22 0,4-10-19 0,-2 2-10 16,0-5-2-16,2 10-4 0,1-5-16 0,-1 3-1 0,-2 6-2 15,-2 4 4-15,3-2 11 0,0 4 0 16,3 1 19-16,0-2 8 0,2 0 5 0,10-4 0 0,-3 8-5 16,-1 2-5-16,10 1-4 0,-1 3-11 0,-2 5-2 15,-6-3 1-15,-4 2-5 0,4 3-2 0,-6-1 5 16,9 10 9-16,-16-14 6 0,7 22 4 0,-4-2 15 15,-4-4-1-15,-4-13-6 0,-4 14 4 0,-1-1 10 0,-7 6-14 16,4-13-15-16,-7 4-14 0,3 4-4 16,-12 8-3-16,10-12 10 0,-10 6-13 0,1-4 9 15,-4 7 6-15,3-9 13 0,-5-2-2 0,9-2 2 0,-1-1 3 16,3-4-2-16,9-1 0 0,-8 3-4 0,17-8 2 16,-12 11-6-16,12-11 2 0,0 0-2 0,2 13 7 15,2-13 2-15,7 11 2 0,-4-9 4 0,5 11 8 0,5-5 0 16,0 2-4-16,7 4 2 0,-4-4 7 0,4 4 9 15,-6-6-7-15,8 5 4 0,1 3 0 0,-7-3-6 16,-5-2-7-16,3 2-12 0,2 3-34 0,-5-6-75 16,-3 1-45-16,3-1-109 0,-6-2-93 0,-1 1-253 15,1 4-66-15,-6-8-291 0,-3 3-54 0,-3-6 106 16,-2 9-602-16</inkml:trace>
  <inkml:trace contextRef="#ctx0" brushRef="#br0" timeOffset="112762.6">17339 4524 715 0,'-12'0'930'0,"-3"-6"-197"0,-11 4-120 0,2-1-5 16,6 1-299-16,-8 2-4 0,-24 0-55 0,9 0-55 16,5 0-50-16,-8 2 64 0,-7 1 5 0,-10-1 60 15,20 4-101-15,-3-6 67 0,0 2 8 0,2 1-16 16,1-3-25-16,14 2-85 0,7 2-31 0,11-8-37 15,-11 8-45-15,20-4-93 0,-12 0-132 0,9 0-99 0,3 0-206 16,0 0-16-16,0 0-316 0,0 0-380 0,8-4 342 16,-1 2 237-16,7 2-833 0</inkml:trace>
  <inkml:trace contextRef="#ctx0" brushRef="#br0" timeOffset="113257.28">16950 4680 1214 0,'0'0'778'0,"0"-2"-18"0,6-9 31 16,-6 11 142-16,0 0-482 0,0 0-19 0,0 0-181 16,0 0-84-16,0 0-55 0,0 0 36 0,0 0-69 0,0 0-46 15,0 0-28-15,0 0-4 0,0 0-6 0,0 0 0 16,-9 11 0-16,6-7-2 0,-3 12 3 0,3 3-1 15,-6 2 4-15,9-15 2 0,-8 14 1 0,1 2 2 16,2-3 0-16,-1 1 0 0,0 2 3 0,0-4-4 0,4 1-3 16,-2-3-2-16,1 2-2 0,0 6-1 0,3-16 2 15,3 8 0-15,-3-6 1 0,3 1 4 0,3 5 26 16,-3-11 3-16,0 3 30 0,9 0 17 0,-7-3 33 16,4-2 27-16,15 5 10 0,-12-6-7 0,8 3-12 15,-5-5-26-15,12 4 61 0,-1-4-67 0,-6-4-21 16,7-1-15-16,-10 3-24 0,13-4 7 0,-4-1-47 15,-4 1-17-15,-5 1-4 0,7-3-63 0,3 0-256 0,-19 5-127 16,10-4-123-16,-3-2-418 0,8-4-93 16,-11 6 14-16,-10-2-13 0</inkml:trace>
  <inkml:trace contextRef="#ctx0" brushRef="#br0" timeOffset="114208.74">17822 4156 1058 0,'3'-10'1577'0,"-1"2"-714"15,5-3 104-15,-4-5-37 0,2-5-346 0,-1 3-139 0,1-9-65 16,-2 12-57-16,4-9 48 0,1 2-147 0,-2 4-57 15,0-1-68-15,8-5 37 0,-2 3-85 0,3 5-36 16,0-2-14-16,2 2-1 0,-2 3 0 0,3 4 0 16,-3 5 0-16,0 1 0 0,-7-3 0 0,13 9 0 0,-9 0 0 15,-1 0 0-15,7 1 0 0,-6 5 0 16,-3-2 0-16,5 4 0 0,1 2 0 0,-6-5 0 16,6 13 0-16,-6-10 0 0,2-3 0 0,1 10 0 0,0-12 0 15,-3 5 0-15,2-4 0 0,1 4 0 0,-3-6 0 16,3 1 0-16,-4-4 0 0,11 0 0 0,-4-4 0 15,-3 0 0-15,-4-1 0 0,6-3 0 0,1-1 0 16,-6-1 0-16,3-3 0 0,-4 0 0 0,4-2 0 16,0-8 0-16,-9 18 0 0,6-15 0 0,-6 2 0 0,2 3 0 15,-1 2 0-15,-4-2 0 0,3 11 0 0,-3-12 0 16,0 14-1-16,0 0-29 0,0 0-108 0,0 0-123 16,0 0-75-16,0 0-260 0,0 0-106 0,-7 0-157 15,-1 5-159-15,2 4 224 0,-2 1-377 0,-4 4-230 16</inkml:trace>
  <inkml:trace contextRef="#ctx0" brushRef="#br0" timeOffset="114525.9">18154 4006 1173 0,'0'0'920'0,"0"0"-142"15,0 0 68-15,0 0-137 0,0 0-4 0,0 0-216 0,0 0-120 16,0 0-149-16,0 0 58 0,-2 0-109 0,-4 7-48 15,6-7-75-15,-14 11-1 0,4-1 0 0,5-1 33 16,-7 6-26-16,6-7 7 0,-15 26 17 0,9-12-14 16,7-9-16-16,-5 11 0 0,-4 3-28 0,-1 4-1 15,0-7 0-15,6-3-1 0,1 6 26 0,-7 9 50 16,6-6-4-16,6-15-26 0,1 9 21 0,-1 3 10 0,6-1 3 16,-1-10-45-16,4 3-2 0,3-1-15 0,0 4 4 15,-6-20-16-15,14 16 4 0,-2-10-13 0,0 3-11 16,11 0-2-16,-2-6 0 0,3 0 0 0,8-2 0 15,-18-3 0-15,7-3 0 0,3 0 0 0,-3 1-2 16,-1-3-50-16,-17-1-90 0,12 1-291 0,-6-6-126 16,-7 3-289-16,7-3-8 0,-9-7-654 0,-3 7 346 15,2 1-491-15</inkml:trace>
  <inkml:trace contextRef="#ctx0" brushRef="#br0" timeOffset="115340.71">18768 3635 118 0,'-10'-27'2025'15,"5"6"-1126"-15,2 8-244 0,-3 5 261 0,-2-11-1 0,1 4-554 16,7 12-156-16,-3-3 39 0,-2-1-59 16,5 7-60-16,0 0-79 0,0 0-21 0,0 7-34 0,0 2-1 15,3 6 2-15,-1 7 0 0,1 9 5 0,4-1-1 16,1 1 0-16,-6 0 7 0,10 15 3 0,0 9 1 15,3-2-4-15,-8-10 1 0,4 17 5 0,1 1 0 16,2 19-3-16,-4-35-4 0,-1 15-1 0,-1 1 7 16,-1-2-1-16,-5-17-10 0,1 35 3 0,-3-13 2 0,-3 2 2 15,3-16-2-15,-6 24-15 0,-2 15 16 0,-2-19 15 16,1-17-14-16,1 10-4 0,-7 1 1 0,-2 15 7 16,7-39 2-16,-7 12-11 0,2 1-3 0,-6 0 4 15,4 6 4-15,-1-22 8 0,-3 3 3 0,-2-7-2 16,-1 0 4-16,7-13-5 0,-16 12 9 0,10-8 3 15,-1 3 0-15,4-12-2 0,-4 7 21 0,-8 4 13 0,8-8-7 16,7-4-20-16,-7 1 4 0,-3 2-7 0,-2-1-6 16,2-6-15-16,0 4-2 0,-2-7-6 0,0 1 7 15,5 1 0-15,-18-5-1 0,17 1 5 0,-2 1-5 16,3-3-3-16,4-1 5 0,-7 0-11 0,18-4-12 16,-11 4-23-16,13-2-20 0,-1 0-124 0,4 0-140 15,-10-4-345-15,11-5 105 0,-2 4-397 0,-2-5-67 0,4 2 50 16,1 0-385-16</inkml:trace>
  <inkml:trace contextRef="#ctx0" brushRef="#br0" timeOffset="117856.99">31820 7823 1643 0,'0'2'1095'16,"0"-2"-327"-16,0 0-190 0,0-13 237 0,0 13-506 16,-11-13-132-16,7 8-37 0,-4-6 78 0,-1 0 95 15,-1 7-63-15,0-1-71 0,0 1 31 0,-5-1-40 16,-2 3-51-16,5 0-71 0,-3-2 20 0,-9 8 12 16,10-2 8-16,-6 0-44 0,1 1 6 0,8 3-10 0,-3-1-14 15,-13 8-44-15,18-11 15 0,-6 9 14 0,6-3-1 16,-2 8 8-16,-1-5 4 0,5-4 14 0,-1 10 0 15,2 1-18-15,6-13-11 0,-6 8-2 0,4 4-7 16,4-10 0-16,-2 12-4 0,0-3 5 0,3-6-3 16,6 6-5-16,-6-3 1 0,9 0 6 0,11 3-2 0,-5-8 1 15,-3-5-1-15,12 5-13 0,-5-3 6 0,2-3-7 16,-6-2-6-16,8 3-15 0,-2-3-10 0,3 6 9 16,-7-4 3-16,-5-2 27 0,0 3 10 0,-3 0 16 15,5 2-1-15,-17-5-15 0,9 8 2 0,-6-5 6 16,-3 2-23-16,3 3 2 0,-6-6-3 0,-6 7 6 15,-9-4 19-15,13-3-4 0,-24 6-8 0,-1 0-14 0,3 0-7 16,3-6 0-16,-8 9-9 0,-4-8-2 0,2 5-7 16,7-6 40-16,-9-2 10 0,-1 3 25 0,-5-6 22 15,6 3-7-15,14 0-10 0,-9 0 26 0,-4-4-6 16,9 0-1-16,11-1-25 0,-5 0 16 0,-1-3 20 16,-3-3 31-16,21 9-36 0,-14-9 25 0,7 4-8 15,-10-12 10-15,18 14-30 0,-5-8-17 0,-5-7-11 0,9 10-15 16,-9-17-11-16,4 9-3 0,6 13-3 0,-8-14 0 15,8 8 0-15,-8-4 0 0,1 2 0 0,-2-1 0 16,4 6 0-16,-1-2 0 0,-6 0 0 0,7 4 0 16,-5-2 0-16,4 2 0 0,1 4 0 0,-1 0 0 15,-1-1 0-15,6 1 0 0,-11 2 0 0,14 0 0 16,-3 0 0-16,-9 5 0 0,12-5 0 0,0 4 0 16,-4 10 0-16,4-14 0 0,-3 0 0 0,-2 13 0 0,5-13 0 15,-7 13 0-15,5-5 0 0,-1 6 0 0,0 1 0 16,3-12 0-16,-2 11 0 0,-5-1 0 0,4-3 0 15,-2-2 0-15,-2 3 0 0,2-6 0 0,-10 8 0 16,1-2 0-16,7-9 0 0,-5 9 0 0,-8-3 0 16,5-3 0-16,1 1 0 0,-4-1 0 0,9 0 0 15,-30 6 0-15,22-9 0 0,-3 6 0 0,-4-8 0 16,-3 3 0-16,7-3 0 0,8 0 0 0,-6-5 0 16,7 5 0-16,-10-6 0 0,3 1 0 0,6 0 0 0,-5-3 0 15,-4-3 0-15,13 3 0 0,-4-2 0 0,0-7 0 16,6 10 0-16,-8-17 0 0,4 11 0 0,1-3 0 15,4-3 0-15,-2 4 0 0,2-7 0 0,-1 12 0 16,0-3 0-16,0-4 0 0,4 4 0 0,-3 4 0 0,0-6 0 16,5 15 0-16,-5-7 0 0,1-1 0 0,4 8 0 15,-6-5 0-15,4-1 0 0,2 6 0 0,0-3 0 16,0 3 0-16,0 3 0 0,0-3 0 0,0 11 0 16,0-9 0-16,0 6 0 0,0 3 0 0,5 2 0 15,4 3 0-15,-6-10 0 0,9 17 0 0,0-2 0 16,-4-7 0-16,-5-6 0 0,13 16 0 0,-13-17 0 0,9 15 0 15,-10-11 0-15,1 2 0 0,0 5 0 0,-1 0 0 16,-2-10 0-16,-5 8 0 0,0-8 0 0,-2 3 0 16,-5 2 0-16,0-6 0 0,-11 7 0 0,2-4 0 15,-9 4 0-15,10-8 0 0,-9 3 0 0,2-3 0 16,-9-1 0-16,10-1 0 0,-6-2 0 0,-3-2 0 16,2 0 0-16,1 0 0 0,-3-2 0 0,8-2 0 15,3 2 0-15,4-3-22 0,-1-4-168 0,9 5-170 16,-3-7-182-16,13 8-42 0,-10-18-430 0,6 3-493 15,6 1 358-15,6 12 49 0</inkml:trace>
  <inkml:trace contextRef="#ctx0" brushRef="#br0" timeOffset="118062.43">30934 7474 378 0,'17'-5'3018'0,"-9"2"-2258"0,1-3 291 0,-6 6-66 16,9-4-370-16,-12 4-387 0,3 0-58 0,-3-9-43 16,0 4-11-16,-8 3-57 0,-7-4-12 0,0 4-25 15,-9 2-12-15,4 0-3 0,-1 2-3 0,1 4-34 0,-1-1-168 16,6 0-77-16,3 1-347 0,-5 1-167 16,-1-1-263-16,12-4 210 0,-9 3-254 0,7-1-573 0</inkml:trace>
  <inkml:trace contextRef="#ctx0" brushRef="#br0" timeOffset="120592.67">26278 7768 126 0,'0'-14'1673'0,"-3"4"-531"0,3-6-378 16,0-6-4-16,0 7-255 0,6-7-328 0,-4 4-144 16,1 0 3-16,4 1 2 0,-2 2 49 0,-1 4 37 15,4-7 21-15,-1 10-25 0,-4-3 66 0,-1-2-5 16,-2 13-18-16,0-3-32 0,0-8-25 0,3 11-20 16,-6 0-44-16,3 0-33 0,3 0-16 0,-11 11-18 0,4 0 5 15,-4 7-1-15,5-5 6 0,-9 6 5 0,0 8 9 16,0 2 12-16,7-5 3 0,-7 7 22 0,0 10 28 15,-3 1 13-15,6-9-1 0,-3 8 43 0,1 1 37 16,2-2 3-16,-1-12-38 0,8 20 80 0,-1-8-28 16,3-3-22-16,3-10-66 0,-1 4-5 0,8 4 2 15,-5-9-49-15,4-10-19 0,6 5-10 0,2-3-4 0,5 4 0 16,-8-9 0-16,9 0 0 0,-1 0 0 16,2-4 0-16,1 0-31 0,-6-3-43 0,3-3-158 0,2-1-249 15,-2-2-195-15,-17 0 7 0,22 0-736 0,-7-11 222 16,1 4 82-16,-13 1 129 0</inkml:trace>
  <inkml:trace contextRef="#ctx0" brushRef="#br0" timeOffset="120813.08">26602 7969 387 0,'-6'-3'1581'16,"-5"0"-892"-16,-8 1-145 0,7 2 41 0,-13-5-272 0,4 5-154 15,3 0-49-15,-14 0 111 0,3 2-8 0,2 1 29 16,-2-1 7-16,8 1-72 0,-14 3 71 0,4-4-89 16,6 0-42-16,6-2-59 0,-1 6-12 0,-1-3-18 15,10-1-18-15,2 1-12 0,9-3-16 0,-15 2-52 16,15 2-97-16,0-4-111 0,0 0-181 0,0 0-178 16,0 0-196-16,17-4 168 0,1 2-176 0,12-3-951 15</inkml:trace>
  <inkml:trace contextRef="#ctx0" brushRef="#br0" timeOffset="121095.32">27129 8161 281 0,'3'0'1217'16,"-6"0"-572"-16,3 0-117 0,3 0 350 0,-6 0-343 16,6 0-68-16,-8 0-191 0,-13 6-10 0,-6-8-21 15,0 2-48-15,7 0-73 0,-10-4 40 0,1 4-23 16,-4 0-7-16,3-2-26 0,5 4-16 0,-2-2-20 0,12 0-13 16,-8 4-22-16,8-2-28 0,6 1-48 0,6-3-73 15,-6 2-153-15,0 2-73 0,6-4-299 0,0 0-382 16,0 0 68-16,0 0 272 0,15-4-413 0</inkml:trace>
  <inkml:trace contextRef="#ctx0" brushRef="#br0" timeOffset="121302.77">27224 8336 779 0,'0'0'1229'0,"-3"0"-580"0,-15 0 202 0,18 0-140 15,-11 0-241-15,7-2-213 0,-7 2-74 0,-7 0-20 0,3 0-56 16,3 0 2-16,-8 0-29 0,-4 2 20 0,-3-2 16 16,10 3-52-16,12-1-39 0,-14 2-3 0,-1 1-18 15,5-5-102-15,6 2-26 0,9-2-161 0,-15 0-215 16,15 2-200-16,0-2 56 0,0 0-332 0,3-4 89 16,3-7-502-16</inkml:trace>
  <inkml:trace contextRef="#ctx0" brushRef="#br0" timeOffset="121741.6">27768 7952 618 0,'-5'-4'2463'16,"-4"1"-1664"-16,-2-3-98 0,2 4 21 0,3-3-544 15,2 5-26-15,-4-8-3 0,8 8 178 0,-4-3-41 16,-1-5 11-16,5 8-87 0,0-3 64 0,5-12-69 16,5 2-89-16,-8 7-64 0,17-12 1 0,-2-4-2 15,1 9-19-15,-6 2-20 0,5-2-5 0,0 0-2 16,7 3-6-16,-17 6-2 0,8-5-5 0,7 0-8 0,-4 7 10 16,3-4-6-16,-12 4 3 0,9-1-2 0,-1 3-1 15,-2 0-1-15,-6 0 6 0,-9 0-5 0,12 16 6 16,-4-8 7-16,-5-1 0 0,3 13-3 0,0-5 2 15,-4 7 1-15,2-7-4 0,-1 1-3 0,0 10-3 16,-1-4 6-16,1-9 5 0,-3 0-1 0,4 9 13 16,-1-9 16-16,-1 0-4 0,5-5 12 0,-2 2 24 0,1-1 1 15,3-2 20-15,-4-5-26 0,10 7 7 0,4-9 8 16,-7 2-22-16,8-2-22 0,0-2-4 0,10 2-20 16,-4-5-4-16,-8 1 0 0,5 0 0 0,4-1 0 15,-3-6 0-15,-15 5 0 0,6 1-5 0,-7-3-44 16,4-10-136-16,-9 9-23 0,-1-1-208 0,5-4-203 15,-10 7-196-15,-1-1-188 0,-4-3-116 0,-1 6 67 0,-6 0 69 16,-5-1-661-16</inkml:trace>
  <inkml:trace contextRef="#ctx0" brushRef="#br0" timeOffset="121993.92">28087 7939 1051 0,'-12'9'903'16,"9"-9"57"-16,6 0-163 0,-3 0-215 0,0 0 14 0,-15 4-211 15,15 0-120-15,-9 1-110 0,4 3 72 0,-5 5 8 16,2 3 44-16,2 0-115 0,0 5 87 0,1 0-11 16,1 3-16-16,1-3-80 0,-2 6-3 0,-2 1 2 15,2 1-2-15,-2 4-48 0,-1-5-19 0,2 5-26 16,3-7-11-16,0-8-11 0,3 9 0 0,3-3-22 16,0-9-4-16,-3-9 0 0,9 17 0 0,0-10 0 0,-3-2 0 15,6 5 0-15,-3-8 0 0,16 3-5 0,-1-6-35 16,-2-3-86-16,-2-4-11 0,6 2-291 0,9-5-377 15,-4-6-206-15,-11 6 113 0,6-3-277 0,1-3 2 16</inkml:trace>
  <inkml:trace contextRef="#ctx0" brushRef="#br0" timeOffset="122664.13">25300 8323 1109 0,'3'5'1681'15,"-3"-1"-750"-15,0-4 10 0,0-4-60 0,0 10-414 16,0 1-183-16,0-7-160 0,0 0-5 0,-3 9 13 15,3-1-21-15,0-8-33 0,-4 2 22 0,4 9-29 16,0-11-7-16,0 0-41 0,-2 5-38 0,-1 3-12 16,6-8-52-16,-6 0-160 0,6 3-8 0,-1 8-234 0,-2-9-168 15,0-4-238-15,0 2 128 0,0-16-215 0,-2 2-165 16,2 6-394-16</inkml:trace>
  <inkml:trace contextRef="#ctx0" brushRef="#br0" timeOffset="122822.71">25330 8178 2617 0,'0'0'1365'0,"0"0"-283"0,0 0 265 0,0 0-734 16,0 0-334-16,0 0-200 0,0 0-14 0,0 0 3 16,0 0-23-16,0 0-20 0,0 0 0 0,0 0-6 15,0 0-8-15,0 0-36 0,0 0-82 0,-4 0-129 16,-2 13-183-16,6-13-16 0,-9 5-321 0,-2 3-400 16,-1 0-74-16,3-8 470 0,0-3-190 0,-6 3-532 15</inkml:trace>
  <inkml:trace contextRef="#ctx0" brushRef="#br0" timeOffset="125292.14">7274 9294 872 0,'-9'8'1464'15,"4"-5"-522"-15,-2 2-275 0,7-5 214 0,0 0-214 16,0 0-146-16,0 0-185 0,0 0 207 0,0 0-170 16,0 0-53-16,0 0-110 0,0 0 4 0,0 0-76 15,0 0-97-15,7-8-39 0,1 2-2 0,1-3 0 0,3 0 0 16,5-6 0-16,-7 4 0 0,4 0 0 0,6-2 0 16,10 0 0-16,-16 2 0 0,8-5 0 0,-5 1 0 15,7 2 0-15,-9-1 0 0,11-7 0 0,-8 3 0 16,-4-1 0-16,-2 5 0 0,3-1 0 0,0-1 0 15,-3-3 0-15,-10 17 0 0,8-20 0 0,-8 17 0 16,6-6 0-16,-1 1 0 0,-7 10 0 0,0-10 0 0,0 6 0 16,0 4 0-16,0 0 0 0,-3 0 0 0,-9 0 0 15,-2 4 0-15,10 1 0 0,-19 10 0 0,6 5 0 16,-5-2 0-16,5 3 0 0,0 8 0 0,-7 8 0 16,9-8 0-16,3-3 0 0,0 3 0 0,4 4 0 15,4-2 0-15,1-12 0 0,1 1 0 0,2 2 0 16,2-4 0-16,8-5 0 0,-8-2 0 0,10 0 0 0,0-3 0 15,11-1 0-15,1-3 0 0,3-8 0 16,-1 2 0-16,1 0 0 0,-7-3 0 0,21-6 0 0,-9 0-2 16,-2 0-53-16,-9-2-54 0,8 2-197 0,6-7-255 15,-2-3-216-15,-18 10 90 0,12-2-443 0,-7-3-30 16,-3 5 108-16,-7 1-308 0</inkml:trace>
  <inkml:trace contextRef="#ctx0" brushRef="#br0" timeOffset="125498.56">7762 8315 566 0,'-5'-7'2264'0,"2"-4"-1492"0,3 11-162 0,0-3 127 0,-6-5-488 15,6 8-90-15,0 0-77 0,0 0 17 0,-3 0-38 16,6 0-44-16,-3 0-16 0,-3 0-18 0,-5 11-107 15,1-3-163-15,5-1-49 0,-1 4-277 0,-1-6-192 16,-1 8-26-16,2-4 215 0,0 1-1279 0</inkml:trace>
  <inkml:trace contextRef="#ctx0" brushRef="#br0" timeOffset="126255.53">8842 8714 97 0,'5'-13'1294'0,"4"-2"-350"16,3-1-196-16,-4-3 156 0,-4 14-255 0,4-19-177 0,-5 6-72 16,-3 10-21-16,7-8-62 0,-7 3 145 0,2 7-137 15,1-4-56-15,-3 10-87 0,3-11 44 0,-3 9 14 16,0-2-135-16,0 4-43 0,0 4 4 0,0-4-35 15,0 0-16-15,0 0-11 0,-8 5-4 0,-2 0 0 16,-2 16 0-16,-2 6 0 0,6-8 0 0,-7 12 0 16,-4 4 0-16,-1 2 0 0,6-1 0 0,-10 17 0 0,6-8 0 15,1 0 0-15,5-8 0 0,-3 9 0 0,3 4 0 16,7-13 0-16,5-10 0 0,0 1 0 0,3 1 0 16,2-2 0-16,4-8 0 0,3-1 0 0,-1 0 0 15,-4-10 0-15,10 8 0 0,-2-8 0 0,2 3-16 16,-8-9-55-16,21 3-85 0,-13-5-103 0,7 0-378 15,-9-2-96-15,6-3-267 0,-16 3 137 0,19-18-278 0,-16 10 83 16,4-4 35-16,-2-4-137 0</inkml:trace>
  <inkml:trace contextRef="#ctx0" brushRef="#br0" timeOffset="126426.07">9003 8892 924 0,'0'0'1307'16,"-5"-2"-695"-16,-5-9 7 0,8 11-80 0,-16-5-385 0,6 5-102 15,-2-4 11-15,-4 4-20 0,-8 4 62 0,4-2 18 16,2 1-1-16,8-1-31 0,-2 4 29 0,-16 1 8 16,18-1-6-16,0-3-68 0,-2 2-22 0,-6 1-16 15,8-2-8-15,2 1-23 0,8-5-66 0,-10 9-143 16,12-12-187-16,0 6-195 0,0-3-159 0,0-3-6 16,0 6-233-16</inkml:trace>
  <inkml:trace contextRef="#ctx0" brushRef="#br0" timeOffset="126696.35">9643 8969 809 0,'0'0'1039'0,"0"0"-412"0,0 13 69 15,0-13 11-15,0 0-141 0,0 0-259 0,-6 2 51 16,0 4 8-16,0-6 36 0,-6 5-92 0,1-5 196 0,2 0-138 16,-18 3-62-16,22-3-111 0,-19 0 25 0,6 2-50 15,-8 2-109-15,11-2-48 0,-2-2-17 0,5 2-15 16,-12 1-70-16,18-1-81 0,-15 2-153 0,6-2-145 16,13 1-201-16,-1-3-13 0,-12 2-437 0,15-2-128 15,0 0 145-15,0 0-133 0</inkml:trace>
  <inkml:trace contextRef="#ctx0" brushRef="#br0" timeOffset="126904.8">9695 9130 861 0,'0'0'1301'16,"10"10"-557"-16,-10-10 74 0,0 0-180 0,-18 6 86 15,9-3-263-15,0-1-15 0,-2-2-140 0,2 0 62 16,-9 3 30-16,-3-3-134 0,16 3-105 0,-17 0-11 15,0-3-46-15,3 2-21 0,2-2-47 0,2 0-16 0,-8 0-17 16,14 0-16-16,-3 0-25 0,-3 0-137 0,15 0-69 16,-12-2-178-16,7-1-82 0,5-8-434 0,0 1-201 15,12-17-93-15,-1 6-721 0</inkml:trace>
  <inkml:trace contextRef="#ctx0" brushRef="#br0" timeOffset="127677.72">10061 8723 731 0,'0'0'1270'16,"0"0"-381"-16,0 0 18 0,0 0 14 0,0-3-158 0,0-7-284 16,7-1-158-16,-5 6-156 0,6-14 73 0,4 3-46 15,0 1-7-15,0 1-26 0,3-5 81 0,2 1-26 16,2-6-44-16,-4 11-76 0,2-5 13 0,0 1-13 15,-2 4-47-15,-8 6-42 0,7-6-5 0,-6 4 0 16,2 4 0-16,-8 2 0 0,13-2 0 0,-18 5 0 16,9 0 0-16,8 5 0 0,-7 1 0 0,-2 5 0 15,5 7 0-15,-5-12 0 0,4 12 0 0,-1 3 0 16,2-3 0-16,-5-7 0 0,7 7 0 0,-3-7 0 0,3 2 0 16,11 6 0-16,-11-12 0 0,9-1 0 0,-3 2 0 15,2-6 0-15,-11-2 0 0,18-2 0 0,-13-1 0 16,1 1 0-16,6-4 0 0,-13 3 0 0,14-4 0 15,-5-1 0-15,-9 5 0 0,2-5 0 0,-4-3 0 16,-3 2 0-16,0 3-21 0,-3-8-35 0,-3 6-112 16,3-5-132-16,-9 3-213 0,3 7-13 0,-6-2-238 0,-2 0-139 15,4 5-89-15,-7 0 246 0,5 0-166 0,-6 2-24 16,1-2 61-16</inkml:trace>
  <inkml:trace contextRef="#ctx0" brushRef="#br0" timeOffset="127874.2">10421 8543 1883 0,'0'0'827'0,"0"0"-245"0,0 0 200 15,-15 8-112-15,15-8-279 0,0 0-201 0,-18 10-10 0,12-4-13 16,1-4-4-16,-11 11-12 0,8 1 38 0,-13 1-47 16,13 4-15-16,-4-3-23 0,-3 8 21 0,0 7 19 15,1 2-35-15,7-9-23 0,-1 7 30 0,-1 4 3 16,3 7 2-16,6-16-52 0,0 5 22 0,3-1-2 16,0-1 1-16,3 0-40 0,0-16-23 0,3 6 4 15,6-3-6-15,-1-3-10 0,1-2-8 0,2-4-5 16,3 1-8-16,7-3-64 0,-8-1-54 0,15-2-341 15,-7-4-154-15,2-4-243 0,-11-1 43 0,11-2-332 16,-2-2 55-16,2-7-138 0,-7 5-86 0</inkml:trace>
  <inkml:trace contextRef="#ctx0" brushRef="#br0" timeOffset="128189.35">10809 8268 1860 0,'0'-4'1152'0,"7"-9"-395"0,-7 13-12 0,0 0-271 16,0 0-373-16,0 0-82 0,0 0-13 0,15 4 21 15,-15-4 32-15,12 15 43 0,-10-6-2 0,4 9 52 0,6 0 10 16,5 17 34-16,-8-14-92 0,3 8 7 0,3-3-44 16,-3 6-35-16,-1-6-20 0,3 22 9 0,-4-6 4 15,2-5 5-15,-10-7-2 0,5 12 17 0,-2 9 28 16,-5-9-10-16,3-16-17 0,-3 11 32 0,-5 5 1 15,-7 15 20-15,-3-13-33 0,6-13-20 0,-9 10 10 16,-6 1-17-16,-10 2-16 0,7-11-9 0,-2 4-7 0,-3-6 0 16,-2 2-1-16,-7 0-3 0,4-9-28 0,-2 3-22 15,-2-3-17-15,2-14-48 0,-8 8-127 0,-14 2-224 16,7-13-168-16,16 1-2 0,-18-3-341 0,2-5-14 16,-2-2 107-16,15-3 229 0</inkml:trace>
  <inkml:trace contextRef="#ctx0" brushRef="#br0" timeOffset="128837.63">8529 8564 361 0,'3'0'1528'0,"-6"-8"-984"0,3 0 397 0,0 3-167 15,-4-6-132-15,4 11-373 0,0-13-59 0,0 13-35 16,0 0-8-16,0 0-85 0,0 0-10 0,0 0-23 16,0 0-26-16,0 0-13 0,0 0-6 0,-2 2-4 15,-4 7 3-15,-3 6 2 0,1 4 2 0,-4 8 47 16,0 15 91-16,0-3 47 0,3-10-23 0,-6 19 88 15,-2 0 47-15,-1 12 93 0,9-27-191 0,-6 11 16 0,7 6-67 16,-1 1-36-16,6-14-60 0,1 18-16 0,2-9-40 16,2 1-3-16,1-17 0 0,6 7 0 0,6 7 0 15,0-9 0-15,-3-11 0 0,13 7 0 0,-1-4 0 16,17 7 0-16,-2-16 0 0,-9-4 0 0,16 5-16 16,8-10-133-16,2 0-226 0,-7-7-55 0,14 1-323 15,-7-3-355-15,8-3-106 0,-14-2 319 0,18-3-1085 0</inkml:trace>
  <inkml:trace contextRef="#ctx0" brushRef="#br0" timeOffset="129426.05">12379 8734 1021 0,'0'0'805'0,"0"0"-297"0,0 0 407 0,0 0-171 16,0 0-191-16,0 0-262 0,0 0-90 0,0 0 61 16,0 0-13-16,0 0-95 0,0 0-56 0,0 0 18 15,0 0-4-15,-5 2-17 0,-4 0-64 0,-2-4 40 16,2 4 18-16,-21 1 34 0,16-3-15 0,-13 3 124 15,0 2-26-15,1-5 10 0,8 3-71 0,-20-1 76 0,15 2-83 16,-4-2-38-16,3-2-49 0,-2 2 5 0,-1-2-18 16,4 3-30-16,14-3-12 0,-12 2-1 0,13-2-12 15,-4 0-30-15,9 0-86 0,-9 0-51 0,12 0-262 16,-3 0-144-16,6 0-300 0,-3 0 32 0,2-7-275 16,8-1-585-16</inkml:trace>
  <inkml:trace contextRef="#ctx0" brushRef="#br0" timeOffset="129671.39">12354 8960 120 0,'0'4'2022'16,"3"6"-1105"-16,-1-10-214 0,-2 0-225 0,0 0-169 0,-2 0-27 16,4 0 105-16,-2 0-120 0,-2 0 101 0,4 0 19 15,-2 0 0-15,0 0-112 0,-17 6 126 0,8-6-145 16,3-3-47-16,-18-3-38 0,10 6-84 0,2-2 8 15,-18 2-48-15,6 0-32 0,10 0-9 0,3-3-4 16,-25 3-2-16,27 0 0 0,-11 0 0 0,8 0-5 0,0 0-38 16,-3 0-129-16,15 3-95 0,0-3-76 0,-3-3-162 15,6 6-309-15,-3-8 25 0,7-3-374 0,15-3-29 16,8-2-599-16</inkml:trace>
  <inkml:trace contextRef="#ctx0" brushRef="#br0" timeOffset="130320.66">13817 7900 430 0,'3'0'1773'0,"-3"-3"-1044"0,4-10 40 0,-4 13 4 16,3-8-311-16,-3 3-246 0,0 5 90 0,0 0-111 15,0-3-35-15,0-5-50 0,0 8-62 0,0 0-9 16,-10-2-17-16,-2-1-11 0,-5 1-7 0,-3 2 3 16,-4 0 3-16,-8 0 9 0,5 0-5 0,-2 2 30 15,-3-2 32-15,-1 0 15 0,1 0 21 0,2 3 17 0,-2-3 16 16,6 2 11-16,4-2-47 0,-7 0 37 0,17 0-7 16,-8 0-36-16,13 0-34 0,-7 0 8 0,14 0-9 15,0 0-9-15,0 0-37 0,0 0 0 0,0 0-2 16,0 0-4-16,0 0-4 0,-3 0-7 0,-2 11-1 15,5-11 6-15,5 15-3 0,-2-4-7 0,6 13-4 16,-6-6-3-16,3 4 2 0,0-4 2 0,-6 17-2 16,2-11 2-16,-2 2 2 0,0 0 2 0,0 1 2 0,-2 17-3 15,-1-7 1-15,3-4 1 0,-7 9 0 0,5 3-1 16,-1-3 1-16,-2-10 0 0,1 5 0 0,4-2-1 16,0-7-1-16,0 1-1 0,4-2-1 0,1-3 1 15,-2 0 8-15,3-3 12 0,0-5 6 0,-1-3 38 16,7 9 7-16,-5-18 0 0,10 12-18 0,-5-8 9 15,11 3 1-15,-2-6-30 0,-1-5-25 0,7-2-7 0,6-1 0 16,2-5 0-16,-11 8 0 0,8-9 0 0,0 5 0 16,1-1 0-16,-8-1 0 0,11 1 0 0,-6-1 0 15,-4 1 0-15,4 0 0 0,-9-1 0 0,8 2-6 16,-6 1-59-16,1-3-126 0,-9 6-75 0,2-2-274 16,1-1-85-16,-9 3-255 0,0-6 104 0,-6 6-364 15,6-9 119-15,-3 5-694 0</inkml:trace>
  <inkml:trace contextRef="#ctx0" brushRef="#br0" timeOffset="130562.01">13876 8312 97 0,'-11'-10'1656'0,"5"2"-935"0,0 0-221 0,-3 1 198 0,1-4-32 16,1 3-434-16,-5 3-120 0,7 1 24 0,-10-1-20 15,-9 5 34-15,-2 0-24 0,8 0-23 0,-11 0 54 16,0 3 11-16,-1 3 2 0,-8-1-13 0,8-3-37 16,1 4-17-16,-3-1-35 0,8 3-37 0,-15-1 0 15,13 2-12-15,3-7-6 0,8 4-38 0,6-1-115 16,-15 0-123-16,24-5-155 0,-5 3-60 0,-5 2-359 0,10-5-101 16,0 0 58-16,0 0 48 0,0 0-624 0</inkml:trace>
  <inkml:trace contextRef="#ctx0" brushRef="#br0" timeOffset="130859.22">14142 9054 1961 0,'-3'2'1254'0,"-6"6"-386"16,-2-5 1-16,7-3-507 0,-13 0 59 0,2-6-176 16,6 4-52-16,-14-3-73 0,-1-1 32 0,-8-1 61 15,5 1 2-15,-9 3 0 0,13-3-58 0,-33 2 102 16,15 1-60-16,0 3-20 0,11 0-79 0,-16 0-16 16,0 0-15-16,5 3-34 0,16-1-22 0,-9 4-16 15,2-1-26-15,0-3-141 0,14 4-40 0,0-3-159 16,10-1-146-16,-4 0-186 0,10-2-98 0,-10 4-413 15,12-4 154-15,0 0 137 0,0 0 54 0</inkml:trace>
  <inkml:trace contextRef="#ctx0" brushRef="#br0" timeOffset="131490.54">13744 9252 746 0,'0'11'1079'16,"3"-6"-542"-16,-3 1 27 0,0 1-1 0,0-7-275 15,0 6-110-15,0 1 18 0,2-7-44 0,-2 19 65 0,7-6 36 16,-7-8-72-16,5 11-48 0,-1-3-5 0,4 11-12 16,-1-2 18-16,-4-9-61 0,-1 5 25 0,-2 6-11 15,6 0-23-15,0 0 9 0,-3-4-31 0,6 10 4 16,-3-6 1-16,-4 3-4 0,1-9-7 0,1 13 22 15,-1-10-9-15,-3 1 1 0,0-9-15 0,0-6 2 16,0 17-11-16,0-10-5 0,-3-8-10 0,3 3 11 0,0-5 7 16,0 5 8-16,3-5 0 0,-3-4 26 0,0 0 35 15,0 0 20-15,0 0-22 0,0 0 62 0,-7-4-29 16,-4 0 2-16,5-7-48 0,-2-2 3 0,-7-14-34 16,6 9-27-16,-1-6-10 0,5 3-11 0,2-11-22 15,-3 4 2-15,6-5-1 0,0 9 5 0,-3-9-3 16,6-15 3-16,-3 10 10 0,2 12 0 0,5-9 3 15,-2 6-1-15,5-8 2 0,-8 17-13 0,8 1-16 16,2-3-14-16,5 4-22 0,-5 5 22 0,0-5-17 0,5 5-6 16,3 2 13-16,-1 0 10 0,-11 6 14 0,9-3 4 15,-2 3-2-15,-3 5 3 0,7 2-2 0,-11 3-11 16,1 1-32-16,3 4-11 0,-7-2 17 0,8 3-40 16,-1 2-2-16,-10 3 17 0,1-3 33 0,0-8 10 15,-3 14 10-15,-3 3 3 0,0-18 20 0,1 14-1 16,-10-1 2-16,-1-10 4 0,1 4 2 0,-5 0-2 15,8-6 7-15,-14 8 3 0,8-7 2 0,6-4 7 0,-6 3 5 16,1 1 3-16,11-3 9 0,-1-3-2 0,-11 4 22 16,15-4 12-16,0 9 46 0,-2-1 6 0,8 2 54 15,-3-4 43-15,12 18 60 0,-6-11-111 0,8 3 56 16,1-3-38-16,8 2-42 0,1-1-60 0,5 7-34 16,-5-8-14-16,2 3-9 0,-2-3-14 0,5 0-6 15,0-2 0-15,-5 0 0 0,-9-6 0 0,14 3-2 0,-2-3-20 16,-1 1-81-16,-8-1-65 0,-1-5-144 0,4 5-132 15,-4-5-461-15,-5 3-141 0,0-3 156 0,-1-3-221 16,-2 0-229-16</inkml:trace>
  <inkml:trace contextRef="#ctx0" brushRef="#br0" timeOffset="132155.76">15165 7706 121 0,'-4'-7'2038'16,"4"-10"-1294"-16,0 4-67 0,0 8-184 0,0-3-226 0,4-2-155 16,-8 7-15-16,1-4-34 0,3 7-21 0,-3 0-29 15,-11 2-16-15,14-2-7 0,-15 5-7 0,6-2 1 16,-6 7 6-16,-2 9 22 0,11-16 7 0,-12 23 42 15,0-4 38-15,1 2 16 0,5 7 15 0,-5 0 19 16,-1 1-2-16,-3 8 3 0,6-9-32 0,-5 20 57 16,-1 1 5-16,4-8 9 0,-1-2-43 0,-3 10 56 15,1 20 42-15,5-14-79 0,3-10-43 0,0 16 38 16,3 4-5-16,6-2-22 0,1-18-56 0,-1 7 18 16,8-2-4-16,-2 8 16 0,4-26-49 0,-2 9-1 0,7-2 0 15,5-2 0-15,7 1-12 0,-9-21-21 0,2 9-2 16,7 1-8-16,6 4-9 0,-13-13-5 0,7 3 0 15,0 3 0-15,-1 1 0 0,-6-8-7 0,4 2-79 16,-1 0-154-16,-1-6-109 0,-11-6 59 0,7 4-421 16,-9-4-164-16,6 1-218 0,-12-11 259 0,11 5-139 0,-4-5-188 15</inkml:trace>
  <inkml:trace contextRef="#ctx0" brushRef="#br0" timeOffset="132940.68">15358 8471 1382 0,'-5'6'1921'0,"-5"-4"-835"0,2 1-426 0,6-3-112 0,4 0-304 15,-2 0-110-15,0 0-65 0,-14-3 28 0,14 3 7 16,0 0 24-16,0 0 30 0,0 0 46 0,0 0 16 16,0 0 1-16,0 0-10 0,0 0-69 0,0 0 70 15,0 0-100-15,8 0-44 0,-4 3-27 0,4-6 23 16,1 1-23-16,8-7-13 0,-14 7-19 0,24-11-2 15,0 2-6-15,2-2-8 0,-12 2 1 0,7-2 4 0,0-3 4 16,8-10 5-16,-12 10-1 0,4-8 3 0,3 3 6 16,-7-2 3-16,-1-5-6 0,-11 13-5 0,1-3 0 15,-4 9-1-15,5-11-3 0,-8 3-3 0,-2 6 0 16,7 2 1-16,-7 5-1 0,0-9 1 0,0 13-1 16,0-3 0-16,0 6 0 0,-7 0 0 0,-1-3 0 15,2 10 0-15,0 1 0 0,-3 8 0 0,4 5 0 16,-5 2 0-16,5 6 0 0,-4-8 0 0,-1 18 0 15,2-3 0-15,-4 1 0 0,3-8 0 0,4 8 0 0,-7 8 0 16,6-9 0-16,-3-5 0 0,6-12 0 0,1 9 0 16,-2 4 0-16,4-9-1 0,0-10-12 0,0 8-53 15,4 0-160-15,-2-3-126 0,1-16 64 0,0 8-191 16,3-2-142-16,2 0-139 0,4-6-58 0,-5-3-11 16,4-2-61-16,1-2 75 0,-6 2 220 0,17-3-765 0</inkml:trace>
  <inkml:trace contextRef="#ctx0" brushRef="#br0" timeOffset="133127.15">15821 8802 852 0,'0'0'1273'0,"17"0"-571"0,-13 0-165 0,-4 0 177 16,3 0-134-16,5 2-231 0,-8-2-154 0,0 0 44 15,0 0-28-15,0 0 82 0,-11 3-104 0,2 0 103 0,-3 0 3 16,-5-3 73-16,7 2-93 0,-16 1 18 0,3 0-49 16,-1 2-70-16,-8-3-75 0,8 1-83 0,-5 3-15 15,-3-4-1-15,-4-2 0 0,16 3 0 0,-7-3 0 16,0 0 0-16,3 0 0 0,16 0 0 0,-10-3-8 15,10 3-150-15,-4-2-245 0,12 2-25 0,-6-13-453 16,2 2-597-16,8 2 265 0,4-1 212 0,7-8-1478 16</inkml:trace>
  <inkml:trace contextRef="#ctx0" brushRef="#br0" timeOffset="135088.91">16823 8686 1121 0,'7'0'768'0,"1"0"-360"0,-8 0 136 15,12-3-68-15,-10 3-206 0,10-8-214 0,-12 8-40 0,3 0-10 16,6-3 37-16,1 3 39 0,-10 0 26 0,8-2 61 16,1-4 33-16,6 4 29 0,-13 2-54 0,10-5 82 15,6 2-77-15,-9 0-50 0,-1 0-60 0,7 1 2 16,-1 2-22-16,-2-5-26 0,0 5-12 0,0-3 2 0,6 3-3 16,-6 0 0-16,-7 0 4 0,11 0 7 15,-16-3 0-15,15 3-6 0,-15 0-1 0,0 0 0 0,0 0-3 16,0 0-8-16,0 0 0 0,0 0 6 0,0 0 16 15,0 0-4-15,-7 0 3 0,-8 0-5 0,-2 3 5 16,-10 0 7-16,1 2 18 0,-1-3-1 0,-8 1 43 16,-1 0 15-16,-5 0 62 0,14-1-29 0,-10-2 65 15,-2 0 5-15,0-2 6 0,13 2-60 0,-6-3 21 16,0 0-33-16,8 0-56 0,-3 1-31 0,24 2-44 0,-17-5-10 16,20 5-89-16,-9-6-242 0,6 6-115 0,6-7-513 15,0-1-133-15,23-10-57 0,-4 9 294 0,7-4-928 16</inkml:trace>
  <inkml:trace contextRef="#ctx0" brushRef="#br0" timeOffset="136019.42">17778 8275 483 0,'-12'0'1702'0,"12"0"-809"16,-3-2-82-16,-11-1-9 0,14 3-338 0,0 0-96 15,-15-2-207-15,15 2-60 0,0 0-30 0,0 0 20 16,0 0-3-16,0 0-49 0,0 0-20 0,0 0 9 15,0 0 0-15,0 0 0 0,0 0-7 0,0 0-1 16,11-6 1-16,-7 6-7 0,4 2-5 0,4 2-2 0,2-2 6 16,-2 1-4-16,0-3 0 0,6 0-4 0,-6 0-1 15,20-5-2-15,-11-1-5 0,-4 4 1 0,7-7-1 16,-1 2 17-16,13-4 16 0,-19 6-10 0,7-8 9 16,-1 5 2-16,1-3-1 0,-12 0-7 0,-3 6-8 15,6-8-7-15,-7 2 4 0,-1 7-2 0,-2-10 3 16,-2 1 4-16,0 2 1 0,1 1 11 0,-11-4 0 0,4 1 16 15,-9-2-2-15,-2-2-4 0,-4 10-11 0,-3-2 4 16,-5 2-6-16,0 3-20 0,4 4 1 0,-7 0 24 16,0 4 19-16,-3 1 6 0,8-3-19 0,-3 7 2 15,0-2 6-15,-2 7-2 0,2 2-13 0,7 2-4 16,-4 3 4-16,7 3 37 0,0 3 26 0,2 10 58 16,6-6-18-16,3 0-2 0,6-3-38 0,3 16 53 0,0-9-74 15,9-6-33-15,0 0-27 0,5 0-5 0,3 1-4 16,7-4-3-16,2-6 0 0,-5-3 0 0,20 1 0 15,-5-5 0-15,2-2 0 0,-9-6 0 0,9-1 0 16,15 0-67-16,-11-4-216 0,-16 0-65 0,12 0-439 16,1-4-319-16,2-2-259 0,-15-5 303 0,4-5-904 15</inkml:trace>
  <inkml:trace contextRef="#ctx0" brushRef="#br0" timeOffset="137140.42">17842 7450 146 0,'0'0'218'0,"0"0"17"16,0 0 99-16,0 0-31 0,0 0-78 0,0 0 80 16,0 0-38-16,0 0 0 0,0 0-68 0,7-5 52 15,-2 2-13-15,-5 3-13 0,0 0-81 0,0 0 93 16,0 0-47-16,9-2-32 0,-1-4-37 0,-8 6 29 15,10 0 22-15,-5-2-45 0,2 2-3 0,2 0-48 0,-6 0 5 16,9-5-14-16,-10 5 4 0,6-4-24 0,-1-1 16 16,-2 5-6-16,10 0-7 0,-3-2-6 0,-9 2-11 15,6-2-10-15,0-2-5 0,-9 4-1 0,18-2 21 16,-18-1-5-16,17 3 1 0,-17 0-10 0,7 0 8 16,1-2 4-16,-8 2-5 0,0 0-9 0,-3 0 8 15,6 0 2-15,-3 0 23 0,-3 0 4 0,6 0 0 16,-3 0-5-16,-3 0-9 0,6 0 3 0,-3 0-10 0,-15-6-18 15,10 6-5-15,-7 0-5 0,0 0-2 16,-3 2 1-16,-21-2-9 0,16 0 0 0,8 4 0 0,-5-2-7 16,5-2 2-16,-12 0-2 0,6 0 3 0,6 0 4 15,0 0 10-15,-5 3 6 0,9-6 7 0,1 3 1 16,7 0 3-16,0 0 2 0,-12 0-11 0,7 0 2 16,5 0-7-16,0 0-2 0,0 0-4 0,0 0-4 0,0 0-2 15,0 0-1-15,0 0-2 0,12 0-1 0,-4 0-1 16,4 0-1-16,5 0-3 0,-10 0 3 0,22 0 2 15,-9-2 12-15,2-4-9 0,-5 6 0 0,4-3 2 16,2 1 5-16,1 0-1 0,-9 2-7 0,5-4-11 16,1 4 9-16,-6-2 0 0,-3 2-2 0,0 0-1 15,-7 0-1-15,-5 0 1 0,15 0 3 0,-13 0 1 0,-2 0 0 16,0 0 2-16,0 0 0 0,-8 0 0 0,-1 2 0 16,-6 2 0-16,3-2-1 0,-5-2-1 0,-10 0-4 15,7 2 3-15,-1-2-1 0,6 0 1 0,-2 0 1 16,5 0 2-16,-8 0 4 0,4 0 0 0,16 0 2 15,-15 0-2-15,13 0 1 0,2 0-15 0,0 0-55 16,0 0-115-16,0 0-158 0,0 0-61 0,0 0-456 16,0 0-159-16,0 0 126 0,0 0-180 0,2-2-163 0</inkml:trace>
  <inkml:trace contextRef="#ctx0" brushRef="#br0" timeOffset="138504.76">18682 6911 48 0,'0'-4'845'0,"0"4"-270"0,0 0-224 0,0 0 145 16,-2-5 10-16,-2-5-131 0,4 12-124 0,0-2 27 15,0-2-40-15,0 4-8 0,0-2-66 0,-3-5 22 16,0-3 31-16,3 8-25 0,0 0-51 0,0 0 50 0,0 0-8 16,0 0-26-16,0 0-2 0,0 0-83 0,0 0-3 15,0 0-18-15,0 0-46 0,0 0-13 0,0 0-3 16,0 0 0-16,0 0-1 0,0 0 4 0,0 13-1 15,-2-2 4-15,-1-3-14 0,3 8 2 0,-4 8-2 16,1-6 9-16,3 17-1 0,0-17 3 0,0 6 0 16,0 6 15-16,0-8 4 0,0 11-7 0,-2-7-9 15,-1-2-2-15,3 3 3 0,-3-1 9 0,3-2 8 16,0 5 9-16,-4-5-3 0,4-4 3 0,-2-1-4 0,2-1 4 16,0 2-8-16,-3-11-12 0,3 2-2 15,-3 0 1-15,3-5 2 0,-2 1 0 0,2 1 5 0,0-8 4 16,0 0 4-16,0 0 24 0,0 0 26 0,0 0 60 15,0 0-9-15,-7 0 15 0,-5-2-32 0,9-6 33 16,-6-6 3-16,6 4-75 0,-2-8-3 0,5 9-29 16,-7-15-1-16,7-2 2 0,0 2-14 0,0 6-6 15,4-9-1-15,-1 3-5 0,2-13-13 0,-5 19 0 0,7-8-4 16,-2-1-1-16,-2 1-1 0,0 7 5 0,6-18-6 16,-2 13 2-16,-5-8-11 0,4 11 17 0,-4-8-21 15,5 7 15-15,-4 4 13 0,-3 16 2 0,2-24 9 16,-2 17 15-16,7-6-13 0,-7 15 8 0,3-11-6 15,-3 8-14-15,0 3-1 0,8-13-2 0,-8 13-2 0,0 0-11 16,12-2-4-16,-6 2 5 0,9 0 3 0,2 2-2 16,3 3-2-16,2 1 0 0,-5-4 12 0,5 6-9 15,0 2-20-15,-3-1-3 0,-14-7 7 0,13 9-5 16,-4 0-1-16,4 7-6 0,-14-12 25 0,10 7-2 16,-8 3 9-16,0-3 2 0,2 5-2 0,-5 3-2 15,-3 1-3-15,-3-4 2 0,-2 0 4 0,-4 1 1 16,-3 3-2-16,-3-4 3 0,3-5 5 0,1 0 3 0,-7 3 0 15,-5 3-4-15,14-12 0 0,-3 2 3 16,-8 4 5-16,7-2-5 0,-1 2-1 0,7-11-1 0,-1 9 4 16,1-6 1-16,2 1-6 0,8-4 0 0,-9 1 4 15,4 1 2-15,2 0 2 0,0-4-3 0,0 7 0 16,5 4 10-16,0 0-2 0,7-3 0 0,-9-3-1 16,13 8 2-16,2-2 2 0,-10-6-5 0,13 6-5 0,-6-7-1 15,5 7-2-15,6 0-7 0,-14-3-3 0,3-3-12 16,-6-2-14-16,9 7-23 0,-6-7-26 0,2 5-172 15,4-3-110-15,-4 1-161 0,-11-4 51 0,12 1-300 16,-3 3-367-16,-10-6 298 0,5 2 45 0</inkml:trace>
  <inkml:trace contextRef="#ctx0" brushRef="#br0" timeOffset="138892.75">19204 7633 245 0,'0'0'1092'0,"0"0"-448"0,0 0 17 0,0 0-161 16,0 0 245-16,0 0-372 0,-9-6-144 0,-3 4-144 0,-6-1-27 15,4 1 4-15,-13-4-7 0,12 6-7 0,-5-5 23 16,-4 2 14-16,-5 0 39 0,5 1-33 0,-8-1 19 16,0-3 5-16,3 6-16 0,2-2-26 0,-21 2 44 15,11 0-33-15,-2 0-2 0,0 0-14 0,10 2-28 16,-18-2 20-16,11 0-25 0,7 4-19 0,5-2-9 0,4 1 2 15,-4-3-9-15,9 2-24 0,7-2-36 0,4 0-111 16,-7 3-164-16,11-3-216 0,0 0-128 0,0 0-146 16,0 0-52-16,11 0 65 0,-7 0 238 0,19 0-539 15</inkml:trace>
  <inkml:trace contextRef="#ctx0" brushRef="#br0" timeOffset="139338.56">18871 7757 97 0,'0'0'1288'0,"2"2"-28"16,8-11-450-16,-8 5-6 0,-2 4-260 0,0 0-74 15,-5-13-295-15,5 13-165 0,0 0-9 0,0 0-7 16,0 0-2-16,0 0 1 0,0 0 1 0,0 0 0 16,0 0 1-16,0 0 0 0,0 0 4 0,0 0 2 0,0 0-3 15,-3 6 3-15,-6 5-1 0,6-2-1 0,1 8 3 16,-5 6-3-16,7-15 3 0,-3 10 0 0,1 4-1 16,-5 2 4-16,4 0-1 0,-2-9-3 0,-2 7 3 15,2-2-3-15,-4 13 0 0,9-18-1 0,-6 3 0 16,6-9 1-16,0 12 0 0,0 0 2 0,0-15-1 15,0 9 3-15,3-6 3 0,-3-4 4 0,3-5-1 0,-1 13 13 16,5-13-1-16,8 8 4 0,-10-5 5 0,4-3 22 16,9 0 11-16,3-3-8 0,-1 0-14 0,1-2 13 15,2 0-1-15,6-3-17 0,-5 3-14 0,6-1 4 16,-4 3-7-16,1-5-9 0,-10 6-8 0,10-1-5 16,-3 3-53-16,-1 0-85 0,-9 0-31 0,-4-2-196 15,16 2-186-15,-2-6-382 0,-16 3 61 0,14-1 251 0,-12 1-135 16,14-3-526-16</inkml:trace>
  <inkml:trace contextRef="#ctx0" brushRef="#br0" timeOffset="139856.16">19763 7513 841 0,'0'0'1066'0,"-11"-7"-464"16,7 3 0-16,-6-3 83 0,6 5-479 0,1-2-143 15,-5-1 16-15,8 5-20 0,-7-4 11 0,-2 0-27 0,6 4 10 16,3 0-11-16,-12 0-5 0,12 0-16 0,-2 0 8 16,-13 6-6-16,3-4 6 0,9 1-2 0,-9 5 9 15,0 3 5-15,7-6-10 0,-10 8-7 0,3-2 13 16,-8 7-5-16,-1 3-3 0,9-10-14 0,-5 2 4 16,9-8-6-16,-11 14-16 0,11-14-19 0,-4 8-8 15,3-4-43-15,3-7-78 0,4 1-134 0,-11 5 24 16,13-6-275-16,0-2 5 0,0 0-112 0,-6-4 168 0,0-2-96 15,9 3 136-15,4-8-271 0</inkml:trace>
  <inkml:trace contextRef="#ctx0" brushRef="#br0" timeOffset="140070.6">19534 7471 809 0,'0'-11'1294'0,"-3"-2"-698"16,3 13 128-16,-9-13-91 0,9 11-211 0,0 2-228 0,0 0 15 15,0 0-84-15,0 0-54 0,0 0-43 0,0 0-5 16,0 0-18-16,0 0 0 0,0 0 0 0,0 0-6 15,0 0 0-15,9 10 8 0,-9-7 5 0,5 10 2 16,-1 3-2-16,2-6 6 0,-1 6 0 0,7 3 13 16,-9-8-2-16,15 9-4 0,-10-4 1 0,-1-3-8 15,5 0 4-15,3 1-11 0,-7-6-4 0,4 8-7 0,-3 0-3 16,-4-8-17-16,10 11-75 0,-8-12-45 0,-2 4-226 16,4 2-137-16,-3-5-168 0,-4 0-126 0,-2-6 22 15,15 9-468-15</inkml:trace>
  <inkml:trace contextRef="#ctx0" brushRef="#br0" timeOffset="143452.56">20314 6916 327 0,'0'-14'555'0,"4"1"-289"15,1 5 65-15,-2-5 37 0,4-5-46 0,-7 12-114 16,5-15 144-16,7 2-51 0,-9 9 55 0,3 0-98 16,0-10 52-16,-4 2 64 0,5 5-107 0,-2-2-84 15,-2 4 50-15,0-13-39 0,-3 6 11 0,4 9-60 16,1-4-8-16,-2 0-37 0,1 5-27 0,-2-6-34 0,-2 14 7 16,6-13-22-16,-4 13-4 0,-2 0-4 0,0 0-5 15,0 0-5-15,0 0-15 0,0 0-1 0,0 0 1 16,0 0-5-16,-2 3 0 0,-4 13-2 0,4-8 9 15,-2 2 5-15,-2 12 1 0,0-2 10 0,0-3-5 16,4-10 11-16,-8 20 5 0,-2-8 0 0,10-1-4 0,-4 6 1 16,-3 2-9-16,4 3 1 0,-2-10-11 0,4 10-3 15,-2 2-5-15,-2-7 1 0,2-4 2 0,2 4 1 16,-3-6-1-16,3 6 4 0,0-9 6 0,3-10 0 16,-2 14-2-16,-2-3-2 0,1-5-1 0,3-3 0 15,0-8 0-15,-3 16-5 0,3-14 1 0,0-2 10 16,0 0 18-16,3 5 5 0,4 1 20 0,-7-4-5 0,20-2 56 15,-3 3 65-15,-8-3-27 0,11 0-33 0,4 6 24 16,-2-6-10-16,0 0-26 0,-7 0-62 0,9 0-11 16,0 0-15-16,8-6-8 0,-12 6 17 0,-5 0 1 15,-1 0 5-15,16 0-3 0,-12 0-19 0,-6 0-3 16,11 0-13-16,-14 2-81 0,11 4-46 0,-5-4-85 16,-6-2-84-16,3 5-116 0,-12-5-203 0,0 0 42 0,0 0-556 15,8 6 257-15,-4-3-196 0,-4-3-275 0</inkml:trace>
  <inkml:trace contextRef="#ctx0" brushRef="#br0" timeOffset="143857.46">20933 7310 1382 0,'0'-6'706'16,"0"-1"-39"-16,0 4-3 0,-12 0-120 0,4 3-233 15,-1-2-138-15,-11 2-119 0,-2 0-49 0,8 0 0 0,-16 0 9 16,1 0 5-16,-1 2 24 0,10 1 9 0,-13 3 32 16,1-2 13-16,-9 2 41 0,14-1-45 0,-14 0 45 15,-3 3 8-15,0-5 11 0,-10 5 47 0,28-3-71 16,-16 1 44-16,5-1-13 0,1-5-14 0,12 5-52 16,-1 1-13-16,3-4-43 0,8-2-33 0,14 2-21 15,-10 1-33-15,5 0-83 0,5-3-63 0,0 0-24 16,-3-3-232-16,9 6-166 0,3-3-336 0,-9 0 284 0,17 3-199 15,-5-3 77-15,8 2 91 0,-13-2-49 0</inkml:trace>
  <inkml:trace contextRef="#ctx0" brushRef="#br0" timeOffset="144469.82">20430 7502 74 0,'0'4'1286'16,"0"-4"-639"-16,0 0-49 0,0 0-151 0,0 0 184 15,0 0-353-15,3 13-214 0,-1-13-55 0,-2 0-9 16,12 13 20-16,-6-5 15 0,-4 0 4 0,5 8 9 16,-2-6 30-16,7 22 42 0,-2-13-8 0,-5-4-40 15,4 7 20-15,-3 4 10 0,0 1-28 0,-3-9-34 16,0 6 7-16,-3 0-14 0,0 5 1 0,0-10-13 0,-3 1 11 16,3 2-3-16,-3-1 0 0,-1-5-4 0,2-3 11 15,-1 0-3-15,0 5-3 0,3-9-7 0,-2 2 0 16,2-9-1-16,-4 9-2 0,4-11-2 0,0 0-1 15,0 0 26-15,0 0 49 0,0 0 33 0,0 0-7 16,0 0 82-16,0 0-40 0,-6-9-10 0,1 7-50 16,-4-11-14-16,3 0-32 0,0-11-50 0,3 8-8 15,0-6-3-15,3 2-2 0,3-12-19 0,-3 14 4 0,3-12-11 16,-1 1-11-16,5-8-20 0,-4 13 25 0,2-5-12 16,7 0 0-16,0 3-29 0,0-3-5 0,-4 12 49 15,4-1-9-15,3 0 6 0,-6 5 3 0,0 2 19 16,-1 0 27-16,14-4-4 0,-8 9 6 0,-6-2-3 15,7 0-1-15,6 0 1 0,-1 3-1 0,-8 2 0 0,3 1 1 16,0-4-1-16,6 6 1 0,-16 0-1 0,10 6-1 16,6-1 4-16,-13-3-4 0,-1 4-3 0,1-1-2 15,4 3-6-15,-9-3 0 0,-3 0-6 0,6 6 0 16,-6 0-5-16,0-7-3 0,-9 13-6 0,-3-10 7 16,-11 13-6-16,2-7 2 0,-11 2-3 0,11-1 12 15,-2 1-3-15,-1-2 5 0,-3 4 4 0,13-7 1 16,-4 1 1-16,12-5-2 0,-9 9 1 0,12-10 6 0,-5 1 3 15,8-4 3-15,-4 9 0 0,4-11 23 0,4 13 80 16,4-5 13-16,-5 0 16 0,9 8 22 0,-3-6-26 16,9 6 110-16,3-5-88 0,2 2-33 0,-2-5-50 15,8 2 21-15,1 1-31 0,-6-3-31 0,-4-3-17 16,9 8-3-16,-7-4-14 0,0-1-33 0,-7-3-8 16,6 0-18-16,-6-2-52 0,2 2-101 0,-7-3-8 0,2 1-215 15,5 0-227-15,-2 0-443 0,-13-6 369 0,13 3-215 16,-8-3-555-16</inkml:trace>
  <inkml:trace contextRef="#ctx0" brushRef="#br0" timeOffset="144971.48">21322 6799 973 0,'0'0'1189'15,"6"-13"-541"-15,-6 13-21 0,0 0-292 0,0 0-294 16,9 13-65-16,-6-8-10 0,-1 8-7 0,5 9 19 0,-2-1 11 16,2 0 10-16,1 5 12 0,1 7 51 0,3 1 8 15,-4 2 3-15,7 8 8 0,-6 0 11 0,3 4-11 16,0 16 7-16,3-7-48 0,-4 4-3 0,1-10-7 16,2 15 2-16,1 19 2 0,0-17 8 0,-3-20 7 15,-3 21 29-15,-3-6 9 0,3 19 27 0,-9-32-34 16,3 14 46-16,-6 7 1 0,-2-8-6 0,-2-4-3 15,-5 20 35-15,-3-10-10 0,-2 3-17 0,5-22-49 0,-6 14 11 16,-11 17-2-16,8-15-34 0,-9 0-8 0,10-20-18 16,-6 15 8-16,-10 12 7 0,4-14-12 0,5-17-13 15,-8 13-7-15,-1-4 1 0,-5 8 1 0,12-31-4 16,-6 12 0-16,2-5 0 0,3-9-2 0,8-10-2 16,-8 5-3-16,9-7-5 0,4-7-18 0,5-1-25 0,0-6-108 15,-3 0-357-15,-9-17-203 0,13 7 25 0,-10-9-242 16,6 1 18-16,0-6-163 0</inkml:trace>
  <inkml:trace contextRef="#ctx0" brushRef="#br0" timeOffset="145720.48">20479 6898 192 0,'-14'4'91'16,"4"-4"-79"-16,-7 5-14 0,-3-5-88 0,13 0-99 15</inkml:trace>
  <inkml:trace contextRef="#ctx0" brushRef="#br0" timeOffset="145901">20423 6971 244 0,'-8'8'1031'0,"2"-8"-437"0,-6 3-112 0,12-3-131 16,-15 6-13-16,10-4-180 0,-7 0-136 0,0 7-77 0,6-7-35 16,-6 5-146-16,-5-1-191 0,-2-1-173 0,2 1 241 15,-3-1-811-15</inkml:trace>
  <inkml:trace contextRef="#ctx0" brushRef="#br0" timeOffset="146030.65">19904 7304 60 0,'-17'9'1022'0,"12"-7"-725"16,-10 7 20-16,-4-9 39 0,9 2-360 0,3 0-155 15,-8-2-149-15,3 0-35 0,2 0 11 0,3-2-180 0</inkml:trace>
  <inkml:trace contextRef="#ctx0" brushRef="#br0" timeOffset="146152.34">19734 7376 107 0,'0'0'759'0,"0"0"-393"0,-11 5-45 0,7-2-34 0,4-3-163 16,-8 6-231-16,-4-4-289 0,0-2 64 0,7 0 84 15,-5 0-465-15</inkml:trace>
  <inkml:trace contextRef="#ctx0" brushRef="#br0" timeOffset="146610.1">20633 6762 442 0,'0'0'1571'16,"0"0"-687"-16,0-2-67 0,5-9-8 0,-1 11-198 0,-4 0-341 16,0 0-170-16,0 0-81 0,0 0-20 0,0 0-8 15,0 0-14-15,-4 0 0 0,-7-5-4 0,11 5 4 16,0 0-33-16,-18 2-128 0,10 1-117 0,-2-3-55 15,-2 2-351-15,4-2-89 0,-10 4-257 0,3-4-479 16</inkml:trace>
  <inkml:trace contextRef="#ctx0" brushRef="#br0" timeOffset="146870.41">20250 6913 862 0,'-12'5'1239'15,"-12"-3"-638"-15,16 2 4 0,-4-2-105 0,-3-2-301 0,-2 3-135 16,5-3-64-16,-10 2-4 0,14 1 0 0,-6 3-10 16,-8-2-21-16,8 2-22 0,6-3-48 0,-4 4-17 15,2-1-80-15,-2 2-47 0,-2 0-66 0,11-6 126 16,-6 9-44-16,-2-3 46 0,7-5 65 0,1 1 49 16,-6 2 36-16,9-3 10 0,-3 2 11 0,-2 3 12 15,5-8 4-15,0 0 2 0,-3 11 1 0,-1-9 1 16,8-2 1-16,-4 0-2 0,-9 11-1 0,9-9-18 0,-5 3-120 15,-2-1-136-15,4-2-38 0,-6 3-1 0,6-5-25 16,3 0-338-16</inkml:trace>
  <inkml:trace contextRef="#ctx0" brushRef="#br0" timeOffset="147572.53">19268 7910 484 0,'0'-2'2190'0,"4"2"-1396"0,4-8 9 0,-8 8-245 16,0 0-140-16,0 0-265 0,0 0-102 0,-12-5-32 16,12 5 5-16,-8 0-14 0,-1 0-18 0,6 0-2 15,-14 0 0-15,5 0-3 0,2 0-5 0,-2 2-1 0,2 1-12 16,3-1-26-16,-5 4-90 0,4-4-55 0,1 3-215 16,-13 1-158-16,3-1-317 0,8 1 115 0,-9-1 216 15,9-3-99-15,-3 1-249 0</inkml:trace>
  <inkml:trace contextRef="#ctx0" brushRef="#br0" timeOffset="147706.17">18868 7982 45 0,'-15'8'773'0,"15"-8"-375"0,-17 6-109 0,17-6-96 16,0 0-125-16,-12-6-289 0,9 3-68 0,3 3-2 15,-14-5-484-15</inkml:trace>
  <inkml:trace contextRef="#ctx0" brushRef="#br0" timeOffset="147823.85">18706 8072 428 0,'-4'8'1752'0,"2"0"-902"0,2-8-341 16,0 0 87-16,-6 7-354 0,2-3-428 0,4-4-205 16,-14-4-92-16,11 8-118 0,-2-8-62 0,-5 4 172 15,10-2-93-15,-12-1-89 0</inkml:trace>
  <inkml:trace contextRef="#ctx0" brushRef="#br0" timeOffset="148399.32">19514 6696 1255 0,'-4'0'1800'0,"-14"0"-1166"0,6 2 89 15,4-2-351-15,-13 0-290 0,1 3-90 0,-4 3-44 16,6-1-107-16,-3 1-86 0,-2-2-107 0,6 1 55 16,-14 4-234-16,14-1 13 0,-3-3-103 0,5-3 205 15,-6 7-64-15,13-9-479 0</inkml:trace>
  <inkml:trace contextRef="#ctx0" brushRef="#br0" timeOffset="148550.92">18807 7069 341 0,'-7'9'505'0,"2"6"-243"0,-2-4-3 15,4-1-13-15,-5 11-185 0,1-10-215 0,5-4-16 0,-8 6-91 16,-2 1-67-16,2-6-285 0</inkml:trace>
  <inkml:trace contextRef="#ctx0" brushRef="#br0" timeOffset="148676.57">18588 7276 912 0,'-12'7'678'0,"12"-4"-281"16,-15 0 266-16,12-1-202 0,-9-2-177 0,4 3-171 15,-4 3-66-15,3-4-42 0,-3 0-81 0,9 1-125 0,-11 3-23 16,14-6-175-16,-12 7-163 0,12-7-21 0,0 0 199 16,-3 0-538-16</inkml:trace>
  <inkml:trace contextRef="#ctx0" brushRef="#br0" timeOffset="149486.41">21037 7511 874 0,'11'2'503'15,"-5"2"-26"-15,-8-8 137 0,4 8-186 0,-2-4-234 16,0 0 33-16,-2-4-28 0,4 8 19 0,-2-4-25 16,-2-4 5-16,4 8-3 0,-2-4-14 0,0 0-71 0,-2 0 1 15,-13 2-54-15,15-2-19 0,-4 3-23 0,-4 1-13 16,8-4-10-16,-17 9-116 0,10-9-204 0,2 2-27 15,1-2-289-15,-14 3-70 0,13-3 0 0,-4-3-860 16</inkml:trace>
  <inkml:trace contextRef="#ctx0" brushRef="#br0" timeOffset="149634.01">20798 7678 1397 0,'-19'13'737'0,"9"-8"-333"16,-2 3 118-16,-15-3-171 0,10 3-248 0,-5-3-134 15,2 1-118-15,-1-1-132 0,1 3-117 0,13-8 46 0,-15 5-289 16,0 1 143-16,14-4-66 0,-6 1 5 16</inkml:trace>
  <inkml:trace contextRef="#ctx0" brushRef="#br0" timeOffset="149763.67">20423 7847 882 0,'0'0'1272'0,"-14"11"-477"0,14-11-158 0,0 0-220 0,-15 8-231 16,15-8-105-16,-17 5-32 0,10-5-37 0,-1 8-10 15,8-8-5-15,-17 5-18 0,17-5-15 0,0 0-75 16,-15 5-127-16,15-5-154 0,0 0-161 0,0 0 3 16,0 0-155-16,0 0 80 0,-4 0-415 0</inkml:trace>
  <inkml:trace contextRef="#ctx0" brushRef="#br0" timeOffset="149866.39">20191 7958 44 0,'-9'5'44'0,"9"-5"-44"15,-3-2 0-15,-11 2-44 0</inkml:trace>
  <inkml:trace contextRef="#ctx0" brushRef="#br0" timeOffset="152268.97">12542 10943 99 0,'0'0'1317'16,"0"0"-292"-16,0 0-234 0,0 0 48 0,0 0-54 0,0 0-325 16,0 0-101-16,0 0-82 0,0 0-40 0,0 0-67 15,0 0 44-15,0 0-66 0,0 0-44 0,-3 0-35 16,-11-3 4-16,4 3-32 0,-4 0-26 0,-1 0-16 16,0 3-5-16,-11 2-3 0,6 1 0 0,-7-2 4 15,3-1 6-15,-3 5 3 0,3-3 1 0,10-5-1 16,-9 2 20-16,-4 2 11 0,21-4-2 0,-17 5-5 0,16-5-10 15,-3 2 7-15,-9 1-37 0,19-3-87 0,0 0-53 16,0 0-147-16,0 0-202 0,0 0-234 0,0 0-187 16,4 0-96-16,13 6 54 0,-2-15 54 0,-12 9-315 15</inkml:trace>
  <inkml:trace contextRef="#ctx0" brushRef="#br0" timeOffset="152500.38">12730 11178 1979 0,'10'2'1150'0,"2"4"-440"0,-7-1-176 16,4-2-170-16,-9-3-273 0,0 0-42 0,0 0 2 15,0 0 59-15,0 0 62 0,0 0 99 0,0 0 14 16,0 0 84-16,0 0-12 0,-12 2-24 0,10-2 28 0,-13-5-202 16,8 3-5-16,-5-1-80 0,-17-3-62 0,9 4-9 15,-1-3-2-15,-2 2-23 0,-4 3 15 0,6-3-11 16,10 3-29-16,-10-2-25 0,13-1-148 0,-2 3-135 15,10-2-216-15,-14-4-478 0,11 6-28 0,3 0 265 16,3-18-236-16,-1 10-408 0</inkml:trace>
  <inkml:trace contextRef="#ctx0" brushRef="#br0" timeOffset="153571.49">14018 10640 529 0,'0'0'539'0,"-11"-4"-158"0,7 1-95 15,4 3 77-15,-6-2-81 0,-3-2-106 0,6 2-65 16,-9 2 25-16,12 0 10 0,-17 0 32 0,12 0-34 15,-5 0 64-15,-4-3 99 0,4 3-78 0,2-2-69 16,-6 2 48-16,4-2-17 0,-4-2 12 0,-1 2-27 16,6 2-25-16,-6-3-2 0,12 3-4 0,-9-2-48 15,0-1 46-15,4 0-45 0,6 3-4 0,-13-3-34 0,15 3-10 16,-15-4-13-16,11 4 3 0,-8-3-14 16,10 3-10-16,2 0 1 0,0 0-6 0,0 0-2 0,-15 0-3 15,15 3 1-15,-3-6-3 0,6 6-4 0,-3-3-2 16,0 0-1-16,0 0-2 0,0 0-6 0,0 0 0 15,-3-3-6-15,6 6-4 0,-3-3-29 0,-3-3-31 16,6 6-26-16,-3-3-30 0,-3-3-40 0,3 3 31 0,3 3-59 16,-6-6-65-16,6 6 71 0,-3-3-6 0,0 0 57 15,-3-3-37-15,6 6-39 0,-6-6-117 0,3 3 121 16,3 3-98-16,-3-3-28 0,-3-3-106 0,3 3 66 16,3 3-185-16,-6-6 157 0,6 6-400 0</inkml:trace>
  <inkml:trace contextRef="#ctx0" brushRef="#br0" timeOffset="154782.25">13903 10313 84 0,'14'-9'387'0,"-2"0"-84"0,-5 3-40 15,8-1 56-15,-1-4-15 0,-6 2-12 0,7-1-45 16,0 0 116-16,-6 4-99 0,6-2 35 0,-6 3-75 16,-3 2 72-16,-6 3 56 0,0 0-125 0,0 0-42 15,0 0 37-15,0 0-44 0,0 0 6 0,0 0-46 16,0 0-26-16,0 0-21 0,0 0-29 0,0 0-20 0,0 0 16 16,-3-2-31-16,-6-6-11 0,6 8-1 0,-12 2-10 15,0 4-2-15,1-4-13 0,-13 6-4 0,12-2 8 16,-11-4-2-16,-4 6 6 0,1 0 9 0,9-5 4 15,-7 2 13-15,-6 0 41 0,4 1 16 0,-1-1 15 16,8-5 17-16,-5 6 12 0,0-6 5 0,3 2-7 16,-2 0 42-16,6 1-2 0,-2-3-4 0,8 0-23 15,2 0 112-15,-6 2-47 0,13-4-20 0,-4 2-43 16,6 0-30-16,-9 0 12 0,12-3-57 0,0 6-25 0,0-3-16 16,0 0-3-16,0 0 0 0,0 0-10 0,0 0-2 15,0-3 5-15,0 6 4 0,0-6-5 0,0 3-7 16,0 3-1-16,0-3-3 0,0 0-12 0,0 0 1 15,0 0-5-15,0-3 2 0,0 6 3 0,0-3 7 16,0-3 0-16,3 6 3 0,3 8-3 0,-6-11-1 16,8 15 0-16,-1-6-2 0,1 9-1 0,1 6 4 0,-3-11 8 15,3 2 6-15,-4 5-2 0,5 0 3 0,-1 2 1 16,-4-3 0-16,2 7-8 0,-2 1-12 0,1-1 1 16,0 5 10-16,-3-2 3 0,2 3 2 0,-1-5-3 15,-1 12 12-15,-3-10 2 0,3 6-2 0,-3-11-10 16,0 7-3-16,5 2-2 0,-5-13-3 0,4-1 1 15,-4-1-3-15,3-5-1 0,-3 3 1 0,2 3 0 16,-2-12 3-16,0 2 0 0,0 2-1 0,0-3 1 0,3-8 0 16,-3 10-5-16,4-7 3 0,-4-3 3 0,0 3 2 15,8 4 2-15,-11-7 1 0,6 0 3 0,-3 0-1 16,12 0-2-16,-7 0-1 0,5-3-2 0,-1 3-3 16,8-4 0-16,-2 1 0 0,9-3 0 0,-4 6 0 15,7-2 0-15,-7-1 0 0,4 1 0 0,2-2 0 16,-11 2 0-16,14 0 0 0,-2 2 0 0,-3-6 0 0,-4 6 0 15,9-3-15-15,-2-4-75 0,-5 1-93 0,-5 4-41 16,-5-1-148-16,8-5-170 0,-8 3-152 0,-3-1 108 16,-9 6-295-16,11-13-91 0,-11 13 68 0,0-7 282 15,0-7-462-15</inkml:trace>
  <inkml:trace contextRef="#ctx0" brushRef="#br0" timeOffset="155098.4">13895 10554 136 0,'0'0'600'0,"0"0"-179"0,0 0 82 0,0 0-81 15,0 0 298-15,0 0-186 0,0 0-55 0,0 0-139 16,0 0-5-16,0 0-28 0,0 0-140 0,0 0-64 0,-7-4-52 16,2-3-15-16,2 5-13 0,-9 2 2 0,3 0-10 15,3 0 2-15,-15 0 22 0,13 2 11 0,-4-2 18 16,-15 0 9-16,7 5 1 0,2-5 1 0,15 2-21 16,-29-2 4-16,20 4-32 0,-12-4-23 0,12 2-13 15,4 1-45-15,-4-3-71 0,-3 2-126 0,15-2-84 16,-14-2-319-16,14 2-176 0,0 0-18 0,0-9 248 0,0 0-1405 15</inkml:trace>
  <inkml:trace contextRef="#ctx0" brushRef="#br0" timeOffset="155618.01">14356 11233 764 0,'10'0'1388'0,"-10"0"-652"0,9 4-160 15,-4-4 179-15,-5 2-171 0,0-4-85 0,0 2-304 16,0 2 48-16,0-2-15 0,0 0-11 0,0 0-108 15,-8-2 0-15,-1-2-30 0,-3 2-30 0,7-1-40 16,-14-1-8-16,-10-2 0 0,2 6 9 0,-5-3 14 0,5 3-2 16,-29 0 63-16,4 0 43 0,-4 0 56 0,5 0-11 15,-10 3 60-15,-19-3 38 0,12 6-67 0,24-4-81 16,-17 0-3-16,-7 3-53 0,17 1-62 0,19-3-5 16,-9 1 0-16,11 2 0 0,-4-1 0 0,22-5 0 15,0 3 0-15,0 0 0 0,12 0-24 0,-6-1-158 16,0 0-164-16,6-2-84 0,6 6-151 0,2-1-280 15,10-5-154-15,-2 0-302 0,9-5 243 0,-1-1-1157 16</inkml:trace>
  <inkml:trace contextRef="#ctx0" brushRef="#br0" timeOffset="156271.26">13880 11422 151 0,'-4'4'540'15,"4"13"-220"-15,-5 6 90 0,5-1-43 0,-3-9-101 16,3 5-2-16,-3 6-45 0,3 6 74 0,3-4-27 0,-3-8-63 16,0 9 61-16,0 1-38 0,0 10 45 0,3-17-117 15,-3 6 46-15,0 1-34 0,2-1-35 0,1-6-55 16,-3 8 40-16,0-5-52 0,0-2-21 0,-3-7-28 15,3 3-5-15,-5 4 0 0,2-4-2 0,-1-12-3 16,-4 18 2-16,2-17 0 0,-5 9-3 0,2-5-3 16,2-3-1-16,-4 3-1 0,11-9-2 0,-9 1 2 15,0-1 0-15,9-2 0 0,-11-7 3 0,4 1-1 16,5-1 1-16,-4-17 4 0,0-3-5 0,3 1-1 0,3 7-1 16,0-13-5-16,0-10-20 0,0 2-8 0,3 13 6 15,-1-6-7-15,2-2-7 0,-1-13-10 0,0 14 16 16,2-3 6-16,2 2 11 0,-2 4 5 0,2 7 10 15,7-16 13-15,-3 16 12 0,1 6 4 0,3 2-3 16,-1 0 7-16,17-6 6 0,-11 9-7 0,9 4 0 16,-11 3-12-16,15-2 3 0,-3 0 0 0,2 8 1 0,-15 0-10 15,7 2-6-15,3 4-2 0,-7 2 3 0,1 0 0 16,-4 3 0-16,-5-6-1 0,3 8-1 0,-3-2 1 16,-4 2-2-16,-1-5-2 0,-2 13 0 0,-2-15 1 15,-3 20-1-15,-6-16 4 0,-6 16 1 0,0-12 3 16,-2 4 12-16,-4-2 7 0,-3 3 17 0,-8-1 50 15,14-5-11-15,-8 1 41 0,-3-4 4 0,-1 4 19 0,3-10 3 16,1 5 1-16,8-4 2 0,1 1-14 0,4-2-41 16,-7 5 51-16,17-9-58 0,-9 7-7 0,6-7-35 15,3 4 4-15,0-4-16 0,5 9-5 0,-2-3 1 16,9 5 18-16,3 5 24 0,6 5 0 0,-9-5-24 16,11 2 31-16,1 3-1 0,11 0 11 0,-14-4-38 15,14 1 10-15,1-3-10 0,2 4-5 0,6-1-14 0,-12-4-13 16,4-1-2-16,2 0-15 0,3-2-9 0,-14-3-3 15,-1-1-35-15,4 4-148 0,-10-2-83 0,1-5-25 16,-9 2-215-16,3-1-159 0,2 6-212 0,-10-9 102 16,13 7-180-16,0-7-24 0,-6 1-407 0</inkml:trace>
  <inkml:trace contextRef="#ctx0" brushRef="#br0" timeOffset="157020.28">15155 10199 744 0,'3'-5'410'16,"-3"-11"-30"-16,3 16 106 0,-3-13 29 0,0 7-198 15,0-1 15-15,0-1-18 0,0 8-9 0,0 0-92 16,0 0-28-16,-3-11-38 0,3 11-49 0,0 0-59 16,0 0-12-16,-5 8-5 0,-5 10 0 0,2 6 11 15,2-6 11-15,0 17 26 0,-3 15 20 0,-6 1 1 0,10-14-29 16,-7 18 29-16,0 9 15 0,0 2-13 0,4 2 3 16,-4-1 20-16,3 4 3 0,6-2-5 0,3-19-46 15,5 35 20-15,5-30-29 0,2-2-20 0,-7-16-21 16,10 5 1-16,6 2 6 0,2-11-5 0,-9-14-16 15,10 2-3-15,3-2-6 0,2-6-9 0,10-6-73 16,-16-3-51-16,6-4-164 0,7-8-246 0,-7-1-210 16,-4 0 100-16,12-11-437 0,-13 5 28 0</inkml:trace>
  <inkml:trace contextRef="#ctx0" brushRef="#br0" timeOffset="157418.2">15653 10787 128 0,'-3'0'2167'0,"3"0"-1529"16,0 0 262-16,0 0-233 0,0 0-372 0,0 0-265 16,0 0-35-16,0 0-33 0,0 0 5 0,0 0 3 15,0 0 10-15,12 0-6 0,-2 0 5 0,10-6 19 0,-8 3 3 16,14-10 2-16,-8 0-3 0,2-3-1 0,-6 3 3 15,10-16-1-15,-2 5 1 0,-5 0 5 0,-9 5 6 16,8-1 8-16,-1-9 8 0,-7 10-2 0,1 3 0 16,-6 8 23-16,2-13 24 0,2 5 57 0,-5 6-18 15,-2-7 52-15,0 12-3 0,3-5-10 0,-3 10-15 16,0-3-46-16,4-10-14 0,-8 13-57 0,8 0-12 0,-4 0-2 16,0 0 1-16,0 16 0 0,0-3-3 0,0 6 0 15,0 1 0-15,0 4-2 0,-4 16 1 0,4-16-5 16,0 18-2-16,0-5 1 0,-3 5-1 0,3-2 1 15,3 8-3-15,-3-3-3 0,4-5 3 0,-1-11 2 16,2 6-5-16,-2-2-7 0,9 0-33 0,-10-13-36 16,8 2-75-16,-1-7-62 0,-1-2-76 0,1 1-259 15,3-4 129-15,-6-7-185 0,6-3-24 0,2 0-26 16,-4-3 26-16,-2 3 78 0,13-4 58 0</inkml:trace>
  <inkml:trace contextRef="#ctx0" brushRef="#br0" timeOffset="157589.74">16181 11090 1001 0,'15'0'590'16,"-15"0"60"-16,0 0 17 0,0 0-10 0,0 0-237 15,0 0 81-15,0 0-186 0,0 0-52 0,0 0-35 16,0 0-37-16,0 0 107 0,-12 6-38 0,3-6 33 16,-6 0-81-16,-5 3 62 0,-9-1 78 0,2-2-85 0,0 3-81 15,-9-3 6-15,-11 0-22 0,9-3-68 0,11 1-50 16,-10 2-18-16,-2-3-21 0,-2 0-10 0,14 3-3 16,-2 0 0-16,2-3-48 0,7 3-113 0,8 0-143 15,-3-4-149-15,13 4-266 0,-8-6-304 0,5 3 132 16,1 3-275-16,4-15-126 0,7 1-446 0</inkml:trace>
  <inkml:trace contextRef="#ctx0" brushRef="#br0" timeOffset="158166.21">16962 10916 655 0,'0'0'868'16,"0"0"-136"-16,0 0-139 0,0 0-70 0,0 0-262 15,-3 0-44-15,-6 5-100 0,-11-2-87 0,10-3-28 16,-16 6 25-16,8-4 38 0,-8 0 70 0,6 4-41 15,-4-3 70-15,0-1 26 0,6 1-2 0,-6-1-15 16,9 2-67-16,7-4-14 0,-6 2 8 0,10-2-27 0,-7 0-27 16,7 0 36-16,8 0-11 0,-4 0 2 0,0 0-24 15,-4 0-3-15,16-2-17 0,-5-2-10 0,13 4-11 16,1-5-6-16,2 3-6 0,6-1-5 0,1-3-5 16,-4 6-19-16,4-2-11 0,-1-3-1 0,-8 2 12 15,9 3-22-15,-21 0 17 0,11 0 10 0,-5 0 17 16,-13 0 10-16,2 0-2 0,-8 0 2 0,8 0 0 0,-4 0-4 15,0 0-1-15,-16-3 4 0,6 3 9 16,0 0 3-16,-16-2 17 0,8 2 8 0,4 0 2 0,-1-3 1 16,-9 3-9-16,9 0-26 0,3-6-50 0,4 6-73 15,4 0-217-15,-6-4-536 0,6 4 28 0,8-5 211 16,13-14-191-16,-2 5-800 0</inkml:trace>
  <inkml:trace contextRef="#ctx0" brushRef="#br0" timeOffset="158915.2">17883 10583 491 0,'0'0'435'0,"0"0"-10"16,0 0 101-16,0 0 51 0,-2-5 8 0,-8-1-198 15,10 6 101-15,-2-11-32 0,-1 4-92 0,0 3-84 16,1-5-94-16,2 9 3 0,0 0 25 0,0 0-54 15,-4-6-52-15,1-1 14 0,3 7-29 0,0 0-15 0,0 0-25 16,0 0-16-16,0 0-24 0,0 0-5 0,0 0-5 16,0 0 0-16,0 0-4 0,3-4 0 0,9 2 3 15,0 2 6-15,0 0 9 0,5 0-1 0,-2-3-5 16,9-2 4-16,-7 2 0 0,7 0-2 0,-16 1-8 16,23-6-5-16,-9 3 0 0,0-4 0 0,-2 5 0 15,-8-5 0-15,12 2-11 0,-9-1 8 0,-5 3 4 0,2-1 2 16,0-5 5-16,3 4 5 0,-6-4-1 0,-1-5 4 15,-1-3 5-15,-4 4-2 0,-3 4-1 0,0-10-9 16,-6 11 1-16,2-4-3 0,-10-5-3 0,8 17-8 16,-23-16-2-16,8 7-2 0,1 3-3 0,2 5 3 15,-6-2 0-15,-3 3-1 0,-2 2 4 0,9 5 3 16,1 3 11-16,-1 2 8 0,-6 9 7 0,2 5 57 0,6-6 21 16,4 17 73-16,-1 2 33 0,0 16 63 0,10-20-100 15,-2 20 62-15,7 1-51 0,0 4-52 0,3-13-68 16,9 2-20-16,-3-1-16 0,9-7-15 0,6-1-11 15,-2-7 0-15,5-5 0 0,9-7 0 0,-9-9 0 16,22 7 0-16,-5-15 0 0,-2 1-3 0,6-12-83 16,1 0-205-16,-1-2-183 0,-1-8-242 0,-9-2-351 15,-15 2 157-15,16-7-300 0,2-8-1014 0</inkml:trace>
  <inkml:trace contextRef="#ctx0" brushRef="#br0" timeOffset="159494.65">18556 9992 783 0,'-22'3'607'0,"2"0"-135"16,3 0-90-16,-4-3 224 0,13-3-123 0,-2 3-195 16,-2-3-89-16,12 3 52 0,0 0 0 0,0 0 0 0,0 0-134 15,0 0-4-15,-2 0-49 0,4 0-32 0,-2 0-19 16,12-5-9-16,-6 5-3 0,20 0 0 0,-14 0-1 15,15-2 2-15,-3 2-1 0,-4-3 0 0,-5 3 0 16,-6-3-1-16,11 3-4 0,1 0-11 0,-13-3 5 16,2 3 9-16,-1 0 7 0,-4 0 5 0,-5 0 20 15,-2 0 42-15,4 0 22 0,-2 0 10 0,-2 0 7 0,2-2-14 16,-15 2 79-16,-9 0-42 0,0 0-26 16,7 0-33-16,-3 0 14 0,-4 0-5 0,-3 2-23 0,12-2-34 15,10 0-3-15,-19 3-8 0,15 0-4 0,1 0-2 16,5-3-7-16,-9 2-51 0,12-2-104 0,0 0-117 15,0 0-58-15,0 0-594 0,8-13 2 0,7 4-2 16,6-4 267-16,-1 0-1013 0</inkml:trace>
  <inkml:trace contextRef="#ctx0" brushRef="#br0" timeOffset="159886.6">19080 9942 521 0,'0'0'694'15,"0"0"-194"-15,3 13 29 0,-1-13-7 0,-2 0-213 16,0 0 64-16,0 0-69 0,0 0-54 0,0-2-35 16,10-3-56-16,-8 3 97 0,8-9-64 0,-1 2-42 15,-4 2-86-15,7-10 5 0,6-1-7 0,-9-1-23 16,-1 10-6-16,4-11 1 0,0 5-11 0,-7-7 0 0,5 7-6 15,-5-1 5-15,-1 5 2 0,1-10-5 0,-2 16-4 16,4-11 32-16,-5 3 21 0,-2 13 2 0,3-8-18 16,0-1 16-16,-3 9 14 0,0 0-19 0,0 0-39 15,0 0-21-15,0 0-3 0,0 4-2 0,-8 7 0 16,4-4-2-16,1 6-1 0,0 13 3 0,1-2 1 16,-1 0 3-16,-1 0 0 0,4 3 1 0,-3 2 8 0,3-8 0 15,0 8 1-15,0-5 4 0,0-4 0 0,0-3-3 16,0-4 1-16,0 8-4 0,-2-4-5 0,2-8-6 15,-3 8-7-15,3-10-31 0,-3 9-134 0,-1-3-14 16,4-5-179-16,0 6-216 0,0-14-206 0,0 13-89 16,0-13 44-16,0 0 46 0,4 0-494 0</inkml:trace>
  <inkml:trace contextRef="#ctx0" brushRef="#br0" timeOffset="160094.04">19433 10192 329 0,'0'0'1178'0,"6"2"-481"0,3-2-9 0,-9 0 18 16,0 0-181-16,0 0-131 0,0 0-26 0,0 0-75 16,0 0-113-16,0 0 52 0,-9-2-42 0,1-4-53 0,8 6-76 15,-12-3-5-15,0-2-8 0,-15 2-12 0,12 3-19 16,-7 0 4-16,-5 0-2 0,-9 3 2 0,13-3-13 16,-10 5-4-16,1-2-5 0,3-3-22 0,-1 6-27 15,6-6-55-15,-2 4-192 0,6-1-243 0,-4-3-230 16,14 2 98-16,-4 2-225 0,-18-4-195 0,17 2-46 15</inkml:trace>
  <inkml:trace contextRef="#ctx0" brushRef="#br0" timeOffset="161032.54">20126 9799 58 0,'12'-24'1000'16,"-7"17"-618"-16,2-6 96 0,5-9 6 0,-1 2 12 0,-5 11-361 16,0-6 5-16,0 6-17 0,6-4-60 0,-6 8-15 15,-1-1 58-15,2-1 23 0,-2 1 3 0,-5 6-24 16,0 0 43-16,0 0 41 0,9-5-60 0,-6 5-49 15,-3 0-10-15,5 11-2 0,-1 2-1 0,2 8-21 16,-4-4-17-16,5 3 17 0,1 12 7 0,1 2 14 16,-6 1-9-16,9 7 21 0,-7 8 3 0,2 1 20 15,1-12-11-15,4 36 84 0,-5-14-39 0,1 5-21 0,1-16-36 16,0 21 24-16,6 19-13 0,-4-13-56 0,-2-20-15 16,3 24 3-16,0-2-11 0,-4 11-2 0,-1-22-2 15,-2 9 1-15,2-5 4 0,-7-9 0 0,2-2 2 16,-11-8 3-16,1-5-3 0,-7-6-1 0,-6-5-6 15,1-13-9-15,-19 11-4 0,7-13-2 0,-1-2-3 16,6-12 1-16,-5 2-7 0,-12-4-34 0,3-12-128 0,11 1-62 16,-14-8-347-16,6-9-272 0,-4-7-64 0,13 5 230 15,-12-18-667-15</inkml:trace>
  <inkml:trace contextRef="#ctx0" brushRef="#br0" timeOffset="162793.82">21401 10387 660 0,'0'0'1047'15,"12"3"-559"-15,-8-1 202 0,-4-2-1 0,0 0-89 16,0 0-317-16,0 0 22 0,-4 0-86 0,8 0-51 16,-4-11-25-16,3 6-5 0,-6 1-18 0,-4-5-20 15,-2 7-48-15,1-4 11 0,-16-1-19 0,4 4-13 16,1 3-18-16,-3 0 1 0,-5 0 6 0,-14 0 20 0,17 0-9 15,-8 3 36-15,-3-3 2 0,-6 2 18 0,17 0-37 16,-6-2 7-16,6 0-10 0,2 3-18 0,3 0-30 16,11-3-9-16,-7 5-33 0,11-5-83 0,-4 5-101 15,8-1-14-15,0-8-378 0,3 10-72 0,6-1-178 16,-1-5 199-16,4 0-150 0,10 0-101 0</inkml:trace>
  <inkml:trace contextRef="#ctx0" brushRef="#br0" timeOffset="163031.2">21425 10570 585 0,'0'0'831'0,"12"4"-436"0,-12-4 7 16,0 0-76-16,0 0-161 0,0 0 2 0,12 6 46 0,-9-6-24 16,-3 3 213-16,0-6-47 0,0 6 20 0,0-3-109 15,0 0 57-15,0 0-32 0,-12-3-74 0,4 1-93 16,-7-2-39-16,3 4 9 0,-12-2-10 0,-5 2 12 15,11 0-43-15,4 0 15 0,-13 0 1 0,-2 0-17 16,2 0-29-16,10 0-13 0,7 0-17 0,-11 0-69 16,13 0-50-16,-4 0-264 0,3-2-321 0,3-1-157 0,6 3 174 15,0-6-222-15,6-1-595 0</inkml:trace>
  <inkml:trace contextRef="#ctx0" brushRef="#br0" timeOffset="205513.66">22451 10056 185 0,'-3'-5'670'16,"-1"-3"-84"-16,4 8-54 0,-8-7-8 0,2 3-190 0,6 2 17 16,-15-1 5-16,-2 1-164 0,11 2-95 0,-15 0-22 15,6 5 32-15,-9 1 54 0,16-4-12 0,-18 14 53 16,8-6 31-16,4 6 11 0,2-8-58 0,-10 10 59 15,8-2-84-15,-1 3-21 0,7-6-55 0,-4 5 22 16,0 4 12-16,2-6-25 0,8 8 9 0,-4-11-30 16,0 8 29-16,0 2 26 0,6-1-47 0,0-7-20 15,0 9 8-15,6 3 4 0,0-12-17 0,-3 5-15 0,2 0 7 16,5 2-13-16,2 4 17 0,-7-13-24 16,7 6-13-16,0-1-44 0,-4-9-29 0,8 0 28 0,-5-5-14 15,10 1-6-15,-6 1 0 0,9-1 37 0,-1-5 25 16,-2 0 6-16,2-3 6 0,10 1-1 0,-13-4-4 15,7 3 7-15,2-3-10 0,0-1 0 0,-7 1-5 16,12-3-12-16,-7-5 5 0,2-2-18 0,-7 2 1 16,7-4-11-16,-6 3 1 0,-2-4 1 0,-9 5 15 0,3-1-9 15,-5-7 6-15,0 7 4 0,-8-3 1 0,2-4 1 16,-8-9 1-16,2 9 1 0,-8 9 3 0,0-5-1 16,-5-1 5-16,-12 3-1 0,13 5-5 0,-10 1-5 15,0-1-3-15,-6 6-5 0,4 0 4 0,8-1 4 16,-11 6-1-16,2 3-1 0,-5 0-20 0,11 0-1 15,-4 1-39-15,3-4-47 0,13 3-68 0,-6 3-78 0,1-4-159 16,14 1-211-16,0-3-135 0,0 0 109 0,0 0-230 16,0 0-133-16,0 0 271 0,0 0-28 0</inkml:trace>
  <inkml:trace contextRef="#ctx0" brushRef="#br0" timeOffset="205780.94">23066 10308 1471 0,'7'13'963'0,"-7"-13"-375"16,0 10 233-16,2-2 31 0,1 3-130 0,0 2-404 0,-3-2 44 15,6 15-45-15,-6-5-9 0,3-4-87 0,-3-2-47 16,0 12-39-16,-3-6-28 0,3 0-18 0,-2 0-9 15,-5 8 6-15,-1 0-28 0,1-3-13 0,-1 4-14 16,-4 1-22-16,-2-2-1 0,-5 8-59 0,8-17-57 16,-3 6-208-16,-2-2-212 0,8-1-96 0,5-15 55 15,-9 14-746-15,5-11 221 0,5-2 12 0,-1-9-546 0</inkml:trace>
  <inkml:trace contextRef="#ctx0" brushRef="#br0" timeOffset="206823.16">23419 9839 49 0,'0'0'978'15,"0"0"-506"-15,0 0 66 0,0 0-94 0,0 0 93 16,0 0-12-16,0 0-7 0,0-10-94 0,0 4-144 16,0 9 77-16,0-3-63 0,0 0 39 0,0 0-162 15,0-5 50-15,4-4-19 0,-1 9 11 0,2-7-93 0,-2 1 46 16,-3 6-11-16,7-5-25 0,-2-3-24 0,-5 10-1 16,0-2-9-16,9-4 1 0,-3 1-14 0,-6 3 22 15,-3 0-23-15,6 0-19 0,9-6-25 0,-12 6 10 16,2 0-30-16,-2 0-5 0,-2 0-12 0,4 0-6 15,-2 0-3-15,-2 0 1 0,4 0 3 0,-2 0 1 16,0 0-5-16,0 0 5 0,0 0 1 0,0 0 0 16,-2 0 2-16,4 0 0 0,-4 0 18 0,2 0 4 0,2 0 7 15,-2 0 1-15,0 0 17 0,0 0-20 0,0 0 9 16,-2 0-17-16,4 0-9 0,-2 0-4 0,0 0 0 16,7-9-5-16,-7 9-1 0,0 0 0 0,3-4 0 15,2-3 0-15,-5 4 0 0,0 6 0 0,0-3 0 16,7-11 0-16,-5 9 0 0,-2 2 0 0,0 0 0 15,0 0 0-15,0 0 0 0,0 0 0 0,0 0 0 0,0 0 0 16,0 0 0-16,0 0 0 0,0 0 0 0,-12 4 0 16,10-4 0-16,-4 6 0 0,-3-1 0 0,0 6 0 15,1-6 0-15,-2 6 0 0,-2 2 0 0,0 2 0 16,-5 9 0-16,5 0 0 0,1 3 0 0,2-8 0 16,-6 15 0-16,1 0 0 0,2-5 0 0,2-2 0 15,-2 5 0-15,2 10 0 0,0-7 0 0,5-9 0 0,1 8 0 16,-1 1 0-16,5-7 0 0,0-8 0 0,0 6 0 15,2-6 0-15,5 7 0 0,-2-14 0 0,1 6 0 16,0-6 0-16,6 5 0 0,-4-9-8 0,7 2-34 16,0-4-34-16,-3-1-48 0,2-1-8 0,5-3 13 15,-8 2-47-15,15-4-3 0,1-6-23 0,-12 1 81 16,9-4-64-16,-4 1 28 0,4-5-1 0,-7 3 68 0,-2-3-9 16,4-4 25-16,-2-1 40 0,-5 3 32 0,3-12 8 15,-5 3-3-15,-3 0-1 0,-4 3-3 0,-3-11 1 16,-6 8-5-16,-3 0 26 0,0 9-2 0,-2-7 24 15,-10 4 31-15,3 5-6 0,-3 2 10 0,6 3-21 16,-14 3 10-16,2 3-31 0,2 2-13 0,1 0-20 16,-3 2 4-16,-5 3 2 0,5 3-22 0,10 1 7 15,-4 0 9-15,6 2-19 0,0 2-12 0,10-7-15 16,-7 10-25-16,9-11-38 0,-1 3-188 0,2-6 23 16,2 9-217-16,0-11-181 0,14 3-184 0,-2-3-111 0,-6 0 34 15,20-8 115-15,-14 5-237 0</inkml:trace>
  <inkml:trace contextRef="#ctx0" brushRef="#br0" timeOffset="207375.68">24050 9762 445 0,'0'-13'1856'0,"0"3"-1037"0,3 7 249 0,-3-5-440 0,0 0-95 16,0 8-170-16,0-5-123 0,4-3-24 0,-4 8-4 16,3-7-8-16,-1 1-26 0,-2 6-31 0,6-9 33 15,0 4-70-15,9 1-53 0,-3 0-32 0,-4 2-22 16,16-1-3-16,-9 3-17 0,-1 0-24 0,16 0 27 16,-1 0 4-16,-8 3 1 0,2 3 1 0,-1-4 0 15,7 0-7-15,-9 3 5 0,-5 1 0 0,-3-3 4 0,9 5-3 16,-6-3-1-16,-7 1 1 0,4 1 4 0,-10 1 4 15,5 3 22-15,-7 7-5 0,0-13-5 0,-7 14 9 16,-1-1 6-16,2-5 0 0,-9 7-17 0,3-2-8 16,-3-5-1-16,1 2 3 0,-9 7-3 0,8-9 4 15,-3 6 24-15,-8-3 21 0,5 0 5 0,6-6-15 16,-5 1 17-16,5-4 1 0,-3 2-1 0,12-4-44 16,-11 3 0-16,10-3-4 0,-1 1-6 0,4-4-6 0,-1 7-3 15,2-13 1-15,6 8 2 0,-3-4-4 0,0 9-2 16,3-5-5-16,-3-4 4 0,9 5 0 0,6-3 8 15,-3 4-2-15,2-4-5 0,-6-2 11 0,14 5 1 16,-5-5 0-16,-8 3 3 0,12 3-17 0,-12-2 10 16,6-1 0-16,-1 5-4 0,-2 3-3 0,-6-9 8 15,6 14-12-15,-7-3 2 0,2-2 4 0,1 5 1 16,-4-6 4-16,-2 4 5 0,1 1-4 0,-3-6 13 16,-3-1 17-16,1 10 9 0,-10-5 1 0,2 0-4 0,-2 1 18 15,-2 1 4-15,-9 2 2 0,-1-1-20 0,6-6-16 16,-8 1-7-16,-16 5-39 0,6-3-12 0,14-6-54 15,-20 4-101-15,6-3-192 0,-5 0-296 0,14-5 94 16,7 0-411-16,0-3-131 0,14-3 84 0,-6-3-632 0</inkml:trace>
  <inkml:trace contextRef="#ctx0" brushRef="#br0" timeOffset="207833.46">25058 9932 72 0,'0'0'1263'0,"0"0"-551"0,0 0-188 0,0 0 182 15,0 0 119-15,0 0-419 0,0 0-196 0,0 0-77 16,0 0 0-16,-3 3 56 0,-12 8 35 0,3-4-68 16,-10 6 61-16,7 0 20 0,-6 3 12 0,-2 3-52 15,-4-1-45-15,0 4-31 0,3-7-14 0,7 1-57 0,-10 10-18 16,3-7-34-16,10-1-7 0,2-9-17 0,6 2-55 16,-3-4-92-16,-2 10-96 0,11-17 1 0,-12 7-292 15,10-7-194-15,2 0-141 0,0-3-264 0,0-7 504 16,2 2-629-16</inkml:trace>
  <inkml:trace contextRef="#ctx0" brushRef="#br0" timeOffset="208021.95">24835 9913 293 0,'0'-13'1076'0,"0"13"-286"16,0 0 185-16,0 0-173 0,0 0-248 0,0-2 53 16,2 6-150-16,10 7-23 0,-6 5-86 0,-4-10-88 15,8 9 68-15,2 12-3 0,0-6-71 0,-2-5-144 16,5 2 1-16,0 4-46 0,6 4-14 0,-11-13-24 15,10 5-5-15,-3 1-19 0,7-3-109 0,-4-3-123 0,4 6-107 16,0-5-164-16,3-5-317 0,-5 0 56 0,5 4-389 16,5-8-175-16,-5-2-297 0</inkml:trace>
  <inkml:trace contextRef="#ctx0" brushRef="#br0" timeOffset="208706.13">26510 9215 187 0,'0'0'851'0,"10"-3"-457"16,-5 1 340-16,-5 2-93 0,0 0-41 0,9-8-223 0,-3 8 95 15,-9 0-22-15,6 0-127 0,-3-9-49 0,0 4-99 16,0 5 21-16,0 0-5 0,-11-2-90 0,7 2-40 15,-1 0-16-15,-13-2-25 0,-3 2 0 0,-2-4-6 16,-3 4-2-16,-1 4-2 0,-2-4-1 0,7 0-1 16,-19 2 5-16,9-2 0 0,0 0 17 0,8 0 11 0,-8-2 53 15,0-2 19-15,1 2 30 0,14-1-18 0,-1 1 43 16,-3-7 42-16,13 9-80 0,-4-2-9 0,3 0-44 16,1-1-1-16,1 3-28 0,-1-3-19 0,8 3-15 15,3 0-10-15,-3 0-11 0,0 0-5 0,0 0 0 16,0 0-6-16,-3 0-1 0,6 0 4 0,-3 0 13 15,-3 0-1-15,3 3 2 0,0 13 4 0,3-9 5 0,-3 1 25 16,5 8 2-16,2 0 2 0,-5 5-6 0,1 1 4 16,0-2-4-16,1 2-12 0,-4-4-23 0,2 14-6 15,1-5-5-15,0 1 1 0,-3-1 2 0,-3-3-8 16,0 11-7-16,-3-2 2 0,0 2 2 0,1-9 9 16,-4 14-11-16,-1-11 10 0,2 3 17 0,4-14 1 15,-4 6 8-15,2-2 4 0,0-7 4 0,4 1-2 16,2-3 14-16,0 9 5 0,0-14-10 0,2 8-8 0,1-5 5 15,0-4-10-15,9 8-4 0,-10-6-12 0,5 2 8 16,10-1-5-16,1-2 4 0,-6-2-11 0,5-2 9 16,7-4 0-16,0 3 2 0,3-3-5 0,-13 0-2 15,9-3 5-15,1 3 5 0,8-2-8 0,-17 2-12 16,3 0-22-16,-3-2-67 0,15-7-177 0,-18 9-41 16,-2-2-177-16,2-1-177 0,0-5-191 0,-9 6 79 0,9-7-505 15,-9-6 411-15,1 6 112 0,-2 2-2 0</inkml:trace>
  <inkml:trace contextRef="#ctx0" brushRef="#br0" timeOffset="208922.55">26361 9623 886 0,'0'0'1179'0,"-12"-13"-276"15,9 9 94-15,-9 2-100 0,10 2-297 0,-2 0-216 16,-14 0 213-16,-9 0-180 0,5 2-33 0,3 2-151 15,-16-2 51-15,-1 0-70 0,4 1-81 0,8-3-77 16,-1 6-30-16,-14-1-25 0,10-3-1 0,8-2 0 0,-6 2 0 16,7-2 0-16,5 4 0 0,6-4-18 0,-6 0-81 15,13 0-219-15,-1-4-402 0,-6-3 46 0,9 7-494 16,0 0-46-16,2-11-69 0,2 7-1267 0</inkml:trace>
  <inkml:trace contextRef="#ctx0" brushRef="#br0" timeOffset="209240.7">26681 10178 1664 0,'7'5'1232'0,"-5"-5"-521"0,10 3 490 16,-12-3-349-16,0 0-409 0,0 0-149 0,-12-8-174 16,-2 5-23-16,2 0 7 0,-15-1 13 0,10 1-13 15,-22-3 126-15,7 9-22 0,-7-3 3 0,10 0-67 16,-20 0 32-16,-5 0-40 0,8 0-62 0,12 3-40 16,-18-3-8-16,11 3-15 0,-1-3-9 0,18 2-2 0,-8 0 0 15,-1-2-4-15,13 3-29 0,11 0-57 0,-9-6-145 16,16 6-206-16,-13-6-511 0,12 3-113 0,3 0 164 15,0 0-278-15,-4 0 27 0,4-10-871 0</inkml:trace>
  <inkml:trace contextRef="#ctx0" brushRef="#br0" timeOffset="209501.99">26157 10458 146 0,'-15'13'2780'0,"10"-4"-2172"16,-2-1 209-16,-4 8-69 0,5-6-434 0,-2 0-171 0,-7 14 5 16,6-5-19-16,-3-1-1 0,2-2-3 0,2 14 139 15,-1-4-14-15,4 5 12 0,-2-9-81 0,4 9 45 16,-6 6 19-16,6-2-58 0,-2-8-92 0,2-9-55 16,-1 8-10-16,-1 14-6 0,2-8 6 0,3-12-10 15,0 13-5-15,0 4-2 0,3-6 4 0,0-15-6 16,-3-8-11-16,6 16-50 0,5-11-41 0,-7-8-34 15,8 6-149-15,-12-11-144 0,15 6-166 0,-13-6 5 0,6-8-278 16,-1-1-160-16,-2-6 13 0,-2 12 332 0,13-29-1251 16</inkml:trace>
  <inkml:trace contextRef="#ctx0" brushRef="#br0" timeOffset="209924.87">26125 10591 456 0,'5'-13'1883'0,"-1"-4"-919"0,1 6-362 0,1 4 186 15,0-1-310-15,6-5-118 0,-6 5-195 0,0-2 71 16,9-4 14-16,-4 6-26 0,3-3-3 0,-2 2-112 16,0 3 6-16,0 1-30 0,23-6-60 0,-19 9-32 15,4-2-4-15,-2 4 8 0,-1 0-6 0,4 4 0 16,3-2 5-16,-9 0 5 0,0 1 6 0,-10-1-2 0,19 4-8 16,-4-3 7-16,-11 3 3 0,3-2-8 0,0 1 1 15,-1 1 2-15,4 1-2 0,-11-1-7 0,4-1-13 16,-2 1-11-16,0-1 7 0,-6-5 5 0,0 0 6 15,-6 8-5-15,-3 0 19 0,-3-6 8 0,0 2 0 16,-8 0 16-16,-7-1 10 0,1-1-7 0,8 4-8 16,-6-3 5-16,4 5 2 0,-9-1 29 0,10 2-14 0,5-1 35 15,6-3 22-15,-22 8 47 0,26-11-50 16,-13 12 32-16,9-8-15 0,-2 7-23 0,1 5-15 0,9-3-16 16,0 2-7-16,0-4-8 0,15 19 0 0,-9-19-19 15,6 5 1-15,3 6-8 0,3 0-9 0,2 0-6 16,1 2-1-16,6 1-2 0,5-1 0 0,-3-2 0 15,10 2 0-15,-5 3 0 0,0-5 0 0,-8-8 0 16,9 10 0-16,-8-4 0 0,-1-4 0 0,-11-4 0 16,12-1 0-16,-1 3 0 0,-3-5 0 0,-11-4 0 0,9 1 0 15,-10-5-37-15,13 2-167 0,-19-5-187 0,7 0-333 16,-12-3-371-16,7-10-119 0,-14-3-412 0,7 14-639 16</inkml:trace>
  <inkml:trace contextRef="#ctx0" brushRef="#br0" timeOffset="211988.35">31982 12731 1576 0,'3'-7'891'15,"0"1"-22"-15,1-5 102 0,-4 11 188 0,0-3-709 16,2-10 135-16,-2 13-89 0,0-5 28 0,3-1-294 0,-3 6-17 16,0 0-78-16,0 0-49 0,0 0-80 0,0 0-6 15,0 0 0-15,0 0 0 0,0 0 0 0,0 0 0 16,0 0 0-16,-3 9 0 0,3-1 0 0,3 2 0 15,0 1 0-15,9 21 0 0,-3-12 0 0,-6-3 0 16,5 10 0-16,-4 1 0 0,4 4 0 0,-8-13 0 16,2 5 0-16,-2 9 0 0,-2-3 0 0,-4-12 0 15,0 9 0-15,-5-1 0 0,-13 3 0 0,9-16 0 0,-9 11 0 16,-10-2 0-16,-10-4 0 0,2-5 0 16,9-2 0-16,-26 4 0 0,3-4 0 0,0-5 0 15,15-1 0-15,-18 0 0 0,-17-5 0 0,13 0 0 0,14 0 0 16,-24-5 0-16,-2 0 0 0,8-3 0 0,22-1 0 15,-19 2 0-15,-7-6 0 0,18 2 0 0,14 3 0 16,-8-5 0-16,-3-5 0 0,18 2 0 0,12 8 0 0,-4-10 0 16,4-4 0-16,10 6 0 0,10 10 0 0,-5-14 0 15,5 1 0-15,0 8 0 0,3-2 0 0,5 3 0 16,1-7 0-16,6 4 0 0,2 0 0 0,-10 6 0 16,19-12 0-16,-8 5 0 0,-6 7 0 0,-7 4-17 15,16-11-123-15,-6-1-143 0,0 6-105 0,-7 2 34 16,6-6-395-16,-4 2-269 0,2-10 33 0,-10 16 193 0,8-19-137 15,0 8 103-15,2-5-162 0,-5 5 315 16</inkml:trace>
  <inkml:trace contextRef="#ctx0" brushRef="#br0" timeOffset="212187.81">31146 12514 65 0,'3'3'1137'0,"-3"-3"-505"0,0 0-163 15,0 0 333-15,0 0-267 0,8 7-172 0,-4-7-168 16,-4 0-6-16,0 0-119 0,0 0-31 0,0 4-22 16,8 6 5-16,-8-10 1 0,6 8-13 0,-3-3-4 15,6 3-19-15,-3 1-133 0,-1-5-89 0,7 1-37 16,-5-1-148-16,7 1-96 0,6-5-210 0,-13 0 271 16,8-5-83-16,-1-1 95 0,-6 1 132 0,7-1-24 0</inkml:trace>
  <inkml:trace contextRef="#ctx0" brushRef="#br0" timeOffset="212307.51">31361 12538 789 0,'2'0'589'16,"4"-5"126"-16,3 0 87 0,-9 7 26 0,0-2-41 15,9-6-87-15,-6 6-76 0,-3 0-132 0,0 0-70 16,0 0-59-16,0 0-53 0,0 0-53 0,0 0-77 16,0 0-39-16,0 0-73 0,0 0-33 0,0 0-41 15,0 0-105-15,-12 9-70 0,7-7-173 0,-2-2-100 0,-16 0-630 16,-1-2-251-16,3-3 163 0,1 1-270 0,0-3-384 16</inkml:trace>
  <inkml:trace contextRef="#ctx0" brushRef="#br0" timeOffset="212618.66">29693 12884 858 0,'5'14'3460'0,"-5"-14"-2095"0,0 0-303 16,0 0-55-16,7 8-610 0,-7-3-355 0,0-5-42 16,0-3 0-16,0 6 0 0,0-3 0 0,0 0 0 15,0 13 0-15,0-13 0 0,0 0 0 0,0 11 0 16,0-6 0-16,-4 3-3 0,4-6-62 0,0-2-125 0,0 0-80 15,0 0-408-15,0 0-401 0,-3 0-115 0,3 0 286 16,-14 0-241-16,4-7-515 0</inkml:trace>
  <inkml:trace contextRef="#ctx0" brushRef="#br0" timeOffset="213138.27">29150 12787 127 0,'4'-3'2491'0,"-8"-7"-1625"0,4 6 3 16,0 2-240-16,-5-9-47 0,-7 6-274 0,0 1-195 0,-5 0-32 15,-3-1 43-15,-19 5 64 0,9 3 1 0,6-3-27 16,-8 6 29-16,-1 3-20 0,-19 4 31 0,23-4-94 15,-5 4 21-15,-3 0-35 0,-8 5-19 0,19-5-34 16,-7 4-2-16,13 1-17 0,-1 1-7 0,1 2-7 16,8-2-4-16,2 1-3 0,2-3-4 0,6 1-39 0,2-5 0 15,8 9-52-15,1-6-52 0,6-1-88 0,9-4-11 16,-2-3-30-16,12 0-7 0,-5-2-1 0,-6-4 91 16,15 0-59-16,-8 1 124 0,-4-1 1 0,-8 2 48 15,-6 1 3-15,5-1 12 0,-2 7 29 0,-11-5 12 16,-2 1-3-16,-4 13 25 0,-8-7 17 0,-2 2 4 15,-8 3 19-15,-4 6 43 0,-17 9 78 0,14-13-10 0,-7 10 89 16,-5 4 28-16,-8 19 130 0,11-14-75 0,12-4-111 16,-5 7 46-16,6 4-73 0,-1 9-6 0,15-23-90 15,4 10-14-15,5-2-8 0,14 8 6 0,4-19-32 16,11 10 5-16,7-4-8 0,8-1-11 0,9-4-18 16,9-8-9-16,3 2 0 0,-1-4 0 0,-4-7 0 15,21 0 0-15,-10-6 0 0,4-1 0 0,-23-3 0 16,33-3 0-16,-17-3-8 0,-5-3-53 0,-11-1-79 0,-11-1-48 15,15-6-303-15,-20-1-137 0,-9-4-254 0,-12 5 74 16,-1-8-333-16,-2-8-58 0,-12 1 158 0,0 11 77 16</inkml:trace>
  <inkml:trace contextRef="#ctx0" brushRef="#br0" timeOffset="213397.58">27495 13247 232 0,'-10'-5'3875'0,"-4"-3"-2713"0,6 3-508 15,-2-1 114-15,-2 1-1000 0,0 0-126 0,10 2 81 16,-1 3-99-16,-9-3 51 0,9 3-39 0,6 0-66 0,-3-11-277 16,0 4-12-16,7-8-16 0,1 6 22 0,-6 1 237 15,14-8-460-15</inkml:trace>
  <inkml:trace contextRef="#ctx0" brushRef="#br0" timeOffset="213504.29">27468 13112 400 0,'7'-10'1973'0,"-5"7"-1018"0,-2-3-208 16,-2-1 262-16,-2 7-56 0,-7-11-364 0,11 11-366 15,-19-8-18-15,17 8-71 0,-13-7-33 0,12 3-65 16,3 4-31-16,0 0-75 0,0 0-117 0,0 0-109 0,0 0-319 15,0 0-204-15,0 0-230 0,0 0-18 16,-6-2 318-16,-2-1-1463 0</inkml:trace>
  <inkml:trace contextRef="#ctx0" brushRef="#br0" timeOffset="-213692.59">11343 14428 971 0,'-9'4'709'0,"3"1"-124"0,6-5-142 16,0 6 142-16,0 1-85 0,0-3-189 0,0-4-128 16,0 0 104-16,0-4 75 0,0 8 132 0,6-4-186 15,3 2 116-15,-6-2-21 0,11 0-21 0,-2 0-80 16,0-2-71-16,3-2-22 0,5-3-51 0,1-1-41 16,-3-3-3-16,3-2-62 0,-4 3-19 0,-2-1-20 15,9-4-3-15,-4-2-6 0,0-1-3 0,-1-1-1 16,-2 1 0-16,3-9 0 0,-1 3 0 0,-5 0 0 15,-6 9 0-15,7-14 0 0,-6 10 0 0,1-2 0 0,-8 15 0 16,6-14 0-16,-1 7 0 0,-4 4 0 0,-3 9 0 16,6-15 0-16,-6 15 0 0,0 0 0 0,0 0 0 15,0 0 0-15,0 0 0 0,-16 5 0 0,8 1 0 16,2 3 0-16,-14 15 0 0,2 0 0 0,-3 5 0 0,9-7 0 16,-3 9 0-16,-2 6 0 0,2 3 0 0,6-14 0 15,1 9 0-15,1-3 0 0,2 2 0 0,5-8 0 16,0 1 0-16,0-3 0 0,3-9 0 0,3-2 0 15,2 1 0-15,4 2 0 0,6 0 0 0,-6-8 0 16,17 2 0-16,-8 1 0 0,9-5 0 0,-8-6 0 16,12 0 0-16,0-4 0 0,-4 2 0 0,-1-5 0 15,-8 1-12-15,14-5-202 0,-11-2-186 0,0-1-279 16,-12 1-57-16,3-5-432 0,0-3-349 0,-7 0 277 0,-8 8-506 16</inkml:trace>
  <inkml:trace contextRef="#ctx0" brushRef="#br0" timeOffset="-213505.09">11818 13567 765 0,'-12'-13'2669'16,"2"5"-1426"-16,5 0-122 0,-4 0 88 0,6 3-896 16,3 3-139-16,0 4-107 0,0-2-27 0,0-2-30 15,0 4-17-15,0-2-10 0,0-2-4 0,0 4 1 16,8 9-20-16,-8-11-47 0,9 20-161 0,-2-11-113 15,-2 2-58-15,7 7-607 0,-4-10-12 0,-1-1-45 0,5 6 316 16,-9-7-348-16</inkml:trace>
  <inkml:trace contextRef="#ctx0" brushRef="#br0" timeOffset="-212906.66">12934 13813 813 0,'6'-2'699'0,"0"-4"-105"0,0 6-103 16,-6 0 324-16,0 0-286 0,0-3-97 0,9-1-171 15,-6 1 93-15,-3 3-62 0,0 0-41 0,0 0-54 16,0 0 51-16,0 0 70 0,0 0-62 0,0 0-88 16,0 0 31-16,0 0 49 0,0 0-77 0,0 0-40 15,0 0 20-15,0 0-20 0,0 0 10 0,0 0-78 16,0 0-2-16,0 0-11 0,0 0-28 0,-3 0-14 15,3 10-1-15,-4 1 6 0,-1 13 1 0,-5 2 0 0,5-2-7 16,-2 5 6-16,-1 6-1 0,-1 9-2 0,6-12-8 16,-2 8 1-16,-2 4-1 0,5 0-2 0,-1-2 0 15,3-5 0-15,0 5 0 0,3-5 0 0,-3-6 0 16,5 4 0-16,4-6 0 0,3-3 0 0,0 1 0 16,3-8 0-16,0-4 0 0,2-1-18 0,0-4-108 15,-7-7-136-15,7 5-168 0,4-5-301 0,-13-6-274 16,19-10-199-16,-12 5 24 0,2-6-247 0</inkml:trace>
  <inkml:trace contextRef="#ctx0" brushRef="#br0" timeOffset="-212603.5">13149 14101 88 0,'0'4'1534'0,"0"-8"-485"0,0 4-435 16,0 4 212-16,-7-10-81 0,-1 1-305 0,-6 5-226 15,-4 0-69-15,-6 0-75 0,-2 2-19 0,8 1-20 16,-6-1 4-16,-5 2 31 0,0 1-17 0,11-1-12 15,-6 0 10-15,0-2 8 0,4 1-5 0,8-1-1 16,-2 1-43-16,14 0-21 0,0-3-72 0,-15 3-157 16,15-3-266-16,0 0-309 0,15-14-100 0,-6 8 5 0,-1-1-604 15</inkml:trace>
  <inkml:trace contextRef="#ctx0" brushRef="#br0" timeOffset="-212304.28">13695 14228 117 0,'2'3'1556'0,"6"-3"-128"0,2 0-509 0,-10 0 14 15,0 0-351-15,0 0-105 0,0 0-70 0,0 0-148 0,0 0-134 16,-3 0 12-16,-12 0-38 0,-3 0-30 0,0 0-62 16,-2 3-11-16,-1 0 1 0,-6-1-1 0,7 1 4 15,-6 3 7-15,-1-4 1 0,4 0-19 0,5 3-19 16,0-5-33-16,6 0-209 0,-8 0-149 0,2 0-293 0,12 0-12 16,6 0-304-16,-9-5 7 0,4 3-403 0,5 2 120 15</inkml:trace>
  <inkml:trace contextRef="#ctx0" brushRef="#br0" timeOffset="-212121.79">13668 14401 2245 0,'0'0'1155'16,"-9"13"-256"-16,6-13 205 0,-12 10-677 0,6-6-267 15,-3 3-72-15,-5-1-47 0,5-1-12 0,-15 3-2 16,7-1-2-16,11-4-1 0,-9 3-7 0,4-2-25 15,2 0-73-15,-3 1-117 0,0-5-181 0,15 0-249 16,-2-5 30-16,-8-6-321 0,13-2-89 0,4 2-519 16</inkml:trace>
  <inkml:trace contextRef="#ctx0" brushRef="#br0" timeOffset="-207973.87">12822 13649 665 0,'-2'0'1028'15,"4"0"-485"-15,-2 0 207 0,-2 0-110 0,4 0-207 0,-2 0-167 16,0 0 38-16,0 0-43 0,-9-3-99 0,6 1-62 16,1 0 13-16,4 4-13 0,-4-4 61 0,2 4-66 15,-15 3 32-15,15-5-6 0,-9 8 12 0,6-8 4 16,-6 5-58-16,1 3 28 0,-2 6 26 0,-2-4 41 15,7-7-52-15,-10 18 49 0,3-5-6 0,-2 0 7 16,2-1-38-16,-3 4 7 0,0-1-6 0,1 4-17 16,-1 0-6-16,0 4-7 0,-4 3-16 0,11 2-45 0,-1-5-23 15,-3 18 2-15,1 2-16 0,2-6-7 0,4-5 0 16,-5 10 0-16,4 8 0 0,0-8 0 0,6-13 0 16,0 15 0-16,6 1 0 0,6-4 0 0,0-1 0 15,0-11 0-15,8 10 0 0,10 3 0 0,-7-8 0 16,-1-10 0-16,7 8 0 0,3-4 0 0,9 0 0 15,-11-9 0-15,6-1-3 0,-2 0-80 0,13-5-348 0,-11-6 29 16,5 3-424-16,-6-2-283 0,1-9-102 16,-16 2 303-16,19-4-474 0,-10 0-128 0</inkml:trace>
  <inkml:trace contextRef="#ctx0" brushRef="#br0" timeOffset="-207290.7">15255 13670 90 0,'-8'-8'1750'0,"-1"1"-1303"16,-6-6 152-16,9 7-22 0,-2-8-187 0,-7 5-152 16,12 5-114-16,-3-1 6 0,-6-3 32 0,12 8-23 15,2 2 92-15,-4-4-66 0,-6-5-30 0,8 7-29 16,0 0-48-16,0 0-9 0,5 7-37 0,0-1-6 0,5 1 0 16,-1 6 6-16,6 7 35 0,-3-10 30 15,-10-2-8-15,13 16 61 0,0-3 54 0,-3 8 26 16,-7-7-68-16,7 0 21 0,5 13 38 0,-2-6-34 0,-3-5-59 15,0 18 33-15,0-5-10 0,-4 16 34 16,-1-13-75-16,-2 16 15 0,-2-1-28 0,1 20-19 0,-11-18-42 16,4-14 2-16,-6 15 6 0,4-3 3 0,-15 12-5 15,8-25-6-15,-10 6 12 0,2-6 11 0,-6 9-12 16,4-22-17-16,0 2-3 0,-2-1-3 0,4-7-13 16,-7-7-30-16,6 0-38 0,3-3-142 0,9-10-158 0,-11-1-72 15,5-2-737-15,3-5 30 0,-2-10 25 0,14 9-97 16</inkml:trace>
  <inkml:trace contextRef="#ctx0" brushRef="#br0" timeOffset="-205221.24">14268 13938 366 0,'0'0'601'0,"0"0"-252"15,-2-2 180-15,-8-9 168 0,8 7-167 16,-4-3-225-16,6 7 104 0,-12-11-2 0,12 9-3 0,-5-4-162 16,-4-1 78-16,9 4-7 0,-3-8-24 0,3 11 50 15,0 0-164-15,-7-6 43 0,2-1-34 0,8 7-31 16,-3 0-33-16,-10-11-26 0,10 9-14 0,0 2-14 16,0 0-31-16,0 0 4 0,4-6-20 0,2-1-4 15,-6 7-5-15,14-6-3 0,-4 3-7 0,-2 3-23 0,4 0 1 16,0 3-8-16,5 0 18 0,10 7 7 15,-13-2 2-15,8 1-1 0,4 4 24 0,-6-3 4 0,0-2-4 16,-8-3-17-16,0 3 5 0,20 1 8 0,-8-2 0 16,-9-5-2-16,6 2 1 0,9-2 0 0,-10-2-5 15,-3 0-6-15,7-2 0 0,-7-4-5 0,7-5 0 0,-9 6 0 16,3-6-1-16,-4-2-1 0,8-5 0 0,-10 10 1 16,-2-5 2-16,-3 5 1 0,1-6 2 15,1 1 2-15,-6 6 2 0,4-7-3 0,-7 4 2 0,2 5-4 16,-2-8-2-16,0 9-2 0,0-12-2 0,0 16-4 15,0 0 1-15,0 0-4 0,0 0-17 0,0 0-37 16,0 0-32-16,0 0-137 0,0 0-24 0,0 0-107 0,-2 0 17 16,-8 9-236-16,10-9-236 0,-2 11-153 0,2-11 304 15,5 9-163-15,-1-5-108 0</inkml:trace>
  <inkml:trace contextRef="#ctx0" brushRef="#br0" timeOffset="-201625.83">14551 13906 60 0,'-12'-3'271'0,"12"3"-66"0,-5 0-24 16,-5 0-37-16,10 0 42 0,0 0-30 0,0 0-20 16,0 0-40-16,0 0 56 0,0 0-6 0,0 0 8 15,0 0-49-15,0 0 13 0,0 0 0 0,0 0-31 16,0 0-23-16,-5-11-5 0,5 9 1 0,0 2 9 16,0 0-22-16,0-13 18 0,0 10-29 0,0 3-5 0,0 0-4 15,0 0 7-15,-9 8 5 0,6-2 15 0,3-6 12 16,0 0-2-16,-12 2 55 0,9-2 2 0,3 0 9 15,0 0-31-15,-12-8 9 0,12 8-13 0,0 0-1 16,-2 0-41-16,-10 3 28 0,12-3-5 0,0 0 27 16,-8 3-37-16,1-1 33 0,7-2 13 0,0 0 6 15,0 0-15-15,0 0-14 0,0 0-17 0,0 0-4 0,0 0-30 16,0 0 5-16,0 0-29 0,0 0-6 0,0 0-4 16,0 0-3-16,-15 5-8 0,15-5 1 0,-2 11-2 15,2-9 1-15,-3 9 4 0,-1 0 12 0,4 4 10 16,-3-6 2-16,3 19 43 0,0-1 58 0,-2-3 5 15,2-9-24-15,0 12 38 0,2 5 38 0,-4 10 76 16,4-18-115-16,-2 13 30 0,0 3-14 0,0 13 32 16,-2-24-85-16,2 10-8 0,-3 1-33 0,0 10 9 0,3-23-33 15,-4 10 5-15,4-5-5 0,4-1 5 0,2-2 16 16,-4-16-13-16,8 4 24 0,-8-10 7 0,13 7 13 16,-3-12-40-16,-3 4 12 0,11-4-3 0,-2-2-23 15,8-8-16-15,1 1-11 0,2-4-17 0,-2-5-7 16,-6 1-6-16,11-4-64 0,-9 1-167 0,-1 1-173 15,-8 7-46-15,1-7-453 0,0-3-476 0,-6 12 294 16,-6-6-585-16</inkml:trace>
  <inkml:trace contextRef="#ctx0" brushRef="#br0" timeOffset="-200678.38">16060 14105 162 0,'15'-4'697'16,"-3"2"-349"-16,-3-1 94 0,6 1 28 0,-5-4 2 15,-6 4-199-15,11-3 104 0,-7-4-77 0,-1 9 19 16,-5-2-121-16,10-6 55 0,-9 8 19 0,9-3 2 0,-12 1-23 16,0 2-51-16,0 2 48 0,0-2-31 0,0 0 70 15,0 0-105-15,0 0 89 0,0-2-4 0,0 4-37 16,0-2-16-16,0-2-10 0,-7 2-38 0,-7-3-70 15,3 3-70-15,-4 0-19 0,-11 0-10 0,2 0-1 16,4 0 3-16,-17 5 3 0,11-5 1 0,-4 3 0 0,6-3-1 16,-5 6 1-16,0-4 1 0,6 0 6 15,14-2-4-15,-9 3-6 0,6-3-5 0,-2 3-18 0,11-3-110 16,-6 0-68-16,9 0-144 0,-3 0-146 0,6 0-236 16,-3 0-256-16,-3 0-142 0,6-3 113 0,9-4-618 15</inkml:trace>
  <inkml:trace contextRef="#ctx0" brushRef="#br0" timeOffset="-200438.03">16216 14244 46 0,'12'11'903'16,"-7"-5"-670"-16,5 1 83 0,-10-3 6 0,5 0-45 15,2 1-159-15,-7-5 43 0,0 0 24 0,-3 0 41 16,3 0 5-16,3 0 233 0,-6 0-38 0,6 0 35 0,-3 0 3 15,0 0-102-15,-22 0 179 0,8 4-108 0,-16-2-104 16,10 1-123-16,-6-3 28 0,-10 2 8 0,6 0-96 16,8-2-57-16,-12 0 28 0,5 0-16 0,6 0-34 15,4-2-40-15,2 0-25 0,9 2-108 0,-13-5-212 16,11 1 17-16,5-1-308 0,0-3-328 0,-2-3-183 16,7 9 285-16,12-14-444 0,0-2-529 0</inkml:trace>
  <inkml:trace contextRef="#ctx0" brushRef="#br0" timeOffset="-199925.4">16832 13958 613 0,'3'-13'1015'0,"0"6"-160"16,-3-1-295-16,0 8 204 0,0-22-160 0,-8 17-234 15,1-3-119-15,-5 1-90 0,0 1-54 0,1-2-59 16,-7 2-29-16,10 2-6 0,-2-1-10 0,-10 5-3 15,13 0-1-15,-13 0-2 0,-1 5 3 0,6-1 4 16,-2 7 1-16,0 2 4 0,-1 14 7 0,0-6-1 16,3 6 0-16,7-6-3 0,-4 6 6 0,3 12 1 0,6-7-3 15,0-11-6-15,3 8 0 0,3 6-2 0,0-9-3 16,3-5 0-16,5-2 26 0,1 1 13 0,9 4 16 16,-9-13-21-16,14 2 14 0,0-4 1 0,4-7-6 15,-1 0-29-15,5-6-12 0,-2-5-1 0,6-2-1 0,-11-2 0 16,10-11 8-16,2 1 46 0,-7-3 44 0,1-4 33 15,-6 1 22-15,-7-2 12 0,-3 1 14 0,-5 1 1 16,-5 5-76-16,-4-13 20 0,-3 11-61 0,-3-1-22 16,-4 9-16-16,-7-8-9 0,-1 4-30 0,0 9-19 15,1 2-10-15,-8 6-22 0,-3-3-28 0,13 6-31 16,-3 4-29-16,-14 2-109 0,2 5-179 0,6 2-78 0,9-5 34 16,-5 7-325-16,11-3-140 0,-8 3-39 15,11-7 296-15,-1 7-406 0</inkml:trace>
  <inkml:trace contextRef="#ctx0" brushRef="#br0" timeOffset="-199705.98">17383 14028 851 0,'0'0'1062'0,"8"7"-494"0,-4-1 16 0,-4-6-32 15,0 11-309-15,0 5-94 0,-4 10-16 0,1-6 37 16,1 2-30-16,-4 7 64 0,-6 10 65 0,0-6-63 15,0-7-39-15,-5 11 28 0,0 1-41 0,-7 4-3 16,6-16-88-16,-3 9 1 0,6-4-31 0,1 4-26 16,8-15-10-16,-6 10-32 0,10-9-75 0,-2-13-113 0,4 10-188 15,0-18-35-15,0 0-512 0,6-2 86 0,9-9 37 16,-6 0-350-16</inkml:trace>
  <inkml:trace contextRef="#ctx0" brushRef="#br0" timeOffset="-199261.16">18278 13406 218 0,'0'-19'1727'15,"-5"8"-1319"-15,-2-2 147 0,-1-2-10 0,-4 6-251 0,-12 0-200 16,4 0 1-16,-4 7 8 0,0 2 24 0,-8 5 32 15,12-3-69-15,-4 9 18 0,-3 2-15 0,5 3-7 16,0 5-8-16,-2 3-21 0,7 5-2 0,-3 6-8 16,5-6-19-16,-11 21 13 0,4-8-11 0,5 4 3 15,5-13-10-15,-5 18 3 0,-1 7 8 0,6-7 1 16,6-14-8-16,-2 7 7 0,1 7 3 0,4-9-8 16,3-16-9-16,0 9 3 0,7 0-9 0,-2 1-5 15,5-1-8-15,-5-11-5 0,7-3-11 0,0 2-2 0,5-4-3 16,-2-10 10-16,2-2 1 0,7 1 4 0,0-8 9 15,-4 3 6-15,7-8 7 0,0-1 42 0,-3-5 28 16,1-2 27-16,2-3 19 0,-6-5 13 0,-1 3 33 16,-8 0-31-16,3-15 68 0,-6 4-68 0,-9 3-22 15,0 4-40-15,-6-12 33 0,-9 11-63 0,3-1-26 0,-3 8-20 16,-5-1-1-16,-9-1-10 0,2 8-4 0,0 1-4 16,3 4 0-16,-8 3-13 0,3 2-25 0,2 7-22 15,3-1 0-15,-1 5-85 0,-2 0-135 0,3 4-133 16,10-4 37-16,2-8-282 0,-6 12-145 0,12-10-118 15,0-1 80-15,6-4-145 0</inkml:trace>
  <inkml:trace contextRef="#ctx0" brushRef="#br0" timeOffset="-198611.91">18668 13398 702 0,'0'0'920'0,"-10"-11"-330"0,10 9 189 0,-8-14-117 0,8 13-198 15,-4-2-253-15,4-8-15 0,-2 10 48 0,2-8-1 16,0 11-106-16,2-10 4 0,2 7-35 0,-1-5-29 16,2 3-34-16,-2 0-22 0,12-3-15 0,-3 3 1 15,-6 1-2-15,14-3 7 0,-5 4-2 0,6 0 4 16,-6 3-9-16,-3 0-1 0,11 0-3 0,6 0-11 16,-14 3 3-16,4 0-1 0,-11 0 3 0,6 1 3 0,8 7 1 15,-17-8 2-15,7 10 1 0,-9 0-5 0,3-2-3 16,2 13-2-16,-8-9-3 0,3 2-2 0,-6-4 2 15,3 8 9-15,-5 0 7 0,-2 0 1 0,-1-4 0 16,-1-2 4-16,-8 9 9 0,-1-6-8 0,-3 1-1 16,6-3 3-16,-5 0 11 0,-4-1 9 0,0 7 4 15,9-11-7-15,-2-1 12 0,-3 0 4 0,11 1-4 0,-13 2-15 16,20-11-9-16,-13 9-2 0,7-2-5 0,4-7-6 16,1 4-6-16,1 1 1 0,2-4-1 0,0 10-3 15,0-13-1-15,12 17-4 0,-4-10-4 0,-2-1-2 16,12 3-1-16,-4 0-8 0,8 4 5 0,-14-8 5 15,9 6 11-15,7-1 30 0,-6 1-1 0,0 2 7 16,-7-4-8-16,10 4 13 0,-3 0 0 0,-6 0-22 16,-10-10-11-16,10 12-1 0,-2-1 0 0,-5-4 3 0,7 8-2 15,-9-7-1-15,-3 2 7 0,6 20 20 0,-3-13 8 16,-3-7 9-16,-3 7 30 0,-1-2 7 0,-1 3 58 16,2-8-42-16,-6-2 25 0,0-1 25 0,-11 11-28 15,5-10-50-15,-2 5 20 0,-5-5-19 0,-7 4-8 16,14-6-44-16,-12 4-11 0,7-6-6 0,-4 1-20 15,7-5-23-15,-7 3-114 0,7-4-111 0,-3 3-180 0,10-1-300 16,-14-2-238-16,16-2-79 0,-13-2 40 0,6-13-1083 16</inkml:trace>
  <inkml:trace contextRef="#ctx0" brushRef="#br0" timeOffset="-197955.66">19490 13752 254 0,'2'-2'913'0,"10"-6"-339"0,-12 5-31 0,12-2 47 16,-9 5-60-16,9-11-150 0,-9 9-124 0,3-3-11 15,2-1-49-15,-8 6 197 0,3-8-56 0,4 3 40 16,-7 5-93-16,0 0 126 0,0 0-134 0,0 0-40 16,0 0-109-16,0 0-14 0,0 0-63 0,0 0-36 15,0 0-1-15,-10 13 3 0,-2-5 1 0,-2 8-9 0,2 0 2 16,-3-1 1-16,-5 4-3 0,-10 8-9 0,4-1-6 15,6-8 4-15,-7 9 0 0,0 3-5 0,3-6-7 16,10-9-7-16,-6 6-10 0,1-5-4 0,2 5-44 16,11-10-71-16,-3-1-136 0,-3 1-125 0,12-6-259 15,-3 3 171-15,-2 0-299 0,8-8-159 0,-3 0 112 16,5-5 279-16,7-6-1132 0</inkml:trace>
  <inkml:trace contextRef="#ctx0" brushRef="#br0" timeOffset="-197780.13">19343 13758 364 0,'2'-8'1518'0,"1"-3"-745"15,-3-2-95-15,3 5 154 0,-3 0-234 0,0 6-175 16,0-9-21-16,0 11-59 0,0 0-84 0,6-3-82 16,2 1-93-16,4 7 0 0,-2 0-8 0,4 11 8 15,-6-5-22-15,14 12 38 0,-8-6-26 0,4 6-13 0,-1 3-18 16,-2-7-26-16,9 10-1 0,-3 0-8 0,2-3 0 16,-2-7-3-16,9 13-25 0,-8-13-28 0,9 1-133 15,-11-9-56-15,9 0-294 0,3-3-460 0,2-1-175 16,-14-7 396-16,9 0-307 0,-2 0-879 0</inkml:trace>
  <inkml:trace contextRef="#ctx0" brushRef="#br0" timeOffset="-196765.67">20945 12792 228 0,'3'-5'345'0,"-3"5"-155"0,0-3 51 16,-3-7-113-16,3 6-13 0,0 4-74 0,0 0-28 15,0 0-6-15,0 0-1 0,0 0-7 0,0 0-10 16,0 0-3-16,0 0-31 0,0 0-59 0,0 0-80 15,0 0 38-15,0 0-47 0,-3-13-62 0</inkml:trace>
  <inkml:trace contextRef="#ctx0" brushRef="#br0" timeOffset="-187214.21">20874 13348 222 0,'7'-5'397'15,"-2"1"-102"-15,5 4-26 0,-10-2 130 0,14-1-60 16,-11 3-57-16,5-4-2 0,-4 4-23 0,-4 0-1 15,5-11-51-15,-2 8-66 0,0 0 129 0,3-7-25 16,-3 7 24-16,0-5-68 0,1 8 46 0,4-13-18 16,-6 13-15-16,2-8-95 0,2-1 13 0,-6 7-16 0,9-11-12 15,-9 13 0-15,0-16-3 0,0 8-9 0,3-2 12 16,-3-1 6-16,-3 3-17 0,3-3-21 0,-7-2-7 16,2 8-6-16,-2-3-24 0,-7 1-3 0,-1-2-16 15,-8 1-7-15,5 5-1 0,-2-1-5 0,2 1 5 16,-11 0 4-16,10 0-5 0,-10 3 2 0,2 3 3 15,4-3-2-15,-1 3-4 0,0 4-9 0,-5 2-3 0,0 2 0 16,14-4 2-16,-9 6-2 0,1 6 2 0,-3-1 4 16,4-2 5-16,8 1 0 0,3 3 0 15,-8 6 0-15,7 1-1 0,10-10-1 0,-1 5 1 0,0 2-2 16,6 9 1-16,-3-15 1 0,5 6-1 0,2-3-1 16,2-3-4-16,2 2-5 0,1 0-24 0,3-4-11 15,-1-6-10-15,1-1 14 0,9 4-24 0,-7-6 12 16,5-1 7-16,-5-3 20 0,10-6 5 0,-1 1 7 0,-6-4-1 15,2-1-5-15,0-4-7 0,2-2-3 0,6-9-2 16,-13 2 9-16,2 3 8 0,1-4-1 0,0-9 18 16,-4 8 53-16,-8 5 30 0,4-7 62 0,0-3 5 15,-7-1 51-15,-2 10-63 0,1-6 54 0,1 2-23 16,-2-4-24-16,0 12-67 0,-3-1 41 0,4 6-2 16,-4-6-8-16,0 15 1 0,0-13-18 0,0 13-9 0,0-3-26 15,0 6-27-15,0-3 0 0,0-3-27 0,0 6-14 16,5 3-2-16,-2-2 0 0,-3 18 7 0,6-9 3 15,2 14-2-15,-1-9 2 0,1 0 0 0,1 1-2 16,3-1 2-16,-2 1-1 0,-2 1-8 0,1 4-2 16,-1 3 2-16,-1-8 8 0,5 12 2 0,-4-7 0 15,1 5 3-15,-4-10 5 0,5 12 19 0,-5-7-9 16,-1 5-5-16,-1-10-5 0,-1 13 2 0,1 2 0 0,-6-5-6 16,1 0-9-16,-5-5 2 0,2 13-3 0,-7-13 1 15,0 3 1-15,-3-9 2 0,-5 8-2 0,-9-2 2 16,2-2-2-16,3-9 3 0,-15 5 3 0,-5-1 1 15,12-8 3-15,5 0-1 0,-14-1 2 0,9-3 3 16,-7-3-22-16,13-4-36 0,-4-1-150 0,8-3-187 0,3 2-483 16,7-7 91-16,-8-10-414 0,8 2 20 0,12-5-877 15</inkml:trace>
  <inkml:trace contextRef="#ctx0" brushRef="#br0" timeOffset="-185996.45">22041 14173 153 0,'0'3'665'0,"0"-3"-367"0,0-3 178 0,0 6 145 16,0-6-164-16,0 6-188 0,12 5 22 0,-12-8-6 15,0 0-37-15,0 0-142 0,0 0 36 0,0 0-9 0,-4-2-20 16,-1-7-20-16,5 9-32 0,0 0-13 0,-9 0-20 15,1-2-10-15,8 2-7 0,0 0-2 0,-15 0-2 16,8 0 1-16,5 0 2 0,-10 0 14 0,9 2-2 16,-6-2 7-16,9 0-6 0,0 0 18 0,0 0 22 15,-15-2-8-15,15 2-11 0,0 0 10 0,0 0-6 16,0 0 8-16,0 0-36 0,0 0 1 0,0 0-6 16,0 0-6-16,0 0-1 0,0 0-7 0,0 0 1 0,0 0 5 15,0 0 3-15,0 0 16 0,0 0-5 0,0 0 9 16,0 0 2-16,0 0-7 0,0 0 24 0,0 0-14 15,0 0 1-15,0 0-5 0,0 0 19 0,0 0 16 16,0 0 9-16,0 0-25 0,0 0 14 0,0 0-3 16,0 0 6-16,0 0-36 0,0 0-4 0,0 0-16 15,0 0 1-15,0 0-1 0,0 0 4 0,0 0 1 16,0 0-1-16,0 0-2 0,0 0 9 0,0 0-2 0,0 0 1 16,0 0-1-16,0 0-4 0,0 0 10 0,-5 0-2 15,-5 0 0-15,10 0-6 0,-2 0 9 0,-13 7-2 16,3-7-5-16,9 0-5 0,-2 0 2 0,-10 0-5 15,-3 0 2-15,12 0-8 0,-8 0 3 0,-4 0 0 16,0 4 2-16,-2-4-4 0,-2 2 1 0,2-2 0 16,-4 0-2-16,7 2-3 0,-12 1 1 0,5-1-3 0,-3 4 1 15,4-1-1-15,2-3 0 0,-8 2 2 0,2 3-2 16,4-4-1-16,-1 0 3 0,-8 0 4 0,-1 1-2 16,3-4-7-16,4 3-2 0,-4 0-17 0,1 0-3 15,-12-1-12-15,21 1 15 0,-10-1-2 0,-3-2 13 16,-7 0 21-16,13 4 33 0,-2-4 31 0,-7 2 1 15,1 0 23-15,2 1 22 0,-2-1 2 0,-1 2-6 0,4-2-23 16,6 1-15-16,-9-1 19 0,4-2-43 0,2 0-5 16,6 0 4-16,-1-2 2 0,-3 2-7 0,5-3-2 15,-2 1 9-15,6 2 3 0,4 0 1 0,-13 0-18 16,20 0-4-16,-13 0-13 0,6 2 12 0,11 1-8 16,-6-3-8-16,-1 0-5 0,10 0 5 0,0 0-16 15,0 0-6-15,0 0-2 0,0 0-20 0,0 0-26 16,0 0-42-16,0 0-26 0,0 0-154 0,0 0-143 0,10 0-366 15,-1 0-122-15,-9 0 83 0,5-3-269 0,13 3 85 16,-6 0-897-16</inkml:trace>
  <inkml:trace contextRef="#ctx0" brushRef="#br0" timeOffset="-185212.55">20567 14920 380 0,'-2'13'1566'0,"2"-13"-928"16,-6 13 179-16,6-13-345 0,0 0-88 0,0 2-176 16,0 9-18-16,0-11 11 0,3 0 34 0,9 7 4 15,-4-7-5-15,-1 0-51 0,19 0 21 0,-6-4-50 16,4 1-56-16,-4-3-41 0,22-3 10 0,-6 0-38 16,1 1-5-16,-6 1-11 0,13-10-1 0,3-1-14 0,-9 0-3 15,4-4 5-15,-5 1 4 0,-4-3 2 0,2 3 1 16,-3 0 0-16,-8 0-3 0,5-9 2 0,-7 4-4 15,-2-1 0-15,-11 9-2 0,3-6-1 0,-7 0 8 16,-2 16 4-16,0-8-1 0,-3 6 31 0,0 0 61 16,-3 2-20-16,3-1-22 0,0 9 25 0,0 0-5 15,0 0-15-15,-3 0-53 0,-11 11-10 0,2 8 33 16,0 4 30-16,-3 5 38 0,7-8-19 0,-16 17 66 16,9-2-11-16,-2 2 9 0,5-6-37 0,-5 9 6 0,2-3-46 15,0 0-5-15,6-8-26 0,-8 19 5 0,-5-11-26 16,10 3-13-16,-2-11-6 0,-1 13 0 0,0-12 0 15,3-1 0-15,10-9 0 0,-4 6 0 0,4-6-22 16,-2-5-114-16,4-9-65 0,0 12-221 0,4-5-77 16,-4-10-256-16,8-3 39 0,-2 0-401 0,9-11-203 0,0 1 320 15,5-3-894-15</inkml:trace>
  <inkml:trace contextRef="#ctx0" brushRef="#br0" timeOffset="-184859.5">21737 14890 127 0,'3'-3'2170'0,"-6"-4"-1237"0,-2-1-91 0,-16-3-12 15,3 4-253-15,4 3-407 0,-21 2-72 0,8 2-43 16,-2 0 18-16,2 2 10 0,-6 2 54 0,3 0 46 16,4 7 27-16,8 0-48 0,-11 9 109 0,5 2-82 15,7 4-18-15,2-4-77 0,-8 12-6 0,11-2-48 0,3-6-21 16,0 1-13-16,6 4-5 0,3-1-10 0,0 1-2 15,0 0 1-15,3 2 4 0,6-4-1 0,3-3-2 16,5-2-1-16,1-8 4 0,8-3-10 0,4-5-3 16,8 1-11-16,-14-9 15 0,11 0-10 0,1 0-2 15,-1-6 4-15,-2-2 9 0,-1-6 5 0,3-4 14 16,-6-6 10-16,-5 0 25 0,-2-2 63 0,0-6 36 0,2-2 33 16,-12 10-74-16,6-8 23 0,-6 0-8 0,-4-4-31 15,-4-10-62-15,-8 20-20 0,1-9 0 0,-5-1 0 16,-11 1 0-16,9 16 0 0,-12-7 0 0,2 5 0 15,-1 5-2-15,4 8-30 0,-7 0-136 0,4 1-202 16,-14 3-385-16,17 8 59 0,-6-2-466 0,2 1-49 16,-6 1-216-16,10 2 44 0</inkml:trace>
  <inkml:trace contextRef="#ctx0" brushRef="#br0" timeOffset="-170768.19">22883 13958 157 0,'15'-2'1142'0,"-15"2"-415"15,9-7 9-15,-2 7 23 0,-2-4-29 0,1-3-157 16,3-4-135-16,-4 5-129 0,2 1-92 0,5-5 116 0,-4 5-58 16,1-1-40-16,3-1-79 0,0 1 96 15,-4 1-62-15,7-4-13 0,-8 7-48 0,5-9 25 16,2 2 20-16,-3 3-69 0,-4-2-25 0,5-2-27 0,-4 1-6 15,1 1-20-15,6-5-14 0,-10 10-10 0,7-8-3 16,3-2 0-16,-6 11 0 0,-4-5 0 0,-2 3 0 16,6-1 0-16,-9 5 0 0,0 0 0 0,0 0 0 15,12-2 0-15,-9 4 0 0,-3-2 0 0,7 5 0 16,-5-1 0-16,1 5 0 0,0-3 0 0,-1 7 0 16,5-5 0-16,-4 0 0 0,2 3 0 0,2-4 0 0,-5 1 0 15,4 6 0-15,-2-12 0 0,-2 6 0 0,1-3 0 16,-3-5 0-16,3 11 0 0,-3-9 0 0,0-2 0 15,0 0 0-15,14 6 0 0,-14-6 0 0,12-6 0 16,-5 6 0-16,4-7 0 0,1 1 0 0,-3 1 0 16,3-3 0-16,3-2 0 0,-7 4 0 0,4-4 0 15,2-1 0-15,1 4 0 0,-8-2 0 0,1-2 0 0,-4 11 0 16,-4 0 0-16,10-9 0 0,-10 9 0 16,0 0 0-16,0 0 0 0,0 0-25 0,0 0-43 0,10-6-130 15,-8 3-169-15,-2 3-362 0,0 0 94 0,-2 11-393 16,2-8-153-16,-10 7 70 0,10-7 83 0</inkml:trace>
  <inkml:trace contextRef="#ctx0" brushRef="#br0" timeOffset="-170496.91">23429 14123 600 0,'0'0'864'0,"-12"5"-121"15,0-2 287-15,1-3-190 0,-8 3-260 0,-3-3 96 16,-2 0-48-16,-15 0-14 0,16 0-284 0,-10-3 50 16,-4 3-15-16,-5 0-61 0,13 3-188 0,-10-3-30 15,-5 4-51-15,11-1-35 0,10 0 0 0,-1 0 0 16,12-1 0-16,-14 1 0 0,18-3 0 0,-2 0 0 0,8 0-25 15,-13 0-344-15,15-3-284 0,-3 3-12 0,-1-11-501 16,4 4-47-16,4-4-709 0,-1 1-104 0</inkml:trace>
  <inkml:trace contextRef="#ctx0" brushRef="#br0" timeOffset="-169881.56">24511 13980 401 0,'0'-8'1630'15,"-4"0"-1033"-15,1-7 2 0,-5 9-49 0,1-1-314 0,-13-2-107 16,6 3 40-16,-20 4 9 0,14-1 33 0,-9 3 129 16,0 3 15-16,2-1 8 0,10 2-115 0,-19 1 111 15,11 3-97-15,3-1-54 0,0 4-61 0,0 2 28 16,0 6-43-16,2-1-24 0,6-4-30 0,-1 4 21 16,-4 6-1-16,11-5-41 0,-1-4-15 0,4-6 19 0,-2 14 3 15,7-10-3-15,0-2-21 0,0 2 4 16,9 4-10-16,3-4-4 0,3 0-10 0,-3-3-6 15,8-4 4-15,7 1-1 0,-3 1-7 0,-4-5-5 0,6-1-3 16,1-2-2-16,5-5 0 0,-14 3 0 0,8-7 0 16,4-1 0-16,-1-8 0 0,-13 4 0 0,4-4 0 15,-3-1 0-15,5-7 0 0,-14 10 0 0,-2-3 0 0,2 1 0 16,-1-6 0-16,-4 8 0 0,-6-3 0 16,-6-1 0-16,-3-4 0 0,4 6 0 0,-4 7 0 0,-3-2 0 15,-12 0 0-15,6 7 0 0,6 1-2 0,-2 2-58 16,-7 3-159-16,-1 3-225 0,13-3 48 0,0 2-362 15,0 1-221-15,-6-1-488 0,18-2 643 0,-12 4-211 16,9-2-863-16</inkml:trace>
  <inkml:trace contextRef="#ctx0" brushRef="#br0" timeOffset="-169611.28">24719 14099 293 0,'12'2'2362'16,"0"-2"-1512"-16,0 4-198 0,-3-2 225 16,2 1-148-16,7-1-311 0,-18-2-40 0,8 2-106 0,4 2 120 15,-9-2-31-15,6 1-122 0,-9-3-107 0,0 0-9 16,-2 13-46-16,-1-8-51 0,-4 6-20 0,2-1-3 16,-4 4-2-16,-9 14-1 0,9-14 0 0,-3 2 0 15,1 7 0-15,-7-1 0 0,10-9 0 0,-4 6 0 0,5-6 0 16,-8 5 0-16,7-4 0 0,-1-4 0 15,0 1 0-15,3 5-17 0,-3-5-155 0,6-7 14 16,-5 7-320-16,8-11-185 0,-9 9-314 0,9-7-54 0,0-2-299 16,0 0 191-16,0 0-966 0</inkml:trace>
  <inkml:trace contextRef="#ctx0" brushRef="#br0" timeOffset="-167701.39">24987 13316 830 0,'4'0'619'0,"4"-6"-112"0,1 4-95 0,1-3 108 0,-5 5-60 15,4-6-158-15,-6 4-5 0,0 2-76 16,11-5 65-16,-11 1 77 0,6 2-54 0,-9 2-92 0,0-2 40 16,15-4-48-16,-12 6 25 0,6-3-97 0,-4 3 67 15,2-5-13-15,4 3 25 0,1-4-31 0,-10 6 35 16,-2 0-23-16,12-2-37 0,-12 2-39 0,0-3 9 15,0 6-24-15,0-3-34 0,0 0-27 0,0 0 25 0,0 0-22 16,0-3-22-16,0 6-14 0,0-8-7 0,-2-4-2 16,2 9-3-16,-10-2 0 0,5 0 0 0,-19-2 0 15,4 2 0-15,-1-1 0 0,10 1 0 0,-10-1-2 16,-6 0-3-16,19 3 4 0,-11-3-1 0,5 3-1 16,-1-4 0-16,-3 1 3 0,9 3 2 0,-2-3 1 15,7 3 0-15,-6-3 1 0,10 3-3 0,2 0 1 0,-2 0-1 16,0 0-1-16,0 0 0 0,0 0 0 0,-2 0 0 15,4 0 0-15,-4 0 0 0,2 0 0 0,2 0 0 16,-2 0 0-16,-6 9 0 0,6-5 0 0,0 5 0 16,4-2 0-16,-4 6 0 0,0-7 0 0,0 5 0 15,0 5 0-15,0-3 0 0,2-2 0 0,-2 7 0 16,0-3 0-16,0 9 0 0,0-11 0 0,3 7 0 0,-3-7 0 16,0 7 0-16,0-11 0 0,0 19 0 15,3-8 0-15,-3-5 0 0,0 3 0 0,0-9 0 16,2 15 0-16,-2-4 0 0,0-1 0 0,-2-14 0 0,2 21 0 15,-3-15 0-15,3 16 0 0,-3-14 0 0,1 2 0 16,2-4 0-16,0 11 0 0,0-7 0 0,0-4 0 16,0 7 0-16,0-5 0 0,0-9 0 0,0 3 0 15,0-1 0-15,0-3 0 0,0-3 0 0,0 7 0 16,0-4 0-16,0-3 0 0,0 0 0 0,0 0 0 0,8-3 0 16,-2 3 0-16,9-5 0 0,-10 3 0 0,28-9 0 15,-19 2 0-15,10 2 0 0,-12 1 0 0,0 4 0 16,18-9 0-16,-13 4 0 0,-2 1 0 0,9 6 0 15,2-3 0-15,-3 1 0 0,-8 2 0 0,9 2 0 16,-3 1 0-16,-10 5 0 0,1-5 0 0,0-1 0 16,5 11 0-16,-5-4 0 0,-9-5 0 0,11 7 0 0,-7 0 0 15,-2 0 0-15,5 4 0 0,-8-1 0 0,4 7 0 16,3 3 0-16,-6-3 0 0,-1-6 0 16,-2 7 0-16,4-1 0 0,-8 6 0 0,4-12 0 0,-5 7 0 15,0-4 0-15,-5 6 0 0,5-13 0 0,-4 7 0 16,-3-3 0-16,-3 2 0 0,-2-7 0 0,2 4 0 15,-6-1 0-15,-6-3 0 0,4-2 0 0,-3-3 0 16,2 1 0-16,1-3 0 0,2-3 0 0,9 0-2 0,-8 0-52 16,10-9-179-16,-2 7-247 0,10-11-73 15,-1-1-793-15,0-7 134 0,6 3 5 0,2 2 345 0,5-10-595 16</inkml:trace>
  <inkml:trace contextRef="#ctx0" brushRef="#br0" timeOffset="-167100.99">25930 13379 969 0,'7'-5'663'0,"3"-8"-3"16,0 0-27-16,-8 4 16 0,5-4-242 0,-4 3-21 15,-3 7-72-15,2-7 65 0,-2 4-87 0,0 6 130 16,0-7-44-16,-2-1-104 0,2 8-83 0,-3 0 3 15,-6-6-95-15,-6 6-65 0,10 3-8 0,-7 0 5 16,-15 7 26-16,3 1 13 0,9-1 4 0,-11 3 47 0,3 9 7 16,-13 6 26-16,13-1-47 0,2-6-39 15,-8 11 10-15,-3 5-5 0,8-7-29 0,9-7-16 0,-7 9 0 16,0 8 7-16,0-9-8 0,14-5-5 0,-4 7 2 16,-2 4-6-16,4-8-9 0,8-5-4 0,2 2 3 15,0 5 1-15,9-7-8 0,-4-8-1 0,5 3 0 16,4 5 1-16,-2-11 0 0,3-6-1 0,0 7 0 15,5-6 0-15,-3 3 0 0,-2-9 0 0,6 3 0 16,6-5-1-16,0 0-3 0,-5-5-3 0,-7 0 1 0,18-3-3 16,-13-3 2-16,-2-2-1 0,-6 2 4 0,5-9 3 15,-8 1 4-15,-6 1 2 0,0 4 0 0,-6-12 2 16,-2 2 0-16,-5 0-3 0,2 6-4 0,-6-8 0 16,-1 6-1-16,-1 2-1 0,1 10 0 0,-10-8 4 15,6 8 1-15,-3 6 1 0,3-1-1 0,-10 1 1 16,6 4-1-16,2 1-1 0,13-1-2 0,-19 11 0 15,8-2-4-15,4-5-17 0,5 4-81 0,0-2-21 0,-7 8-268 16,10-10-23-16,-1-2-142 0,4-1-2 0,2 10-572 16,-1-13 107-16,6 0 11 0,-1 0 374 0,13 2-730 15</inkml:trace>
  <inkml:trace contextRef="#ctx0" brushRef="#br0" timeOffset="-166634.24">26134 13313 999 0,'3'-10'1493'0,"-1"-1"-465"0,-2 11-382 0,6-10 103 16,-2 7-284-16,-4 3-168 0,0 0-110 0,0-3 63 15,12-5-90-15,-16 6-36 0,4 2-29 0,12 2 42 16,-3-2-69-16,-4 3-14 0,10 2-26 0,-6-2 1 15,3 2 9-15,3 3-31 0,-7-3-7 0,7-2 1 16,11 5 2-16,-7-6-1 0,-1 1-5 0,2-6-2 16,9 3 3-16,-8 0 3 0,-1-2 1 0,-5 2-3 0,4-2-4 15,-2 2-1-15,-5-3 2 0,5 3 2 0,-7 0-3 16,0-3 1-16,-6 3 5 0,11 0 1 0,-15 3 1 16,0-3-1-16,11 10 1 0,-11-10-2 0,0 13 0 15,0-5-1-15,0 6 0 0,0 4 4 0,-6 3 0 16,-3-2 0-16,4 8 3 0,-5-7 6 0,0 7 20 15,-6-1 9-15,1 4 23 0,4-7 1 0,-3 20 64 0,-1-12 7 16,3 4 5-16,-9 5 30 0,6-12-42 0,0 7-7 16,3-4-18-16,-2 2-26 0,2 0-28 0,1 0-16 15,4 2-25-15,-1-4-10 0,1-7 0 0,-5 9 0 16,0-9 0-16,4 0 0 0,2-10 0 0,3 1 0 16,-5-2 0-16,4-2 0 0,1 2 0 0,1-4 0 15,2-4-2-15,0-5-25 0,0 0-42 0,-3 0-180 0,6 0-218 16,-3 0-480-16,12-18-107 0,-10 12 179 0,8-8-309 15,-2-4 78-15,4-10-410 0</inkml:trace>
  <inkml:trace contextRef="#ctx0" brushRef="#br0" timeOffset="-166462.7">26469 13758 1709 0,'4'-2'1050'15,"-1"-4"-114"-15,-1-5-45 0,-2 11-101 0,0 0-475 0,-12-10 34 16,12 7-60-16,-12 3 38 0,2-5-91 0,-12 5 73 15,5 0-26-15,-7 2-78 0,7 1-71 0,-7 0-26 16,-8 2-35-16,5 0-40 0,7 1-19 0,-7-1-13 16,-6 1-81-16,3 1-128 0,16-5-37 0,6-2-285 15,-14 0-335-15,10 0-312 0,4-5 2 0,6 1-376 16</inkml:trace>
  <inkml:trace contextRef="#ctx0" brushRef="#br0" timeOffset="-165751.6">26953 13490 460 0,'5'-15'2096'0,"-2"-4"-1320"0,0 14-190 0,-3-11 155 16,0 5-237-16,0 9-218 0,-3-4-130 0,3-4 79 16,0 10 78-16,0 0 138 0,0 0-196 0,-3-3 74 15,-2-4-49-15,5 7-5 0,0 0-136 0,0 0-98 16,0 0-18-16,-4 7-19 0,4-4-7 0,0 0 1 0,-8 17 3 15,1-3 3-15,5-7 2 0,-6 14-1 0,-2 2 2 16,-2 9 3-16,3-6-2 0,1-5-2 0,-4 4 1 16,-3 20 0-16,1-16-2 0,4-2 0 0,-4 9-1 15,-4 8-8-15,6-10-2 0,4-7 1 0,-4 4-1 16,3 3 3-16,0-5 10 0,6-14 6 0,-2 4 8 16,-2 4 3-16,2-10-4 0,2-8-3 0,-4 6-8 0,5-1-10 15,2-11-11-15,0-2 1 0,-6 7 2 16,4 2-4-16,2-9 1 0,0 0-2 0,0 0 7 0,2-16-12 15,-2 3-11-15,0 5-6 0,0-16 6 0,6-3-15 16,0-4-40-16,0 2-12 0,3 8-7 0,2-21-99 16,7-2-30-16,0 8 12 0,-6 4 46 0,5-10-40 15,7-14-17-15,-7 9 125 0,1 1 34 0,-6 15 37 0,2-11 2 16,8-6 19-16,-12 8 10 0,-3 14 2 0,5 0 0 16,-4-1 4-16,1 8 4 0,-6 14 13 0,6-14 12 15,-9 19 3-15,13-10 16 0,-13 10-18 0,-4-3 10 16,8 6-4-16,1 5-17 0,0 0 7 0,-1 12 0 15,2 4-5-15,-1 3 8 0,-1-1 2 0,1 9 18 16,5 0 27-16,-2-2 29 0,1 7 21 0,-4-5 23 0,2 0 24 16,1 2 27-16,4 5 36 0,-9-16-99 0,6 9 10 15,-2-1-20-15,1 5-6 0,-6-17-79 0,5 7-8 16,-2-5-11-16,2 2-23 0,-4-10-1 0,-1 3 0 16,4-1 0-16,-2-7 0 0,-2 10 0 0,1 0 0 15,-3-15 0-15,3 14-8 0,-1-9-39 0,-2-3-141 16,-2 5-214-16,2-10-88 0,0-3-114 0,0 0-289 15,0 0-197-15,0 0-39 0,0-5 153 0,6-8 201 16,-3 0-522-16</inkml:trace>
  <inkml:trace contextRef="#ctx0" brushRef="#br0" timeOffset="-165598.02">27192 13855 88 0,'-7'-13'1522'0,"7"13"-783"0,-8-5-214 0,-8-3 344 15,-1 5-307-15,-10-1-191 0,1 0-107 0,-4 4-35 16,1 0-12-16,-3 0 10 0,-4 0-6 0,6 0-73 0,-11 0 42 15,1 4-83-15,1-4-38 0,13 0-38 0,-16 2-19 16,13-2-36-16,0 0-72 0,7 2-60 0,0-2-292 16,0-2-421-16,2 2-182 0,14 0 347 0,-14-8-290 15,14 5-943-15</inkml:trace>
  <inkml:trace contextRef="#ctx0" brushRef="#br0" timeOffset="-165165.17">26593 14668 420 0,'0'0'1735'16,"12"-11"-837"-16,-12 11-177 0,0 0-221 0,-15-7-130 15,-5 1-147-15,-10 1-165 0,7-4 4 0,6 5-12 16,-17-1 45-16,-3-1 61 0,4 1-12 0,3 3-32 0,-16-2 41 16,-13 2 43-16,3-1-37 0,17 1-58 0,-12 2 2 15,2 0-19-15,-7 0-9 0,27 0-58 0,-10 5-5 16,7-3-30-16,3 4-19 0,10-1-17 0,11-3-85 16,-13 7-90-16,21-7-175 0,-6 9-251 0,6-9-159 15,6 4-100-15,-2 1 39 0,16 2 77 0,0-2-186 0</inkml:trace>
  <inkml:trace contextRef="#ctx0" brushRef="#br0" timeOffset="-164980.66">26417 14898 1958 0,'5'8'1052'0,"-5"0"-274"0,-2 2-177 0,-5-1-68 0,-13 4-133 16,11-8-96-16,-21 6 34 0,13-3-48 15,-25-1 229-15,10-1-140 0,-16-1-29 0,14-3-90 0,-22 1-5 16,-6-3-128-16,2 0-90 0,14-3-28 0,-40-1-8 15,25 1-1-15,2-3 0 0,14 1 0 0,-16-5 0 16,19 1-29-16,13 2-211 0,11-1-139 0,4 0-811 16,4-8-24-16,8 5 0 0,7-2-197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3:13:17.2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28517 2190 66 0,'0'0'881'16,"4"2"149"-16,-4-15-260 0,0 11 1 0,0 2-245 15,0 0 47-15,0-3-64 0,0-7-187 0,0 10-154 16,-4-3 57-16,4-8 98 0,-3 11-25 0,3 0-59 16,-3-13 59-16,3 13 1 0,0 0 19 0,0 0-166 0,0-5 19 15,0-3-46-15,0 8-27 0,0 0-71 0,0 0-25 16,0 0-2-16,0 0 0 0,0 0 0 0,0 0 0 15,0 0 0-15,0 0 0 0,3 8 0 0,0-3 0 16,1 6 0-16,-4 0 0 0,8 15 0 0,-4-8 0 16,-4 1 0-16,5 2 0 0,-5 0 0 0,3 3 0 15,-1 3 0-15,2 2 0 0,2-5 0 0,-4-4 0 0,5 21 0 16,-2-15 0-16,-2 1 0 0,0-9 0 0,6 16 0 16,-4-5 0-16,2-2 0 0,2-1 0 0,-1 6 0 15,-1-3 0-15,1-2 0 0,1-1 0 0,-3-4 0 16,-4 9 0-16,5-7 0 0,-4 0 0 0,-3-6 0 15,0 8 0-15,-3-4 0 0,0-2 0 0,-1-7 0 16,4 2 0-16,-5 3 0 0,2-7 0 0,1-1 0 0,2-10 0 16,-7 16 0-16,4-18-2 0,3 4 2 0,-14 5 0 15,14-7 0-15,-22 0 0 0,17-2 0 0,-4 2 0 16,-6-7 2-16,-2-2-2 0,5 1 0 0,-8-2 0 16,10-1 0-16,-19-8 0 0,17 4 0 0,4 4 0 15,-7-5 0-15,1-2 0 0,2 1 0 0,2 4 0 16,8 6 0-16,-20-19 0 0,20 17 0 0,-6-4 0 15,4 5 0-15,-2-2 0 0,4 4 0 0,-5-5 0 16,7 11 0-16,0 0 0 0,0 0 0 0,-3 0 0 0,3 0 0 16,3 0 0-16,-6 0 0 0,6 0 0 0,-3 0 0 15,0 0 0-15,0 0 0 0,0 0 0 0,0 0 0 16,0 0 0-16,0 0 0 0,-3 0 0 0,3 0 0 16,3 0 0-16,-6 0 0 0,6 0 0 0,-3 0 0 15,0 0 0-15,-3 13 0 0,3-9 0 0,0 3 0 0,-3 4 0 16,3 7 0-16,-2-1 0 0,-1-15 0 0,3 22 0 15,-9-11 0-15,6-5 0 0,-4 8 0 0,-1-8 0 16,-4 0 0-16,3 5 0 0,-8-6 0 0,11-1 0 16,-12 3 0-16,0-4 0 0,9-3 0 0,-8 4 0 15,-1-4 0-15,6 1 0 0,-5-3 0 0,5 0 0 16,-3 0 0-16,-2 0 0 0,5-3 0 0,5 3 0 16,-3 0 0-16,6-2 0 0,-7-4 0 0,11 6 0 0,0 0 0 15,-4-2 0-15,-4-3-12 0,8 1-90 0,0 8-230 16,0-4-299-16,-7-11-278 0,7 7-255 0,0 4 254 15,0 0-292-15,-12-9-384 0</inkml:trace>
  <inkml:trace contextRef="#ctx0" brushRef="#br0" timeOffset="387.96">27359 3373 4375 0,'0'0'1105'16,"0"0"108"-16,-6 11-43 0,6-9-849 0,0-2-314 15,-2 0-7-15,4 0 0 0,-2 0 0 0,0 0 0 16,15 0 0-16,-3 0 0 0,8-6 0 0,-5 4 0 16,15 0 0-16,-4-4 0 0,3-2 0 0,-10 6 0 15,10-6 0-15,-2-1 0 0,-1 2 0 0,-11 1 0 0,5-1-16 16,4 1-139-16,-16 1-249 0,11 0-2 0,-11 2-331 15,9-5-288-15,-5 0-326 0,-5-3 35 0,-4 4 524 16,-1-6-838-16</inkml:trace>
  <inkml:trace contextRef="#ctx0" brushRef="#br0" timeOffset="1001.34">27427 2778 744 0,'-8'-11'2988'0,"-4"3"-1964"0,2-8 257 0,5 11-717 16,2-1-311-16,3 4-197 0,-6-9-42 0,6 11 4 16,-10-11 47-16,10 11-4 0,0 0 2 0,0-2-13 15,-2-9 33-15,2 9-21 0,0 4-30 0,0 1-23 0,2 13-1 16,-2 8-2-16,4-8-2 0,-1 2 1 0,-6-2-2 16,3 5 7-16,-4-12-1 0,2 6-1 0,-1-10-6 15,-2 12-7-15,-7-2-9 0,2-1-3 0,5-4 4 16,-12 4-2-16,7-5 13 0,-16 10 36 0,14-14-7 15,4 1 14-15,-23 1 2 0,8-3 8 0,17-4-16 16,-24 0-13-16,10-6-13 0,-1 1 4 0,10 5 5 0,-7-11 17 16,0 1 17-16,1-4 12 0,8 6-6 0,-9-10 44 15,6 2-28-15,0-3-10 0,0 1-18 0,4 3-18 16,2 9-11-16,3-10-15 0,0 8-2 0,0 3 0 16,3 5 0-16,0 0 0 0,-2-3 0 0,-5-5 0 15,7 6 0-15,0 2 0 0,0 0 0 0,-3 2 0 16,-3 9 0-16,-2 0 0 0,1-1 0 0,2 0 0 15,-5 7-1-15,2-6-10 0,2-2-20 0,-5 8-13 16,-1 1-24-16,3-7-18 0,-15 7 16 0,9-5 3 0,4-5 24 16,-13 3 2-16,3 0 32 0,-2-9-3 0,5-2 7 15,-2 3 4-15,-10-6 16 0,6 1 10 0,2-2 17 16,-5-3 26-16,-6-6 24 0,7 0-9 0,10 0-34 16,-9-11 8-16,6 4-12 0,5-17-33 0,6 14-11 15,-4-9-1-15,5-5 0 0,-4-14 0 0,7 20 0 16,2-14 0-16,-1-2 0 0,0-12 0 0,6 9 0 0,-3 14 0 15,0-8 0-15,3-8 0 0,-1 10 0 0,-2 15 0 16,0-8 0-16,0-4 0 0,0 12 0 0,-2 6 0 16,-1-2 0-16,-2-1 0 0,-2 7 0 0,7 12 0 15,-5-13 0-15,-2 5 0 0,4 10 0 0,1-2 0 16,-5-4 0-16,7 9 0 0,0 0 0 0,0 0 0 16,-11 4 0-16,7-4 0 0,-6 5-3 0,6-3-43 0,4 4-196 15,-11 4-347-15,11-10-269 0,-9 17-253 0,9-17 224 16,-3 9-324-16,3-3 77 0,3 3-240 15</inkml:trace>
  <inkml:trace contextRef="#ctx0" brushRef="#br0" timeOffset="1205.77">26914 2438 3068 0,'3'4'1745'0,"-3"-4"-695"0,0 0-41 16,0 0-803-16,0 0-220 0,0 0-20 0,0 0-29 15,0 0-84-15,0 0-28 0,0 0-101 0,0 0-17 16,0 0-325-16,0 0-469 0,0 0 124 0,0 0 275 16,-15 0-246-16,10 0-755 0</inkml:trace>
  <inkml:trace contextRef="#ctx0" brushRef="#br0" timeOffset="1507.96">25833 3103 209 0,'-8'3'3496'0,"-4"-3"-2269"0,12 0-676 0,-18 0-92 15,18 0-936-15,-18-3-156 0,18 3-66 0,-8-6 227 16,1-1-77-16,4-6 3 0,6 2 47 0,-3-11 60 15,7 4 4-15,-5-1 57 0,4-1 41 0,-2 7-41 16</inkml:trace>
  <inkml:trace contextRef="#ctx0" brushRef="#br0" timeOffset="1617.67">25786 2849 1670 0,'0'-3'1198'0,"0"3"-320"0,-5-10 0 16,5 7-133-16,0 3-422 0,0 0-158 0,0 0-94 0,-7-2-79 16,-1-2-51-16,8 8-44 0,0-4-64 0,0-4-76 15,0 8-117-15,0-4-168 0,0-4-145 0,0 4 100 16,0 4-201-16,0-8-103 0,-9-5 124 0,9 9-1 15</inkml:trace>
  <inkml:trace contextRef="#ctx0" brushRef="#br0" timeOffset="6851.72">12513 2798 474 0,'-12'3'758'0,"9"-3"-287"0,3 0 151 0,0 0-260 15,0 0-4-15,0 0-129 0,0 0-39 0,0 0-92 16,0 0-1-16,0 0-13 0,12-10 4 0,-7 10-7 16,7-3 119-16,12 0-20 0,-13 3 11 0,10-2-39 15,6 2 74-15,3 0-33 0,-10-3-62 0,9 3-52 16,-5 0-27-16,20-2 9 0,-12 4-34 0,4-4-2 0,-9 2-4 15,17-6 56-15,2 4 20 0,-2-1-8 16,-8 1-18-16,11-4 29 0,6 1 0 0,15-6 18 0,-26 9-89 16,7-4 11-16,-1-1 2 0,8 1-4 0,-26 3-20 15,2-2-1-15,0 5-10 0,-8-3 1 0,-4 0-14 16,-2 1-6-16,-3 0-3 0,-3-1-35 0,3 0-86 16,-7 3-174-16,-2-3-108 0,-3 6-163 0,-3-3-90 15,5 0 56-15,5 0-474 0,-10 0 346 0,0-3-602 16</inkml:trace>
  <inkml:trace contextRef="#ctx0" brushRef="#br0" timeOffset="7258.58">13108 2836 793 0,'0'0'686'0,"0"0"126"0,0 0-283 16,0 0 143-16,0 0-92 0,0 0-43 0,-6-3-232 15,-3-5-69-15,9 5-89 0,0 6-55 0,0-3-55 16,0-3-20-16,0 6-15 0,0-3-1 0,0 0 0 15,0 11 1-15,0-9 3 0,-3 15 3 0,1-12 16 16,2 10 45-16,-4 9 100 0,1-6 13 0,0 4 31 16,3-7-41-16,-6 15 90 0,0-1-14 0,4-2-88 0,-1-9-59 15,-4 12 3-15,2 12-16 0,-2-8-34 0,2-11-12 16,0 12 17-16,-5 7 1 0,1 1-11 0,4-16-27 16,-2 4 3-16,2 4-1 0,2 7-14 0,0-21-10 15,3 6-12-15,0-1-5 0,-4-2-1 0,4-8-43 16,0-6-73-16,0 4-132 0,0 1-163 0,4-4-407 15,-1-9 166-15,-3-2-405 0,0 0 13 0,0 0 57 16,12-2-570-16</inkml:trace>
  <inkml:trace contextRef="#ctx0" brushRef="#br0" timeOffset="7711.38">13739 3476 808 0,'2'3'738'0,"-4"-6"70"0,2 3-307 16,-4 3 156-16,-4-1-166 0,-7 1-142 0,6-3-160 15,-15 6-68-15,4-6-34 0,14 2-17 0,-15 3-22 16,9 1 27-16,-3-4 14 0,-2 9-16 0,0-4-12 16,14-1-24-16,-18 15 13 0,11-5-8 0,5-6-14 15,-4 3-16-15,3-2 2 0,4 0-1 0,2 10-1 16,0-10-1-16,2 2-3 0,-2 8 0 0,3-8-3 0,0 0-1 16,3 0 1-16,6 4-1 0,0-10 0 0,-9-4 1 15,14 3 2-15,-5-6-1 0,0 0 7 0,8 0-3 16,-5-3 2-16,12-5-1 0,-7 0-1 0,1 0 12 15,-4-5 22-15,1 0 15 0,-4 0 11 0,-7 4 14 16,2-6-18-16,-1-1 40 0,-1-8-38 0,-4 16-20 16,-1-10-23-16,-4 5-6 0,-1 2-16 0,-4-8-14 0,-1 11-4 15,-1-2-30-15,-12-4-48 0,3 12-64 0,4-4-29 16,-10 1-313-16,13 3-79 0,-8-4-119 0,14 6 97 16,-15 0-207-16,20 0 56 0,-21-3-158 0,21 3 200 15</inkml:trace>
  <inkml:trace contextRef="#ctx0" brushRef="#br0" timeOffset="8297.81">14846 3376 59 0,'17'-3'1049'0,"-17"3"-410"0,0 0 195 0,0 0-299 15,0 0 150-15,0 0-229 0,0 0-126 0,0 0-103 16,0 0-77-16,-14-8-43 0,6 5-11 0,-2 3-22 16,-4 0 52-16,-1-2 14 0,-12 2 6 0,13 2-26 15,-4 1 47-15,-8-1 30 0,2 1-57 0,1 0 14 16,8 2-50-16,-6 1 11 0,6-4-5 0,-5 3-53 15,13-5-23-15,-10 6 3 0,8-3-31 0,1-3-10 16,-4 0-3-16,12 0-45 0,0 0-78 0,-18 2-70 0,18 0-147 16,0-4-253-16,0 4-192 0,0-2-158 0,0 0 232 15,0-2-173-15,6-9-135 0</inkml:trace>
  <inkml:trace contextRef="#ctx0" brushRef="#br0" timeOffset="8554.12">14985 3598 54 0,'0'2'931'0,"12"6"-477"0,-12-8 26 16,0 0 11-16,0 0 129 0,0 0-169 0,0 0 5 16,0 0-115-16,0 0 133 0,-7 3 84 0,2 5-165 0,5-8-99 15,-22 5 123-15,5 1 73 0,2-4-133 0,1 3-125 16,-10 1 37-16,1-3-50 0,-6-1-75 0,10 0-109 15,-1-2-6-15,-7 3-27 0,3-3-2 0,-1 3 0 16,1-3 0-16,2 0 0 0,2 3 0 0,8-3-3 16,-8 0-46-16,8 0-180 0,0-3-210 0,-2-7-308 15,14 7-24-15,-10-5-433 0,8-8-308 0,-1 8-475 16</inkml:trace>
  <inkml:trace contextRef="#ctx0" brushRef="#br0" timeOffset="9648.2">16175 3029 210 0,'-3'5'290'0,"-17"3"9"0,8 0-10 0,-12 3 16 15,9-6-67-15,-5-3 70 0,-11 4 95 0,11-3-60 16,3-3-67-16,-4 0 133 0,1-6 9 0,-4-1 41 0,18 7-197 16,-11-14 66-16,10 12-28 0,-2-9-67 0,4 3-113 15,2-8 40-15,3 3-58 0,0-6-34 0,3 12-33 16,6-15-28-16,-1-2-3 0,4 8-6 0,5 6-3 16,-2-1 2-16,9-2-2 0,3-1 0 0,-7 7 0 15,-1 1 0-15,3 1-3 0,2 1-1 0,-4 0 0 0,-4 4 2 16,2 0 1-16,-4 4 2 0,6 0 3 0,-5 5 3 15,-3-4 2-15,3 8 0 0,-6 0-3 0,-1 5-7 16,-1 1-6-16,-5 3-4 0,-7-2 4 0,-2 2 3 16,-7 4-4-16,-1 1 3 0,-14 1 7 0,2 1 0 15,4-7-1-15,-13 7-3 0,4 3 1 0,-7-3 3 16,-5 0 0-16,3 1 0 0,-3-2 3 0,5-1 5 16,10-9 4-16,-15 8 9 0,15-13 2 0,5 1 9 0,9-6-5 15,3 3 12-15,-5-6 10 0,14-5-5 0,-4 6-14 16,-1-4 0-16,11-2-4 0,-3 0-5 0,-3 0-5 15,6 0-6-15,6-2-4 0,11-7 0 0,-5 9 0 16,2-2-3-16,13 2 0 0,0-3 0 0,5 6-3 16,-11-3 1-16,8 11 5 0,0-2-4 0,-5 0-1 15,-6-1 1-15,6 8 0 0,-5-1 3 0,8 1 0 0,-9-8-4 16,9 3 4-16,-4 2 2 0,4-6-2 0,-1 2 12 16,-5-4 27-16,1-2 19 0,-1 0 21 0,-2-3-16 15,3-3 53-15,-1 3-26 0,-7-6-13 0,-2 1-41 16,0-1-23-16,-3-1-37 0,9-12-62 0,-6 6-156 15,-7 0-89-15,1-5-348 0,6-6-413 0,-3 0 115 16,-7 8 260-16,7-2-434 0</inkml:trace>
  <inkml:trace contextRef="#ctx0" brushRef="#br0" timeOffset="9963.35">17318 2947 382 0,'6'-2'1565'15,"0"-2"-1095"-15,-4 2 278 0,10-7-9 0,-14 9-395 16,2 0-191-16,-10-9 14 0,5 5-48 0,-4-1-23 0,-14 1-53 15,2 4-16-15,-3 0 28 0,-2 0 42 0,-4 2 35 16,0 0 34-16,-2 3 12 0,0-1-1 0,3 1-49 16,-12-1 27-16,-1 5-53 0,4-3-52 0,-1-1-30 15,14-1-19-15,-9 2-8 0,2-6-18 0,6 3-62 16,11-3-40-16,-2 2-186 0,7-2-184 0,-7 0-353 16,5-5 214-16,12 5-244 0,-6-8 58 0,0 1 65 0,6-8-121 15</inkml:trace>
  <inkml:trace contextRef="#ctx0" brushRef="#br0" timeOffset="10147.86">16879 2958 732 0,'7'20'643'16,"-7"-14"-302"-16,2 15 164 0,1-2 29 0,0-1-151 15,-3-2-152-15,2 5 165 0,2 1-68 0,2 4-54 16,-4-13-85-16,10 19 70 0,-2-6-60 0,-2-2-13 0,1-6-88 16,0 6 1-16,-1 2 18 0,2-4-52 0,-8-6-33 15,4 5-2-15,0 8 6 0,-3-10-11 0,-3-3 0 16,0-3-8-16,3 0-2 0,-3 3-8 0,2-3-38 0,-2-2-59 15,0 0-159-15,0-9-164 0,0-2-346 16,0 0 153-16,0 0-246 0,0 0 29 0,10-16-753 16</inkml:trace>
  <inkml:trace contextRef="#ctx0" brushRef="#br0" timeOffset="10370.27">17194 3061 1836 0,'4'-3'1531'0,"-4"3"-511"15,2-14-196-15,1 12 180 0,-3 2-263 0,0 0-341 0,0 0-146 16,0 0 18-16,0 0-59 0,0 0-127 0,0 0-76 16,0 0-10-16,0 2 0 0,12 7 0 0,-9 2 0 15,3-1 0-15,2 17 0 0,4-7 0 0,-6 7 0 16,0-8 0-16,0 5 0 0,0 5 0 0,2 2 0 16,-1-7 0-16,-4 8 0 0,-1-3 0 0,1 2-2 15,1-4-29-15,-1-1-88 0,-3 0-207 0,0 4-185 0,2-12-72 16,1 9-771-16,4-8 144 0,-2-1 44 0,-2-10-490 15</inkml:trace>
  <inkml:trace contextRef="#ctx0" brushRef="#br0" timeOffset="11264.87">17875 2851 448 0,'-9'-7'1854'0,"9"7"-861"15,-3-2-331-15,-6-9 230 0,9 11-313 0,0 0-81 0,0 0-273 16,0 0 42-16,0 0-59 0,0 0-99 15,0 0-63-15,0 0-27 0,0 0-29 0,15 11-3 0,-9-7 2 16,12 20 1-16,-9-6 8 0,6 2 2 0,-7-2 1 16,16 14 2-16,-12-9 0 0,2 9 0 0,-2-8-1 15,6 16 3-15,-1-3-1 0,-5-3 5 0,3 3 5 16,-10-8-4-16,14 14 6 0,-9-10-9 0,0 2-3 0,-4-8-3 16,3 10-4-16,0-6-8 0,-4-7 3 15,2-8 2-15,1 3 0 0,1-8-9 0,3 4 3 16,-6-12 4-16,3 7-8 0,-6-10-16 0,11 5-47 0,-14-5 18 15,15-7-40-15,-10 5-21 0,7-9-36 0,-5-5 62 16,1-5-29-16,-1 1 31 0,-5-6 3 0,1-3 25 16,-3 11 27-16,-3-8-17 0,1-11 7 0,-5-3 0 15,4 16 21-15,-2-13-5 0,1 2 6 0,-1-7 8 16,2 7 10-16,0-9-1 0,-3 2 5 0,3-4 10 16,0 15 4-16,-3-22 9 0,3 10 1 0,0 1 6 0,1 11-4 15,2-20 20-15,-3 3 11 0,3 4 7 0,0 12 0 16,3-13 21-16,-3-5 14 0,2 13-20 0,1-1 3 15,0 14-15-15,3-7 9 0,2-4-15 0,-1 11-12 16,-4 9-11-16,2-1 3 0,4 3-15 0,3-11-17 16,-9 18-5-16,12-4-13 0,-1-3-14 0,8 7-7 15,0 1 19-15,2-1-5 0,0 4 1 0,6-3 7 0,-4 3 14 16,18-4 15-16,-2 3-7 0,-1 1-6 0,-6 2-5 16,27 0-5-16,-10 2-3 0,4 3-5 0,-7-1 3 15,15-2-5-15,16 1 3 0,-16 1 6 0,6-4-2 16,-16 0 1-16,31 0-36 0,-14 0 5 0,2 0-10 15,-17 0 10-15,27 0-19 0,-3 0-9 0,0 4 7 0,-28-4 37 16,19 2-5-16,-6-2 3 0,6 5-1 0,-27-5 16 16,12 3 1-16,0-3 4 0,0 0-1 15,-12 0 1-15,3 0 2 0,1-3-6 0,-4 1-1 0,-10-1-5 16,0 1 1-16,-5-2-1 0,-2 2 2 0,-5 0 5 16,-7 2 6-16,0 0 0 0,-1-3 9 0,8 3 0 15,-17-2-2-15,7-4 2 0,-12 8-6 0,7-4-2 16,-2 2 0-16,-5 0-59 0,0 0-135 0,0 0-145 0,0 0-14 15,0 0-274-15,0 0-181 0,-15 6-202 16,6-4 198-16</inkml:trace>
  <inkml:trace contextRef="#ctx0" brushRef="#br0" timeOffset="11934.1">18712 2662 1028 0,'2'-14'630'0,"1"-10"147"0,-3 8-64 0,4 0-5 16,-1 11-293-16,-1-10 36 0,-2 1-49 0,0 11-44 0,0 3-135 15,0-10 10-15,3 7-60 0,-3 3-59 0,0 0-47 16,0 0 24-16,0 0-45 0,0 0-29 0,0 0-13 16,0 0-9-16,3 16-7 0,-3-8 8 0,0 7-1 15,-3 2 3-15,3 9 5 0,-3 6 5 0,-2-4 1 16,1-4-3-16,1 9 1 0,-5 0 1 0,2 11-2 0,0-16-6 15,-3 12-3-15,-3 0 3 0,0-1-1 0,4-10 0 16,-9 19-1-16,1-13 5 0,1 2 3 16,7-11 2-16,-7 12 5 0,6-10 1 0,-6 10 2 0,10-14 0 15,-2-9-7-15,5 9 2 0,-4-19-6 0,6 17 0 16,3-13 0-16,0 2 2 0,-1 2 0 0,8-7 7 16,-5 1 11-16,22-3 5 0,-10-2-5 0,4-4-1 0,-1-2-4 15,19 0 8-15,-7 1-14 0,4-5-7 0,-12 5-7 16,14 1 8-16,6-4 2 0,4 1-5 0,-14 3-17 15,8-2-34-15,2 2-16 0,9 2-5 0,-6-3-13 16,6 1-9-16,-9 2-2 0,0-2-20 0,4 2-86 16,-11 0-156-16,-1-4-248 0,-4 2-170 0,2 2-143 15,-11-3 226-15,3-2-248 0</inkml:trace>
  <inkml:trace contextRef="#ctx0" brushRef="#br0" timeOffset="12415.8">20270 2825 1093 0,'9'-13'892'0,"-18"2"-341"0,4 4 35 16,-5-7-199-16,-2 6-102 0,-8-10-64 0,0 7 20 15,8 0-69-15,-9 4 88 0,1-1 7 0,-14-1 44 0,17 5-125 16,-12 1 46-16,2 3-37 0,0 0-3 15,5 0-82-15,-2 0-19 0,-3 7 11 0,3-1-16 0,1 5-6 16,-3-1-11-16,2 7 5 0,-3 1 2 0,10 0-22 16,-10 12 26-16,10-2 9 0,-1 7 1 0,6-1 4 15,3 3-9-15,1-2 16 0,1-2-3 0,5 2-21 16,4-2-24-16,1-2-10 0,4 0-6 0,5-1-17 16,0-4-9-16,10 1-1 0,2-7 1 0,3-1 4 0,-7-8-4 15,21 7 11-15,-9-9-6 0,4 4-5 0,-9-8-3 16,12 3 0-16,-2-6-4 0,-8 1-6 0,-2-3 1 15,2 2-8-15,10-4-23 0,-15-1 4 0,-1 1-36 16,-8-4-59-16,6-1-243 0,-6-2-313 0,-10-1-207 16,-1 5 73-16,4-8-316 0,-5 2 35 0,-3-2-1213 15</inkml:trace>
  <inkml:trace contextRef="#ctx0" brushRef="#br0" timeOffset="13167.79">18803 3762 851 0,'9'7'517'0,"-6"-3"4"0,-3-4 151 0,0 0-203 16,2 0-216-16,10 2 30 0,-12-4-106 0,10 2-43 0,-1 0-82 15,-9-4 7-15,17 4-24 0,-5 0-17 16,-4 0-14-16,7-2-7 0,-3 2-8 0,-3 0-75 0,3-3-118 16,-6 3-204-16,6-2-183 0,0-9-157 0,-10 9 40 15</inkml:trace>
  <inkml:trace contextRef="#ctx0" brushRef="#br0" timeOffset="13551.76">19811 3820 50 0,'15'8'858'0,"-10"-6"-497"16,4 1-119-16,9 0 150 0,-9-3-214 0,3 0-216 16,3-3-58-16,2 0-92 0,-2 1-84 0,9 0-122 15,-16-1 156-15,18-3-53 0,-11 1-170 0</inkml:trace>
  <inkml:trace contextRef="#ctx0" brushRef="#br0" timeOffset="14244.91">18821 3886 163 0,'0'0'697'0,"0"0"-413"15,8 8 165-15,-8-6 46 0,12-6 103 0,-5 1-195 16,4-3-96-16,1 1 70 0,0-1-65 0,17-3-7 16,-17 3-162-16,-7 1-4 0,19-1-49 0,-12 4-59 15,0-1-22-15,8-2-69 0,-13 5-157 0,1-3-183 16,-8 3-10-16,15-3-239 0,-15 3-240 0,0 0 194 0,0-2 72 15</inkml:trace>
  <inkml:trace contextRef="#ctx0" brushRef="#br0" timeOffset="14696.7">19743 3916 713 0,'17'0'423'16,"7"-4"-18"-16,0 2 106 0,-9-3-166 0,0 2-219 15,5-5-120-15,-6 0-78 0,8 3-235 0,-2-6-76 16,-15 9 79-16,14-9-79 0,-11 6 33 0,-2-3-246 16</inkml:trace>
  <inkml:trace contextRef="#ctx0" brushRef="#br0" timeOffset="18316.04">28889 5783 248 0,'0'3'1069'0,"0"-3"-656"0,0 0 176 0,0 0 24 0,0 0-61 16,0 0-114-16,0 0-80 0,0 0-9 0,0 0-22 15,0 0-81-15,0 0 135 0,0 0-123 0,0 0-24 16,0 0-63-16,0 0 7 0,0 0-49 0,0 0-43 16,0 0-39-16,0 0 1 0,0 0-29 0,0-8-21 0,0 3-2 15,0 5 2-15,-12 3 1 0,2-1-2 0,-4 0 3 16,-1 1-1-16,-12-3 1 0,7 0 1 0,-4 0-4 16,10 0 0-16,-13-3 5 0,10 3 0 0,-1-4 0 15,12 4-5-15,-9-6-7 0,10 1 4 0,-5-8 5 16,8 2-5-16,-1 0-3 0,-4 0 1 0,7-7 18 15,0 7 3-15,0 1 1 0,7-11 4 0,1 10 7 0,-1 1-7 16,5-8 7-16,2 4-19 0,4-7-4 0,2 12-2 16,-4 2-10-16,4-1-13 0,4 1 3 0,-4 3 4 15,-3 4 7-15,2 6-2 0,1-4 0 0,1 9 17 16,-6-4-3-16,2 7 3 0,0 5 2 0,-5-1 0 16,-2 3-1-16,0 11 2 0,-3-8-6 0,-2 8-4 15,-2-14 0-15,-3 14-2 0,0 10-10 0,0-13 4 0,0-5 3 16,-3 5-1-16,1 3 6 0,-4 8-6 0,2-20 8 15,-4-3 7-15,-1 1-6 0,-6 0-1 0,-2 1-14 16,8-14 4-16,-11 6 2 0,-4 0-24 0,-3-6-38 16,7 1-30-16,-21-6-248 0,5-3-96 0,-6 0-162 15,8 3 33-15,-10-5-297 0,-12-8-283 0,8 4 338 16,13 2 118-16</inkml:trace>
  <inkml:trace contextRef="#ctx0" brushRef="#br0" timeOffset="18836.63">27556 5249 513 0,'4'-18'790'0,"1"-1"-274"16,1 8 50-16,-2 4 28 0,4-13-145 0,-2 13-126 16,-3-1-102-16,-3 5 80 0,9-7-107 0,-13 10-60 0,8 0-54 15,-4 0-46-15,0 0 0 0,0 2-20 0,11 6-7 16,-7 0-2-16,-1 11-1 0,-1-1 0 0,1 3-6 16,0 3 2-16,1 3 2 0,1 2-9 0,-2 3-2 15,-1-9 1-15,8 20-1 0,-4-12 3 0,0 6-5 16,-1-13 4-16,5 10 5 0,-5 3 0 0,4 0 4 15,-6-13-2-15,-3 5 3 0,0 4 2 0,-3-9-2 16,1-2 1-16,-5 0 2 0,2 0-1 0,-5-7 0 0,5-6-1 16,-7 4 1-16,-6-4 3 0,9-3 0 0,-20-1 6 15,14-2 3-15,-12-6 24 0,1-2 19 0,-1-1 7 16,10 2-2-16,-6-7 36 0,-1-2 11 0,-3-3 44 16,13 5-59-16,-4-4 33 0,6-5-2 0,6 7-20 15,-2 6-5-15,-2-4-5 0,10-2-18 0,0 13-15 16,-5-5-28-16,2-1 12 0,3 6-8 0,0 0-16 0,0 0-14 15,0 0-10-15,0 0 3 0,0 0-1 0,3 9-3 16,0-2-1-16,-3 4 0 0,0-3 0 0,-6 8-4 16,-3 2 4-16,-3 1-3 0,0-1-2 0,-5-1 2 15,-3-4-2-15,-11 7-1 0,8-7-6 0,-3-2-35 16,4 0-26-16,-7-4-129 0,-8 4-296 0,3-5-170 16,8-4 27-16,-9-4-289 0,-4 0 34 0,2-2-563 0</inkml:trace>
  <inkml:trace contextRef="#ctx0" brushRef="#br0" timeOffset="19037.09">26227 6000 545 0,'-5'11'2181'0,"2"-3"-1637"0,3 5 363 0,3-13-386 0,6 3-363 15,-6-1-120-15,17-2-20 0,-5 5-4 0,18-5 3 16,-15 4-4-16,8-2 9 0,4-2 0 0,-1-2 2 15,-5 2-6-15,11-4 8 0,-3-1-24 0,-8 3-81 16,-7-1-120-16,7-3-264 0,-4-1-153 0,-1-4-318 0,-17 5 367 16,10-7-174-16,-6 2-216 0</inkml:trace>
  <inkml:trace contextRef="#ctx0" brushRef="#br0" timeOffset="19618.54">26222 5492 1532 0,'-17'-6'2323'0,"17"6"-1421"0,-4-2-29 16,-2-5-538-16,6 3-276 0,0 2-116 0,0 4-3 15,0-2 8-15,0 0-19 0,0 0 3 0,6 17-4 16,-6-12 43-16,4 3-9 0,-4 5 9 0,0-3 6 16,0 9 9-16,-4-1-8 0,-2 4-55 0,-3-1-35 15,6-5-1-15,-9 4-56 0,4 0-5 0,-10 1-47 16,7-11 95-16,-4 1 14 0,-6-3 45 0,-6-1 37 0,-5 2 20 15,11-7 9-15,-11-2 4 0,0 0 16 0,-4-5 23 16,7-1 26-16,-6-1 68 0,3-6 9 0,1 2 41 16,11 0-23-16,0-4 73 0,-10-7 32 0,7 9-88 15,11 0-49-15,-9-5 37 0,6 2-40 0,7 8-22 16,-7-6-60-16,9 4 12 0,3-1-10 0,0 11-26 16,-4-11-15-16,7 11 2 0,0-2-5 0,0 4-4 0,0-2-1 15,0 0-7-15,0 0-13 0,0 0-2 0,0 0-6 16,0 11-8-16,0-3-27 0,-5 3-60 0,-7 7-2 15,7-10 10-15,-17 16-46 0,2-10-5 0,-6 1-21 16,8-2 91-16,-6-5-2 0,-2 0 32 0,-4-2 34 16,6-4 16-16,-16 1 2 0,4-6 14 0,2-3 7 15,12 4 11-15,-10-9 31 0,-6-2 52 0,11-3 6 16,0 1 33-16,10-1-11 0,-12-5 118 0,-7-6 112 0,13 3-47 16,8 6-65-16,-3-14 78 0,3 3-4 0,4-13 17 15,11 16-203-15,3-9 10 0,0-5-55 0,6-13-27 16,-4 23-44-16,7-14-15 0,-2 0-3 0,0-7 0 15,2 3 0-15,0 3 0 0,3 5 0 0,-6-4 0 16,-1 9 0-16,2-10 0 0,-5 2 0 0,2 10 0 16,-5 6 0-16,-4-18 0 0,-5 13 0 0,2 8 0 0,-5 9 0 15,5 9 0-15,-10-12 0 0,1 7 0 16,7 9 0-16,-4-1 0 0,2 0-11 0,0 3-177 0,-3 6-158 16,4-4 14-16,1 4-249 0,-10 14-234 0,5 4-489 15,6-8 426-15,-3 8-160 0,6 2 170 0,3-2-624 16</inkml:trace>
  <inkml:trace contextRef="#ctx0" brushRef="#br0" timeOffset="19786.11">25813 5141 163 0,'-12'5'2743'0,"12"-5"-1842"0,-12 8 49 15,12-6-515-15,-6 1-447 0,-3-1-44 0,6-2-57 16,-6 9-172-16,9-9-194 0,-11 2-222 0,2 0-50 16,2-2 197-16,-10 6-225 0</inkml:trace>
  <inkml:trace contextRef="#ctx0" brushRef="#br0" timeOffset="19966.62">24321 5833 1036 0,'-8'-2'1269'0,"8"2"-1046"0,-9-11-174 16,6 9-363-16,1-12-238 0,2 4-1 0,-4-1-486 15</inkml:trace>
  <inkml:trace contextRef="#ctx0" brushRef="#br0" timeOffset="20084.29">24301 5624 246 0,'0'0'1269'16,"-6"-13"-739"-16,6 8 245 0,-3-8 49 0,-5 0-72 16,4 7-261-16,-1-5-10 0,-5 2-227 0,10 5-87 15,-8-1-74-15,1 3-56 0,7 2-17 0,0 0-76 0,0 0-97 16,0 0-59-16,0 0-231 0,0 0-337 0,0 0-68 16,0 0 198-16,0 0-168 0,0 0-786 0</inkml:trace>
  <inkml:trace contextRef="#ctx0" brushRef="#br0" timeOffset="22163.77">13709 5410 80 0,'0'-3'1379'0,"3"-8"-747"0,-3-2 167 16,3 13-294-16,-3-7 14 0,0-1-132 0,0 8-85 15,2-5-29-15,-2-4-53 0,0 9-57 0,0 0-67 16,0 0-45-16,0 0-2 0,0 0-37 0,0 0-4 15,7 11-1-15,-4-6-3 0,2 17 2 0,2 4 5 0,-2-4-4 16,-5-7-2-16,3 14 3 0,-3 0-1 0,0 14 3 16,-3-19-6-16,3 7 3 0,0 4-3 0,-9-1 1 15,3-2 3-15,1 8 6 0,-4-14 0 0,3 3 4 16,-3-5-6-16,0 7 4 0,1 6 0 0,-2-13-12 16,5-5-8-16,-4 4-4 0,-1 1-2 0,8-13 2 15,-1 5 5-15,0-10 0 0,-3 4 4 0,6-10 17 16,0 0 52-16,0 0 18 0,0 0 90 0,0 0 37 0,0 0 5 15,0-3-1-15,-6-18-12 0,6 2-43 16,0-5-64-16,0 1-69 0,3-14-11 0,0 0 1 0,3-3 0 16,-3 14-8-16,9-24-15 0,-9 10-13 0,2-2-6 15,-1 12-6-15,1-14-17 0,1-4 0 0,-2 6 13 16,-2 13 21-16,4-12 11 0,0-3 38 0,0 6-5 16,3 4 3-16,-6 13-9 0,2-11 12 0,4 1-29 0,-3 11-25 15,-2 16-3-15,6-14-16 0,-3 7-7 0,2 2-5 16,-1 2 33-16,-5 7 17 0,6-3-4 0,3 6-10 15,-6 2 20-15,8 3 2 0,-4 0-9 0,10 16-26 16,-8 0 4-16,5 2 18 0,-1 5 5 0,1 4-21 16,-2 0 0-16,5 9 6 0,-1-7 28 0,1 3-12 15,-6 0-22-15,4-3 3 0,3-2 13 0,-1-2 19 0,2-3-18 16,-5-1-17-16,10 6 3 0,-10-12 14 0,3 1-10 16,-4-3-6-16,4 1-20 0,0 4 2 0,1-13 8 15,-6-5 3-15,0 5-13 0,9-2 10 0,-19-9 19 16,12 4-1-16,-7-4 6 0,4 3 8 0,1-5 8 15,-15 4-2-15,9-10 10 0,-1 3-3 0,4-7 14 16,-5-1-6-16,-2-16 26 0,-2 9 0 0,0-6-7 16,3-10 2-16,-3 10-21 0,0-10 34 0,-1-1 2 0,5-9 44 15,-4 11-32-15,-3-9 27 0,2 3 10 16,-2-3 8-16,0 9-45 0,0-17 34 0,0 8-54 0,-2 7-7 16,2 9-13-16,0-11 5 0,0 10-23 0,0 12-9 15,0 12-4-15,0-12-2 0,0 9-3 0,2-8 0 16,-2 14 0-16,-2 0-22 0,4 0-68 0,-4 0-10 15,4 0-79-15,-2 0-4 0,0 0-205 0,10 9-144 16,-8 4-121-16,-2 3 125 0,0 5-312 0,7 0-42 0,-4 3-25 16,-1-9 298-16,1 12-304 0,4 0 37 0</inkml:trace>
  <inkml:trace contextRef="#ctx0" brushRef="#br0" timeOffset="22545.71">14663 5905 276 0,'0'0'1183'0,"0"0"-522"16,0 0-129-16,0 0 114 0,0-2-72 0,0 4-294 16,-3-10-115-16,1 1-26 0,4 9-24 0,-4-13-24 15,-1 5-40-15,3 6-25 0,0 0 10 0,-12-5-17 0,5 3-7 16,7 2-3-16,-8 5 3 0,-1 3-1 0,-3 5-2 15,7-4-5-15,-2 0-2 0,-1 11-2 0,5-2-2 16,-1-10 1-16,4 16-2 0,4-8 0 0,2-6 0 16,-1 8 3-16,4-2 2 0,6-3 3 0,-6-4-2 15,9 1 0-15,-6-5 0 0,0 1 1 0,23-1-4 0,-11-7-1 16,-7 2 8-16,3-6 7 0,1-2 17 0,3-2 29 16,-13 1 16-16,-2 0 44 0,3-5 26 0,-2-7-4 15,-8 12-33-15,4-15 30 0,-4 4 12 0,-4 7-67 16,-1-6-44-16,-6 1-10 0,-6 0-11 0,-2-2-37 15,7 10-6-15,-10-6-41 0,-1 8-78 0,1-2-95 16,5 4-269-16,1 4 75 0,-1-3-285 0,-12 1-115 16,15 4 16-16,4 0 259 0,-4 4-133 0</inkml:trace>
  <inkml:trace contextRef="#ctx0" brushRef="#br0" timeOffset="23418.38">15930 5822 215 0,'12'0'892'0,"-4"-2"-507"0,7 2 21 0,-15 0-17 15,9-2-176-15,3-1 12 0,-12 3-26 0,-2 0-2 16,2 0-27-16,5-2 78 0,4-2 51 0,-9 4 53 16,0 0-79-16,0 0 61 0,0-2-12 0,0 4-41 15,0-2-98-15,-9-9 51 0,9 9-97 0,-12-6-38 16,-3 3-41-16,-2 3-37 0,-10 0-11 0,3 0-7 16,7 0-2-16,-3-2-1 0,-7 2-1 0,3 0 8 0,-8 0 7 15,15 0-4-15,-7-3 21 0,-5 3 14 0,5 3 13 16,9-3-11-16,3 0 30 0,-5 0-18 0,2-3 2 15,12 3-35-15,3 3-6 0,-12-3-75 0,10 0-45 16,2 0-37-16,0 0-194 0,0 0-221 0,0 0-280 16,0 0 238-16,0 0-280 0,0 0-3 0,8-3 100 15,1-3-426-15</inkml:trace>
  <inkml:trace contextRef="#ctx0" brushRef="#br0" timeOffset="23746.5">16067 6114 153 0,'0'0'710'16,"5"11"-426"-16,-2-11-51 0,-3 0 70 0,-3 0-13 15,6 0 15-15,-3 0 45 0,-15-6 49 0,15 6 25 16,-12 0 37-16,4 3-92 0,-7-3 148 0,3 0-54 0,-5 3-75 16,-5-1-114-16,-2-2 68 0,7 3-59 0,-15-3 33 15,17 0-147-15,-6 0 23 0,4-3-54 0,-1 3-31 16,6-2-10-16,-2 2-7 0,-4-3-25 0,18 3-42 16,-9-3-27-16,4 3-52 0,5 0-80 0,0 0-181 15,0 0-160-15,0 0-76 0,0 0-410 0,0 0-421 16,5-5 309-16,4-3 322 0,-1 3-906 0</inkml:trace>
  <inkml:trace contextRef="#ctx0" brushRef="#br0" timeOffset="27744.81">17156 5376 321 0,'0'0'1379'0,"0"0"-598"16,0 0 11-16,0 0-273 0,-9-8 27 0,6 5-155 15,3 3-173-15,0 0-83 0,0 0-4 0,0 0 19 16,0 0 4-16,0 0-41 0,0 0 72 0,0 0-45 0,0 0-13 16,0 0-41-16,0 0 4 0,0 0-10 0,0 0-39 15,0 0-28-15,0 0 2 0,0 0 0 0,10-2 1 16,-2-4-2-16,4 3-5 0,-3 1-1 0,-1 2-5 15,7-5-2-15,-3 2 1 0,2-2 2 0,13-6 4 16,-3 3-2-16,-7 0 0 0,7-5 2 0,-1-2 3 16,-2-2 2-16,-3 4-5 0,6-5 2 0,-4-4 8 15,1 2 7-15,-3 3 14 0,-1-4 41 0,-2-5 23 0,-1 4 16 16,-11 7-36-16,6-7 40 0,-3 4 7 0,-2-1-11 16,-4 1 29-16,2 10-54 0,1-6 24 0,-6-1 6 15,6 10 3-15,-3 5-62 0,0-11-4 0,0 9-24 16,0 2-18-16,0 0-10 0,0 0-8 0,0 0-1 15,-12 5 0-15,9-1 0 0,3 16 0 0,-5-2 0 0,1 6 0 16,1-5 0-16,-5 17 0 0,2-4 0 0,0-3 0 16,4-3 0-16,-5 12 0 0,2-1 0 0,-2-6 0 15,4-9 0-15,-2 10 0 0,-2-9 0 0,2 12 0 16,-2-11 0-16,5-6 0 0,-4 3 0 0,4 3-7 16,-2-6-64-16,4-12-65 0,0 15-207 0,0-8-124 15,0-5-304-15,0-5-18 0,0 12-299 0,0-15-54 16,0 13 134-16,0-13 96 0</inkml:trace>
  <inkml:trace contextRef="#ctx0" brushRef="#br0" timeOffset="28078.92">17751 5936 51 0,'12'9'991'0,"-4"-7"-657"16,-1-2 20-16,5 0-87 0,-9 3 53 0,14-6-29 15,-17 3 46-15,0 0-76 0,0 0 132 0,0 0 44 0,0 0 38 16,0 0-40-16,-9-11-45 0,3 9-67 0,-3 0-59 16,-8 2-100-16,2 0 31 0,-17-3-61 0,8 3 40 15,-3 0-38-15,-14 0 54 0,-18 3 94 0,6-1-34 16,-3 0-1-16,9 1-97 0,-36 3-11 0,22 1-45 15,-4 1-28-15,18-3-45 0,-12 4-13 0,-14-1-8 16,28-1-2-16,13-1 0 0,-12-3 0 0,14-1 0 0,1 4 0 16,17-4-1-16,3 1-30 0,1-3-124 0,8 0-231 15,0 0-63-15,0 0-333 0,0 0-259 0,12-13-152 16,-2 8 312-16,12-4-178 0,4-6-1052 0</inkml:trace>
  <inkml:trace contextRef="#ctx0" brushRef="#br0" timeOffset="28387.09">17619 6349 879 0,'0'-2'1289'0,"0"7"-596"0,3 8 189 16,-6-13-403-16,-9 6-174 0,-2-1-27 0,-20-3-51 15,5 4-10-15,6-6-70 0,-13 5 86 0,-2 1 51 16,3-4 45-16,-7 1 46 0,1-1 3 0,0 6-32 16,-1-8-43-16,13 3-83 0,-10 2-29 0,10-5-110 15,9 3-46-15,8-3-25 0,-3 3-10 0,10-3-90 0,-4 0-100 16,-3 0-29-16,12 0-150 0,0 0-298 0,0 0-93 15,0 0-147-15,0 0 180 0,0 0-289 0,0 0 106 16,21-3-620-16</inkml:trace>
  <inkml:trace contextRef="#ctx0" brushRef="#br0" timeOffset="28615.49">17298 6426 426 0,'0'2'1747'15,"0"-2"-1232"-15,8 9 179 0,-4-7 130 0,-4-2-508 16,8 11-122-16,-8-11-73 0,0 0 53 0,2 16 30 15,2-6 12-15,-1-1-65 0,0 6 62 0,-1-7-23 16,5 8-8-16,-2 2-41 0,5 4-25 0,-2-2-18 16,-2 0-9-16,0-2-29 0,3 16-17 0,-4-7-30 0,-5 4 6 15,3-12 9-15,-3 18 19 0,0-8-21 0,-3-2-10 16,3-12-6-16,-2 15 2 0,2-1-18 0,-3-9-21 16,0 0-21-16,3-10-33 0,-4 0-73 0,2 7-131 15,-4-4-88-15,6-13-32 0,0 0-291 0,-9 13-130 16,9-13-298-16,0 0 493 0,0 0-377 0</inkml:trace>
  <inkml:trace contextRef="#ctx0" brushRef="#br0" timeOffset="28943.6">17893 6812 311 0,'12'-8'1142'0,"-12"8"-296"0,0 0-20 0,0 0 287 16,0 0-494-16,5-7-17 0,-5 4-240 0,-12-3-150 16,4 4-66-16,-4 2-57 0,0 0-49 0,0 0-10 15,-11 5-20-15,14 1-2 0,-8-1-1 0,7 3 0 16,-2 3 1-16,0-4-2 0,2 1 4 0,3 6-5 16,-2-1-2-16,9-8-1 0,-3 14 1 0,6-8 0 15,1-4 1-15,1 8-1 0,2-9 4 0,1 2 4 0,6-2 3 16,-2-4-1-16,3 0 15 0,6-2 5 0,2-4 17 15,-2 1-15-15,-3-3-9 0,6 1 7 0,-16 3-6 16,16-9-14-16,-15 5-5 0,-1-1 0 0,7-4 0 16,-13-2-13-16,-2 11-21 0,4-14-43 0,-10 8-60 15,-2-3-155-15,-7-5-86 0,-6 5-264 0,3-2-173 16,-8 0-111-16,2 5 227 0,-6-6-176 0,-4-4-194 0</inkml:trace>
  <inkml:trace contextRef="#ctx0" brushRef="#br0" timeOffset="29486.15">18959 5778 609 0,'9'-2'960'0,"3"-1"-523"0,-9 3 167 0,6-3 32 0,-4 3 12 16,-5 0-319-16,0 0 20 0,0-3-34 0,3 1 57 15,-3-9-105-15,0 11-109 0,-3 0 8 0,-11-5-19 16,-1-3-16-16,10 8-18 0,-7-3 25 0,-12 1-7 16,-3-2 12-16,4 4 6 0,-3 0 15 0,-1 0-6 15,0 4-43-15,7-2-35 0,-13 1 47 0,10 2-41 0,2-5-17 16,9 3-46-16,-6 0-19 0,6-3-18 0,-5 0-23 16,17 0-25-16,-9 0-160 0,3 2-177 0,6-2-226 15,-2-2-149-15,2 2 126 0,2 2-331 0,-2-2-47 16,0 0 44-16,3 0 148 0</inkml:trace>
  <inkml:trace contextRef="#ctx0" brushRef="#br0" timeOffset="29697.59">19085 6013 67 0,'0'3'1041'0,"10"5"-351"0,-10-8-89 16,0 0 31-16,0 0-239 0,-10 2 78 0,-4 1 62 15,-4-3-147-15,13 0-128 0,-19 0 53 0,-3 0-35 16,-2 3 55-16,12 0-145 0,-13-3 27 0,6 2-23 0,0-2-4 16,7 3-91-16,-3-3-15 0,11 0-60 0,-9 2-172 15,9-2-109-15,1 0-208 0,1-2-297 0,-1-3-205 16,4 5-57-16,1-9 266 0,3 2-371 0</inkml:trace>
  <inkml:trace contextRef="#ctx0" brushRef="#br0" timeOffset="30612.14">20928 5090 789 0,'0'0'510'0,"0"0"17"0,0 0 189 15,0 0-110-15,0 0-208 0,0 0-10 0,0 0-49 0,0 0 73 16,0 0-91-16,0 0-103 0,0 0 49 0,0 0-54 15,2 0-29-15,8-6-70 0,-8 6-35 0,10-10-26 16,-4 5-22-16,7-6-18 0,4 0 25 0,3-4 9 16,-3-1 12-16,-2 3-13 0,7-9 38 0,2 4 38 15,-2-8-19-15,-10 7-39 0,8-8 24 0,3-6 16 16,-6 6-20-16,-7 6-33 0,-2-8 1 0,9-4 19 0,-4 7 13 16,-7 10-20-16,1-2 39 0,0-1 11 0,-1 4 28 15,-8 1 21-15,7 4-82 0,-4 1 17 0,-1 2-26 16,-2 5-11-16,3-7-45 0,-3 7-14 0,0 4-2 15,0-2 0-15,0-2 0 0,0 4 0 0,-8 9 0 16,1-4 0-16,5 17 0 0,-4 5 0 0,2 1 0 16,2 1 0-16,-1-7 0 0,0 22 0 0,-3-13 0 0,6 7 0 15,-3-10 0-15,0 6 0 0,1 4 0 0,2-3 0 16,0-2 0-16,0-9-10 0,5 11-103 16,-2-13-120-16,-1 3-133 0,2-12 18 0,-1 1-264 0,0-1-527 15,-3 0 30-15,2-10 283 0,-2 19-154 0,0-17-524 16</inkml:trace>
  <inkml:trace contextRef="#ctx0" brushRef="#br0" timeOffset="31080.89">22456 5852 938 0,'0'-6'818'0,"0"6"-126"0,0 0 38 0,7-10-1 15,-7 10-131-15,0 0-258 0,0 0-50 0,5-14-54 16,-5 14-73-16,0 0-65 0,0 0-1 0,0 0-4 16,-9-7-20-16,9 5-24 0,0 2 8 0,-15-4-14 15,10 2-4-15,-4-1-17 0,-3 3-17 0,-14-2 1 0,-7 2-3 16,6 0-3-16,-10-2-1 0,-14 4 5 0,-5-2 23 16,-27 2 50-16,17-2-4 0,-12 0 10 0,-12 0 3 15,-10 3 2-15,-10-3-8 0,-11 0-9 0,1 0-4 16,-19 2 36-16,32-2-1 0,-54 6 103 0,-7 1 40 15,24-1-30-15,40-1-65 0,-26 4 14 0,-19 4-19 16,37 0-76-16,38-6-51 0,-18 4-17 0,2 0-1 0,10 2 0 16,36-7 0-16,-4-1 0 0,10 0 0 0,9 3-48 15,22-8-80-15,-5 8-191 0,12-5-174 16,0-6-298-16,4 6-273 0,19-3-144 0,-2-9 41 0,6 2-163 16</inkml:trace>
  <inkml:trace contextRef="#ctx0" brushRef="#br0" timeOffset="31832.88">19846 6770 1503 0,'-6'0'674'0,"-6"5"-55"0,-2-2 26 16,4-3-126-16,-4 3-324 0,-1 0 7 0,3-1-64 15,-5-2-12-15,2-2-45 0,3 2 28 0,-17-6 24 0,6 3-23 16,16 1-20-16,-13-9 49 0,8 6 1 0,0-3 8 16,-2-5-35-16,8 4-47 0,0 2 4 0,0-9-23 15,2 8-28-15,4 0-8 0,4-8-4 0,2 5-3 16,-4 4-6-16,10-6-3 0,15 2-6 0,-10 3 1 15,7 0-8-15,-6 5 1 0,8 0-2 0,1 1-4 16,2 4-1-16,-11 1 4 0,8 3-10 0,-2-1-4 16,3 1-3-16,-7-2-2 0,1 7 3 0,-10-2 5 0,-2 0 6 15,-2-3 10-15,-2 15 1 0,-5-8 8 0,-2-2 4 16,-8 10 3-16,1-8 0 0,-6 5 3 0,1-1-3 16,-4 1 2-16,4-7-2 0,-10 2 8 0,6 3 15 15,-8 3 42-15,8-9-15 0,-6 6 40 0,2-2 21 16,-8 4 37-16,16-5-50 0,-8-2 31 0,8-4-12 15,2-1-15-15,4-1-19 0,-4 1-1 0,12-4 5 0,-3-2-19 16,3 0-31-16,3 0 18 0,-3-2-11 0,2-12-15 16,4 6-11-16,0 3-13 0,12-14-13 0,-6 14-5 15,12-8-2-15,-14 5-7 0,17 5-19 0,-20 1 4 16,13-1 2-16,-14 3 21 0,12 0-1 0,6 3 2 16,-14 2 21-16,9 5-2 0,-11-7 4 0,25 16 2 15,-15-6-5-15,-6-6-10 0,-7-1 6 0,19 12-7 0,-7 2-5 16,-5-13 3-16,-4 4 2 0,14-1 8 15,2-2 17-15,-7-2 13 0,-14-4 46 0,21-2 55 0,-12 0 14 16,2 0 19-16,6 0-49 0,-10-5 11 0,-2-1-21 16,6-7-90-16,-4 2-69 0,-1 2-147 0,-1-15-125 15,-1 7-221-15,-2 4-51 0,5-8-503 0,-2 0-165 16,1 3 186-16,-4 2 308 0,7-6-1009 0</inkml:trace>
  <inkml:trace contextRef="#ctx0" brushRef="#br0" timeOffset="32595.84">20515 6566 10 0,'8'3'194'0,"11"-1"-10"0,-2 4 66 0,6-3 23 16,-2-3 13-16,-3 2-58 0,6 0 83 0,0-2-80 16,-4 0-78-16,-18 0-38 0,22 4 55 0,-4-8 49 15,4 2-41-15,-12 0-32 0,8 2 98 0,-10-3 52 0,14-3-43 16,-16 4-78-16,4-1 69 0,-9 1-1 0,9 0 88 16,-12 2-74-16,0 0-59 0,0 0 64 0,0 0-34 15,-6-9 17-15,0 7-128 0,3-1-6 0,-17-3-27 16,10 4-15-16,-14 2-10 0,19-2 4 0,-24 2 4 15,7 0 40-15,5 2 4 0,-12 0 26 0,2 1-23 16,-2 3 1-16,-3-4 27 0,2 1-2 0,-3 3-46 16,6-2-14-16,10 1-25 0,-18 4 21 0,14-1-36 0,4-3-37 15,11-3-8-15,-12 7-12 0,3-5-32 0,12-1-93 16,-6 0-152-16,4 2-7 0,5-5-329 0,0 0-273 16,0 0-62-16,0 0 184 0,0 0-215 0,9-5 147 15,2-1-151-15,1 2 277 0</inkml:trace>
  <inkml:trace contextRef="#ctx0" brushRef="#br0" timeOffset="32801.29">20559 6562 652 0,'-2'0'975'0,"4"2"-456"15,6 9 152-15,-4-11-282 0,-4 13-27 0,3-8-82 16,-3 6-20-16,0 2-55 0,5-2 57 0,-5-4 8 16,3 12 20-16,1-6-79 0,1 8 116 0,1-2-90 15,0-1-32-15,-3-3-70 0,4 9 36 0,-5 6-102 0,1-12-48 16,-3 0-9-16,0 4-5 0,0 10-2 0,0-9-7 15,3-10-2-15,-3 1-2 0,0 10-9 0,2-14-31 16,-2 1-64-16,0-11-17 0,4 13-72 0,-4-13-75 16,0 0-377-16,0 0 125 0,3-8-308 0,0 1-10 15,9-15 49-15,-4 4 45 0,-2-3-361 0</inkml:trace>
  <inkml:trace contextRef="#ctx0" brushRef="#br0" timeOffset="33015.72">20774 6584 921 0,'3'-4'1356'0,"-3"1"-737"0,9-8 241 0,-9 11-158 16,3-2-357-16,2-6-148 0,-5 8 20 0,0 0-21 16,0 0-83-16,0 0-65 0,0 0-7 0,0 0 107 0,0 0 29 15,9 10-48-15,-6-5 47 0,-3 8-1 0,4 11 49 16,-1-4-59-16,-1-7-88 0,-2 13-5 0,3 1 8 16,-3-7 3-16,0-1-22 0,3 8 2 0,1 4 10 15,1-7-38-15,-2-5-12 0,0 1-7 0,6 7-35 16,-4-1-67-16,-1-13-56 0,2 7-190 0,-4-13-244 15,8 12-261-15,-1-6-205 0,-6-8-30 0,2 1 65 16,4-4 82-16,-9-2-145 0</inkml:trace>
  <inkml:trace contextRef="#ctx0" brushRef="#br0" timeOffset="33850.48">21181 6476 615 0,'0'0'1015'0,"0"0"-344"15,0 0 227-15,0 0-219 0,0 0-282 0,0 0-27 16,0 0-176-16,0 0-78 0,0 0-45 0,0 0-29 0,12 0-17 15,-12 3-6-15,5 3-9 0,-2 1-3 0,9 12-3 16,-3-3-12-16,-1-1-4 0,4 7-1 0,0 2-1 16,-2 5-5-16,-5-11 11 0,0 8-2 0,5 7 1 15,-4 0 6-15,2 2-4 0,2-3 8 0,2-3 6 0,-2 6-1 16,9-6 3-16,-7-9-1 0,3 2 0 0,-5 2-1 16,2-6-6-16,3-5 0 0,-6-2-1 0,1 4 1 15,-2-6-1-15,-2-1 1 0,-6-8 2 0,11 7 12 16,-11-7 9-16,0 0 10 0,0 0 23 0,0 0 4 15,0-13 8-15,0 8-20 0,0-16 1 0,-3 14-12 16,3-21-23-16,-2 8-9 0,-1-9-1 0,0-1-2 0,-1 1-2 16,2 3 0-16,2-12 3 0,6-14-5 0,-3 10-3 15,0-4 1-15,-1 15 0 0,8-17 0 0,-5-7-4 16,7-1-2-16,-9 22 5 0,6-17 0 0,0 1 3 16,2 2 17-16,-1 1 20 0,-5 1 37 0,4 7 30 15,-3 5 18-15,-2 13-25 0,4-14 112 0,-2 17-15 16,0 2-20-16,-4 10-64 0,10-9 15 0,-2 1 9 15,-8 14-46-15,1-8-56 0,4 3-12 0,1 3-2 0,-2 2-14 16,9 0-3-16,-10 0-1 0,25 2-1 0,-4 5-5 16,4 2-2-16,-6-1 2 0,5-3 7 0,15 8 3 15,-5-4-1-15,-7-2-2 0,12-1 5 0,0 5 2 16,12-4-6-16,-12 1-3 0,9-1 2 0,6-1 5 16,1 2 0-16,-1-5-10 0,2-3 1 0,-2 3 12 15,-1-3 9-15,-12 0-7 0,24 0-13 0,-14 0 15 16,3 0 5-16,-10 0-2 0,2 0-15 0,-10 0-7 0,1 0 10 15,-7 0 9-15,-9 2-11 0,4-2 3 0,-4 2 7 16,-20-2 6-16,12 4-6 0,-3-4 0 0,-7-6-1 16,11 1-4-16,-14 2-5 0,7-5-15 0,8-5-10 15,-11 5-1-15,1 3 3 0,-2-6-7 0,-6 9-8 16,8-4 13-16,-8 6 6 0,-2 0-22 0,0 0-64 16,0 0-112-16,0 0-41 0,0 6-187 0,0 5-262 15,0-9-188-15,-12 5-89 0,4-1 290 0,-6 1-599 0</inkml:trace>
  <inkml:trace contextRef="#ctx0" brushRef="#br0" timeOffset="34545.65">21659 6476 422 0,'10'-10'1740'0,"2"-6"-941"16,0 5 37-16,-5 4-290 0,-2-7-133 0,-2 6-174 15,6-5-40-15,-9 2-85 0,3 7 81 0,-3-7 3 0,0 8 43 16,3-10 38-16,-3 13-91 0,0-3 51 0,0-7-30 15,2 10-5-15,-2 0-89 0,0 0-9 0,0 0-51 16,0 0-11-16,0 0-13 0,0 0 0 0,-2 0-22 16,2 13-10-16,0-10 1 0,-6 10-3 0,4-6 0 15,-5 17 1-15,7-8 1 0,-8 5 3 0,8 3-6 16,-7-2-6-16,2-4 9 0,-2 11 0 0,-1-5 3 16,2 0 0-16,0 2 0 0,-3 0 6 0,1 7 1 15,1-10-5-15,-1 1 0 0,2 0-5 0,0 8-7 0,0-12 1 16,0 2 1-16,4-9 3 0,-2 14-2 0,1-23 5 15,0 10 2-15,1-6 4 0,-1 3 7 0,-1 4-18 16,4-15-8-16,-3 14 7 0,6-6-4 0,-3 2-2 16,0-4-5-16,4 7-9 0,-4-13 26 0,8 13 24 0,-8-11-15 15,7 7-4-15,-2-4-16 0,-5-3 17 16,12 6 24-16,0-5-52 0,-9-1-5 0,9 7 4 0,0-9 11 16,-2 2 49-16,2 0-21 0,3 2 11 0,-6-4 46 15,11 0 30-15,4 0-38 0,0 0 14 0,-4 0-23 16,10-4 2-16,-12 4-36 0,8-2-5 0,-2 0-6 15,5 2-18-15,-14 0-13 0,6-3-19 0,-4 3-18 16,-2-2-116-16,-3-2-131 0,5 2-124 0,-7-1-78 16,-5 1-142-16,4-9-224 0,-3 3-218 0,0 3 138 0,0-6-227 15</inkml:trace>
  <inkml:trace contextRef="#ctx0" brushRef="#br0" timeOffset="35031.33">22690 6548 1501 0,'2'-3'955'0,"10"-2"-82"0,-14 5-77 16,4-5-158-16,-2-6-336 0,0 11-139 0,-12-8-23 0,6 6-79 15,-2-1-20-15,-10 0-10 0,0 3 42 16,-5 3 38-16,2 0-11 0,6-1-21 0,-12 3 25 0,5 3 7 15,-5 3 21-15,8-6-59 0,-3 6 57 0,-5 8 19 16,0-1 6-16,3-3 17 0,2 7 21 0,0 2-3 16,0 0-9-16,3-6-58 0,2 6 27 0,-1 0-22 15,6-4-27-15,3 0-45 0,-2 8 21 0,7-4-33 0,8-2-13 16,-1-2-13-16,5 0-12 0,4 0-3 0,3-9-3 16,-1 2 0-16,5-2 0 0,10-4 0 0,-2-1 0 15,-2-1 0-15,-1-2 0 0,8-3 0 0,7 3 0 16,-7-6 0-16,-8 0 0 0,5 0 0 0,3-1-34 15,2-5-149-15,-17 7-96 0,3-7-189 0,-1-1-282 16,-14 5-224-16,10-6-218 0,-13-2 35 0,2 6 102 0,-4-4-260 16</inkml:trace>
  <inkml:trace contextRef="#ctx0" brushRef="#br0" timeOffset="39465.47">29857 8521 170 0,'4'0'699'15,"-4"-15"-383"-15,3 4 27 0,-3 4-121 0,5-10-28 16,-5 12-40-16,3-6 27 0,1-4 13 0,-4 10 53 0,3-6 67 16,-3 11 32-16,5-11-61 0,-5 9 160 0,0-1-105 15,4-7-3-15,-4 7-123 0,0 6 1 0,0-3-30 16,0 0-65-16,0 0-66 0,0-3-22 0,0 3-17 16,0 3-14-16,0-6-9 0,0 3 3 0,-4 7-1 15,1 2 6-15,6 4 2 0,-3 0 0 0,0-6 0 0,0 20 4 16,4-6-1-16,-1-7-1 0,2 10-4 0,2 4-3 15,-2-4 2-15,0-2-4 0,2 4-2 0,5 1 1 16,-1 10-1-16,-2-13 5 0,0 7 2 0,3-4 2 16,3-1 5-16,0 0-1 0,-1-2 1 0,-2 0 3 15,3 0 0-15,-7-6-4 0,-1 2 5 0,-5 0 4 16,1-1-2-16,-3-3-6 0,-3-11-5 0,1 10-5 16,-5 2-2-16,-1-6-9 0,-1-4 4 0,-9 1-4 0,-6 0 5 15,-5 0 2-15,5-6 8 0,-11-2 5 0,-3 3 24 16,-6-3 31-16,0 0-4 0,-10-3 46 0,3 3 33 15,-3 0 43-15,18-2-38 0,-26 0 85 0,9-1-21 16,9 0 5-16,5 3-22 0,7 0-54 0,-12 0 5 16,11 0-25-16,10 0-35 0,9 3-48 0,-1 0 5 15,-6-1-20-15,11 0-18 0,5-2-17 0,5 0-20 0,0 0-26 16,0 0-64-16,0 0-54 0,0 0-185 0,0 0-430 16,0 0-100-16,0 0 76 0,5-4-264 0,-1-2-13 15,-1 1-993-15</inkml:trace>
  <inkml:trace contextRef="#ctx0" brushRef="#br0" timeOffset="40210.49">29177 8358 1118 0,'15'-8'673'0,"-13"3"-329"0,8-4 150 16,-10 7-98-16,0-14-54 0,0 16-108 0,-10-10 82 0,10 10-8 16,0 0-33-16,-10-9-37 0,0 9-85 0,1 3-77 15,-2 3-45-15,2-6-18 0,-20 13-6 0,11-2-8 16,-3-2-3-16,4 4 0 0,2-2 2 0,-9 2-1 16,0 4 4-16,-2-4 6 0,12-3 1 0,-8 1 12 15,2 4 12-15,-6 5 19 0,11-10-19 0,0 4 10 16,9-10 3-16,-12 10-2 0,13-4-13 0,-4 1-10 0,6 7-8 15,6-7-2-15,-1 0-1 0,10 4 4 0,8 9-1 16,-4-8-1-16,4-5-4 0,10 4-1 0,2 5 4 16,9 2-5-16,-17-5-10 0,8-1-1 0,7-1 4 15,-7 5 8-15,7 2 5 0,-15-8-6 0,2 5-4 16,4-1 12-16,-8 3-3 0,-7-5-11 0,0 6-14 16,-3-7 1-16,-6-2-1 0,-6-4 9 0,3 6-10 0,-6 1 8 15,-3-8 16-15,0 3 5 0,-11-4 11 0,-2 2 10 16,-10-2 7-16,6 1-5 0,-10-3 12 0,-11 1 11 15,5-6 4-15,7 3-7 0,-9-3 21 0,-3 0 13 16,-10 0 51-16,8-5 32 0,10 1-43 0,-4-1 26 16,-16-3 28-16,17 3-35 0,12-3-39 0,-5 3 20 15,3-8-36-15,-2 0-2 0,14 4-14 0,-3-4 40 0,3 2-10 16,7 4 15-16,1-4-58 0,4 3 18 0,-2 1 1 16,4 4-22-16,1-8-33 0,2 11-1 0,0 0-11 15,0 0-4-15,0 0-7 0,5-10-5 0,-5 7-1 16,0 3-1-16,0 0-1 0,0 0 1 0,0 0-1 15,15 7 2-15,-11 2-1 0,1 2-5 0,2-4-5 16,-7 1-17-16,5 5-37 0,-5-2 14 0,0 2-43 0,0 5 3 16,-3-1-21-16,1-12 27 0,-8 21-53 0,4-21 47 15,-12 14 17-15,13-16 21 0,-22 10-6 0,1-2 21 16,2-3 26-16,4-3 25 0,-10 0 11 0,-11 1-21 16,2-4 9-16,10-2 3 0,-13 0 0 0,-4-2-3 15,-13-7 1-15,15 5 12 0,5-2 26 0,-9-4 56 16,-6-3 71-16,6-2-33 0,18 6-38 0,-14-10 27 15,8 3-6-15,-4-8-40 0,19 8-65 0,-3-8-21 16,4-2-2-16,2-3 0 0,12 10 0 0,-2-7 0 0,4-1 0 16,4 7 0-16,0-2 0 0,6 4 0 0,2 1 0 15,-8 10 0-15,16-12 0 0,-5 12-26 0,-1-2-126 16,16 5-243-16,-14 0-197 0,3 4-41 0,12 4-779 16,-13 0 199-16,6 7 48 0,-13-8 324 0,8 12-827 15</inkml:trace>
  <inkml:trace contextRef="#ctx0" brushRef="#br0" timeOffset="40425.9">27926 9349 1484 0,'0'11'2024'0,"8"2"-1160"16,4-2 142-16,-7-5-752 0,10 1-262 0,-3-1-85 15,2-3-13-15,5-1 22 0,1 0-5 0,4-2 50 16,-4 0 41-16,1 0 6 0,11-2 7 0,-8 2-4 15,-1 0-5-15,-8 0-15 0,3 0-62 0,-3 2-152 16,-4-4-124-16,7 2-128 0,-15-2 7 0,9-1-293 16,-12 0-85-16,8-13 96 0,-11 11-18 0</inkml:trace>
  <inkml:trace contextRef="#ctx0" brushRef="#br0" timeOffset="43625.35">26558 8675 1386 0,'-6'6'1708'0,"6"-6"-846"16,0 0 21-16,0 0-181 0,0 0-362 0,0 0-147 0,0 0-47 15,0 0 5-15,0 0-38 0,0 0 47 0,0 0-59 16,0 0-42-16,0 0-39 0,-3-9-26 0,3 5-53 16,0 4-112-16,0 0-105 0,0 0-11 0,0 2-247 15,9 3-332-15,-9-3 54 0,3-2 137 0,12 0-158 16,-3-5 94-16,-7 5 130 0,10-2-22 0</inkml:trace>
  <inkml:trace contextRef="#ctx0" brushRef="#br0" timeOffset="43757.99">26768 8654 77 0,'14'-6'1350'0,"-11"6"-556"0,-3 0-208 0,0 0 421 16,0 0-266-16,-3-2-171 0,3 2-263 0,3-5 5 16,-3-1-103-16,3 6-22 0,-3 0-61 0,0 0 8 15,0 0-15-15,0 0-62 0,0 0-48 0,-3 0-62 16,6 0-105-16,-3 0-124 0,-3 0-196 0,6 0-240 0,6 11-141 15,-13-11-66-15,4 0 246 0,4 0-331 0,-8 0-158 16</inkml:trace>
  <inkml:trace contextRef="#ctx0" brushRef="#br0" timeOffset="44759.32">26608 8945 804 0,'-6'6'1020'0,"6"-6"-353"16,-6 5 13-16,0-1-149 0,6-4-334 0,0 0-100 16,0 0-30-16,-2 0-30 0,-1 9-23 0,3-7 2 15,-4-2 7-15,-1 16 1 0,5-16-10 0,-10 13 2 0,8-5-5 16,-4 3-2-16,-6-6-3 0,6 3 1 0,-2 8 13 16,-4-5 30-16,6-6 25 0,-8 5 56 0,-2 1 24 15,5-6 30-15,-4 3 18 0,-3-8 6 0,7 3-10 16,-20-3-19-16,9-3-16 0,3 1-17 0,-6-4 33 15,-2 1-30-15,8-3 37 0,2 5-42 0,-10-10 86 16,7 2-32-16,-1 2-22 0,10 0-52 0,-8-6 54 0,5-2-76 16,-1 1-30-16,12 14-23 0,-6-16-24 0,1 1-9 15,5 12-3-15,-1-5-9 0,-1 5 1 0,5-4 0 16,0 9 4-16,-3-8 5 0,3 3-15 0,0 8-20 16,0-6-12-16,0 6 7 0,0-3 6 0,6 6-8 15,0 1 5-15,2 4 16 0,-5-3 13 0,-3-1 0 16,4 6-6-16,-1 4-21 0,-3-12-3 0,2 11-25 15,-4-8-34-15,2 3-8 0,-3 4 40 0,-1-10 2 16,-1 6 16-16,-1 0 12 0,-3-3 15 0,0-1 23 0,-6 2-6 16,3-7-27-16,-13 3-26 0,10-5 36 0,-4 4 1 15,7-4-17-15,-22 0 16 0,16-4 4 0,-3 2 24 16,13-1 10-16,-13 1-35 0,1-9 11 0,1 3 25 16,14 0-14-16,-5 0 1 0,-7-5 4 0,9 2 11 15,1 4 7-15,-2-4-12 0,6 5-9 0,1-1 18 16,2 1-13-16,0-1-11 0,0 7-6 0,0 0 4 0,0 0-11 15,0 0-9-15,0 0-1 0,0 0-3 0,0 0-4 16,0 0 2-16,2 4 1 0,1 5 6 0,-3-7 1 16,0 14 0-16,-3-5 2 0,3-9 2 0,-2 11-3 15,-1 4-3-15,0-10 6 0,-1 6-8 0,2-2-10 16,-4-2 5-16,-3 4 5 0,4-8 9 0,-2-1-1 16,-4 5-1-16,-7-7 14 0,15 1-2 0,-12 3-8 0,3-6-4 15,0 2-6-15,-5-2 7 0,8 0 5 0,1-2 0 16,-14-9 3-16,5 2 9 0,11 5-7 0,-12-10 4 15,10 6-7-15,-4-8 0 0,0 6-4 0,9 2 1 16,-2 0-1-16,-2-5 0 0,4 4-1 0,1 5-2 16,-2-1-2-16,1-6-1 0,3 11-1 0,0 0-1 15,0 0 0-15,0 0-3 0,0 0 4 0,0 0 1 0,0 0 4 16,0 0-1-16,0 0-3 0,-5 11-11 0,2-6 13 16,3 8 0-16,-7-5-7 0,7-1 1 0,-12 13-11 15,2-10 21-15,3-2 2 0,-8 2-9 0,6 1 2 16,-11 2 10-16,8-5 1 0,4 0 1 0,-11-2-6 15,7-4 3-15,2 1-1 0,-5-3-9 0,6-3-5 16,-23-3 1-16,17 4 7 0,8 2-1 0,-19-5 2 16,14 2 5-16,-6 0 11 0,6 1-4 0,2-3 1 0,-9-6-4 15,7 0-4-15,7 9 0 0,-5-11-4 0,8 2-1 16,-4 0-4-16,4 0 1 0,2 11 1 0,-4-13-15 16,8 11-19-16,-8 2 7 0,4 0 8 0,4-13-10 15,-4 13-9-15,0 0-6 0,0 0 36 0,0 0 7 16,0 0 1-16,0 0 13 0,-4 8 3 0,1-1 12 15,-9 4-4-15,4-3-5 0,-7 0-13 0,-9 11 4 0,4-8-16 16,2 2-14-16,-5-4 8 0,-10 2-8 0,-5 0 15 16,0-5 2-16,-4 1 0 0,-5-1 16 0,-1-3 21 15,4 1 2-15,0-4 7 0,-6 0 5 0,-9 6 39 16,10-6 20-16,1-3-15 0,1 0-7 0,-6 3-4 16,11-2-12-16,10 0-20 0,12-1-31 0,-21-3-16 15,19 6-1-15,14 0 0 0,-6-5 0 0,10 5-10 0,1 0-46 16,-12-2-85-16,15 2-72 0,0 0-288 0,3-4-440 15,9-3-371-15,5-1 116 0,-2-1 335 0,4 2-496 16</inkml:trace>
  <inkml:trace contextRef="#ctx0" brushRef="#br0" timeOffset="44988.7">24831 8752 1461 0,'4'-5'943'0,"1"-6"-463"0,4-2 317 16,-3 8-296-16,6-9-407 0,-7 6-63 0,2-2 7 15,10-4 50-15,0 1 31 0,-5 5-14 0,6-2 54 16,1 4 6-16,3 1 19 0,-4-3-65 0,3 8-22 0,-1-5-46 16,-1 3-32-16,-7 2-47 0,5-4-117 0,-9 8-170 15,7-4-150-15,-15 0-177 0,0 0 58 0,0 0-218 16,0 0 27-16,0 2-157 0,-8 9 222 0</inkml:trace>
  <inkml:trace contextRef="#ctx0" brushRef="#br0" timeOffset="45776.61">24198 8982 353 0,'-16'2'262'16,"-1"-2"-108"-16,9 3-40 0,-21 0-2 0,10 0-66 16,7-1 26-16,-11-2 69 0,11 0 10 0,-2-2 86 15,-8-1 83-15,12 0 82 0,-5-2 42 0,-4 0 3 16,7-3-47-16,2-1-65 0,-9 0-105 0,8-2 42 16,-5-2-123-16,8 4-33 0,-4-1-32 0,7 2 19 15,-2 0 16-15,-5-8 1 0,10 6-41 0,-1 1 15 0,0-4-36 16,3 0-10-16,0 10-28 0,6-10-6 0,0 11-8 15,2-4-3-15,19 1-11 0,-12 3 5 0,2-4-1 16,7 9-3-16,0-3-5 0,-7 3 0 0,10 1-10 16,-12-1 2-16,2 5-9 0,0 3-3 0,-2-3-23 15,0 8-9-15,1 0 16 0,-8-3 10 0,-2-2-10 16,5 4 8-16,-4 1 8 0,-2-5 19 0,-2 8-11 16,-3-10-4-16,4 8 7 0,-8-7 10 0,1 3-3 0,-9 9 4 15,9-14 6-15,-11 5 7 0,-6 3 6 0,-4-1-3 16,-3-4-12-16,3 2-6 0,4-4 2 0,-12-4-2 15,-9 8-4-15,11-8 10 0,4 3 13 0,-10-8 44 16,1 2 35-16,-6-2 41 0,9 0-6 0,-2-2 68 16,-3 2 39-16,1-8 68 0,1 0 42 0,2-5-2 15,10 2-10-15,-1-2-27 0,9 5-100 0,-6-8 87 0,16 9-145 16,-7-4-63-16,9 11-35 0,-2-8 21 0,-2 3-23 16,10 5-15-16,-3 0-15 0,0-8-13 0,0 3-6 15,9 1-1-15,0 4-8 0,-9 0 3 0,18 4-8 16,-6-2-11-16,-4 1-14 0,4 7-18 0,-3 1-80 15,-1 2-61-15,4 5-52 0,-12-7 63 0,0 2-78 16,0 9-10-16,-3-9 30 0,1-2 44 0,-5 9 33 0,-1-9 47 16,1-2 35-16,-10 4 41 0,-10-4 15 0,5-3 37 15,0-3 29-15,-4-3 5 0,6 0-5 0,-22-3 43 16,13-5 7-16,2 1 32 0,3-2-11 0,-10-6 56 16,-5-4 61-16,10 1-15 0,7-2-43 0,-7-2 50 15,0-8 34-15,2-2-2 0,12 6-98 0,-2-11 36 16,0 0-40-16,-5-16-8 0,12 18-70 0,-2-9-20 0,0-4-29 15,-6-18-11-15,9 28 0 0,0-14 0 16,-2-1 0-16,-1-16 0 0,3 30 0 0,-4-12 0 0,5 3 0 16,-1 9 0-16,0-12 0 0,3 27 0 0,4 0 0 15,-5 2 0-15,4 7 0 0,1 6 0 0,-1 0 0 16,3 7 0-16,0 2 0 0,-4 0 0 0,8 0 0 16,-4 0 0-16,-4 0 0 0,8 0 0 0,-8 7 0 15,4 6 0-15,0 11 0 0,4-5 0 0,-4 13 0 16,0-4-14-16,3 2-46 0,-3-6-30 0,5 10-168 0,4 1-140 15,-3-6-100-15,6 3-178 0,-6-9 30 0,5 7-350 16,8-1-334-16,-4-5 398 0,-3-4 303 0,-2-1-731 16</inkml:trace>
  <inkml:trace contextRef="#ctx0" brushRef="#br0" timeOffset="46527.61">23095 9054 59 0,'0'-8'1126'0,"0"-1"-864"0,-2 7 90 0,2-11-9 15,0 13-129-15,0 0-161 0,0 0-21 0,-3-5 9 16,0-1 2-16,3 6 20 0,0 0-24 0,0 0 6 16,0 0 13-16,0 0 5 0,0 0 0 0,0 0 9 15,0 0-24-15,0 0 2 0,0 0 0 0,0 0 14 16,8 2-24-16,-1 2-6 0,-2 3-16 0,2 4 34 0,-2 0 33 16,2 2-26-16,-2-2-16 0,1-1 20 0,6 11 25 15,-6-2-14-15,2 1-14 0,-5-6-32 0,4 7 8 16,-2-3 16-16,2 4-12 0,-7-9 7 0,2 3 62 15,1 3 43-15,-3-1-30 0,-3-3-30 0,1 7 38 16,-1-4 36-16,-9 1 3 0,3-3-64 0,-3 3 9 16,-6-1 21-16,1-5 29 0,-7 9-5 0,-3-7 13 15,-2-1 29-15,0-1 3 0,5-2-43 0,-26 7 132 16,12-5-29-16,-9-2 13 0,8-7-91 0,-17 10 89 0,3-8-83 16,3-6-19-16,2-3-61 0,-1-3-49 0,2-1-25 15,9-1-34-15,-4-8-4 0,13 0 0 0,-7-3 0 16,9-2 0-16,7 3 0 0,8 2-2 0,-2-16-45 15,2 5-92-15,9 9-178 0,3-1-27 0,9-1-328 16,2-4-565-16,1 0 34 0,7 16 334 0,1-8-205 16,6 0-363-16</inkml:trace>
  <inkml:trace contextRef="#ctx0" brushRef="#br0" timeOffset="46780.91">23768 9577 3589 0,'2'3'2023'0,"-2"-3"-810"0,-2 0-50 0,2 3-960 16,0 10-203-16,0-13 0 0,0 0 0 0,0 0 0 15,0 0-2-15,0 0-51 0,0 0-66 0,0 0-225 16,0 0-405-16,-6-6-425 0,0 2 264 0,3 1-301 16,-2-16-347-16</inkml:trace>
  <inkml:trace contextRef="#ctx0" brushRef="#br0" timeOffset="47090.08">23856 8350 152 0,'0'-14'2555'0,"0"14"-1694"0,9-10-122 16,-4 10-119-16,5-3-571 0,2 1-40 0,0-4-5 0,8 6-7 16,-8-3-2-16,8 3 1 0,6 0-3 0,-4 0 2 15,0 0-1-15,-7 3 2 0,6-3 2 0,-1 3-7 16,-13-3-10-16,13 5-87 0,-11-2-55 0,6 3-293 16,0-2-103-16,-15-4-159 0,12 5 172 0,-10-1-169 15,-2-4-334-15</inkml:trace>
  <inkml:trace contextRef="#ctx0" brushRef="#br0" timeOffset="47628.64">21189 8789 1247 0,'-11'-16'736'0,"5"5"-302"0,0 1 210 16,0-6-50-16,3 5-263 0,0 4-127 0,1-7 94 15,2 14-98-15,0-3-36 0,-7-8-91 0,7 9-10 16,0 2-9-16,0 0-32 0,0 0-14 0,0 0-3 0,0 16-5 15,0 3 1-15,4-4-3 0,-1 9 0 16,5 0 1-16,-2 5 0 0,0-5 1 0,6 13 0 0,0-3-3 16,-7 1 7-16,4 2-4 0,-3-8 1 0,3 19 0 15,-4-9 1-15,-1 3 3 0,-1-7-1 0,2 5 0 16,-2 10 4-16,-3-13-1 0,0-8-4 0,0 6-1 16,-3-1-11-16,1-10-11 0,-1 0-58 0,0 4-123 15,-3-8-124-15,0-13-151 0,0 10 6 0,-6-10-253 16,-3 1-102-16,-2-8 97 0,5-8-13 0</inkml:trace>
  <inkml:trace contextRef="#ctx0" brushRef="#br0" timeOffset="47924.85">20815 8672 841 0,'-14'-37'1148'0,"2"0"-659"0,2 11-119 0,-4-6 7 0,6-5-294 16,1 16-70-16,-1 3 22 0,5 12 14 0,-3-10 73 15,3 5 88-15,3 9-34 0,-3-1-42 0,3-10 43 16,0 13-26-16,8 9-26 0,-1-5-104 0,5 12-21 16,-1 6-7-16,3 4 0 0,-2-4 5 0,7 20-1 15,-2-9 4-15,-4 8 7 0,-3-12-3 0,2 10 4 0,0 6 7 16,-5-10-6-16,-7-9 2 0,3 6 2 0,-6 0-3 16,-1 5-9-16,-1-8-2 0,-2-5-6 15,-4 4-2-15,-3 1-1 0,-8 1 11 0,5-6 7 0,-10-1 7 16,0 1 1-16,-2-2-1 0,0-7 2 0,-3-2-6 15,2-2-6-15,4-2-4 0,7-5-3 0,-13-4-9 16,5 3-12-16,5-6-40 0,7-1-14 0,-6-5-117 16,1-9-354-16,10-1-106 0,1 6 142 0,6-9-157 15,1-4-4-15,2-1-510 0</inkml:trace>
  <inkml:trace contextRef="#ctx0" brushRef="#br0" timeOffset="48191.14">20559 8881 1465 0,'3'3'771'0,"-3"-3"-135"15,0 0 5-15,9 10-137 0,-6-7-330 0,5 8-103 0,4 4-32 16,3 0-15-16,3-2-13 0,2 2 4 16,-2 1 18-16,6-3 28 0,0 0 38 0,-2 1-6 0,5 1 25 15,2-2-17-15,-2 4-8 0,-5-7-36 0,15 7-1 16,-13-2-44-16,-4-2-6 0,-1 1-3 0,3 1 1 16,-3 1-3-16,-8 1 0 0,-5-4-2 0,4 0-3 15,-2 3 1-15,-6-6 2 0,-2 6 0 0,-5-3-4 0,-10 9 0 16,-6-4 0-16,4-5 3 0,-10 0-2 15,-2 0-2-15,-3 3 3 0,-13-3 4 0,16-4-1 16,-4 1 3-16,-2-2-3 0,-6 0-3 0,17-3-2 0,-6-2-15 16,4 0-50-16,6-1-107 0,-4-2-141 0,16 0-127 15,-7 0-169-15,-1-2-121 0,13-1 190 0,1 3-135 16,-8-8-524-16</inkml:trace>
  <inkml:trace contextRef="#ctx0" brushRef="#br0" timeOffset="48664.88">21101 9538 131 0,'0'0'2218'15,"0"0"-1381"-15,0 0-100 0,0 0-205 0,-3 2-205 16,-6 9-183-16,4-11-156 0,-7 5-20 0,2 1-28 15,5-4-6-15,-7 9-27 0,12-11 42 0,-12 8-10 0,9-3 11 16,3-5 18-16,-5 2 19 0,-2 4-1 0,7-6 12 16,0 0-7-16,0 3-11 0,-2 8-6 0,2-11-10 15,0 2-8-15,6 9 14 0,-6-11 17 0,8 7 4 16,-8-5 19-16,10 7 26 0,-8-7-14 0,1 1 6 16,4 7-16-16,-7-10-15 0,8 11-2 0,-8-11-17 15,6 13 2-15,-3-10 7 0,-6-1 16 0,-1 13 23 0,2-2 9 16,-4-6 13-16,0 4-7 0,-5 2 20 0,-4 0 16 15,-6 0-24-15,-3 1-10 0,7-10-16 16,-7 5-2-16,-8-1-57 0,2-3-165 0,13-3-87 0,-10-4-310 16,3 0-111-16,4-3-2 0,-4-6-48 0,4-2-629 15</inkml:trace>
  <inkml:trace contextRef="#ctx0" brushRef="#br0" timeOffset="49625.31">19935 9170 121 0,'-9'-19'2042'0,"-1"1"-1286"0,5 10 9 0,-10-10-221 0,6 7-278 16,4 0-44-16,-7-2 38 0,9 11-65 0,-4-9 119 16,11 13-75-16,-8-9-40 0,2 1-83 0,2 6 0 15,0 0-67-15,0 0-27 0,0 0-21 0,6 13-4 16,0-4-1-16,-4-2 1 0,13 10 0 0,0 1-3 15,-3-5 2-15,0 2 4 0,0-4 1 0,2 2 1 0,1 9 1 16,0-9 1-16,-6 0 0 0,2 3 1 0,1 0-2 16,-3-6-3-16,3 12 1 0,-7-11-1 0,1-2 0 15,0 2-2-15,0 2-1 0,-6-4 2 0,0-2 2 16,-6 6-3-16,-3-7-2 0,4-1 1 0,-17 3 2 16,5-5 3-16,-12 3 1 0,11-4-2 0,-8-2 5 15,-1 3 2-15,-12-8 14 0,19-1 8 0,-9 1 39 16,0-6 32-16,-5 0 44 0,17-2-34 0,-3-2 68 15,-4-1 4-15,12 8-19 0,-5-10-16 0,11 9-46 16,-3-4 8-16,0 2-38 0,9 11-29 0,0-5-18 0,-3-5 7 16,6 10-12-16,-3 0-15 0,0-9-2 0,6 4 0 15,2 5-1-15,-1 3-3 0,-2-1-1 0,5 4 0 16,4 1-1-16,-2 9-5 0,-6-10-10 0,11 16 8 16,-8-7 1-16,1-2 3 0,-5-2 2 0,0 2 0 0,5 5 5 15,-8-4 7-15,-2-4-15 0,0 6-5 0,0-3-9 16,-2-2-1-16,-8 5 3 0,8-10 4 0,-10 3-2 15,-6 0 8-15,4-5 6 0,-6 2 5 0,-2-3 5 16,-4-1-2-16,6 1 3 0,-2-3-1 0,0-3 3 16,0 1 2-16,0-3-1 0,3-1-1 0,4-5 7 15,7 6 2-15,-13-10 3 0,15 9 1 0,-8-7 25 0,-1-3-3 16,8 5 2-16,2 6-12 0,-4-10 15 0,6 6-7 16,3-1-16-16,0-4-8 0,0 14-9 0,0-13-1 15,0 11-4-15,0 2-4 0,0 0-7 0,0 0-10 16,0 0-5-16,0 0 2 0,0 0 2 0,0 0-11 15,9 8-12-15,-3-3 10 0,-6 6 7 0,-3 0-11 16,0-2-29-16,-1 10-7 0,-4-8 27 0,-6 7-11 16,4-5 5-16,-10-2-6 0,2 0 27 0,0-6 16 0,-6 3 7 15,-1-5 14-15,1-1 13 0,3 0-5 16,-9-4 18-16,4 2 4 0,-6-5 50 0,12-1-14 0,-4-1 12 16,-3-6-3-16,7-3-5 0,-1-3-19 0,1-5 11 15,-2-5-45-15,8 0-25 0,6 5-1 0,-11-24 0 16,11 6 0-16,1-2 0 0,2 9 0 0,-4-24 0 15,1-1 0-15,-2 2 0 0,5 16 0 0,-4-17 0 0,-6-14 0 16,3 14 0-16,0 6 0 0,-3 16 0 0,-2-16 0 16,0 5 0-16,2 11 0 0,0 14 0 0,3-3 0 15,-3-1 0-15,6 16 0 0,9 5 0 0,-8-4 0 16,-1 5 0-16,6 5-4 0,-6-3-19 0,3 3-49 16,6 3-36-16,-4 10-126 0,11 0-125 0,2 11-117 15,6 3-147-15,5-1-159 0,-3-2 112 0,22 11-561 16,-7-12 312-16,4 1 87 0,-6-9 292 0,11 7-318 0</inkml:trace>
  <inkml:trace contextRef="#ctx0" brushRef="#br0" timeOffset="49788.87">19478 8870 1230 0,'0'4'746'16,"0"-4"-238"-16,9 5 14 0,-6-3-270 0,-3-2-83 0,9-2-39 15,-4 2 22-15,5-3 20 0,-5 1-17 0,12-2-2 16,2 0 3-16,6-7-9 0,-6 4-54 0,10-2 9 15,-5-4-49-15,-1 2-18 0,-6 3-21 0,7 3-14 16,-2-8-77-16,-12 10-87 0,2-3-51 0,-2 2-165 16,2-10-168-16,-7 4-328 0,-5 7 355 0,-12-10-338 15</inkml:trace>
  <inkml:trace contextRef="#ctx0" brushRef="#br0" timeOffset="49924.51">19409 8606 442 0,'-14'-4'1822'0,"3"-2"-1065"0,-8-5 251 0,11 8-492 0,2-1-92 15,3 4-156-15,-9-4-61 0,12 2-86 0,0 4-74 16,0-2-109-16,0-2-85 0,0 2-33 0,-3 10-371 16,-2-1-86-16,5 4-173 0,-4 0 202 0,1 0-142 0,-5 11-917 15</inkml:trace>
  <inkml:trace contextRef="#ctx0" brushRef="#br0" timeOffset="50246.65">18636 9326 251 0,'0'0'872'0,"0"-3"-384"15,2 6-125-15,13-3-45 0,-15 0-218 0,5 14-30 0,2-1 46 16,-4-2 16-16,-1 4-9 0,1-8 80 0,4 20 30 15,-7-6 56-15,2 3-1 0,1-8-82 16,-3 6 49-16,0 4-33 0,-3 0-50 0,-3 3-27 16,-2 4 9-16,-2-2 4 0,-4-2 14 0,-1-5-47 0,-12 18 98 15,5-5-22-15,-9-2 4 0,11-11-67 0,-9 7 29 16,-7 4-21-16,1-1-24 0,8-13-58 0,-5 0 6 16,3-3-24-16,2 2-23 0,1-5-56 0,2-4-24 0,9-6-53 15,-5 3-43-15,8-5-82 0,-17-6-219 0,7-8-304 16,8-2-185-16,-1-2-8 0,7-2 276 0,-4-6-1335 15</inkml:trace>
  <inkml:trace contextRef="#ctx0" brushRef="#br0" timeOffset="50679.49">18234 9088 1481 0,'-12'-16'855'0,"0"5"-461"0,-8-7 243 16,-4 5-504-16,7 5-99 0,0 3-27 0,-10 1-3 15,3 2 6-15,1 2 40 0,8 0 22 0,-6 2 45 16,-6 7 91-16,7-1-18 0,6-3-46 0,-5 8 38 16,-1-2-37-16,0 7-28 0,11-5-69 0,-3 4-26 15,2 1-20-15,8-7-2 0,-4 10-4 0,6-16 2 0,3 11-2 16,2-6 1-16,7-1 6 0,-2-4 3 0,7-5 6 16,4 0-1-16,2-5-3 0,4-4 1 0,2-4-2 15,0-2-9-15,1-7-8 0,-6 9-3 0,12-11-10 16,-16 0-8-16,-5 6-27 0,-6 2-22 0,-1-3-53 0,-4-1-93 15,-8 11-51-15,1-4 33 0,-5 0-105 16,-4-3-55-16,-9 8 127 0,-8-3 29 0,11 9 103 0,-11-1 35 16,-13 1 50-16,4 2 41 0,11 0 11 0,-8-4 12 15,2 4 21-15,-2 0 86 0,18 0-4 0,8-2 97 16,-11 2 32-16,-2-3 111 0,22 3-63 0,0 0 21 16,-12-10-53-16,10 5-48 0,8-6-61 0,9-7-40 15,5 1-65-15,4 2-17 0,-7-1-11 0,15-6-3 16,7-2-6-16,-3 6 2 0,-4 5-4 0,-12 0-4 15,19-5-1-15,-15 4 3 0,-2 6-5 0,-15 6-5 0,13-6-40 16,-8 8-127-16,0-3-120 0,-12 3 6 16,18 0-231-16,-16 0-111 0,2 0-183 0,7 3 359 0,-7-1-353 15</inkml:trace>
  <inkml:trace contextRef="#ctx0" brushRef="#br0" timeOffset="51240.98">16252 9294 465 0,'-15'2'1630'0,"6"2"-840"15,0-4-84-15,-6-4-30 0,15 4-279 0,-12-2-284 16,9 2-53-16,3 0-16 0,0 0-14 0,0-2 11 16,0 4-4-16,10-13-27 0,-8 9-5 0,20-1-4 15,0 3-3-15,8-2-3 0,-4 2-4 0,8 0 1 0,-2 0 4 16,0 0-2-16,6 0-9 0,-20 5 3 15,6-3-4-15,-4 9 4 0,-3-5 0 0,-8-4 1 0,13 12 3 16,-12-4 9-16,0-5 7 0,-1 8 5 0,-6-4 6 16,-3 2 8-16,-3 7-7 0,-6-8-7 0,-6 11 4 15,-6-8-6-15,-9 11-12 0,10-11-2 0,-16 9-4 16,2-7 1-16,-2 5 3 0,1-5 2 0,-12 1-4 16,9-3 3-16,-1-2-10 0,0-6-59 0,14-2-60 0,-16-9-292 15,14-2-69-15,3-8-182 0,12 3 121 0,-3-7-174 16,10-13-442-16</inkml:trace>
  <inkml:trace contextRef="#ctx0" brushRef="#br0" timeOffset="51397.57">16304 8760 587 0,'9'-16'2357'0,"-9"8"-1729"0,0-3 377 16,0 4-183-16,-2-1-544 0,2 8-135 0,2 2 17 15,-2-2-33-15,-14-11-45 0,14 11-72 0,0 0-6 16,-12 9-18-16,9-1-46 0,0 2-88 0,-6 3-132 15,6-2-211-15,-2 8-195 0,-2-10 52 0,-2 15-268 16,-6-2-160-16,1-9 281 0,-4-4-123 0</inkml:trace>
  <inkml:trace contextRef="#ctx0" brushRef="#br0" timeOffset="51695.77">15231 8516 1369 0,'-8'-21'1876'16,"2"5"-1040"-16,0 1 187 0,6 9-790 0,0 3-99 15,-2-10-15-15,2 13-34 0,0 0-47 0,0 0-24 16,0 0-6-16,17 6-5 0,-17-1-3 0,17 8-1 16,2 9-2-16,-2-2 1 0,-2-1 0 0,2 8-1 15,1 4 1-15,8 12-1 0,-11-12 2 0,7 9 0 0,-2-1-1 16,-6 1 4-16,13 13 3 0,-15-18-2 15,3 13 3-15,-1-9 4 0,1 3 9 0,-10-7-6 0,11 20 10 16,-5-10-6-16,-2-2-4 0,-3-12-4 16,3 22-14-16,0-14-38 0,-1 5-90 0,-4-16-59 0,2 10-213 15,-6-5-191-15,2 8-389 0,-2-21 346 0,-2 2-183 16,-4-17-107-16</inkml:trace>
  <inkml:trace contextRef="#ctx0" brushRef="#br0" timeOffset="52025.9">15253 9379 264 0,'0'0'1175'0,"12"3"-490"0,-10-1 43 16,-2-2-5-16,0-2-138 0,0 2-273 0,0 2 53 15,0-4-240-15,0 4-73 0,0-2-39 0,0 0 4 16,0 0-4-16,0 0-5 0,0 0-3 0,0-2 5 16,0 4 5-16,-5 0 30 0,-7 4 88 0,-12 2-29 15,-3 0 61-15,-2-3 34 0,-18 8 124 0,9-5-68 0,-18 3 110 16,2 2-19-16,-4 1-27 0,8-1-101 0,-42 2 101 16,16 5-133-16,-1-7-92 0,21-4-73 0,-35 5-17 15,23-6-4-15,9-3 0 0,18-2 0 0,-6-3 0 16,-3-3 0-16,15 3 0 0,11-3 0 0,-3 1-40 0,13-3-261 15,-4-8-185-15,14 5-216 0,2-8 5 0,11-6-408 16,3 2-106-16,8-15-205 0,-3 14 103 0</inkml:trace>
  <inkml:trace contextRef="#ctx0" brushRef="#br0" timeOffset="52129.61">14383 9204 787 0,'7'-5'1181'0,"-7"5"-551"0,2-8-1 0,-2 1-35 15,3 1-283-15,-3-5-299 0,0 4-125 0,0-2-192 16,7-6-236-16,-2 1 33 0,0 4-49 0,7-1 110 0,0 0-123 15,15-7 84-15,-7 5 67 0</inkml:trace>
  <inkml:trace contextRef="#ctx0" brushRef="#br0" timeOffset="52245.3">14628 9019 228 0,'23'0'993'0,"-4"-2"-430"0,-14-2-105 0,13 4 368 15,-18 0-231-15,14 0-88 0,-10 0-151 0,-4 0 3 16,0 0-57-16,0 0-66 0,0 0-133 0,-4 0-18 16,8 0-38-16,-4 0-20 0,0 0-6 0,0 0-13 0,6 0-5 15,-1 4-68-15,-1-4-197 0,1 5-281 0,1-3-222 16,-6-2-82-16,0 0-1 0,0 0-505 0</inkml:trace>
  <inkml:trace contextRef="#ctx0" brushRef="#br0" timeOffset="52691.11">12961 8813 636 0,'-12'-22'2566'15,"0"7"-1391"-15,5 4-199 0,2 4-433 0,-4-2-224 16,6 4-117-16,-2-3-24 0,5 6-104 0,0 2-23 16,0 0-29-16,0 0-20 0,2 2-1 0,13 14 0 15,-6-1 0-15,3 4-3 0,6 8 15 0,-4-9 1 0,4 12-11 16,-1 1 17-16,2 4-6 0,-5-6-5 0,1 10 2 15,2-2-15-15,-5 1-9 0,3-1 10 0,-3 2-15 16,3 3 9-16,-5-7 4 0,-3-8 1 0,5 12-7 16,-4 3-38-16,1-9-94 0,-6-13-18 0,4 12-156 15,-2-3-205-15,-2 2-465 0,-3-14 280 0,2-4-244 16,-4 1 92-16,-1 1-107 0,3-15-58 0</inkml:trace>
  <inkml:trace contextRef="#ctx0" brushRef="#br0" timeOffset="53261.58">12678 8813 1255 0,'-24'-33'1741'0,"3"11"-934"0,3 0 13 0,-2 4-326 16,6-1-286-16,2 10-38 0,-3-4-14 0,8 8-74 0,-1 1 3 16,8 0-32-16,0 8-24 0,0-4-18 0,0 0-5 15,0 2-3-15,6 22-1 0,0-8-1 0,2 5 4 16,7 2 3-16,0 9 1 0,3 0 2 0,2 0 6 15,5-3 4-15,-5 6-2 0,-3-11-7 0,12 20 5 16,-2-13-4-16,-3-3-6 0,3 1-10 0,-13-11-3 16,10 10-1-16,-1 0-1 0,-2-2 3 0,-13-8-1 0,4 6-2 15,-2-3 5-15,-5 9 1 0,-5-12 0 0,0 1-2 16,-3-1 0-16,1-10 4 0,-10 15 1 0,-3-6 1 16,-2-6 4-16,-5-4-1 0,8-1-1 0,-16 1 0 15,1-1-4-15,2-6-1 0,10 0 0 0,-10-3-5 16,3 0 2-16,-10-4 4 0,12 1 5 0,-1-5 16 15,-1-2 29-15,-5-3 49 0,5 3-5 0,12 2 0 0,-5-2 52 16,11 6 16-16,-12-6 18 0,15 7-90 0,0-1 5 16,1 7-12-16,-5-14-37 0,7 14-33 0,-3-3-19 15,1-8-9-15,2 11-2 0,0 0 7 0,0 0-9 16,0 0 5-16,0-2 5 0,0 2 7 0,9 8-1 16,-6-3-3-16,-1-2-2 0,8 7 1 0,-8-6-1 15,4 9-5-15,-6-6 1 0,0 1 2 0,0 6 5 0,-3-4 2 16,-2-5 12-16,-5 8 9 0,8-8 9 15,-13 12 15-15,-14-4 14 0,5-2-14 0,9-4-22 16,-14 4-7-16,-10 2-7 0,7 0-17 0,5-8 1 0,-5 12-6 16,-1-4 5-16,-4-2 21 0,3-4 1 0,9 4 1 15,1-3-1-15,9-5 3 0,1-1 3 0,-1-4-3 16,-6 4 4-16,21-2-3 0,-6-2 3 0,-3 2 8 16,9 0-14-16,-3 0-13 0,6 0-77 0,-3 0-125 0,-3 0-251 15,3-3-108-15,-2-7-176 0,2 10 54 0,8-11-341 16,1-2-225-16,6-7 421 0,-6 5 334 0,-1-6-517 15</inkml:trace>
  <inkml:trace contextRef="#ctx0" brushRef="#br0" timeOffset="53464.04">12245 8861 622 0,'0'-4'2729'0,"-10"-5"-2035"0,10 5 250 15,-2-1-185-15,-1-3-454 0,3 8-144 0,0-5 4 16,0-6-63-16,3 9-60 0,9-9-24 0,-7 6-17 16,4-3-2-16,23-3-3 0,-8 6-1 0,-6-1-1 15,6 1-4-15,-4 3 2 0,9 2-13 0,-17 0-35 0,0 2-143 16,3-2-152-16,2 5-146 0,-8 1-160 0,1-3-153 16,-8-1-106-16,6 9 42 0,-8-6 312 0,-2 3-82 15</inkml:trace>
  <inkml:trace contextRef="#ctx0" brushRef="#br0" timeOffset="53740.3">11967 9384 99 0,'-17'13'1700'0,"-1"-4"-937"0,9-7-18 16,-15 6 22-16,19-5-183 0,-5-1-349 0,8-2 79 15,-10 3-54-15,9-3-101 0,6 0-54 0,-3 2-50 16,6 11-34-16,-3 4-5 0,2-4-3 0,2 5-2 0,-2 1 5 15,5 2 4-15,-2 5 5 0,-2-2 8 0,4 5 56 16,-5-3 12-16,0 7 5 0,-1-4-5 0,-1 10 41 16,-6-6-14-16,3 0-17 0,-6-9-68 0,3 9 6 15,-9 6 3-15,3-8-22 0,1-9-20 0,-4 7-8 16,-3 2 2-16,-5 12 9 0,-1-14-5 0,6-7-7 16,-5 2-34-16,-1-2-57 0,-9 2-234 0,10-10-48 0,-10-4-376 15,-2-1-246-15,-3-4-25 0,8-5 273 0,-23-3-1580 16</inkml:trace>
  <inkml:trace contextRef="#ctx0" brushRef="#br0" timeOffset="54239.97">10913 9186 99 0,'-6'-8'1694'0,"-4"-6"-927"0,2 1-21 15,6 13-5-15,-5-11-227 0,2 7-241 0,5 4 8 16,0 0-36-16,-10-11-113 0,8 11-67 0,2 0-12 16,0 0-30-16,0-3-11 0,20 3-5 0,-2 0-4 15,5 0-7-15,1 0 1 0,3 0-1 0,-10 0 2 0,10 0 6 16,2 0 6-16,-2 3 20 0,-10-1 7 0,7 1 14 15,5 5 3-15,3-2 9 0,-13-1-28 0,6 3 6 16,-3-1-19-16,-2-1-16 0,1 4-6 0,-15-4 2 16,11 7 1-16,-10-2 2 0,2-6 0 0,-9 8 5 15,-4 11 0-15,-4-6-2 0,-4-7-3 0,0 8 2 16,-8 1-2-16,-11 7-4 0,2-3-3 0,6-11-1 16,-10 6 1-16,-2-1-2 0,-1-2-10 0,1 3-6 0,3-9-91 15,-4-2-116-15,4 0-141 0,8-3-32 0,-8-5-308 16,6-5-388-16,6-3 231 0,1-3 20 0</inkml:trace>
  <inkml:trace contextRef="#ctx0" brushRef="#br0" timeOffset="54596.02">10382 9300 99 0,'-21'-6'1695'15,"4"-5"-933"-15,-1 4-23 0,13 5-76 0,-19-9-54 16,9 0-279-16,6 5-58 0,-6 1-53 0,15 5-88 16,-12-13 42-16,12 13-68 0,-2 0-11 0,2 0-47 15,2 0-13-15,5-11-1 0,-4 9-14 0,-1 2-12 0,16-3-2 16,-6 1-4-16,6 2-3 0,-7 2 2 0,10 1 1 16,2 2-1-16,-2 1 0 0,-3-2 1 0,11 7 0 15,-2-2 1-15,-3-2 0 0,-7-1-1 0,7 1 0 16,3 6-1-16,-7-2 2 0,-3 0 2 0,-7-9-2 15,4 9-2-15,4 11-2 0,-12-18 0 0,2 10-2 0,-4-4-6 16,2 6-2-16,-6 10 3 0,-3-10 7 0,-6 3 2 16,-3 2 4-16,0 0 3 0,-3-5 3 0,-17 10 7 15,8-4-8-15,-2-4-3 0,5-4-6 0,-11 4-3 16,-9 0-21-16,9-7-61 0,10-3-47 0,-7 0-199 16,0-2-205-16,-7-2-308 0,4-4-150 0,14 0 343 15,-6-2-221-15,7-6-634 0</inkml:trace>
  <inkml:trace contextRef="#ctx0" brushRef="#br0" timeOffset="63754.53">3842 9889 224 0,'-9'3'943'0,"3"0"-600"0,2-3 148 16,2-3 36-16,-6-5 83 0,8 8-383 0,0-6-26 15,-7 2-7-15,7 1-19 0,-3-3 38 0,3 1-86 16,0 5 28-16,0 0-11 0,3-8-5 0,0 1-41 16,-3 1 59-16,6-4-62 0,-6 10-37 0,6-8-19 15,-4 5 31-15,8-12 21 0,-5 11-14 0,-1 2-16 16,7-9 26-16,-2 6 12 0,0-3-15 0,-3 3-41 0,0-6 6 16,2 6-18-16,14-14-12 0,-8 6-9 0,6-3-7 15,2 1-6-15,-5-4 2 0,7-2 0 0,-4 0 3 16,0-3-4-16,1-3-3 0,-1-2-3 0,-1 8-1 15,1-6-12-15,1-7-3 0,-6 5 11 0,-4 11 8 16,1-11 2-16,-6 5 4 0,-3-8 7 0,0 11 4 16,-3 0 6-16,-3-3-5 0,0 0-4 0,-3 0 0 15,-2 1 0-15,-2 4-6 0,-2 1-5 0,4 4-1 16,-6-2-2-16,-2-2-1 0,10 13 5 0,-11-6 4 0,8 3 5 16,-3-6 9-16,-6 4-1 0,13 5-1 0,-4 0-4 15,6 1 0-15,-12 2-5 0,13 0-6 0,2 4-3 16,-10 0-1-16,10 2 2 0,-9 6 1 0,4-2 2 15,-5 21 1-15,5-8 2 0,2 8 2 0,-3-5-4 16,0 27 0-16,6-9-1 0,0 6-2 0,0-11 1 16,-2 13-1-16,4 19 2 0,-4-12 3 0,2-9-1 0,-4 16 1 15,1 4 0-15,0 7 0 0,1 1 5 0,-1-23 3 16,3 11 3-16,0-3 0 0,-4 7 3 0,4-30-7 16,4 17 4-16,-4-10-6 0,3-5-8 0,-1-9-1 15,4 6-1-15,0-4-1 0,0-7 0 0,0-10-1 16,-3-5-3-16,9 13-2 0,-7-17 2 0,5 4 3 15,-10-11 0-15,14 8 2 0,1-12 4 0,-12 4 1 0,18-13 2 16,-6 4-2-16,-1-11-3 0,9-8-3 0,-14 8 0 16,3-8-2-16,6 1 0 0,-4-4 1 0,-4 5 3 15,4-12 2-15,-2 8 0 0,-6 2 1 0,-1 4 0 16,-1-3 1-16,-4-4 0 0,0 7-3 0,-4 6-1 16,1-6 2-16,-2 2-2 0,-4 1-3 0,3 8 2 15,-6-3-2-15,6 11 1 0,-9-8 0 0,0 0 1 16,7 4 2-16,-10 5 2 0,3-5 1 0,7 7 0 0,-7-3 0 15,-6-1-1-15,13 6-1 0,-11 0-1 0,9-2-1 16,-2 2 0-16,-3 0 0 0,0 0 22 0,11 0 7 16,4 0 20-16,-8 0 10 0,2 0 23 0,6 0-33 15,0 0 16-15,-3 0-23 0,6 0-16 0,-3 0-11 16,0 0-10-16,6-16 0 0,2 8 0 0,7-6-1 16,9-7 3-16,-3 5-4 0,2-2-18 0,-4 5-27 0,6-4-66 15,11-1-149-15,-9 7-77 0,-5 1-168 0,-3 2 32 16,8 0-201-16,5-3-295 0,-12 4 143 0,-6 1 266 15,1 4-264-15</inkml:trace>
  <inkml:trace contextRef="#ctx0" brushRef="#br0" timeOffset="64328.99">4634 10234 77 0,'-2'2'1328'0,"-10"-2"-555"0,12 0-192 0,-7 0-150 16,-5 0 26-16,1 2-196 0,2 2-182 0,-3 3-51 0,0 2 0 15,4-5 14-15,-1 10-10 0,-3-1-13 0,6-5 5 16,-3 10 35-16,1 1-5 0,1-3-11 0,5-8-7 16,-1 10 9-16,0 4 1 0,6-12-15 0,-3 0-8 15,5 1 1-15,-5-6-10 0,10 6-15 0,-8-5 1 16,10-1 3-16,-4-5 5 0,2 0 3 0,2 0 1 16,5-5 9-16,-5-1 4 0,12-7 4 0,-9 5-7 0,-1-5 15 15,13-8 46-15,-10 5 1 0,-2-3 10 0,-3 6-10 16,0-5 42-16,3-9 43 0,-13 14-36 0,1 5-32 15,-3-8 30-15,-5-2-6 0,1 1-8 0,-2 6-59 16,-6-2 10-16,4 6-24 0,-4-4-29 0,-2 0-15 16,-5 4-8-16,2-1 0 0,-3 3 1 0,10 1-1 15,-14 2-19-15,2 2-96 0,12 0-60 0,-4 0-27 0,2 0-209 16,4 0-159-16,-7 2-121 0,15-2-329 0,0 0 437 16,0 0-131-16,0 0-242 0</inkml:trace>
  <inkml:trace contextRef="#ctx0" brushRef="#br0" timeOffset="64600.26">5553 9450 202 0,'0'0'817'0,"-2"0"-520"0,4 0 11 0,-2 0-44 15,-17-5-136-15,8 8-62 0,-15 7 15 0,13-2 56 0,-13 2 111 16,-3 7 119-16,1-4-11 0,-4 1 8 0,10-5-72 16,-10 4 78-16,-2 1-75 0,-3 2-67 0,14-8-106 15,-9 2 7-15,4-1-24 0,14-4-29 0,-6 1-32 16,1-2 12-16,0-1-15 0,-2 3-18 0,13-4-30 16,-6 1-64-16,10-1-197 0,-10 0-201 0,12-2 26 15,0 0-319-15,0 0-43 0,0 0 26 0,0 0 50 0</inkml:trace>
  <inkml:trace contextRef="#ctx0" brushRef="#br0" timeOffset="64837.63">5556 9766 63 0,'15'2'1084'15,"-15"0"-722"-15,0-2 84 0,0 0 201 0,0 0-228 0,0 0-113 16,0 0 144-16,0 0 55 0,0 0 162 0,0 0-278 15,0 0 68-15,-6 0-70 0,-3 3-96 0,-6-3-106 16,1-3-52-16,-6 3-70 0,8 3-30 0,-10-3-22 16,2 2 2-16,-12 4-5 0,14-1-17 0,3-3-8 15,-5 4-12-15,11-6-54 0,-23 9-164 0,29-7-11 16,-16-2-277-16,11 3-191 0,-1-3-185 0,6-5-72 0,-6-6 57 16,9-6 74-16,3-1-420 0</inkml:trace>
  <inkml:trace contextRef="#ctx0" brushRef="#br0" timeOffset="65459.97">6207 9101 213 0,'9'-7'873'0,"-9"1"-454"0,0-8-165 16,0 14 72-16,-12-7-153 0,12 4-76 0,-12-2 56 15,4-4 68-15,-10 7 28 0,10-3 24 0,1 3-66 0,-8-7 119 16,7 3-75-16,-4 2-73 0,-9 1-76 0,16 1-41 16,-13 2 6-16,-11 0-33 0,5 2-10 0,3 1-17 15,-2-1-1-15,-10 4 12 0,3-4-6 0,10 1 0 16,-1 3 10-16,-2 1 3 0,11-5 4 0,-9 7-10 16,10-1-6-16,2-3 3 0,-6 8-5 0,12-13-8 15,-6 11-8-15,4 0 2 0,5-9 0 0,-3 3-4 0,-1 3-1 16,4 0-3-16,4 2 9 0,-1 7 7 0,-1-12-4 15,8 17 3-15,-8-15 9 0,10 25 0 0,-6-22-4 16,3 11 1-16,-6 1-3 0,5 4 2 16,-4-10-8-16,1 10 0 0,2-2 4 0,-4 0 1 0,2 0-3 15,-2 3 2-15,1-7 0 0,-4 4 2 0,2-8-3 16,-2 5-3-16,0 1 1 0,0-4-1 0,0-5 3 16,-2 3 9-16,2-5 1 0,0 8 0 0,0-4 0 0,0-12-4 15,0 10 3-15,0-13 0 0,0 0-1 0,0 0 6 16,0 0 41-16,0 0 26 0,0 0 4 0,0 0-18 15,0 0 70-15,5-2-27 0,4-4-18 0,-3 1-50 16,-1-4-11-16,4-6-1 0,9-3-22 0,-6 7-17 16,2 0-4-16,8-4-1 0,-2 4 3 0,-3 6 3 15,4-3 0-15,-1 3-1 0,4-1 1 0,0 3-1 0,-6 3 1 16,6 0 1-16,-7 3 5 0,0 3 2 0,-5-1 3 16,6 3 0-16,-9-3 1 0,8 6-2 0,-5-4-1 15,0 1-2-15,8 5-2 0,-8-2-1 0,-6-6-2 16,6 14-1-16,-6-6 0 0,-6 16 3 0,0-13 2 15,-6 5 21-15,0 1 23 0,-6-2 4 0,0 4 8 16,-5-2 5-16,-4-2-1 0,1 2-1 0,2-9-31 0,-15 5-2 16,1 1-2-16,5-8-8 0,5 0-3 15,3-6-5-15,-4 3-9 0,11-5-31 0,-5 1-100 16,5-6-81-16,0 0-291 0,-3-12-182 0,6-7-410 0,9 8 420 16,0-9-207-16,7-4-345 0</inkml:trace>
  <inkml:trace contextRef="#ctx0" brushRef="#br0" timeOffset="66005.52">6426 9274 381 0,'0'0'1582'0,"-7"-9"-1081"15,4 1 282-15,-2 3 25 0,-4-3-307 0,9 8-269 16,-15-11-8-16,15 11-29 0,-9-16 47 0,9 16-78 0,0 0-70 15,-8-11 0-15,8 11-35 0,0 0-6 0,0-2-35 16,5-11-11-16,-5 13-9 0,15-13-2 0,-9 10 1 16,12-5-1-16,-4 1 2 0,10-2 2 0,-13 9 2 15,4-5 0-15,6 5-1 0,-6-2-1 0,-3 2-1 16,5 0 2-16,-2 2-1 0,-6-2-1 0,3 5 1 16,-6-2 0-16,6 7-1 0,-4 1 1 0,-2 0-3 0,-3 0 2 15,0 4-4-15,-1-4-2 0,2 7 1 0,-4 4-4 16,0 2 3-16,-4-1 0 0,-1 1-1 0,2-5 4 15,-6 12-2-15,-3-5 5 0,1 1 2 0,2-6 0 16,-8 8 0-16,2-2 10 0,-6-1 3 0,13-10-4 16,-8 0 1-16,10-8-1 0,-3 8-1 0,1-6-3 15,8-6-7-15,-7 0-2 0,4 5 1 0,3-9 1 0,0 0-2 16,0 0 3-16,15 2 0 0,-6-2 0 0,0-2 0 16,9-4-11-16,-3 3-2 0,8-5 0 0,-9 3 3 15,5 3-3-15,-4-4 0 0,-1 6 7 0,4-3 10 16,-6 3 2-16,0 0 1 0,8 3 1 0,-11 0-5 15,-1 0-2-15,11 2-1 0,-17 3-4 0,4-3 1 16,0 8-2-16,-3-2-2 0,0-3 1 0,-3 2 3 16,0-2-2-16,0 10 5 0,-6 6 11 0,0-13 6 0,-2 8 1 15,-2-1 5-15,1-2 7 0,-2 3-6 0,7-14-12 16,-13 16-6-16,9-5-6 0,-1-5-5 0,-3 2 1 16,6-6-3-16,-3 2 0 0,4 4-8 0,5-11-62 15,-12 7-76-15,12-7-119 0,0-2-150 0,0 0 17 16,0 0-227-16,2-5-377 0,8-3 219 0,-2-3 251 15,-2 4-230-15</inkml:trace>
  <inkml:trace contextRef="#ctx0" brushRef="#br0" timeOffset="66337.62">7109 9371 437 0,'24'-29'1976'0,"-10"13"-1243"0,-6 8 40 0,-1-3-288 15,-2-2-80-15,-2-3-182 0,-8 6-40 0,5 7-93 16,-3 1-38-16,-12-4-16 0,-2 6-14 0,-7 3 2 0,9 0-17 15,-9 8 0-15,0-2-3 0,2 8-6 0,4-4-4 16,-8 14-7-16,4-1 3 0,5 0 6 0,5-8 4 16,0 11 2-16,0 8 11 0,7-10 4 0,2-3-4 15,3 0 3-15,3 2-1 0,9 3-2 0,-10-21-6 16,10 6-2-16,3-1-5 0,-3-8-1 0,11 3-1 0,1-8-3 16,5-5-1-16,-2-1-3 0,9-1-3 15,-10-1 2-15,6-8-2 0,10-6 3 0,-13 7 10 0,-6-1 5 16,-2-5 5-16,-3-3 7 0,3 0 22 0,-10 8 2 15,-2-6 22-15,-2 2 0 0,-5-4 0 0,-2 8-16 16,-2-8 30-16,-5 5-22 0,-2-1-26 0,-2 4-12 16,-4-3-2-16,-11 1-6 0,2 2-5 0,6 2-14 15,-8 1-38-15,-1 6-52 0,3-2-77 0,-2 4-215 16,8-1 36-16,6 6-293 0,-8-2-168 0,10 2-20 0,-4 0 245 16,14 2-674-16</inkml:trace>
  <inkml:trace contextRef="#ctx0" brushRef="#br0" timeOffset="66637.82">7701 8758 825 0,'17'-9'1308'0,"-7"4"-756"0,-1-1-135 16,-9 6 86-16,0 0-381 0,8 6-110 0,-5-3-5 15,1 12 8-15,-2 1 4 0,-2 8-6 0,3 2 5 0,-3-4-8 16,0 7-3-16,3 6-4 0,-1-4-7 0,-2-7 1 16,4 24 8-16,-1-9 24 0,-3 1 47 0,3-9 18 15,-3 12 76-15,0 13 75 0,0-12-43 0,0-9-49 16,-3 9 31-16,-4 4-43 0,5 7-31 0,-1-20-76 16,0 5-8-16,1-3-5 0,-2 3-14 0,1-12-2 15,3 12-12-15,0-8-15 0,0-8-29 0,3 0-57 16,-3-6-32-16,4-4-285 0,1 1-71 0,-5-15-98 0,9 4 73 15,-1-2-216-15,2-8 56 0,2-9-49 0,2-1 88 16</inkml:trace>
  <inkml:trace contextRef="#ctx0" brushRef="#br0" timeOffset="66970.92">8167 8900 1130 0,'9'-8'1445'16,"-4"-3"-606"-16,-2 11 5 0,-3 0-40 0,0 0-351 15,-3 0-310-15,-6 3-104 0,-6 7-24 0,5-1-9 16,-14 15-2-16,0-4-5 0,4 4 0 0,1 0-2 16,-1 5-8-16,-12 11-8 0,5 3-2 0,3-14 10 15,-2 8 2-15,-1 2 0 0,-5 1 6 0,-3 4 12 0,16-20 0 16,-3 5 3-16,7-7-5 0,0-3 1 0,6-9 2 16,4 3 4-16,5-10-2 0,0-3 0 0,-7 5-3 15,4 4 6-15,3-9-5 0,12-6-5 0,-9 6-5 16,17-5-2-16,-1-1-4 0,10-1 2 0,-14 1 2 15,12 3 2-15,2-2 0 0,-2 3 7 0,-1 2 3 16,0 2 5-16,-2 3-2 0,5 4-2 0,0-2 0 16,-5 4-2-16,6 4-3 0,-6-2-1 0,-2 7-3 0,-3-7 0 15,-2 5-1-15,3 8 1 0,2-7-3 0,-8-3 0 16,1 3-1-16,5 2-32 0,1 0-203 0,-13-10-133 16,4-1-344-16,0-2-146 0,-2 0-4 0,7-5 141 15,-5-3-1205-15</inkml:trace>
  <inkml:trace contextRef="#ctx0" brushRef="#br0" timeOffset="67823.66">8452 9094 71 0,'-12'4'1244'0,"12"-1"-537"0,0-3-41 0,0 0-85 15,0 0 70-15,0 0-276 0,0 0-199 0,0 0-117 0,0 0-43 16,0 0 15-16,0 0-2 0,0 0-1 0,0-3-9 16,12-5-1-16,-3 3-4 0,3-6-4 0,8 1-9 15,4 0 0-15,-6-7-2 0,6 2 1 0,-1-3 0 16,-2-2 1-16,-4 2 1 0,-2-3-1 0,-3 3 0 15,3-9-3-15,2-3-3 0,-5 2 2 0,-5 7 0 16,1-9 5-16,-2 1 5 0,-6 1 6 0,0-2 18 16,-6 12-7-16,0-6 9 0,0 3 20 0,-2 2 21 0,1 14 12 15,-10-14-7-15,11 14-9 0,-6-6 0 0,-5 9-28 16,5 0-11-16,-17 4-32 0,10 0-10 0,14 1 2 16,-22 10-6-16,7 0-2 0,-4 9 15 0,14-7 6 15,0 7 2-15,-2 2 2 0,0 7-2 0,2-7 0 16,-2 18 4-16,10-7-5 0,-4 2-4 0,6 0-1 15,0-5-2-15,8 16 4 0,4-15 0 0,0 4 1 0,0-10 0 16,0 10 4-16,6 13 4 0,-6-15-2 0,-4-6-4 16,4 11 3-16,-3-3-1 0,1 2-2 0,-2-4-1 15,1 7-1-15,-4-5-3 0,5 1 1 0,-8-12-1 16,4 8 2-16,-2 0 2 0,-2-10-3 0,-2-8 2 16,0 8 7-16,0-6 3 0,0-1 6 0,0-10-6 15,-2 10 5-15,-2-10 3 0,1-1 42 0,6-6 82 0,-3 0-17 16,-3 0 65-16,6 0 23 0,-11-6 17 0,1 4-60 15,4-14 54-15,1 3-103 0,-1-11-59 0,3 8-33 16,0-3-21-16,3-18-35 0,-1 6 3 0,8 7-3 16,-2-5-23-16,4-6-21 0,2-5-7 0,-2 19 25 15,3-8-18-15,2 9-1 0,5 0 4 0,-10 5 20 16,14-4-20-16,-6 9 21 0,-2 2 9 0,-9 8 5 16,8-5 9-16,5 7-4 0,-14 3 16 0,6 6 5 15,-4-3 2-15,-1 2 0 0,8 27 3 0,-9-13 2 0,-1-2-1 16,2 6-1-16,-3 10 2 0,-1-1 0 0,2-8-3 15,-2-5 1-15,4 2 1 0,-3-2 2 0,-4-11 0 16,8 5 2-16,-8-9 1 0,10 6 0 0,-5-6-2 16,-2-2 1-16,7 1-1 0,0-3-1 0,-6-5-4 15,6 4-13-15,-10-4-127 0,13-6-248 0,-8 6-560 16,-2-9 242-16,7 4-235 0,-7-8-373 0</inkml:trace>
  <inkml:trace contextRef="#ctx0" brushRef="#br0" timeOffset="68695.32">9212 9538 1253 0,'0'10'929'0,"0"-7"-391"16,0-3 202-16,0 0-43 0,0 0-248 0,0-13-46 16,0 10-184-16,-2-10 39 0,2 2-13 0,-7 0 34 15,2-13-21-15,2 9 39 0,0-3-101 0,-3-4-53 0,3 7-57 16,3-5 15-16,-3 0-47 0,3 9-31 0,0 0-4 15,3-4 6-15,-3 4-6 0,5 3-5 0,-5 5-13 16,10-10-4-16,-10 13-4 0,12-7-11 0,-7 3-2 16,7 4-3-16,3-2-3 0,-6 2-7 0,6 2-12 15,-3 2 6-15,3 3-28 0,2 1-19 0,-5 3-17 0,-7-6 14 16,19 17-40-16,-12-7-9 0,3 3-63 0,-7-7 85 16,-1 0-9-16,-5 0 15 0,8 15 21 0,-8-19 33 15,-8 15-7-15,0 2 42 0,4 0 4 0,-1-6 5 16,-9 8-2-16,-3 1 6 0,3-3 11 0,0-5 3 15,-5 1 3-15,0 4 3 0,-5 3 5 0,5-3-3 16,0 4 0-16,-2-4-1 0,11 3-3 0,-4 2 0 16,5-5-2-16,-1 2-1 0,8 6-3 0,0-8-20 0,0-3-8 15,3 3-9-15,6 2-3 0,-1 1-11 0,2-12 22 16,7 9-11-16,4-2 16 0,-1 2 12 0,4-6-8 16,3 1-19-16,2-1-19 0,6-2-4 0,-11-1 14 15,5 7-13-15,10 2-5 0,-12-6 23 0,-13-1 25 16,6 3 12-16,-8 4 2 0,0 2 4 0,-4 1-3 15,-8-6-5-15,0 6 1 0,-2-1 2 0,-6 5 4 16,-11 7 2-16,-1-6 1 0,-1 2 5 0,-9 5 12 0,4-6-2 16,-9 6 33-16,-12 6 52 0,-1-13 31 0,16-10-3 15,-14 4 134-15,-8-3 144 0,7-4 31 0,14-14-152 16,1 6 77-16,0-9-51 0,3 2 1 0,7-8-224 16,5 2-28-16,-4-9-38 0,6-2-28 0,-2-11 0 15,7 8 0-15,2-13 0 0,8-3 0 0,0-4 0 16,3-4 0-16,9-1 0 0,3 2 0 0,9-6 0 0,-7 8 0 15,18-13 0-15,1 8-20 0,5 0-74 0,-12 9-35 16,13-4-84-16,11-7-210 0,-9 9 2 0,-12 11 92 16,3-2-115-16,1-1 36 0,5 1-96 0,-17 10 148 15,-1 1-109-15,1-2-30 0,-12 4-33 0,-9 10 98 16,11-12-420-16,-11 4 240 0,-3 8 121 0,-3-5-125 16</inkml:trace>
  <inkml:trace contextRef="#ctx0" brushRef="#br0" timeOffset="72104.21">30291 11228 293 0,'2'-10'1052'16,"2"1"-393"-16,-4 4 160 0,3-5-154 0,2 2-139 15,-5 5-194-15,0-7 107 0,0 7 96 0,3 6-163 16,-3-3-108-16,4-6 34 0,-4-1 24 0,0 7-128 16,0 0-95-16,0 0-41 0,0 0-20 0,0 0-12 0,0 0-12 15,0 0 0-15,0 0-2 0,0 0 1 0,3 2-7 16,9 3-2-16,-4 6-4 0,-2 0 0 0,0-4 5 16,-1 10-4-16,2-10 5 0,2 12 4 0,-1-1 5 15,-5-15-7-15,9 23-5 0,-10-20-12 0,8 23 10 16,-7-16-2-16,-3-5-2 0,0 19 1 0,-3-16 5 15,-2 7 10-15,-8-3 0 0,-4 2-7 0,-7-4-5 0,0-6 4 16,-11 7-5-16,-3-8-5 0,-9 1-1 0,6-7 3 16,-34 2 2-16,20 2 1 0,-10-4-6 0,14 0 5 15,-25-4 7-15,8 2 0 0,7-5 3 0,17 3-4 16,-12 2 2-16,-3-3 7 0,20 2-9 0,3 3-5 16,14 3-17-16,-5-3-219 0,15 2-159 0,0 1-168 15,3-1 0-15,6-2-401 0,3 0-90 0,0 0-82 0,3 0 205 16</inkml:trace>
  <inkml:trace contextRef="#ctx0" brushRef="#br0" timeOffset="72341.57">29608 11834 1003 0,'0'11'365'0,"-4"-14"-29"0,8 6-89 16,10 4-42-16,-2-7 10 0,-6 3-8 0,11 0-33 15,0-3 102-15,5 0 36 0,7 0 107 0,-2-6-111 16,-7 6-113-16,9 0 27 0,2 0-35 0,1 0-38 16,-5 0-60-16,2 0-7 0,-2 0-27 0,-1 0-5 15,-11 0-18-15,0 0 9 0,5 0-22 0,-18 0-7 16,5 0-17-16,1 0-46 0,-8 0-177 0,0 0-175 0,0 0 27 16,0 0-243-16,-8 6-142 0,-4-3 6 0,-5-6 26 15</inkml:trace>
  <inkml:trace contextRef="#ctx0" brushRef="#br0" timeOffset="72988.86">29009 11170 1337 0,'-3'-5'1830'0,"-2"-17"-1030"0,5 15 2 15,-4-1-349-15,4 5-338 0,0-10-74 0,0 13-20 0,0 0-11 16,0 0-9-16,0 0-3 0,4-2 0 0,8-1-4 16,-12 3-4-16,17 7-4 0,-5-4-2 0,-1 3 5 15,10 1-5-15,-1 4 2 0,-1 0 6 0,8-1 13 16,-7-5-1-16,4 6 2 0,-2-3 3 0,2 2-2 16,6-4-21-16,-4-1-23 0,-2 3-14 0,8-5-9 15,-12-1 12-15,10-2-37 0,-4 0 19 0,-16 0 26 0,7 0 20 16,-2 0 0-16,-13 0 10 0,2 0 4 0,-4 0 2 15,0 0-2-15,-4-2-2 0,-10-3 1 0,3 1 4 16,-16 2-1-16,3 2 0 0,-8 6 6 0,8-1 0 16,-5 1-1-16,-3 1-1 0,-9 4-2 0,7 2 7 15,9-2-2-15,-8-1-1 0,1 6 4 0,0-3 7 16,-4 3 5-16,3-1-2 0,1 5 7 0,-6-2 21 16,6-5 2-16,-7 6 18 0,3-3-5 0,4-1 17 15,5-6 1-15,-17 6 65 0,12-6-38 0,3-2-4 0,5-5-31 16,-8-2 51-16,-4 0 36 0,7-2-56 0,11 2-35 15,-8-5 24-15,2-1 4 0,-3-4 18 0,10 0-58 16,-1-1-20-16,1 0 5 0,-2-5 10 0,5 1-20 16,11 9-12-16,-15-10 2 0,13 5-9 0,-2-2-5 15,2 6-4-15,5 7-6 0,-7-13 0 0,7 9-4 0,0 4-11 16,0 0-26-16,0 0 0 0,-8-2 2 0,4-1-1 16,-1 6 4-16,-19 12 6 0,7-4 30 0,-3-2 14 15,-16 9 3-15,1 1-4 0,-4-4 2 0,-5 1-1 16,11-5-6-16,-34 4-3 0,11-1 1 0,-6-4 5 15,15-5 2-15,-29 1 15 0,5-3 39 0,0-6 62 16,21 1-18-16,-16-2 66 0,-12-5 128 0,15 0-51 0,19-2-67 16,-8-4 16-16,-4-4-27 0,15 5-61 0,14 1-59 15,-2-5-39-15,5 0-11 0,4-6 0 16,10 11 0-16,4-9 0 0,3-2 0 0,10-2 0 0,-2 10 0 16,7-8 0-16,3 3-16 0,5 3-113 0,16-6-296 15,-12 11 7-15,8-1-394 0,2 1-306 0,0 5-97 16,-8 3 321-16,18 3-1723 0</inkml:trace>
  <inkml:trace contextRef="#ctx0" brushRef="#br0" timeOffset="73367.82">27639 11813 216 0,'0'2'2853'0,"0"15"-985"0,-3-17-352 0,3 18-394 15,0-18-686-15,0 0-304 0,0 0-99 0,0 0-23 16,0 0-6-16,0 0-3 0,0 0-1 0,0 0 0 0,0 0 0 16,0 0 0-16,0 0 0 0,5 11-3 0,-5-9-49 15,10 1-218-15,-4 3-37 0,5 1-248 0,-11-7-333 16,12 3 40-16,0 0-362 0,8-9 87 0,4-4-1297 15</inkml:trace>
  <inkml:trace contextRef="#ctx0" brushRef="#br0" timeOffset="73654.06">28738 11863 101 0,'0'13'1732'0,"0"-13"-999"0,-3 11-72 0,3-8-171 16,3-3 66-16,-6 10-384 0,3-7-124 0,0-3-15 16,0 0 8-16,0 0 12 0,0 0-3 0,0 0-19 15,0 0 10-15,0 2-10 0,3 9-9 0,0-11 3 16,11 0-15-16,-7 2-5 0,1-4 1 0,13 2 1 16,-11 0-4-16,19-5-6 0,-21-1-5 0,21 4 3 15,-10-1 5-15,-14 1-4 0,27-4-3 0,-25 4 7 0,5-1-1 16,-1 3-5-16,-2 0-1 0,-6 0-3 0,9 0-2 15,-10 0-22-15,-2 0-129 0,12 9-138 0,-9-7-29 16,0 5-378-16,-3-1 21 0,4-1-13 0,-2 1-2 16,-2-4-213-16</inkml:trace>
  <inkml:trace contextRef="#ctx0" brushRef="#br0" timeOffset="75490.14">25910 10728 121 0,'5'-11'2299'0,"-2"6"-1675"15,-3 5-155-15,0-4 66 0,4-5-428 0,-4 9-60 16,-4 3-39-16,4 10-6 0,0 2-2 0,0 9-1 16,4 0 0-16,-1 3 1 0,2 5-2 0,-2 2 1 15,-3-4 5-15,4 14 9 0,-4 4 1 0,-4-6-2 0,4-13-2 16,-3 17 4-16,3-7-2 0,-5 8-4 0,-2-10 0 16,7-10-7-16,-5 7 0 0,2-5 0 0,-4 6-3 15,7-17-12-15,0 6-144 0,0-11-213 0,0 0-198 16,0-7 12-16,0 2-160 0,0-2-827 0</inkml:trace>
  <inkml:trace contextRef="#ctx0" brushRef="#br0" timeOffset="75725.52">25903 10381 1633 0,'-10'-18'809'0,"-14"-8"-209"0,6 4-2 0,0 4-313 0,10 10-226 16,-2-3-29-16,-2 6-22 0,-5-3-16 0,5 5-1 16,0 3 0-16,1 3 1 0,2 3 3 0,0-1 1 15,1 8 1-15,1-2-2 0,-1 2-16 0,-4 13-60 16,5-13-36-16,-5 14-179 0,2-12 30 0,3 5-15 16,-1-7 53-16,-1 5-91 0,-6 1-73 0,0-1 82 0,0-7 73 15,-2 4-83-15,-4-1 14 0,-3-1 9 16</inkml:trace>
  <inkml:trace contextRef="#ctx0" brushRef="#br0" timeOffset="75935.96">24955 11027 755 0,'-5'-3'2637'0,"-7"1"-1391"0,12 2-2 0,0 0-208 15,0 0-746-15,0-2-124 0,-7-9-98 0,7 11-71 16,0 0-32-16,0 0-34 0,0 0-59 0,0 0-84 0,0 0 6 16,16 8-299-16,-16-8-127 0,11 7-197 15,-5-4 95-15,2 5-239 0,4-3 83 0,-5 1-136 0</inkml:trace>
  <inkml:trace contextRef="#ctx0" brushRef="#br0" timeOffset="76177.31">25140 11316 261 0,'0'11'1086'0,"0"-11"-625"0,-2 0-112 16,-8 7 115-16,8-7-69 0,-18 6-245 0,10-4-59 15,2 3-20-15,-13 1 26 0,-6 4 85 0,5-2 2 16,6-3-50-16,-10 3 88 0,5-3-6 0,-9 1 49 16,6-3-44-16,4-1 13 0,-6-2 7 0,-1 0 29 15,10 0-48-15,-10-5 233 0,0-1-78 0,1 1 6 16,11 1-116-16,-8-10 88 0,-1-2-77 0,0 0-125 0,10 3-95 15,-6-5-15-15,1-9-37 0,8 8-6 0,2 4 0 16,6 10 0-16,-3-14-4 0,6 5-82 0,4 4-179 16,-4-1-63-16,2 8-345 0,-2 3-295 0,3-10-359 15,0 7 272-15,-3 3-76 0,0 0-788 0</inkml:trace>
  <inkml:trace contextRef="#ctx0" brushRef="#br0" timeOffset="76408.7">23980 11766 3632 0,'-10'10'1754'0,"8"-4"-541"16,2-6-326-16,0 0-237 0,12-3-598 0,-7 3-49 0,11-3-3 16,-1 0 0-16,10-8 0 0,2 7 0 0,-3-5 0 15,-10 2 0-15,8-4 0 0,3-2 0 0,-10 5 0 16,-3 0 0-16,2 2 0 0,1-1-23 0,0 1-74 15,-3 6-40-15,-3-5-123 0,-4 5-127 0,-5 0-161 16,0 0-30-16,0 0-650 0,0 0 108 0,0-2 103 16,3-6 234-16,1 5-1121 0</inkml:trace>
  <inkml:trace contextRef="#ctx0" brushRef="#br0" timeOffset="76688.94">23933 11170 176 0,'-12'-10'2979'0,"9"4"-1907"0,-1-1-24 16,4 7-329-16,0 0-468 0,0-11-272 0,4 9-22 15,-4 2 10-15,0 0-24 0,12 9 16 0,-12-9 6 16,6 9 24-16,-1-1 6 0,7 5 0 0,-9 3 0 16,1-11 2-16,-4 16-5 0,0-5 3 0,-4-3 0 15,-4 9-1-15,-7-4-1 0,0-8 2 0,-6 1 2 0,6 0 0 16,-11-4-1-16,-16 4 1 0,8-3 2 0,2-5 3 15,-16-1 18-15,4 4 35 0,-27-3 32 0,15-1 8 16,12-2-17-16,-12-2 25 0,-6-1 6 0,0-3-62 16,20 6-46-16,-4-5-98 0,-1 3-198 0,3-4-257 15,8-1-31-15,-17-8-578 0,21 6 207 0,0-4 16 16,10-4 275-16,0-1-559 0</inkml:trace>
  <inkml:trace contextRef="#ctx0" brushRef="#br0" timeOffset="77305.28">22975 10684 1410 0,'0'-11'1746'0,"-2"-2"-846"0,-2-1 5 0,4 14-195 15,-3-10-449-15,3 7-120 0,0 3-88 0,-12 5-35 16,9-3-9-16,-14 20 0 0,2-9-12 0,3 3 3 0,0-3 2 16,-3 6 5-16,-5 5 7 0,-4-1-3 0,4 5-1 15,2-8-3-15,-5 9 2 0,-6 1 2 0,-5 12-6 16,14-24-5-16,-6 12-1 0,2-10 4 0,-3 4-1 15,7-2 0-15,0-4 0 0,4-5-2 0,5 0 2 16,2-7 1-16,0 4 2 0,1 7-2 0,5-17-3 16,3 7 0-16,0-1 2 0,5-1 0 0,5 3-4 0,12-1-2 15,2 2-1-15,8-5-1 0,4 5-9 0,6-4-31 16,-1 3-5-16,8-3-3 0,-2 6 2 0,1-5-1 16,-9 1 14-16,13 4-9 0,-11 2 39 0,-2-5 3 15,-19 3 3-15,7-1-8 0,-6 6-10 0,-9-6-3 16,-4 1 6-16,-5 4-8 0,-3-4-12 0,-3 11-1 15,-12-7 10-15,-2 1 8 0,-10-3 3 0,1 0 2 0,-4-2 6 16,-14 6 14-16,0-7 4 0,3-2-3 0,-10 3 1 16,19-6-1-16,-33 8 5 0,15-7-4 0,0-1-2 15,8-3 3-15,-7 0 22 0,-14 2 39 0,11-4 15 16,16-4 1-16,-5 0 54 0,0-5 45 0,9 2 21 16,8-1-78-16,-2-6 28 0,10-1-5 0,-1-7 1 15,9 9-81-15,-2-5-4 0,8-4-43 0,2 2-5 16,8 3-11-16,1-7-26 0,6 6-3 0,2 3-3 0,-2 1 10 15,18-1 8-15,-6 4 0 0,5 5 1 0,-3 4 5 16,1 2-6-16,8 0-3 0,-8 2 2 0,-4 6-8 16,-8 1 3-16,11 4-10 0,-9 3 3 0,1 2 7 15,-11-5 4-15,0 8-1 0,2 8 16 0,-9-2 7 16,-3-8-7-16,4 7 4 0,-8 5-2 0,1-4-4 16,-2-8-5-16,-4 4-4 0,-3 7 1 0,-6-1 26 0,6-11-3 15,-14 8 10-15,3 2 6 0,-13 5 10 0,7-6-16 16,2-8-13-16,-10 4-17 0,-11 4-4 0,6-6 2 15,10-8 0-15,-12 2 4 0,0-4 3 0,5 0 2 16,1-6-31-16,-4-2-79 0,5-3-97 0,-7-6-157 16,13-1-82-16,-18-4-578 0,8-8 7 0,2-1 3 15,10 4 304-15,-3-8-153 0,0-6-314 0</inkml:trace>
  <inkml:trace contextRef="#ctx0" brushRef="#br0" timeOffset="77620.46">21535 11120 2244 0,'-7'-10'1121'0,"7"7"-278"0,-3 3 205 0,6 0-695 16,-3 0-291-16,0 0-35 0,0 7-29 0,0 7-5 0,-3-6-3 15,1 10-11-15,-4 1 13 0,2-1 11 0,4 6 2 16,0-2 4-16,0 1 5 0,4 1-1 0,-1 0 0 16,0-5-5-16,-1 12-1 0,1-7 0 0,1 0-3 15,-1-8-3-15,-3 5 0 0,0 6 2 0,-3-9 2 16,-1-14-1-16,-1 18 1 0,-5-11-3 0,-10 7 1 15,5-10-1-15,-6-3 4 0,-2 1 8 0,-3-6 38 16,-6 0 82-16,-7-8 132 0,0 3 85 0,-2-6 9 0,-15-8 37 16,15 3-100-16,-3-2-7 0,2-6-93 0,5 3-131 15,4-3-64-15,1 1-2 0,8 1 0 0,1-2 0 16,4 4 0-16,2-17 0 0,9 4 0 0,-1 0 0 16,6 5 0-16,6-16 0 0,2 9-36 0,7 8-149 15,-3 7-58-15,9-4-269 0,2 2-390 0,4 7-211 16,-10 4 255-16,8 0-318 0,4 6 147 0,0-1 165 0,0 2-189 15</inkml:trace>
  <inkml:trace contextRef="#ctx0" brushRef="#br0" timeOffset="77757.09">21322 10969 170 0,'3'0'2916'0,"0"-8"-1651"0,-1-3-118 16,-2 11-177-16,0-13-248 0,-2 13-393 0,2-13-130 16,0 13-115-16,0-3-56 0,-3-8-12 0,3 11-8 15,0 0-4-15,0 0-5 0,0 0-6 0,0 0-77 0,0 0-228 16,0 0 19-16,0 0-277 0,0 0-485 0,3 6-7 15,3-1 196-15,-6-5-210 0,0 0-37 0</inkml:trace>
  <inkml:trace contextRef="#ctx0" brushRef="#br0" timeOffset="78886.07">13997 11292 741 0,'-2'-6'960'0,"2"4"-358"0,-3 2 12 0,-6-8 4 0,9 8-178 15,0 0-322-15,0 0-3 0,-6 10-53 0,2-2-25 16,2 19-11-16,-1-8-13 0,3 7-1 0,0 6-3 16,0-6-6-16,0 11 2 0,0 5-1 0,3-5 38 15,-3-4 14-15,2 9 31 0,-2 2 3 0,0 15 29 16,0-22-43-16,-2 8 25 0,-1 0-42 0,0 2-39 15,1-4-13-15,-5-3 0 0,4-9-8 0,1 1-10 0,-2-9 2 16,1 5-3-16,3-15 3 0,-3-3 6 0,3 3 11 16,0-10 16-16,0-3 135 0,0 0 101 0,0 0 41 15,0 0-77-15,-5-24 135 0,5 0-1 0,-4-2-89 16,4 4-130-16,0-6-67 0,4-7-40 0,-4-12-4 16,3 15-48-16,-1-13 3 0,-2-3-3 0,6-18-9 15,-6 24 14-15,0-14-17 0,4 3 4 0,-4 0 25 16,0 3-27-16,0-1 16 0,2 5-6 0,1 0 3 0,0-4 12 15,1 23 1-15,-2-6 7 0,1 5 17 0,2 10 5 16,-5 7 3-16,4-2 4 0,-4 13-1 0,0 0-3 16,0 0-11-16,0 0-7 0,11 6-6 0,-2-1-2 15,6 16-3-15,0 6-2 0,12 10-2 0,-7-3 1 16,-2-8 1-16,5 11 4 0,10 16 18 0,-13-13-1 16,-2-14-4-16,3 17 11 0,-4-6 5 0,7 8 8 15,-9-6-19-15,0-15-12 0,2 5 4 0,10 6-2 16,-10-11-17-16,-5-8-5 0,3-3-3 0,-3-5-1 0,-3-1-1 15,-1 2 9-15,-8-7-5 0,12-4 17 0,-7 4 11 16,5-10-2-16,-1 1 6 0,6-13-1 0,-10 0 0 16,2-4 17-16,-2-5 12 0,-2-1 2 0,-3-1-2 15,-3 5-12-15,3-22 21 0,-3 13-15 0,-3-1-22 0,3 6-13 16,0-10-4-16,-2-2 0 0,-2 7-3 16,5 7-1-16,2 4 0 0,-3-5-16 0,-4 7-10 0,7 15-88 15,0-10-13-15,0 17-159 0,0-13-141 0,3 11-156 16,-3 2 144-16,0 0-211 0,4 21-60 0,1-5-18 15,2 10-22-15,-4-4 39 0,5 4 112 0,1-2 53 16,3-3-160-16</inkml:trace>
  <inkml:trace contextRef="#ctx0" brushRef="#br0" timeOffset="79221.17">14943 11762 232 0,'0'0'982'0,"0"0"-452"16,-17 0 9-16,8 0-184 0,1 4 19 0,-16-4-206 0,9 5-91 16,0-3-11-16,-9 9-28 0,10 5-2 0,-1-1 6 15,3-2-12-15,4 20-8 0,1-7-8 0,2 3 5 16,5-7-1-16,3 6 4 0,2 1 0 0,4 1 5 16,-3-9-8-16,8 0 18 0,-2-3 11 0,6-1 10 15,3-7 66-15,-4 0 49 0,7-1 27 0,-4-7 18 16,-1-2-59-16,13-2 108 0,-12-4-63 0,4-4-43 0,3-3-26 15,-13 0-40-15,4-6 36 0,-1-3-4 0,-8 2-11 16,1 6-35-16,-5-7-9 0,-5 5-14 0,0-8-8 16,0 9-25-16,-5-1-6 0,1 8-19 0,-11-14-6 15,7 15-17-15,-16-9-50 0,4 8-61 0,-1 2-64 16,3 3-27-16,1 3-278 0,2 0-115 0,1 0-9 16,-1 6 110-16,6-3-191 0,-1 5 20 0,8-5-31 15,-4 10 296-15,6-13-15 0</inkml:trace>
  <inkml:trace contextRef="#ctx0" brushRef="#br0" timeOffset="79472.5">15948 11747 392 0,'0'-9'1629'15,"2"5"-1117"-15,-2 4 346 0,-8-3-225 0,-1 3-229 16,9 0-263-16,-15 0-75 0,3 5-42 0,-2-5-6 16,-1 2 0-16,3 2 23 0,4-2 6 0,-19 3 0 0,6 1-1 15,13-3 6-15,-16 1-1 0,12 2-27 0,-3-1-22 16,-2-2-6-16,8 0-35 0,-6 4-136 0,0-4-104 16,13-3-47-16,-10 6-209 0,9-6-164 0,3 0-28 15,-12 5 38-15,12-5 76 0,3 0-257 0</inkml:trace>
  <inkml:trace contextRef="#ctx0" brushRef="#br0" timeOffset="79642.05">16010 11940 88 0,'0'0'1182'0,"-6"2"18"0,-2 1-366 0,-8-3 46 16,13 0-251-16,-12 0 8 0,-14-5-115 0,9 3-240 15,1 2-99-15,-1-3 15 0,-4 0-47 0,-10 3-19 0,7 3-67 16,6-3-40-16,-5 3-11 0,5-1-85 0,-8 3-169 15,23-2-27-15,-12 0-323 0,15-3-272 0,3 0-177 16,0 0 261-16,0 0-473 0</inkml:trace>
  <inkml:trace contextRef="#ctx0" brushRef="#br0" timeOffset="80406">16428 11591 525 0,'-23'5'2093'0,"17"-5"-1413"0,-9 3 0 0,15-3-206 16,0 0-393-16,0 0-40 0,-15 0-41 0,15-3-11 0,6 3-6 15,6 0-1-15,0 0-8 0,2 0-3 0,16-5 16 16,-16 0 2-16,13-1-5 0,2 1 2 0,7-6 10 16,-13 1 5-16,10-1 2 0,-1-2-1 0,7-8 20 15,-12 4 16-15,8-11 40 0,-6 4 23 0,0-3 22 16,-5 3-5-16,6-5 74 0,-1-10 33 0,-2 2-59 15,-10 8-53-15,2-11 19 0,-5-2-22 0,-3-14-35 0,-11 11-44 16,4 11-10-16,-11-8 3 0,-1 0-12 0,-10-6-7 16,6 19-4-16,-6-6 0 0,-2 4-1 0,-4 1 1 15,10 14 1-15,-13-8 0 0,7 13-1 0,1 4 0 16,5 1-1-16,6 6-4 0,-26 11-5 0,19 2-6 16,1 3 3-16,-1 8-3 0,-5 11 0 0,3 17-1 15,5-17 8-15,2 18 1 0,-2 5 18 0,2 8 5 16,0 10 8-16,1-12-3 0,4 8 0 0,-7 2-8 0,0 3-7 15,6-22-10-15,-3 35-7 0,-3-19-1 0,7 6 1 16,-2-18 7-16,-4 15 8 0,-1 15 9 0,0-12 1 16,0-21-2-16,0 13 3 0,0-3-3 0,-2-3-4 15,6-12-1-15,1-3-3 0,2-6-2 0,-1-8-2 16,6-11-3-16,0 7 1 0,6-14 3 0,-4-5-2 16,1-4-2-16,6 1-7 0,1-5-7 0,0-3-12 0,14-11-50 15,-6 1 5-15,8-7-43 0,10-11-29 16,-6-4 31-16,-10 8 30 0,6-13-16 0,1-5 42 0,2-8 19 15,-14 17 23-15,2-13-10 0,-5 0 3 0,1-7-11 16,-7 14-7-16,-3-7-15 0,0 4-1 0,-6 5 4 16,3 8 8-16,-3 0 7 0,-3 8 14 0,-4 3 37 15,5 4 17-15,-5 6 33 0,-10-8-9 0,3 8 4 0,-7 6-2 16,9-3-11-16,-5 7 22 0,2 1-19 0,10-1 10 16,-2 0-13-16,-4 4 16 0,14-3-2 0,-6 8-12 15,2-7-20-15,4-4 10 0,7 14 43 0,8-4 65 16,-10-7-17-16,24 3 63 0,1-6 34 0,8 0-4 15,-8-3-84-15,11-3-2 0,1 2-90 0,11-5-125 16,-24 7-96-16,6-7-318 0,4 7-341 0,-10-6-183 0,-2-6 4 16,-3 5-901-16</inkml:trace>
  <inkml:trace contextRef="#ctx0" brushRef="#br0" timeOffset="80885.72">17276 11986 226 0,'-8'0'948'0,"-1"0"-514"0,-6 0 34 0,3 4 5 0,-2-1-128 16,-4 3-133-16,6 1-5 0,3-5-66 15,-8 15-26-15,11-12-48 0,-12 17-7 0,7-2-3 16,2 4-12-16,3-8-1 0,0 8 4 0,3 2-15 0,3 6 1 15,0-14-13-15,5 6 10 0,-1 0-3 0,2-6-11 16,3-7 14-16,-1 0 93 0,4 0 0 0,9-4 25 16,-10-3-28-16,1-4 53 0,21 0 44 0,-10-4-79 0,-6 2-68 15,7-9 37-15,0-2-8 0,-1-5 32 0,1-2-13 16,-12 5-19-16,3-9 52 0,-6 3 9 0,2-5 16 16,-5 7-80-16,-6-2 6 0,0 0-33 0,-12-1-22 15,3 9-36-15,-8-16-76 0,-1 8-71 0,-3 3-84 16,4 7-23-16,-10-7-243 0,-2 7-345 0,6 3 34 15,4 5 127-15,-10 3-175 0,2 3 26 0,7 5-584 16</inkml:trace>
  <inkml:trace contextRef="#ctx0" brushRef="#br0" timeOffset="83825.86">30279 13448 122 0,'6'-2'2082'0,"-3"-2"-1437"0,9-3 97 0,-12 7 149 0,5-2-482 16,5-2-332-16,-10 4-67 0,2 9-7 0,1-5-2 15,-3 10-4-15,3-4 5 0,-3 17 7 0,4-1 27 16,-4-4 16-16,0 9 64 0,0 1 7 0,0 6 6 15,0-1 3-15,-4 0 2 0,4 3-9 0,0-1-46 16,0-10-46-16,-3 19 16 0,3-8-16 0,-3-7-3 16,3 7-8-16,-2-8-4 0,-1-1-4 0,-1-1-6 15,4-1-3-15,-3-8-27 0,1 3-144 0,2-11-211 0,-6 4-175 16,6-15-25-16,0 3-316 0,-6 6-15 0,6-11-150 16,0 0 379-16</inkml:trace>
  <inkml:trace contextRef="#ctx0" brushRef="#br0" timeOffset="84087.17">30193 13102 964 0,'-5'-29'1320'16,"-2"5"-815"-16,-1-3 147 0,-4 3-365 0,0 3-204 15,3 8-41-15,-8-3-1 0,-10 0-23 0,4 8-18 16,2 3 0-16,4 5-1 0,-1 0 1 0,4 5-1 15,-5 6 1-15,14-6 2 0,-7 9 1 0,4 6-1 0,-2 9-4 16,10-12-6-16,-6 9-3 0,10-5-10 0,-2 3-46 16,-2-9-14-16,3 7-91 0,0 0 13 0,1-7 2 15,-4-10 35-15,0 19-58 0,-7-2 8 0,-2-4 53 16,3-3 20-16,-6 9-61 0,-8-5-73 0,3 2-70 0,-19 3-138 16,16-9 165-16,-13 5-67 0,-2-2-150 15</inkml:trace>
  <inkml:trace contextRef="#ctx0" brushRef="#br0" timeOffset="84490.08">29384 13805 1859 0,'0'0'930'0,"-3"0"-230"0,-12 0 1 16,1-5-276-16,7 3-321 0,-8-4-43 0,-5-2 23 0,-4 2 39 15,3 6 14-15,1 0 0 0,0 0-3 0,-4 0-19 16,7 4-61-16,-17 3-14 0,5 4-51 0,0 0-8 15,9-4 7-15,-7 12 6 0,9-3 14 0,-3-1 15 16,12-1-3-16,3 7 9 0,-3-3 2 0,1 6-2 16,5-7-12-16,3-1-6 0,0 4 2 0,0 4 0 15,0-5-6-15,6-6 1 0,3 11-4 0,2-1-4 0,-2 1-8 16,-2-8-1-16,1 5-9 0,-2 1-4 0,-3-2-3 16,-6 0 4-16,3 0 3 0,-9-1 13 0,-8-1 3 15,2-5 4-15,-14 7 4 0,-5-10-1 0,2 0-1 16,3-4-1-16,-24-1-1 0,11-8 32 0,1 1 85 15,-3-9 123-15,3 3 42 0,-9-2 115 0,9-9-24 16,0-1-6-16,14 0-119 0,-20-14 60 0,26 2-217 0,-3 1-51 16,9 4-31-16,1-13-11 0,6 4 0 0,5 4 0 15,3 10 0-15,0-7 0 0,8-8 0 0,4 13 0 16,-7 6 0-16,17-6 0 0,4 0-20 0,-3 4-133 16,-2 11-148-16,6-2-342 0,0 1-162 0,-5 10-219 15,0 0-162-15,-8 6 0 0,-2 1 117 0,0 1-418 0</inkml:trace>
  <inkml:trace contextRef="#ctx0" brushRef="#br0" timeOffset="84657.64">28326 14501 1805 0,'0'3'1142'0,"-3"0"-567"0,3 8 193 0,0-9-112 15,8 9-297-15,-1-9-212 0,1 1 159 0,19 7 176 16,-10-7-81-16,-1-3-96 0,4 2 72 0,9 1-107 0,7-3-43 15,-18 0-196-15,11 0-53 0,0-3-128 0,7 3-211 16,-16-2 38-16,0-1-282 0,2-7-310 0,-2-1-232 16,-11-7 37-16,0-1-244 0</inkml:trace>
  <inkml:trace contextRef="#ctx0" brushRef="#br0" timeOffset="84916.94">28248 13290 152 0,'0'0'2318'0,"4"-14"-1166"0,-4 14-364 0,0 0-96 16,0 6-530-16,8 9-139 0,-8 12-31 0,4-6-1 15,-4-3-1-15,0 9-7 0,0 10-1 0,-4-8 5 16,4-3 2-16,-5 15-1 0,-2-5 0 0,-1 14 3 0,2-13 3 15,3-10 1-15,-2 8 0 0,2-1-3 0,-4 6-42 16,2-17-31-16,2 7-144 0,-3-4-196 0,-2-2-193 16,1-6-34-16,4-7-107 0,-6 2-21 0,6-8-712 15</inkml:trace>
  <inkml:trace contextRef="#ctx0" brushRef="#br0" timeOffset="85139.35">28279 13033 331 0,'-15'-24'2299'0,"3"-2"-1411"0,-6 7-115 0,7 5-91 15,-4 7-518-15,3-1-94 0,-9-1-59 0,9 7-12 16,1 2 1-16,-7 2 0 0,3 4 2 0,-8 8 0 16,9-1-2-16,-1 2-2 0,-1 7-11 0,-4 2-31 0,0 5-21 15,5-11 7-15,-1 8-25 0,2 1-13 0,-1-6-19 16,-2 1-36-16,-1 2-128 0,1-9-102 0,-4 3-102 15,6-9 41-15,-5 6-222 0,-7 1-147 0,6-3 85 16,6-4-26-16</inkml:trace>
  <inkml:trace contextRef="#ctx0" brushRef="#br0" timeOffset="85537.28">27300 13756 70 0,'0'0'931'0,"0"0"-156"0,0 0-163 0,-3 2 154 15,-2 5-344-15,5-3-54 0,-4 5-218 0,1 0-112 16,1 2-22-16,-8 2-12 0,10-2-2 0,-5 15 2 15,2-2-1-15,3-6 1 0,-2 8-1 0,2-2 0 0,-4 3-1 16,1 2-1-16,-2-8-1 0,-2 3 0 16,-1-3-1-16,1-5 3 0,-5 7 72 0,-5-1 76 0,0-7 56 15,2-4-7-15,-6 5 144 0,-14-3 201 0,-1-2-61 16,11-9-141-16,-17 7 100 0,-9-9-10 0,-5-3-90 16,18-3-182-16,-9-7-6 0,3 0-60 0,-7-11-49 15,17-3-39-15,10 9-6 0,-3-8 0 0,0 0 0 16,7-1 0-16,6 8 0 0,4-7 0 0,2-1 0 15,2-10 0-15,6 17 0 0,2-13-7 0,2 4-80 0,14-5-216 16,-1 7-145-16,4-2-344 0,2 3-321 0,6 0-101 16,-7 8 311-16,16-9-1845 0</inkml:trace>
  <inkml:trace contextRef="#ctx0" brushRef="#br0" timeOffset="85678.9">26997 13493 200 0,'0'0'2648'0,"0"0"-896"0,0 0-301 0,0 0-381 15,0 0-661-15,0 0-242 0,0 0-57 0,0 0-86 16,3-5-24-16,-3-3-30 0,0 8-63 0,0 0-187 16,0 0-4-16,0 0-235 0,0 0-191 0,0 0-317 0,-5 8-203 15,1-1 448-15,-7 4-206 0,4-5-797 0</inkml:trace>
  <inkml:trace contextRef="#ctx0" brushRef="#br0" timeOffset="85842.47">26113 14191 2390 0,'-20'9'1354'0,"8"-5"-613"16,-3 0-200-16,3-2-802 0,12-2-323 0,-17 0-135 16,14 3 111-16,-1-8-211 0,-1-1 78 0,5-10-25 15,2 12 274-15</inkml:trace>
  <inkml:trace contextRef="#ctx0" brushRef="#br0" timeOffset="85968.14">26095 13885 1817 0,'-5'-11'2697'0,"-2"3"-1379"16,7 8-439-16,-12-11-66 0,10 11-498 0,-1-2-270 15,-6-3-66-15,6 5-37 0,3 0-57 0,0 2-152 16,-12 3-63-16,12-1-203 0,-3 5-256 0,3-5-300 16,-2-2 257-16,-5 12-569 0,-1-7-914 0</inkml:trace>
  <inkml:trace contextRef="#ctx0" brushRef="#br0" timeOffset="90106.07">12562 14257 300 0,'0'0'533'16,"0"0"-146"-16,0 0-102 0,0 0 111 0,0 0-67 0,0 0-53 15,0 0-147-15,0 0 64 0,0 0-17 0,0 0-21 16,0 0-6-16,0 0 63 0,0 0-10 0,0 0-6 15,0 0-60-15,0 0 106 0,0 0-35 0,0 0-6 16,0 0-16-16,9-13-27 0,3 8 13 0,3-10-53 16,5 1-25-16,-5 1-49 0,9-8-10 0,12-14-8 15,-11 8-22-15,-6 7-7 0,8-12 1 0,5-6 10 0,-8 5 38 16,-7 11 10-16,3-9 30 0,1-1 19 0,-3-8 38 16,-6 16-58-16,-4-2 19 0,1-6-36 0,-4 0-23 15,-1 16-28-15,-4-4-10 0,0 1-7 0,0 8-4 16,-6-7-2-16,3 12-2 0,-2-7-1 0,-5 3 3 15,10 7-1-15,-12 0 0 0,4-2 2 0,-4 3-2 16,0 4 1-16,6 3 1 0,-9 8-8 0,4-2 5 16,-3 13-1-16,4-8 5 0,-2 10 3 0,-2 14 0 0,2-3 3 15,4-8 5-15,-2 19 2 0,-4 7 1 0,-1 6-1 16,8-19-5-16,-1 17 2 0,-1 5 1 0,-3 12-4 16,9-31 0-16,1 16-2 0,-4-3 3 0,-3 5 1 15,6-6 1-15,-1-21-1 0,-1 4 0 0,2 2 1 16,3-4 1-16,-2-1 0 0,2-6 0 0,0-5-3 15,0-2-1-15,2-2 1 0,-2-6-2 0,0-1 0 0,0-6-1 16,3 0 0-16,0-9-1 0,6 11-2 0,-9-9 0 16,9-2 0-16,-1-2-2 0,10-3-2 0,-4-8-1 15,-2 5 2-15,7-10-1 0,-2 2-1 0,1-12-2 16,-6 6 5-16,-7 2 1 0,7-6 2 0,0-9-1 16,-9 6-1-16,-1 5 1 0,2-2-3 0,-1 2-11 15,-6-2-20-15,-1 10 9 0,2 3-8 0,-6 0-3 0,-2 2-15 16,8 6 22-16,-20-3-3 0,14 8 15 0,-13-3 6 15,9 3 5-15,-8 0 3 0,-9 3 7 0,19-3 6 16,-7 3 0-16,2 2 4 0,3-3 2 0,10-2 10 16,-11 6 4-16,13-6 20 0,0 0 13 0,0 0-13 15,0 0 3-15,0 0-22 0,0 0 4 0,0 0-27 16,15-6-9-16,-9 4-34 0,18-6-151 0,2-2-212 0,1-1-304 16,-10 3 77-16,7-5-306 0,-1 2 2 0,4 0-601 15</inkml:trace>
  <inkml:trace contextRef="#ctx0" brushRef="#br0" timeOffset="90553.87">13264 14729 665 0,'0'0'983'0,"-10"5"-451"0,10-2-121 0,-8 2 130 0,-4 0-161 16,0 6-224-16,4-9-75 0,-4 4-6 0,-17 10-9 15,10-12-25-15,17 2-9 0,-18 5 21 0,10-4 6 0,1 2 15 16,-2-1-12-16,7-1 8 0,2-1-7 0,2 8-16 16,0-5-5-16,0-3 9 0,0 7 9 0,6-5 39 15,0-2-20-15,-4-4 63 0,10 3 6 0,0-2 5 16,0 0 3-16,11-3-18 0,-2-3-36 0,-3 0-2 16,3 0-16-16,-4 1-44 0,6-9 7 0,1 0-25 15,-3-2-5-15,-6 6-2 0,3-12 40 0,-13 14-8 0,10-13 1 16,-15 14-13-16,4-9 10 0,-8-2 9 0,-2 10-36 15,4-1-26-15,-13-5-13 0,0 1-39 16,-9 0-54-16,7 4-15 0,-10 3-89 0,6 1-115 0,-5-3-299 16,14 1 35-16,0 2 72 0,-5-3-219 0,10 3 9 15,-1-9-90-15,4 9 405 0,4-2-363 0</inkml:trace>
  <inkml:trace contextRef="#ctx0" brushRef="#br0" timeOffset="90841.1">14048 14272 400 0,'-6'-9'1410'0,"6"9"-686"0,-15-6 96 15,3 6-210-15,7 4-322 0,-17-2-71 0,2 1-28 16,-4-1-35-16,7-2-32 0,-1 6 47 0,-3-4 14 16,1 3 59-16,13-5-115 0,-13 9 22 0,3-7-35 0,8 0-16 15,-6 2-12-15,0 1-40 0,15-5-39 0,0 0-25 16,-9 2-32-16,4 1-135 0,5-3-120 0,-3 0-192 16,6 0-173-16,-3 0 2 0,2 13-435 0,-2-10 278 15,10 0-330-15</inkml:trace>
  <inkml:trace contextRef="#ctx0" brushRef="#br0" timeOffset="91037.59">14068 14491 887 0,'3'7'1335'16,"0"-7"-424"-16,-3 0-343 0,-3 0 95 0,0 0-165 16,-11 6-89-16,2-6-56 0,4 0 15 0,-4 3 22 15,-13-3 26-15,8 0-46 0,-7 5 2 0,4-5-136 16,-1 2-46-16,6-2-95 0,-12 4 13 0,7-4-87 15,-4 4-20-15,19-4-14 0,-16 3-119 0,6-1-98 0,7 2-206 16,4-8-8-16,-11 4-348 0,15 0-289 0,4-13-247 16,2 6 143-16,-4-2-278 0</inkml:trace>
  <inkml:trace contextRef="#ctx0" brushRef="#br0" timeOffset="92002.99">15291 13782 145 0,'-9'16'2836'0,"9"-19"-1847"15,0 6 9-15,0-3-297 0,0 0-94 0,0 0-283 16,0 0-236-16,0 0-61 0,0-3-21 0,0 6-12 16,0-6 2-16,0 3 4 0,0 3 0 0,0-3 1 0,0 0 2 15,0 0-2-15,0 0 1 0,5 7 2 0,7-7 2 16,0 0-3-16,3-3 2 0,-3 1 1 0,15-9-2 16,2-2-2-16,-14 2-3 0,5-4-1 0,4-3 1 15,8-9 1-15,-13 14 0 0,1-9 2 0,1 1 2 16,-1 3 2-16,-3-4 5 0,-5 4 7 0,3-1 33 15,-6 1 23-15,-3 5 2 0,0 0 68 0,-3 2 6 0,0-2 14 16,-3 13-38-16,0-3 41 0,5-8-54 0,-1 11-19 16,-4 0-49-16,0 0 0 0,0 0-24 0,0 0-15 15,0 16-2-15,0-12 0 0,0 14 0 0,-4 13-8 16,4-5 1-16,-5-2 0 0,5 11 0 0,-6 7 0 16,2-2-4-16,2-14 1 0,-1 14-6 0,0 10-3 15,3-15-60-15,0-9-40 0,0 9-178 0,3-1-266 16,0 0-122-16,3-16 65 0,0 4-444 0,3 2-53 0,3-2 87 15,-1-7 131-15,-2-8-603 0</inkml:trace>
  <inkml:trace contextRef="#ctx0" brushRef="#br0" timeOffset="92385.97">16826 14437 33 0,'26'0'580'16,"-8"0"-347"-16,0 0 166 0,5 0 0 0,-8 0 53 16,-3 0-106-16,6-5 166 0,-10 3 42 0,2 0-40 15,-8 2 11-15,13-6-162 0,-15 6 150 0,0 0-216 16,0 0-76-16,0 0-93 0,-24-8 11 0,-1 5-86 15,-9 3-39-15,5 0-21 0,-20 0-9 0,-22 0-4 16,3 0 10-16,12 3 9 0,-24-3 18 0,-20 0 40 16,-12 3 56-16,29-3 12 0,-34 0 60 0,-42 2 115 0,20 1-21 15,30-1-77-15,-33 4 33 0,-38 1-10 0,45 2-107 16,41-5-46-16,-18 10-31 0,0 2-40 0,24 0-1 16,26 0 0-16,26-8 0 0,-8 10 0 0,20-7 0 15,16-6 0-15,-1 3 0 0,9-6 0 0,12 7-9 16,0-7-94-16,8-2-152 0,9-2-349 0,15-1-417 0,-5-5-97 15,-3 0 208-15,11-2-295 0,3-1-642 16</inkml:trace>
  <inkml:trace contextRef="#ctx0" brushRef="#br0" timeOffset="93252.67">15456 15100 59 0,'-8'2'1000'0,"-19"5"-685"0,-5 2 151 0,10-1-83 16,-4-6-111-16,6-2-151 0,-14 0 111 0,5 0 60 15,2 0 31-15,10-2-47 0,-3 2 120 0,-4-6 83 0,15 4-161 16,-6-3-104-16,4-1 15 0,2-5-71 0,0-2-46 16,6 6-78-16,-2-4-6 0,5-7-17 0,0 7-8 15,2-2-4-15,1-4-5 0,6 7-5 0,-3 2-1 16,20-14-3-16,-20 18 6 0,12-5-4 0,2 0-1 16,4 5 4-16,-4 4 0 0,-1 0 1 0,-2 0-3 15,13 4 3-15,-16 0 3 0,-2 1 0 0,0-1 2 0,6 5-1 16,-13-3 3-16,14 8-1 0,-11 4 3 15,-1-8-1-15,1 6 1 0,-8 3 1 0,-3 5 2 0,-6-6 1 16,1 4 2-16,-2-7 0 0,-17 12 7 0,7-3 1 16,-4 0 0-16,0-6 3 0,-10 8 15 0,-5-2 11 15,4 0 32-15,9-8 10 0,-16 10 92 0,1-7 16 16,9-1 58-16,8-7-35 0,-11 2 147 0,9-2-88 16,-1-6-26-16,18-3-79 0,-11 1 26 0,8-3-85 0,0 0-50 15,12 0-30-15,-12 0-11 0,9 0-18 0,6 0-2 16,-6-7-2-16,3 1-5 0,5-8-6 0,2 7-14 15,1-1-8-15,4-3 4 0,7 4-13 0,-9 1 7 16,20-1 1-16,-4 7 7 0,-2-4 17 0,6 8 4 16,-4-2 4-16,1 3 1 0,2-2 2 0,-5 5 4 15,-4 0 1-15,0 3-2 0,4-2-3 0,-2 2 0 16,-12-2 0-16,2-2 0 0,0 1-1 0,3 3-1 0,-6-6 0 16,-3 1 3-16,-4-6 1 0,13 11 4 0,-15-11 0 15,16 4-10-15,-16-4-20 0,11-2-157 0,-5 0-137 16,9-2-171-16,0-3-244 0,-3 1-254 0,11-15-169 15,-5 5 35-15,-3 2 325 0</inkml:trace>
  <inkml:trace contextRef="#ctx0" brushRef="#br0" timeOffset="93509.97">16101 15056 959 0,'3'0'762'0,"12"-2"-105"16,-15 2-130-16,0 0 242 0,0 0-202 0,0 0-242 16,0 0-153-16,0 0 9 0,0 0-51 0,-6 0-53 15,-15 6 0-15,10-6-11 0,-20 2 37 0,-3 1 29 16,-2-1-4-16,13 1-36 0,-13 3 21 0,-8-4 21 16,5 3-62-16,17-2-27 0,-12 2-16 0,2 0-7 15,3-1-8-15,12-2-15 0,-5 3-16 0,8-3-50 0,-4 4-131 16,16-6 1-16,-13 3-263 0,15-3-161 0,0 0-239 15,0-3 93-15,-3-10-63 0,11 5 41 0,-1 3-485 16</inkml:trace>
  <inkml:trace contextRef="#ctx0" brushRef="#br0" timeOffset="93668.54">15753 15113 494 0,'9'9'854'16,"-3"2"-367"-16,-2 0-85 0,1-3 152 0,-2 24-39 16,-1-26-120-16,2 16-108 0,-1 2 53 0,0 0-67 0,-3 3 10 15,0-12-169-15,0 9 18 0,2 3-41 0,-2 3-8 16,0-10-28-16,0-7-28 0,0 11 0 0,4-2-11 15,-4-2-11-15,3-16-9 0,0 14-12 0,-3-7-64 16,2-6-149-16,-2-5-3 0,0 0-241 0,3 0-162 16,12 0-130-16,-9-8 175 0,6-5-302 0,3-11-72 15</inkml:trace>
  <inkml:trace contextRef="#ctx0" brushRef="#br0" timeOffset="93835.15">15960 15128 1669 0,'0'-6'654'0,"9"-1"189"0,-9 7 45 16,0 0 106-16,0 0-586 0,0 0-51 0,0 0-136 15,0 0-88-15,0 0-56 0,11 0-35 0,-2 5 9 16,-6 1 0-16,9 5 1 0,-3 2 40 0,-4 0 8 16,7 10 0-16,-6 3-15 0,3-2-22 0,-4 6-1 0,5-7-22 15,-3 7-28-15,-2-1-16 0,4-3-81 0,-3-4-150 16,-1 1-160-16,-1-2-233 0,1-1-287 0,-5-13-114 16,10 12 2-16,-8-12 334 0,4-1-1080 0</inkml:trace>
  <inkml:trace contextRef="#ctx0" brushRef="#br0" timeOffset="94637.95">16472 14903 894 0,'-3'0'1367'16,"-9"-5"-577"-16,12 5 49 0,0 0-72 0,0 0-224 15,0 0-213-15,0 0-163 0,0 0 41 0,0 0-102 16,0 0-50-16,0 0-36 0,0 5 7 0,0 6-17 15,7 10-6-15,-2-5-2 0,2 5 1 0,-4 11 4 16,2-8-2-16,-2-3-1 0,3 13 1 0,0 11-2 16,-4-7 0-16,5-7-2 0,-2 12-1 0,2 1-3 0,-2 14 1 15,1-26 1-15,6 10 2 0,0-4-2 0,0 10 1 16,0-17 4-16,-4-10 1 0,4 3 2 0,0-3 0 16,0-2 6-16,-10-17-4 0,8 12 1 0,-2-10-2 15,-4 0-2-15,1-4-3 0,4 0-3 0,3-8-5 16,-6-3-6-16,3-10-3 0,-4-3 0 0,1-2 1 15,-6 0 4-15,4-1 3 0,-4-10 3 0,-4 2 8 0,1-4 6 16,3 10-3-16,-3-17-4 0,1 7-3 0,-1-3-4 16,-1 2 1-16,8 3 2 0,-1-9-6 0,-1 2 8 15,1-2 2-15,0 13-1 0,9-26 4 0,-3 12-6 16,-1 4-1-16,-1 9-1 0,5-9-1 0,0 3-1 16,-4 12 7-16,-1 6 2 0,3-1 25 0,9-1 47 15,-2 9-10-15,-5 4-16 0,6-2 25 0,-1-1 15 0,7 6-23 16,-7 3-31-16,7 2 1 0,8 0 8 15,4 1-5-15,-1 4-10 0,-3-2-7 0,24 3 5 0,-8-3-18 16,5 3-17-16,-15 0-8 0,20-3-29 0,2 4-1 16,-10-4 8-16,-18 0 3 0,28 3-19 0,-16-3 19 15,0 0 12-15,-15 3 11 0,13 0-19 0,-4-1-15 16,-8 3 16-16,-13 1 10 0,3-1-1 0,4 3-8 0,-19-3 31 16,14 1 12-16,-11 1 14 0,7-1 10 15,-1 1-14-15,-14-3-4 0,10-2 9 0,-1 3-5 0,-9-5-18 16,12 3-9-16,-9 0-6 0,2-3-58 0,7 0-197 15,-9 0-251-15,9 0-66 0,-7-6-405 0,2-1-5 16,-2-6-1094-16</inkml:trace>
  <inkml:trace contextRef="#ctx0" brushRef="#br0" timeOffset="95249.31">17003 14848 155 0,'3'2'2642'0,"-3"-2"-1831"0,0 0 118 0,0 0 66 16,0 0-541-16,0 0-271 0,-3-2-95 0,6 4-78 16,-3-2-9-16,0 0-4 0,0 13 2 0,-3-2-2 15,-4 11 2-15,2-7 0 0,0 9 4 0,-5-2 0 16,5 1-1-16,-2-2 1 0,-5 19 3 0,2-8-1 16,-2 4 0-16,2-8-1 0,-4 16 3 0,-1-2 2 0,0-7 19 15,3-6 17-15,-2 3 28 0,-1 8 61 0,3-11-28 16,4-1-1-16,-1-8-28 0,-1 6 21 0,10-6-31 15,0-11-11-15,3 9-7 0,4-1 102 0,-2-8 14 16,7 0 5-16,-5-9-49 0,10 4 36 0,12-6 4 16,-2-5-73-16,-7 1-61 0,16-5-20 0,1 1-7 15,5 0 0-15,-9 4 0 0,14-4 0 0,-11-1 0 0,1 5 0 16,-10 1 0-16,14 1 0 0,-9-5 0 0,-5 3 0 16,-1 4 0-16,-4-3-5 0,0-1-102 0,-15 6-146 15,13 0-197-15,-8 0-252 0,-6-2-235 0,-2 4-240 16,10-2-17-16,-14 0 377 0,3 0-1461 0</inkml:trace>
  <inkml:trace contextRef="#ctx0" brushRef="#br0" timeOffset="95582.42">17786 15091 910 0,'12'-15'1554'0,"-9"9"-963"0,9-8 241 0,-10 5 32 16,-2-2-392-16,-2 5-221 0,-4-5 19 0,0 6-74 15,-9-3-42-15,-2 3-100 0,5 3 10 0,-18-4 15 16,-2 6 68-16,8 0-42 0,-2 3 39 0,-6 7 23 16,2 1 12-16,6-3-69 0,-5 8 31 0,2 10 35 15,5-7-34-15,3-3-33 0,2 10 31 0,-3 1-22 16,1 4 16-16,11-12-94 0,1 10-5 0,4 3-22 0,6-5-13 15,4-7 0-15,-5-4 0 0,16 11 0 0,-3-13 0 16,3-1 0-16,-3-6 0 0,14 6 0 0,9-2 0 16,-2-6 0-16,-10-2 0 0,16 0 0 0,4-6-33 15,-7 0-106-15,-16 0-48 0,10-1-325 0,-10 1-160 16,1 0-256-16,-15 3 78 0,3-8-328 0,-4 0-22 16,7-3-406-16</inkml:trace>
  <inkml:trace contextRef="#ctx0" brushRef="#br0" timeOffset="96151.91">17742 14461 366 0,'0'0'474'0,"0"0"-151"0,0 6 10 16,3 1-76-16,-3-7-128 0,0 0-15 0,0-2-41 16,9-9 12-16,-6 11 37 0,1-11 63 0,1-2 61 15,-2 6 30-15,-3 7-71 0,9-11 111 0,-6 11 4 0,-3 0-66 16,2-11-13-16,-2 9-18 0,0 2-18 0,0-2-37 15,-2-9-18-15,2 11-83 0,-12-9 6 0,4 5-8 16,-8 1-24-16,-4 1-4 0,-7-4 29 0,3 6 7 16,-1-3 20-16,-2 3-2 0,-6-2 31 0,1-2 5 15,-3 4 33-15,-1 0 12 0,1-2 44 0,-1 0 1 16,-3-3 20-16,-2 1-10 0,6-1-12 0,-1 1-26 0,7-2-56 16,2 3-58-16,-10-2-3 0,1-1-36 0,9 2-8 15,-5-2-25-15,15 1-9 0,-7 0-8 0,7 1-6 16,5 2-37-16,-3 0-87 0,10 2-107 0,-5 0-107 15,-4 0-172-15,14 0-222 0,0 0-176 0,-15 4-126 16,6 0 65-16,6 3 308 0,0-7-304 0</inkml:trace>
  <inkml:trace contextRef="#ctx0" brushRef="#br0" timeOffset="108951.68">11596 14608 406 0,'10'-6'593'0,"-10"6"-294"15,5-8 9-15,0 5-23 0,-1 3-148 0,-4 0-39 16,-4 0 2-16,8 0 56 0,-4 0-53 0,6-7 78 15,-4 7 24-15,-2 0-9 0,0-4-8 0,0 8-16 16,0-4-19-16,0-4-14 0,0 4-74 0,0 4 29 16,0-8-30-16,0 8-23 0,0-4-3 0,0 0 29 15,0 0 30-15,0 0-5 0,-5 0-13 0,-4 0 27 0,-3 7 29 16,-11-4-46-16,-1 5-36 0,-3-2 11 0,-2 3-16 16,-12 0-9-16,9-1 19 0,5-3-6 0,-9-3 34 15,7 1 13-15,-9-3 90 0,17 0-42 0,-6-3 59 16,4-2-22-16,2-1 12 0,16 2-59 0,-13-7 9 15,2-5-55-15,11 5-36 0,0-10-17 0,1 3-12 16,4-4-9-16,0 13-5 0,4-5-9 0,1-2-12 16,12-5-1-16,-2 4 0 0,0 13 4 0,9-5-9 15,2 4 4-15,1 3 4 0,8 2 1 0,-11 2 3 0,5 7-2 16,10 4 2-16,-10 0 0 0,-5 3 3 0,-1 5 1 16,10 6 1-16,-7-1-2 0,-5-3 1 0,-1 7 0 15,4 4 1-15,0 0-2 0,-9-7-1 0,2 10 1 16,-2-6-1-16,-3 12-1 0,-4-19 1 0,-2 8 1 15,-6 5 1-15,0-6-1 0,-6-5 2 0,-2 7 2 0,-2-4-1 16,-7 3 4-16,2-9-4 0,-14 12 0 0,2-9-44 16,1-4-24-16,-4-2-58 0,4-9-95 0,-9 0-284 15,-4-3-165-15,7-6-161 0,6 1 142 0,-13-3-221 16,-5-9-41-16,2 2-117 0</inkml:trace>
  <inkml:trace contextRef="#ctx0" brushRef="#br0" timeOffset="109832.32">10468 14437 258 0,'-47'-13'1062'16,"3"0"-617"-16,-9-5 140 0,19 7-248 0,-3-5-66 16,1 8-97-16,-1-3-55 0,10 6-36 0,-12 1 37 0,13 0-31 15,2 2-15-15,6 2 13 0,6 2-24 0,0 6 29 16,7 1-54-16,-4 15-7 0,6-15 0 0,0 15-6 15,3 11-31-15,0-4-4 0,3-9 4 0,4 9 24 16,-5-1-13-16,6 10-20 0,-1-20-1 0,2 7-1 16,2-6 4-16,4 8 14 0,-1-12 3 0,1-4 6 15,6 0 7-15,-1-3 15 0,-1-2-3 0,-4-3-6 16,-1-5-12-16,-6 0-6 0,14-2-5 0,-8-6-1 0,10-5-2 16,-6 0 3-16,-1-4-3 0,-5 4 4 0,5-16 2 15,-5 5 3-15,-6-2 3 0,-9 5 0 0,3-13 10 16,-3 5 3-16,-2-1 3 0,-2 7-6 0,2-7 10 15,-7-7 6-15,-3 3 4 0,6 15-15 0,-8-10 11 16,2 5 24-16,-6 0 22 0,10 15-31 0,-1 5 12 16,0-3-3-16,-8 1 7 0,11 6-24 0,-3 0-18 0,-6 2-9 15,12 4-8-15,-14 21-3 0,10-14-3 16,2 5-3-16,-1 8-3 0,-3 4 0 0,7-3 3 0,2 10-1 16,-6-8 11-16,-3 2-7 0,6-5-2 0,-6 14-3 15,-2-8 3-15,-4-3 6 0,4-10-1 0,-5 10-7 16,2-5 8-16,2-6 2 0,3-7 2 0,6-6 6 15,-12 8 16-15,-2-2 16 0,14-11 29 0,-18 2 63 0,15-4 35 16,-11-3 53-16,3-1-54 0,10 3-49 0,-13-15 21 16,11 8-59-16,-9-17-33 0,12 12-41 0,0-9 0 15,1 0-5-15,1-8 0 0,4 13-4 0,-3-7 1 16,3 2-4-16,0 0-2 0,0 6 1 0,0 2 0 16,0 3 0-16,3 5-1 0,-3 5-3 0,0-12-6 15,0 15-1-15,0 0-1 0,0 0 4 0,0 0-3 0,7 18 0 16,-7-8 9-16,0 12 3 0,-7-4 3 0,2 6 2 15,-1-4-1-15,-3 7-1 0,0-8-2 0,-6 3-1 16,-2 4 0-16,-3-3-1 0,4-10-2 0,-10 6 0 16,2-8 1-16,-8 2-9 0,11-6-1 0,-6 2-3 15,1-4 1-15,0-5 33 0,5 0 27 0,1-5 24 16,-4-4 38-16,3 0 11 0,3-4 2 0,4-2 0 16,2-5-34-16,4-4-29 0,1 6-30 0,2-15-15 15,5 12-9-15,0-6-1 0,0 7-4 0,2-2-3 0,1 2-3 16,4 6 1-16,-5 4 0 0,4-1 2 0,0-8-5 15,-3 19 1-15,2-10 0 0,-5 7-1 0,4 3-6 16,-8 0 3-16,4 3 0 0,0 7 5 0,-2 3-2 16,-13 14 3-16,3-3 6 0,0 0 0 0,-8 2-2 15,-9 9-20-15,-1-9 1 0,9-8 6 0,-9 6-6 16,-2-2 8-16,-6 4 14 0,8-10 15 0,10-5 8 0,-13-3 12 16,-2 2 12-16,11-7 26 0,10 0-5 0,-9-6 38 15,11 3 2-15,-9-6 25 0,18 4-51 0,-6-7 37 16,3 0-23-16,4-4-35 0,2 2-43 0,5-13 4 15,7 0 13-15,5-3-6 0,5-1-28 0,4-2-30 16,6 3 16-16,3-2 9 0,1 9-3 0,11-10-19 16,-11 1 4-16,5 8 22 0,-4 5 13 0,5 0-13 15,-1 1-44-15,-2 6-134 0,-4 5-116 0,-2 0-63 0,4 2-291 16,-6 2-140-16,-8 0-190 0,-9 0 180 0,1 2-153 16,4-2-75-16,-5 8 23 0</inkml:trace>
  <inkml:trace contextRef="#ctx0" brushRef="#br0" timeOffset="110044.75">9787 13901 2609 0,'3'-19'892'0,"-3"11"-306"0,0 0 174 0,0 8-456 15,-9-5-211-15,-6 3-75 0,3 4-24 0,1 5-12 16,-3-3-28-16,-13 6-71 0,3-2-125 0,7 0-165 16,-5 2-195-16,5 3-159 0,2-4 191 0,-5 1-230 15,-1 1-801-15</inkml:trace>
  <inkml:trace contextRef="#ctx0" brushRef="#br0" timeOffset="110263.17">8288 14734 720 0,'0'3'2846'0,"-15"0"-1969"0,9-3-221 0,6 0 102 15,0 0-858-15,6-6-165 0,2-8-39 0,2 5-253 16,12-19-178-16,-7 2-176 0,-6 5 285 0,1-7-120 15,-2 6 139-15,-2-2-57 0</inkml:trace>
  <inkml:trace contextRef="#ctx0" brushRef="#br0" timeOffset="110348.94">8361 14498 906 0,'-2'-13'595'0,"-8"0"260"0,1 5-93 16,-11-10-59-16,8 9-295 0,-5 0 102 15,7 3-30-15,-10-2-160 0,2 2-149 0,12 4-79 0,-14 0 16 16,14 2-40-16,0 2-39 0,0 0-36 0,-6 9-77 16,9-11-163-16,0 16-252 0,3-14-7 0,3 15-554 15,-3-4 171-15,3-10 18 0,-6 5-209 0</inkml:trace>
  <inkml:trace contextRef="#ctx0" brushRef="#br0" timeOffset="112781.46">939 14305 855 0,'-5'-13'412'0,"1"13"35"0,-2-11-86 0,6 9 159 16,-2-5-53-16,-5-8-51 0,4 2-145 0,1 6 129 15,-1-4-16-15,0-7 29 0,3 10-44 0,-4-3-5 16,2-10 11-16,-4 13-55 0,4 0-111 0,-5-10 91 16,4 4-70-16,1 6-62 0,-2-3-88 0,4 9 22 15,-3-5-5-15,3 1-20 0,0 6-49 0,0 0-10 0,-3 0-1 16,6 0-9-16,-6 0-19 0,3 0 6 0,3 0 9 16,-3 0-2-16,3 10-5 0,-3-1-1 0,6 17 2 15,0-5 2-15,-2 3-3 0,1-5 0 0,4 7-1 16,-3 8-3-16,3-8-1 0,-4-4 6 0,1 4-5 15,0-2 5-15,2 7-3 0,-4-11 10 0,4 8 2 16,-1-4 5-16,1 5-19 0,-1-7-9 0,5 4-13 16,-7-5-9-16,4-5-7 0,3 8-12 0,-6-10 24 0,-1-7 6 15,7 8 23-15,-2-1 10 0,-8-6 6 16,8 5 2-16,-10-13-1 0,10 11-1 0,-10-11-5 0,0 0-5 16,10 11-2-16,-8-11-2 0,-2 0 2 0,12 2 1 15,-9-2 1-15,-3 0 3 0,12-6-1 0,-5 1 4 16,-5-5 11-16,1-11-7 0,0 8-7 0,-1-9-2 15,-2-6-2-15,0-2 4 0,0-2-13 0,-2 8-1 0,2-7 0 16,-6-12 18-16,4 7 4 0,-5 8-11 0,2-8 1 16,-2-12 19-16,2 0-1 0,2 15-8 0,0-13-6 15,-3 4-4-15,3-13-6 0,3 25-20 0,-3-7-14 16,-1 1 1-16,2-5-5 0,-4 18 8 0,4-7-3 16,-2 4 15-16,-2 2 18 0,4 8 1 0,-1-8 5 15,3 6 8-15,-4 0 7 0,1 10 0 0,3-8-6 0,-2 5 15 16,2-2-3-16,0-6-6 0,0 14-12 0,0-8-23 15,2-3-10-15,1 8-3 0,1 1 0 0,-4 3-13 16,8-7 1-16,1 7 18 0,-3 1 14 0,6-3 7 16,2 1 8-16,-2 3 1 0,12-4-4 0,3 6 3 15,2 0 3-15,3-2 25 0,-5 2-5 0,10-5 8 16,5 2-9-16,14 0 5 0,-20 0-12 0,10-1 4 16,10-2-27-16,-2-2-13 0,14 0-1 0,-27 1 12 15,11-4-10-15,4 3-12 0,0-3 0 0,0-5 3 0,-5 5 13 16,2-2 10-16,-1 2-2 0,-4 2 15 0,2-2 9 15,-12 5 0-15,-3 1-28 0,-11 0-9 0,5 2-15 16,-19 3 0-16,10-5-2 0,-14 5 10 0,6 0-1 16,-6-2 34-16,-1 2 3 0,-5 0-6 0,4 0 9 15,-8 0 27-15,8 0-1 0,-4 0-7 0,0-9-11 16,0 4 17-16,-4-3-2 0,4 0-14 0,-3 8-21 0,1-14 2 16,2 12 3-16,-6-11-2 0,6 13-15 0,0 0 6 15,0 0-3-15,-4-7-12 0,2 1-4 0,2 6-10 16,0 0-11-16,0 0 8 0,0 0-53 0,0 0-91 15,0 0-25-15,0 0-35 0,2 13 19 0,-2-7-269 16,4 3-66-16,-1 0-173 0,0 2-95 0,-3-4 147 16,-6 1-185-16,-6 8-674 0</inkml:trace>
  <inkml:trace contextRef="#ctx0" brushRef="#br0" timeOffset="113448.67">1410 14274 55 0,'0'-17'929'16,"-3"10"-547"-16,1-6 90 0,-1 0-151 0,-4 7 8 15,5-4-128-15,-6-9-1 0,4 8 23 0,-4-9 24 16,-2 3-5-16,8 1-30 0,-4 3-46 0,2-11 76 16,2 4 2-16,-4 4-42 0,6 12-65 0,3-14 21 15,-3 8-22-15,0 1 3 0,0 2-12 0,0-1-54 0,-3 8 9 16,6 0-12-16,-3-8-10 0,0 0-10 0,0 10-21 16,0-2-13-16,0-2-4 0,0 2-3 0,0 2 3 15,9-2 0-15,-3 3 0 0,-4-3-9 0,10 8-5 16,-2-3-7-16,-2 3-3 0,1-3 9 0,-1 4 1 15,1-1 3-15,6 5-1 0,-8-6 5 0,7 15 12 16,-3-4-4-16,-4-1-6 0,-2 6-4 0,-2-4-6 0,6 16-6 16,-9-2 4-16,0-4 2 0,-3-5 0 0,1 11-1 15,-5 13 0-15,2-15 6 0,2-6 4 0,-4 5-3 16,5 3-5-16,-1-1-3 0,3-13 1 0,0 0 0 16,-3-13-1-16,6 14-9 0,-3-18 4 0,5 16-1 15,2-5 5-15,-4-8 1 0,2 4 1 0,-5-11 0 16,15 13 8-16,-1-10 1 0,-7 0 0 0,16-3 4 15,-5-3 4-15,5 0 4 0,1-4 3 0,-7 1-7 16,5-5 7-16,0-2-1 0,5 0-5 0,-5 3-5 0,0-4-3 16,0 4-8-16,-2 0-41 0,-8 4-61 0,2-2-315 15,-2 0-142-15,3 1-157 0,-8 1 72 0,3-5-221 16,-10 11-19-16</inkml:trace>
  <inkml:trace contextRef="#ctx0" brushRef="#br0" timeOffset="113830.65">2348 13940 55 0,'0'-13'949'0,"2"13"-573"0,-7-6 107 16,1-1 100-16,-4 1-95 0,1 4-272 0,5-1 26 15,-18 1-12-15,8-1-27 0,-3 0 18 0,0 3-94 0,1 3 43 16,-16 0-22-16,16-1-26 0,-1 3-47 0,-16 8-7 16,14-2 8-16,-3 0-5 0,5 0-16 0,1 7 23 15,-1 3-7-15,-4-3-9 0,11-5-20 0,-4 4-21 16,3 4-4-16,4 9-1 0,2-15-7 0,-1 12 2 15,4-6-9-15,4 2 2 0,8 7 3 0,-4-1-2 16,7-9-1-16,-1 2 3 0,8-7 9 0,-2 2-1 16,4 1 0-16,-2-9-3 0,5 0-3 0,-6 0-9 0,21 1-9 15,-10-1-26-15,4-4-170 0,-11-1-117 0,8 0-355 16,2-2-114-16,9-4-196 0,-20-2 337 0,3 4-962 16</inkml:trace>
  <inkml:trace contextRef="#ctx0" brushRef="#br0" timeOffset="114268.46">3267 14202 45 0,'0'0'690'0,"0"0"-162"16,0 0 29-16,0 0 34 0,0 0-176 0,0 0 62 16,0 0-74-16,0 0 55 0,0 0-215 0,0 0-134 15,0 0 5-15,-5-5-28 0,-5-1-18 0,-11 6-26 16,6 0 21-16,-2 4 19 0,-10-4 25 0,15 0-15 0,2 2 32 16,-5 1 11-16,0-3-18 0,3 0-53 0,0 0-9 15,-2 2-33-15,4 0-22 0,2-2-5 0,4 0-17 16,-7 4-62-16,7-4-106 0,4 0-40 0,-12 5-267 15,12-3-121-15,0-2-329 0,0 0 335 0,0 0-150 16,-2-2 70-16,4 7-282 0</inkml:trace>
  <inkml:trace contextRef="#ctx0" brushRef="#br0" timeOffset="114498.84">3506 14428 730 0,'12'9'494'0,"-12"-9"-141"0,5 9 74 16,-2-7 26-16,-3-2-79 0,0 0-97 0,0 0 237 16,0 0 102-16,0 0 22 0,0 0-156 0,-3-2 138 15,-2-12-12-15,-10 6-220 0,8 6-166 0,-5-3 2 16,-10-1-87-16,0-1-111 0,8 4-20 0,6 3 0 16,-19 0-9-16,0 0 2 0,3 0-2 0,10 0-7 15,-6 3-65-15,1 1-142 0,4-1-208 0,1-3 30 16,2 3-377-16,-8 0-242 0,14-1-87 0,-3-2 322 0,9 0-379 15</inkml:trace>
  <inkml:trace contextRef="#ctx0" brushRef="#br0" timeOffset="115345.58">5005 13429 741 0,'0'4'493'0,"0"-2"-227"15,3 5 106-15,-3-7 71 0,0 0-219 0,0 0-44 0,0 0 76 16,0 0-4-16,0 0 131 0,0 0-141 0,0 0 72 15,0 0-35-15,0 0-7 0,0 0-37 0,9 0 57 16,0 0-90-16,-6-2-40 0,9-3-68 0,-1-1 5 16,1-1-19-16,14-6-49 0,-8 0-17 0,-9 2-7 15,9-5 3-15,3-5 9 0,-4-1-4 0,-5 6-4 16,0-4 1-16,3-2 1 0,5-4 2 0,-11 7-10 0,3-2-4 16,3-3-6-16,0 3-7 0,-10 8 3 0,7-5-6 15,-3 9 1-15,-6-2 1 0,-3 11 3 0,8-9 4 16,-8 5 4-16,0 8 1 0,0-4-1 0,0 0 0 15,0-4 0-15,0 8-1 0,0 5 1 0,4-5-1 16,-4 14 1-16,0-2 2 0,0 16 5 0,0-12 2 16,3 10 1-16,-1-1 2 0,4 2 0 0,-2-4-1 0,1 12-1 15,0-1-5-15,2-6-5 0,-2-6-4 0,2 8-14 16,5 3-145-16,-7-10-117 0,1-6-74 0,0 6-247 16,6-3-199-16,-6-6-76 0,3-5 125 0,-4 0-599 15</inkml:trace>
  <inkml:trace contextRef="#ctx0" brushRef="#br0" timeOffset="115679.7">6048 13879 917 0,'18'6'545'0,"-6"-6"-126"0,-10 0-84 0,1 3 74 15,9-1-128-15,-12-2 31 0,0 0-115 0,0 0 95 16,0-2 30-16,0 4-16 0,0-2-54 0,-8 5-36 16,1 1-37-16,-15-4-65 0,3 1-63 0,-13-1-11 15,-7 4-10-15,-2 1 18 0,-8-1 38 0,10 3-6 16,-15 0 58-16,-27 8 73 0,1-1-10 0,15-6-20 0,-29 4 83 16,-12 1-10-16,-41 9 60 0,52-11-107 15,-26 5 57-15,1-2-33 0,-2 1-60 0,29-2-56 0,-19 6 4 16,27-7-48-16,14-4-53 0,20 1-17 0,-5 2-1 15,3-2 0-15,15-7 0 0,20 0 0 0,-2-2 0 16,8-2 0-16,6 3-41 0,6-3-87 0,0-5-406 16,15-6-181-16,14-2-288 0,13-6-493 0,-13 9 586 15,12-7-333-15,6-1-765 0</inkml:trace>
  <inkml:trace contextRef="#ctx0" brushRef="#br0" timeOffset="116347.9">4620 14716 202 0,'-7'2'731'0,"-10"0"-86"16,-3 2-15-16,5-4 36 0,3 0-44 0,-3-4-219 15,1 0 246-15,-1 1-202 0,-4-5-100 0,17 3-167 0,-10-6 16 16,-6-4-54-16,13 6-60 0,-2 4-57 0,2-8 0 15,5 7-18-15,-3-5-13 0,3 11-2 0,3-18-4 16,5 10-2-16,-4 3 0 0,13-6 4 0,1 7 0 16,-4-2 14-16,10 1-4 0,-6 2-1 0,3 3-1 15,8 3 3-15,-9 2 2 0,2-3-7 0,-5 4-1 16,3 2-1-16,1 6 5 0,-13-10 1 0,7 12-1 16,-8-3-2-16,1 6 2 0,1 10 1 0,-6-11 1 15,-6 1 1-15,-2 2 0 0,-2 0 2 0,2-3-2 0,-13 10 2 16,0-10-6-16,-2 0-1 0,8-1 0 0,-8 6-4 15,-7 1 1-15,6-8 4 0,3-6 3 0,-2 7 5 16,-6-4 5-16,2-6 9 0,6-1 16 0,16-3-4 16,-20-3 9-16,13 0-2 0,1 0 8 0,5-6-21 15,-6-2 1-15,6-5-19 0,3 7-14 0,0-9-13 0,0-3-25 16,5-2-13-16,7 2-6 0,-2 5 13 0,5-6-24 16,5 6 4-16,-3 3 29 0,-2 2 24 0,9 3 7 15,-7 1 13-15,7 4 11 0,-19 0-4 0,29 4 5 16,-12 1 1-16,-3 6-5 0,-2-1-6 0,1 6-8 15,-4-3-1-15,1 5-1 0,4 1-4 0,-9-3 6 16,5-3 6-16,-8-8 7 0,10 14 0 0,-8-8-2 0,6-4 7 16,-12-1-6-16,2-1-5 0,4 0-1 15,-9-5-1-15,10 0-5 0,-5 0-3 0,-5-3 0 0,15-10-4 16,-6 6-26-16,-1-4-114 0,11-8-120 0,-5 1-216 16,1-6-174-16,0-2-172 0,-3 4 189 0,5-9-444 15,0 4-492-15</inkml:trace>
  <inkml:trace contextRef="#ctx0" brushRef="#br0" timeOffset="116730.88">5415 14424 67 0,'0'0'901'16,"0"0"-133"-16,0 0-158 0,0 0 91 0,0 0-214 15,0 0-96-15,0 0-135 0,-15 11-44 0,6-5-38 16,-14 3 14-16,2 2 20 0,-2 0 12 0,8-3-29 0,-11 3 151 15,-1-1-74-15,-2 1-12 0,5-5-55 0,-8 3 119 16,-2-3-73-16,2-1-70 0,9-3-54 0,-1 4 7 16,3-3-3-16,10-1-75 0,-1-2-22 0,-2-2-5 15,4-1-26-15,1 1-29 0,1-6-15 0,8 8-6 16,-3-9-48-16,-1-4-123 0,11 6-37 0,-2 1 55 16,2-4-68-16,8 4-49 0,2 1 92 0,-12 3 93 15,17-2 17-15,-10 4 76 0,8 4 27 0,-11-4 11 0,11 7 0 16,-5 4-2-16,2 5-6 0,-5-1 1 0,0 4-2 15,-2 2 0-15,2 6 2 0,-7-11 8 0,4 18 51 16,-3-8 66-16,-1 2 31 0,-1 0 7 0,1 1 4 16,-2-2-3-16,4 1-16 0,-5-1-54 0,1-8-60 15,0 12-14-15,1-9-4 0,-2-4-1 0,-2-12-1 0,3 14 2 16,0-7-1-16,-3-9-3 0,0-2-17 0,6 12-36 16,-6-14-69-16,0 0-98 0,0 0-87 0,0 0-306 15,0-6-189-15,8-12-367 0,-8 0 490 0,7-2-461 16</inkml:trace>
  <inkml:trace contextRef="#ctx0" brushRef="#br0" timeOffset="116918.38">5324 14549 511 0,'0'0'1827'0,"5"-9"-736"15,5 2-79-15,-10 7 240 0,0 0-711 0,5-6-169 16,0 4-187-16,2 13-127 0,-4-7-48 0,6 10 6 16,-1-1 11-16,1 14 39 0,-3-11 8 0,3 2 13 15,0-2-1-15,-1 5-5 0,2 14 5 0,-5-15-41 16,7 4-34-16,-3 5-20 0,-1 1-8 0,-4-3-21 15,7-1-15-15,-4-2-6 0,-2-1-69 0,4 1-185 0,3-7-78 16,-9-8-114-16,6 4-206 0,-3-4 53 0,-1-4-491 16,-5-5 91-16,12-5 309 0,-5 5 199 0,-2-13-445 15</inkml:trace>
  <inkml:trace contextRef="#ctx0" brushRef="#br0" timeOffset="117651.42">5753 14594 612 0,'0'0'2677'0,"0"0"-1816"0,-2 0-213 16,-8 8 12-16,8-8-403 0,4 0-141 0,-2 0-69 16,-2 0-4-16,4 0-2 0,-2 0 3 0,0 0-11 15,0 0 12-15,0 0-20 0,-2 0-12 0,2 0-8 0,2 0-1 16,8-5-5-16,2-1-2 0,2 3 1 0,-6 1 1 15,2-4 1-15,14-1 2 0,-19 4-1 0,25-13 6 16,-13 2-3-16,2-4-2 0,1-6-4 0,-6 6-2 16,8-6-6-16,0-8-28 0,-3 3-31 0,-8 9-22 15,7-10-41-15,-7-1-3 0,8-7-55 0,-14 14 60 16,-2-13-38-16,1 0 22 0,-8 3 53 0,1 10 28 0,-2-10-31 16,-10-4 24-16,3 12 35 0,0 8 18 0,-3-4 6 15,3 7 8-15,-2 2 8 0,8 8 8 0,-12-4 2 16,3 7 2-16,7 2 4 0,-7 2-5 0,-3 3-3 15,10-1-2-15,-4 5-2 0,0 5-2 0,6-1-4 16,0 8 2-16,3 8 4 0,3 1 1 0,0-3-1 16,3 15 1-16,1 0 1 0,1 0 1 0,0 3-3 0,2 3-3 15,5 1 0-15,-4 2-2 0,1-12 5 0,3 23 34 16,0-1 58-16,-4-8-2 0,2-14-25 0,2 16 24 16,-2 2 2-16,-3 3-6 0,2-12-48 0,-3 5-39 15,-4-5-6-15,5 0 0 0,-4 1 0 0,-1-6 0 16,1-6 3-16,0-3-1 0,-3-5 2 0,0-5-1 15,4 0 2-15,-4-5-2 0,0-10-1 0,0 5-1 0,2-14 2 16,-4 13-1-16,2-10 15 0,0-3 27 0,0 0 37 16,0 0 1-16,0 0 1 0,-7-13-4 0,7 5-11 15,0-19-41-15,3 6-101 0,1 3-24 0,1-11-68 16,4-19-85-16,-1 13-30 0,7 2-22 0,-8 6 60 16,7-12-106-16,6-12-73 0,-1 14 76 0,-4 13 93 15,2-11-17-15,0-2 25 0,1 6 41 0,-9 7 108 16,0 0 8-16,-6 3 52 0,0 5 17 0,-3 11 16 0,-3-8 15 15,-4 10 23-15,-1-10 24 0,-4 13-5 0,-9-2 29 16,-4 9 39-16,-2-1 9 0,6 1-19 0,-2 4 36 16,-4 0 15-16,1-1 68 0,11 0 38 0,3-2-59 15,0 1 78-15,0 4-3 0,7-3 75 0,2-7-160 16,3-3 15-16,-4 7-37 0,1-1-60 0,6-6-46 16,-3 0-13-16,-3 0-33 0,6 0-15 0,-3 0-4 15,9 0-3-15,1 0 2 0,4-2 5 0,1 2-5 0,-3-6-1 16,13-2-2-16,2 0-31 0,-12 2-40 0,3-1-169 15,0-4-229-15,-1 1-111 0,-2-1-40 0,-1 6-308 16,1-11 126-16,6 6-98 0</inkml:trace>
  <inkml:trace contextRef="#ctx0" brushRef="#br0" timeOffset="118001.48">6594 14854 214 0,'0'0'941'16,"-4"2"-349"-16,-4 9 49 0,-1-9-186 0,-1 1 72 16,-7 1-105-16,9 2-79 0,-7 2-35 0,3 0-145 15,3 0 19-15,0 3-56 0,-6 7-32 0,9-5-17 16,-3 11-23-16,4-6-12 0,5-2-13 0,0-8-9 15,5 14 18-15,-1-11-10 0,1-2 39 0,5-3 1 16,-8-3 29-16,13 5 27 0,9-5-22 0,-21-1-26 0,24-4 15 16,-7-1-38-16,4-8-16 0,-10 5-19 0,4-7 2 15,-1 0-4-15,2-3 2 0,-9 6 6 0,9-14 49 16,-4 6 33-16,-3 0 48 0,-4-2 9 0,1-1 0 16,-9 0-13-16,-3 2-22 0,-1 4-42 0,-4 1-101 15,-10-4-171-15,-5 8-74 0,-4 1-123 0,3 7-43 16,-13-7-341-16,-4 9-164 0,-3 6-284 0,10-3 548 0,-10 2-733 15</inkml:trace>
  <inkml:trace contextRef="#ctx0" brushRef="#br0" timeOffset="120160.87">31890 16200 651 0,'10'0'895'15,"-1"0"-218"-15,8 0 36 0,-17 0 175 0,12 0-493 16,-9 0 84-16,-3 0-99 0,3 0 30 0,9-2-190 15,-12 2 70-15,0 0 19 0,0 0-38 0,0 0-145 0,0-4-4 16,0 8-54-16,0-8-12 0,0 4-39 0,0 4-6 16,0-4-19-16,0 0 22 0,0 0-22 0,-10 2-38 15,5 5-8-15,-4-3 14 0,1 1 48 0,-7-3-29 16,0 4-21-16,-9-4 70 0,4 1 29 0,4-3-19 16,-6 2-1-16,-5-4-3 0,6 2 17 0,6-3-23 15,4 3-11-15,-8-4-7 0,5-2 8 0,8 3-1 0,-3-8 2 16,6 11 9-16,-6-13 8 0,9 13-5 0,0-13 21 15,0 11-17-15,9-7-6 0,1 2-9 0,10-1 2 16,1 3-18-16,2 5-6 0,4 0-4 0,2 0 3 16,0 0-1-16,5 9 2 0,-2 2-1 0,2 2 3 15,0 3 0-15,3 3 1 0,-8 8 0 0,-7-6 2 16,2 2 0-16,-10-1 0 0,-3 10 2 0,-4-1-1 0,-5-2-6 16,-2 3-3-16,0 0-2 0,-5-4-1 15,-7 5 0-15,3-7-2 0,-9 3 8 0,4-10 9 0,-8 4-5 16,0-4-12-16,-2-3 1 0,0-3-9 0,-2-5-32 15,0 0-118-15,2-2-159 0,-11-9-369 0,11 0 76 16,-3-2-396-16,-2-4-53 0,-3 2 53 0,2-1-457 16</inkml:trace>
  <inkml:trace contextRef="#ctx0" brushRef="#br0" timeOffset="120370.31">31207 16427 3001 0,'-2'0'1844'0,"2"0"-644"0,0 0-23 0,0 6-495 15,-3 5-488-15,3-11-189 0,0 0-3 0,8 10 2 16,-11-10 1-16,6 0 4 0,6 8-3 0,-9-2-2 16,3-6 0-16,-3 0-4 0,0 0-2 0,9 7-1 15,-9-5-12-15,0-2-74 0,0 0-146 0,0 0-69 16,0-2-422-16,0 4-324 0,-4-9-147 0,2-1 15 15,-4-10-279-15</inkml:trace>
  <inkml:trace contextRef="#ctx0" brushRef="#br0" timeOffset="120761.26">31004 16073 595 0,'0'0'2368'0,"0"-13"-1607"16,0 10-1-16,0 3-207 0,0 0-473 0,0 0-89 15,0 0-9-15,0 0 1 0,0 0-3 0,0 0 1 16,-4 0 1-16,2 16 9 0,-4-5 2 0,4-4 1 16,-13 20-9-16,3-11 2 0,0 0 1 0,0-3 0 15,-3 2-9-15,-2-4 5 0,-2-6 1 0,5 1 9 16,-12-4-5-16,5-4 3 0,-3 2 4 0,1-6 5 0,5 1 4 15,-8-6 7-15,2-2 36 0,3 0 52 0,-2-3 59 16,6-2 43-16,-4-6 56 0,3 0 34 0,4-4 32 16,2 1-10-16,0-5-38 0,4-10-12 0,4 7-53 15,1-5-2-15,0 1-30 0,6-9-5 0,-3 17-91 0,3-11 14 16,1 1-16-16,-2 5-53 0,4-1-17 0,-4-1-9 16,5 6-2-16,-4 3 0 0,-3 9 0 0,0 1 0 15,0 10-1-15,0-6-66 0,-3 15-115 0,3 0-102 16,-15-5-221-16,6 7-232 0,-20 3-517 0,14 3 358 15,-5 3-256-15,-7 5 46 0,-2-3-793 0</inkml:trace>
  <inkml:trace contextRef="#ctx0" brushRef="#br0" timeOffset="121363.65">30220 15605 1871 0,'7'-16'2788'0,"-5"16"-2002"16,-2 0 267-16,0 0-546 0,12 13-441 0,-12-8-49 0,3 4 1 16,5 11-55-16,-4-4-27 0,7 14-29 0,-5-12 33 15,0 8-21-15,3 6 1 0,0 8 0 0,-1-14 67 16,-1 12-9-16,4-1-4 0,-5-4-4 0,0 2 1 16,0-4 0-16,-3 2 7 0,2-2 22 0,-2-7 21 15,-3 5 18-15,0 3 27 0,-3 2 59 0,-2-13-38 16,2 3 17-16,-6 0-13 0,0 0-4 0,3-16-14 0,-14 7-21 15,2-2-34-15,-2-4-4 0,2-4-3 0,-3 1 0 16,-3-4 0-16,-8-2 10 0,8-8 41 0,7 5 11 16,-15-8 38-16,2 2 17 0,-2-8 41 0,8 4-69 15,3-5 25-15,-4-4-36 0,6 2-47 0,11 3-27 16,-4-3-9-16,0-2-6 0,9 15 0 0,-3-10 0 16,3 10 0-16,0-4 0 0,3 11 0 0,0-2 0 15,0-9 0-15,0 11 0 0,0 0 0 0,0 0 0 0,10 0 0 16,0 7 0-16,-3-3 0 0,-2 9 0 0,-2-8 0 15,4 14 0-15,-5 7 0 0,-4-16 0 0,-1 3 0 16,-4 15 0-16,2-8 0 0,2-14 0 0,-11 10 0 0,4-3 0 16,-2-2 0-16,-12 4 0 0,7-8 0 15,-12-1 0-15,5-3 0 0,-6-3 0 0,4-3 0 0,-19-3 0 16,8-1 0-16,-2-1 0 0,15-3 0 0,-20-5 0 16,6 1 0-16,0-3 0 0,5-4 0 0,1 1 0 15,0-3 0-15,3 1 0 0,-1-7 0 0,16 6 0 16,-5-5 0-16,7-2 0 0,-3-12 0 0,10 14 0 15,0-11 0-15,-2 1 0 0,-1-14 0 0,8 22 0 16,-7-13 0-16,5 2 0 0,-4-8 0 0,2 21 0 16,2-6 0-16,2 1 0 0,-3 2 0 0,0 14 0 0,-1-1 0 15,-1-7 0-15,2 19 0 0,-9-15 0 0,7 16 0 16,-4-7 0-16,-3 0 0 0,12 13 0 0,-8-5 0 16,1 0 0-16,7 5-12 0,-12-4-128 0,9 4-145 15,3 0-409-15,0 0-142 0,0 0-210 0,-2 4 153 16,-1 6-308-16,14-2 12 0,-5 0-64 0</inkml:trace>
  <inkml:trace contextRef="#ctx0" brushRef="#br0" timeOffset="121586.06">29610 15768 761 0,'10'-2'1196'0,"0"2"-647"0,-6 0 216 16,4 0 7-16,2-3-13 0,-8 3-405 0,10-2 38 15,-4 2-31-15,8-3-73 0,-10 3-112 0,8-3 55 16,-4 6-68-16,7-3-38 0,1 3-61 0,-12-3-26 16,9 5 6-16,2-3 1 0,-9 2-48 0,2-2 0 15,11 0-9-15,-6 1-20 0,-5-1-3 0,9-2-18 16,1 4-183-16,-3-2-194 0,-7 1-122 0,2-3 9 0,-12 0-341 16,14-3-253-16,-11 3 105 0,-3 0-181 15</inkml:trace>
  <inkml:trace contextRef="#ctx0" brushRef="#br0" timeOffset="122160.52">28709 15482 2877 0,'-6'-18'1611'15,"2"-1"-336"-15,2 12-164 0,2-9-534 0,0 16-514 16,0-3-121-16,0 6-39 0,0-3-13 0,0 0 26 16,0 0-39-16,0 0 22 0,9 16 63 0,-6-3 36 0,-1 5 2 15,1 12-2-15,1 4-5 0,-1-8-8 0,2 9 13 16,-2 7 3-16,1 1 2 0,1-1-2 0,2-13 2 16,1 6 4-16,-2 12 14 0,2-13-17 0,-1-7-2 15,1 10 0-15,-5 0 7 0,3-2-6 0,-3-9-1 0,-3 6-41 16,-3-1-45-16,-3 6-27 0,3-18 42 15,-5 8-25-15,-7-3 4 0,-6-4-3 0,6-3 65 0,-5-4 24 16,-9-3 4-16,-4 0 1 0,1-4 44 0,-4-3 129 16,4-3 55-16,-3 0 24 0,-9-6 96 0,13 3-143 15,-3-1 69-15,-2 1-60 0,3-3-139 0,9 1-44 16,4 3-17-16,11-2-15 0,-8 0 0 0,17 4 0 0,-3 0 0 16,-9-5 0-16,12 5 0 0,0 0 0 15,5 9 0-15,5 0 0 0,11 12 0 0,-10-11 0 16,3 3-1-16,8 11-39 0,-8-5-33 0,-1-5 4 0,-1 4-39 15,-4 1-10-15,-2 4-33 0,-3-10 40 0,-3-5 52 16,-3 3 9-16,-6 7 29 0,-8-10 23 0,-1-3 6 16,-13-5 29-16,-1-2 47 0,-6-3 21 0,8-3-17 15,-14-3 29-15,-17-7 22 0,17 2-32 0,8 3-46 16,-17-13-21-16,13-1-27 0,-2 0-13 0,18 9 0 16,-17-14 0-16,14 6 0 0,1-4 0 0,11 12 0 15,-5-8 0-15,8 6 0 0,5 2 0 0,7 3 0 16,0 4 0-16,7-5 0 0,5 3 0 0,0 5 0 0,8-3-23 15,1 9-105-15,-1 6-199 0,10 5-400 0,-13-4 97 16,4 8-411-16,2 0-165 0,-8 9 33 0,1-3 83 16</inkml:trace>
  <inkml:trace contextRef="#ctx0" brushRef="#br0" timeOffset="122345.03">27980 16756 584 0,'-5'10'2376'0,"0"1"-1380"0,5-1-221 15,0-10-91-15,-4 0-330 0,8 0-20 0,-4 0-178 16,8 3 64-16,-2 0 38 0,6-6 90 0,-6 3-134 0,11-3 45 16,-5 0-70-16,15 1-55 0,-10-3-76 15,7 5-28-15,0-3-17 0,5 0-17 0,-9 1-11 0,-14 2 0 16,18-3-28-16,-12-3-149 0,-7 6-105 0,-5-2-86 16,12-3-332-16,-15 5-267 0,3-13-452 0,-2 7 609 15,-1-5-265-15,-6-4-790 0</inkml:trace>
  <inkml:trace contextRef="#ctx0" brushRef="#br0" timeOffset="122494.63">27439 16327 1621 0,'0'0'2233'0,"-10"3"-1123"0,5-1-541 0,5-2-596 16,0 0-586-16,-5 0-319 0,-5 0-289 0,10 0 488 0,0 0-576 15</inkml:trace>
  <inkml:trace contextRef="#ctx0" brushRef="#br0" timeOffset="122626.27">27319 16118 217 0,'-16'-14'4137'0,"10"7"-2954"0,4 4-8 0,-8-5-433 15,10 8-550-15,-5-2-534 0,-7-4-89 0,12 6-84 16,-3 0-40-16,-9-3-376 0,12 3 40 0,0 0-14 0,0 0 305 15,0 0-152-15,0 0-189 0</inkml:trace>
  <inkml:trace contextRef="#ctx0" brushRef="#br0" timeOffset="125296.14">19790 16213 44 0,'4'-11'871'0,"-4"3"-485"0,2-5-42 0,-2 6 158 16,6-13 87-16,-6-2-226 0,6 2-39 0,-3 12-78 15,0-10 129-15,-1 2-37 0,1 3-40 0,1 0-66 16,-1 0 221-16,-3 2-63 0,2-7-36 0,-2 14-72 16,3-9 154-16,0 2-121 0,-3 11-63 0,4-7-122 15,-4 1 46-15,0 6-72 0,0-2-64 0,0 2-17 16,0 2-9-16,0-4-9 0,0 4-3 0,0 2 0 0,2 11 4 16,-2 9-2-16,0-3 1 0,-2 9 1 0,-5-1-2 15,4-1 0-15,-2 7 0 0,-4 5 0 16,-1-14-1-16,-4 11 0 0,2 1 0 0,1-5 1 0,-4 7-1 15,1 3-3-15,-1-3-1 0,-1 2-2 0,8-8-1 16,-4 4 1-16,0-5-1 0,4 4 0 0,4-19 3 16,1 10 3-16,3-8-1 0,0-6-1 0,0 1 2 0,0-6 0 15,0 6 4-15,0-6 2 0,3-7-2 0,1 4 5 16,1-1 8-16,5-3 16 0,-5 4 1 0,4-6-12 16,-1 0 8-16,4 3 4 0,6-3-10 0,-9 2-14 15,20-2-2-15,-2-2-10 0,2-1 0 0,-9 3 0 16,7 0 0-16,12-3 0 0,-15 0 0 0,-4 3 0 15,4-2 0-15,5-1 0 0,-5 3 0 0,-7 0 0 0,3-2 0 16,7-2-91-16,0 4-190 0,-10-2-77 0,7 0-364 16,6-4-562-16,-9 3 71 0,-1-4 11 0,-3 3 16 15</inkml:trace>
  <inkml:trace contextRef="#ctx0" brushRef="#br0" timeOffset="125877.58">20886 16229 628 0,'18'-13'415'0,"6"-3"-31"16,-4 0-28-16,-8 3 32 0,-3 2-128 0,3-4-78 15,-7 4 12-15,1-2 40 0,-2-4 67 0,-2 17-56 16,-2-13 2-16,0 6-1 0,-2-2 30 0,-2 4-143 16,-7-1 2-16,2 4-37 0,-15-3-39 0,1 5-21 15,-1 3 0-15,-3-1 6 0,-11 4 19 0,8-1 38 16,-5 3 51-16,-3 2 17 0,-16 7 55 0,25-2-69 0,-12 7 71 15,3 1-3-15,5 3-48 0,6 6-9 0,2 3 12 16,6 5 4-16,-1 10-7 0,8-14-52 16,3 4 24-16,6 1-7 0,3 3 46 0,10-13-58 0,2-9-46 15,8 4 17-15,9 11-4 0,0-10-37 0,-2-8-30 16,12 10-15-16,-1 0-11 0,4-8-2 0,-13-8 0 16,6-2 0-16,9 2 0 0,-15-8 0 0,-5-2 0 15,6-1 0-15,-1 2 0 0,-14-4 0 0,-9-4-31 16,14 4-221-16,-10 0-347 0,-5 0-432 0,-5 0 173 0,3-13-355 15,1 10-1-15,-20-10-1283 0</inkml:trace>
  <inkml:trace contextRef="#ctx0" brushRef="#br0" timeOffset="127377.57">21785 16538 37 0,'15'-2'741'0,"-7"-4"-430"0,-1 6-60 0,-5 0 94 15,13-5 64-15,-6-3-185 0,-6 8-78 0,2-5-17 16,5 0 91-16,-5 2-2 0,4-5-13 0,-9 8-55 16,15-2 117-16,-15 2-29 0,12-4-41 0,-9 4-45 15,2 0 32-15,4 0-15 0,-9 0-42 0,0 0-52 16,0 0 10-16,0 0-25 0,-2 0 25 0,2 0 9 15,2 0 50-15,-4 0 57 0,4 0-39 0,-2 0-39 0,-12-2 39 16,0 2-30-16,-2 0-72 0,-6 0-25 0,-2 0-23 16,-10 0 4-16,0 2-6 0,-1-2-3 0,13 0-3 15,-15 4 7-15,5-4-2 0,4 0 8 0,8 0 10 16,-5 0 20-16,8 0 3 0,-6-4-8 0,16 2-12 16,-17 2 16-16,22-2-28 0,-2 2-29 0,-11-3-54 15,13 3-152-15,0 0-223 0,0 0-153 0,0 0-4 16,15-6-334-16,0 4-242 0,12-1 308 0,-3 1-641 15</inkml:trace>
  <inkml:trace contextRef="#ctx0" brushRef="#br0" timeOffset="127655.83">22079 16795 84 0,'16'-5'1457'0,"-16"5"-555"0,0 0-190 0,2 0-139 16,13-6 74-16,-15 6-173 0,0 0-49 0,0 0-209 15,0 0 71-15,0 0 54 0,-3 0-142 0,-6-10-70 0,6 7 22 16,-9-8-21-16,3 9-30 0,-3-6 3 0,4 5-30 16,-4-4 36-16,-15-4-3 0,3 5-7 0,2 4-20 15,-12-1 18-15,5-1-46 0,2 4-6 0,5 0-14 16,-14 0 4-16,16 0-16 0,-2 2-10 0,8 0-10 15,3-2-78-15,-8 3-139 0,5-3-207 0,11 2-26 16,3-2-637-16,0 0 1 0,0 0-29 0,0-5 327 16,3-8-138-16,11-2-427 0</inkml:trace>
  <inkml:trace contextRef="#ctx0" brushRef="#br0" timeOffset="129478.95">23514 15928 422 0,'-3'-3'689'0,"6"6"-218"0,-3-3 43 0,0 0-104 16,0 0 212-16,0 0-196 0,-3-3-36 0,6 6-91 15,-3-3 32-15,-3-3-73 0,6 6-54 0,-3-3-55 16,-3-3 17-16,6 6 15 0,-3-3 6 0,0 0-43 15,3 0 97-15,11 0-48 0,1-3-3 0,0 3-27 0,-6 0-87 16,9-8-2-16,6 3-18 0,2-8-13 0,-11 7-30 16,5-7-9-16,7-1-15 0,14-4-8 0,-17 10 13 15,3-10-2-15,-5 5 2 0,14-9 15 0,-18 11-1 16,3-4 5-16,-6-4 3 0,7-4-3 0,-10 6-3 16,3-1 3-16,-3-1 0 0,0 1 7 0,-7 9-3 15,7-4 3-15,-5 4 10 0,-7 9 9 0,5-11 0 16,-2 8-10-16,-3 3 11 0,0 0 2 0,0 0-14 15,0 0-15-15,0 0-1 0,0 0-5 0,0 0-18 0,-5 8-3 16,-2 0-12-16,-1 10 2 0,-1 1 7 0,-1-1-2 16,5 15-6-16,-4-7 22 0,3-3 5 0,6-6 9 15,-9 20 8-15,4-14-1 0,-1-2 6 0,2-5-8 16,-1 10 8-16,-2-2-8 0,5-15-26 0,2 9-13 16,-6 6-136-16,4-9-81 0,-2 2-114 0,1-7-151 0,0 0-1 15,-6 10-559-15,9-13 59 0,-3 1 82 0,3 3 239 16</inkml:trace>
  <inkml:trace contextRef="#ctx0" brushRef="#br0" timeOffset="129776.16">24053 16160 211 0,'4'0'910'0,"1"-2"-545"16,5-2 221-16,-10 4 8 0,10-4-144 0,-6 4-226 15,-4 0 40-15,0 0 25 0,0 0-106 0,0 0-42 16,8-3 38-16,-1 1 47 0,-7 2-52 0,-4 0-44 16,4 0 9-16,4 0 99 0,-8 0-38 0,8 0-4 0,-4 0-61 15,-12-6 75-15,9 6-66 0,-9 0-75 0,3-3-33 16,-8 1-13-16,-5 2-15 0,-7-2-3 0,6 2-2 16,-13 0 5-16,2 0 8 0,-2 0 27 0,6-4 3 15,-14 4 67-15,8 0-4 0,4-2 0 0,8 2-30 16,-16-3 38-16,7 3-53 0,6-2-20 0,13 2-38 15,2 2-77-15,4-4-108 0,8 4-164 0,0-2-238 16,0 0-38-16,0 0-646 0,5-2 238 0,4-1-17 0,3-3-491 16</inkml:trace>
  <inkml:trace contextRef="#ctx0" brushRef="#br0" timeOffset="131309.06">25382 16454 26 0,'12'0'457'0,"6"3"-257"16,2-1 138-16,-10 1-55 0,10-3-15 0,-11 0-104 16,8-3 17-16,3 3-68 0,-20 0 14 0,12-2-11 15,-9 4 89-15,-3-4-4 0,0 4 1 0,0-2 4 0,0-2-19 16,-3 4-32-16,-9-2-19 0,12 0-21 0,-2 0-43 16,-10 3 5-16,9-6-19 0,-12 6-6 0,6-3-12 15,-6 2-17-15,-14-2-7 0,6 4-6 0,5-4-3 16,-17 2 7-16,8 0-4 0,-5-2 30 0,6 3 12 15,-10-1 23-15,4-2 5 0,-7 4-1 0,12-4-18 16,-27 0 43-16,12 2-52 0,-3 1-9 0,-7-3-6 16,10 0-11-16,-6 2 11 0,2-4 11 0,-18 4 10 0,28-2-29 15,-11 0 8-15,-4 2-8 0,5 2-7 0,2-2-12 16,0 1-14-16,2 2-4 0,-3-2-6 0,10 0 4 16,-3-1 3-16,-4 0-2 0,7 1 0 0,-1 0 2 15,2 0 7-15,-2-1 9 0,4 1 3 0,0-1 7 16,-2-2 6-16,2 4 5 0,-2-4 0 0,-8 2-1 15,18 0-14-15,-2-2 1 0,-1 0-4 0,-5 0-6 0,12 3-6 16,-1-3-1-16,1 2 0 0,-2-2-1 0,14 0-2 16,-22 4 1-16,22-2 1 0,-14 1 1 0,14-3 0 15,-4 6 0-15,-2-4 1 0,4 0-4 0,-2 1-15 16,2-1-13-16,10-2-7 0,-22 6-9 0,17-3 10 16,-5 1-5-16,8-4 3 0,-16 4 17 0,12-2 10 15,-2-2 11-15,4 0 2 0,-11 3-4 0,0-3 2 16,13 0 4-16,-10 0 1 0,9-3 0 0,-17 8-4 15,11-5 2-15,-1 0 3 0,-2 0-2 0,-2 3-5 0,8-3 3 16,-11 0-3-16,5 0-2 0,0 0-1 0,-8 0 1 16,5 3-4-16,-3-3 0 0,-5 0-4 0,11 0 7 15,-3 3-1-15,-11-1-2 0,14 0 1 0,-8 1 5 16,10-3-3-16,-11 3-3 0,4 0 1 0,5-1-2 0,1-2 3 16,-4 3-4-16,6-3 2 0,-12 2 2 0,3 2 6 15,10-4-4-15,-10 2 6 0,3 0 8 0,10 1-2 16,-7-1 1-16,0-2 0 0,0 4 1 0,6 1-3 15,-8-3-2-15,7-2-4 0,-8 6 1 0,5-4-1 16,3-2 0-16,-1 5-2 0,4-5 1 0,-13 4 0 16,17-4-1-16,-13 5 1 0,8-5 0 0,-10 4 3 15,13 0-1-15,-10-4 0 0,12 2 0 0,-19 1 1 16,19-1-1-16,0-2-2 0,-11 0 0 0,7 3 1 0,4-3 0 16,0 0 3-16,-14 3 0 0,14-3 0 0,0 0 0 15,-3 3-1-15,-9 4 2 0,9-7-2 0,-11 6-3 16,14-6 0-16,-15 5 3 0,0 1 1 0,6-4-1 15,1 3 1-15,-1-5-1 0,-6 8 7 0,3-5-4 16,0-1 12-16,1 4 0 0,-3-4 1 0,4 3 1 16,1-2-7-16,9-6 0 0,-15 6-6 0,15-3-11 0,-12 0 2 15,10 0-2-15,2 0 1 0,-3 0 0 0,-6 3 4 16,9 0 5-16,0-3 1 0,0 0-2 0,0 0-2 16,-3-3 1-16,6 6 0 0,-6-6-2 0,3 3-2 15,3 3-4-15,-3-3 7 0,0 0-1 0,0 0-3 16,0 0-2-16,-3-3 2 0,6 6 2 0,-6-6 4 15,3 3-8-15,3 3 1 0,-6-6-9 0,6 6-1 0,-3-3-4 16,0 0-57-16,0 0-61 0,0 0-99 0,0 0 4 16,12-3-154-16,-10 6-116 0,10-6-259 0,-9 3 295 15,1-3-126-15,11 3 89 0,-3-3-322 0</inkml:trace>
  <inkml:trace contextRef="#ctx0" brushRef="#br0" timeOffset="142273.74">23258 17171 46 0,'0'-5'796'0,"0"-6"-419"0,0 11 75 16,0-2-182-16,3-9 52 0,-3 11-125 0,0-8-9 0,2 0 63 15,-2 8-31-15,0 0 88 0,0 0 150 0,0 0-80 16,0 0-105-16,4-6 53 0,-1 2-37 0,-3 4-96 15,0 0-64-15,-3-3 13 0,6 6 2 0,-6-6-30 16,3 3-21-16,3 3 43 0,-10-14 24 0,7 8-50 16,0 3-31-16,0 0 10 0,0 0-9 0,0 0-50 15,0 0-18-15,0-2 3 0,0 4-6 0,-2 6-11 0,2-2 0 16,-8 9-2-16,1 7 5 0,-2-4-5 0,3 0-12 16,1-4 7-16,-7 20 2 0,5-10 10 0,-1-3 5 15,2-3 1-15,-5 15 17 0,2-7-2 0,-1-5 7 16,8-6-16-16,-10 13 3 0,6-5-8 0,4-13-4 15,-2 4-2-15,-2 5 2 0,4-4-7 0,2-1-2 16,0-10 0-16,0 2 1 0,0 2 1 0,0-5 8 16,5 7 0-16,-2-7 9 0,9 5-1 0,-3-2-2 15,-4-4 3-15,14 3-8 0,-8-3-5 0,-2 2 0 0,8-4-2 16,-5 0 1-16,0 0 2 0,12-4-2 0,2 2 1 16,4-5 0-16,-4-2-2 0,7 4 0 0,4-5-2 15,-10 4-1-15,2-2 0 0,-10 2-2 0,-4 2-3 16,-1-2-6-16,1 1-122 0,-7 0-153 0,4-1-89 15,-12 4-170-15,10-12-196 0,-8 6-186 0,-2 1-55 16,0-6-40-16,-2 2 498 0,-5 2-554 0</inkml:trace>
  <inkml:trace contextRef="#ctx0" brushRef="#br0" timeOffset="142531.04">23573 17237 502 0,'0'0'753'0,"0"0"-316"16,0 0-76-16,0 0 236 0,0 0-278 0,0 6-11 15,7 1-67-15,-11-1 119 0,1 7-126 0,-5 0 26 16,8-8-49-16,-7 17 121 0,-1-4-110 0,4-10 31 16,-4 10-46-16,-1 9 152 0,3-6-112 0,0 1-6 0,-2 1 1 15,1 1-75-15,-1 2-28 0,4 0-14 0,-4-2-14 16,1 5-40-16,5-2-28 0,-4 5-1 0,4-8-13 15,-2-4-10-15,4 4-26 0,0-2-109 0,0-9-192 16,0 0-153-16,0 5-241 0,4-18-270 0,1 17-398 16,-5-17 579-16,12 3-1454 0</inkml:trace>
  <inkml:trace contextRef="#ctx0" brushRef="#br0" timeOffset="143113.49">24463 17100 252 0,'14'-4'899'0,"-2"4"-363"0,0-4 94 0,6 4 27 15,-21 0-247-15,3 0-154 0,3 0 242 0,-6 0-164 0,6 0-63 16,-6-3-105-16,3-5 21 0,-5 5 25 0,-7-5-77 15,5 6-75-15,-4-3 45 0,-19-1 24 0,10 1 4 16,2 3-22-16,-15-2 49 0,-14 2 35 0,9-3-55 16,12 5-33-16,-13-3 68 0,-11 3 32 0,8 0-68 15,16 0-37-15,-14 0 59 0,4 3-14 0,6 2-67 16,6-3-27-16,2 2-11 0,15-2-4 0,-10 0-28 0,5 1-30 16,2 3-40-16,-4-6-129 0,14 0-105 0,0 0-136 15,0 0 13-15,0 0-557 0,0 0-4 0,14-4-42 16,-7 2 285-16,13-1-120 0,4-1-828 0</inkml:trace>
  <inkml:trace contextRef="#ctx0" brushRef="#br0" timeOffset="143325.94">24092 17072 535 0,'0'14'845'0,"2"-6"-307"16,-2 11 35-16,0-1 10 0,-2-9-192 0,-1 19 22 15,3-12-78-15,-7 13 180 0,7 1-127 0,-2 3 14 16,-1-4-79-16,0 12 32 0,-3-12-127 0,3 2-61 15,0 4-60-15,1 0-42 0,-5-4 5 0,7 1-2 0,-5 8 13 16,-2-20-33-16,7 7 14 0,-5-6 4 0,5-5-24 16,0-5-35-16,-3 2-8 0,0 2-26 0,-1-1-41 15,4-14-25-15,0 0-194 0,0 2-89 0,4 11-133 16,-4-13-175-16,6-13-187 0,-1 6-115 0,4-2 79 16,1-9 61-16</inkml:trace>
  <inkml:trace contextRef="#ctx0" brushRef="#br0" timeOffset="143559.32">24275 17140 99 0,'5'-17'1712'0,"-1"12"-859"0,1 0 239 15,-5 5-404-15,6-6 45 0,-2 1-282 0,-4 5-87 16,0 0-179-16,0-2-38 0,0 4-73 0,-4 9-38 16,4-8-22-16,0 12 10 0,-3-4 14 0,0 20 10 0,3-7-10 15,0-5-6-15,0 13 20 0,-2 5 7 0,4-6-15 16,1-5-10-16,0 7 18 0,1 6 14 0,-2-4 0 15,1-14-19-15,2 11 0 0,-5 5 9 0,4-14-20 16,-4-4-13-16,-4 10 7 0,2-5-28 0,-1 0 2 16,0-11-10-16,-3 11-75 0,3-17-154 0,-2 13-321 15,-2-7 61-15,4 0-638 0,-2-6 65 0,-2 10-222 0,7-17-643 16</inkml:trace>
  <inkml:trace contextRef="#ctx0" brushRef="#br0" timeOffset="144240.48">25043 16736 194 0,'0'0'890'16,"-15"-2"-544"-16,13 2-76 0,-6 0 96 0,-8-2-65 15,8 2-115-15,-2-3-62 0,-4 1 65 0,2-2 76 0,4 2-41 16,-4-1-54-16,5 3 68 0,-1-4-16 0,-7-2 34 16,15 6-116-16,0 0 38 0,-12-11-7 0,12 11-33 15,0 0-63-15,-9-13 10 0,9 10-21 0,0 3-10 16,0-11-28-16,4 9 2 0,-4 2-5 0,5-13-7 16,-2 13-3-16,-3 0-6 0,14-5-1 0,-11 5 8 0,12 0-2 15,-8 2-1-15,7 1 4 0,-2 3 0 0,-6-1-7 16,0 3-2-16,2-1-7 0,-5 2-1 0,6 4-14 15,-6-2 3-15,-3-4-4 0,3 14-3 0,-6-3 4 16,3-9 2-16,-8 15-4 0,1-4 4 0,-7 4-5 16,2-8 8-16,1 3-4 0,-13 3 3 0,0-4 42 15,6-5-2-15,-6 2 17 0,2-1 5 0,-5-1 16 16,8-2-12-16,9-5-12 0,-2 1 25 0,0-1 24 0,-3 1-6 16,10-5-16-16,-2 2 47 0,7-4 52 0,0 0-45 15,0 0-44-15,0 0 33 0,0 0 12 0,0 0-40 16,0 0-39-16,0 0 8 0,3 0-12 0,9 5-18 15,-12-5-17-15,14 0 0 0,-2 2 2 0,-2 1-8 16,0 0 2-16,0-3-3 0,2 7-1 0,8 7 3 16,-8-8 1-16,-3-2 2 0,6 7 12 0,-1 0 1 15,1-1 4-15,-10-7 20 0,14 4 59 0,-8-1 2 0,-4-3 4 16,7-1-21-16,1 1 60 0,-6-3-33 0,9-3-36 16,-10 1-36-16,8-1 3 0,-2 1-36 0,-6-9-64 15,-1 8-67-15,8-7-385 0,-7-3-248 0,-4 4-336 16,4-6 236-16,-6 6-271 0,5-4-1884 0</inkml:trace>
  <inkml:trace contextRef="#ctx0" brushRef="#br0" timeOffset="145674.66">25167 17333 502 0,'0'0'849'0,"-3"13"-303"0,3-13-53 16,0 0-119-16,0 0 70 0,0 0-260 0,0 0-56 15,0 0 48-15,0 0-41 0,0 0 90 0,0 0-62 0,6 7 2 16,-2-1 4-16,4-3 48 0,1-1-50 0,-4-2 20 16,7 2-31-16,3-2 124 0,-8 0-60 0,3 0-24 15,2-2-61-15,3-3 60 0,6-1-59 0,-3-1-9 16,2-1-35-16,6-3 50 0,-4-2-47 0,4 2-1 15,-6 0-22-15,16-12 38 0,-4 2-36 0,3 3-1 16,-8-2-26-16,17-8 24 0,-11 4-25 0,-3 0-16 16,-1 3-7-16,-5-6-12 0,-4 4-7 0,1-1 5 15,-1 0-1-15,-2 0-3 0,-4 0 2 0,-4 0-3 0,-1-5-1 16,-1 9-4-16,-5-8-9 0,1 5-1 0,-4-9-2 16,0 14 0-16,-4-9-8 0,4 3 0 0,-3 9 3 15,0-4 13-15,1 11 16 0,-1-5-1 0,-4 0 16 16,7 9-5-16,-9 0 1 0,4-1-3 0,-5 5-10 15,0-6-10-15,10 8 1 0,-19 2-4 0,11-2-2 16,-1 3 4-16,-1 3 0 0,5 3-1 0,-4-1 0 0,-9 14-1 16,10-11 3-16,-1 3 3 0,-6 11-1 0,6-4-1 15,1-1-7-15,1 2-5 0,-5 15-2 0,4-8 1 16,-1-4 3-16,-6 10-2 0,0 6 8 0,-2-1 14 16,5-7-2-16,-9 7 4 0,1 19 13 0,-4-16-4 15,4 3-9-15,5-9-6 0,-12 30 14 0,7-19-5 16,-1 0-5-16,-3 3-1 0,7 0 5 0,-7 11 13 0,-2-7-10 15,17-24-7-15,-6 15 6 0,6-9-1 0,1-8-1 16,4-7-7-16,4 8 3 0,-3-11-3 0,3-5 2 16,-2 3-4-16,2 1-5 0,0 0 2 0,0-7-5 15,0-2 0-15,2 2-2 0,1-6-2 0,1-1-2 16,1-1 0-16,1-3-5 0,10-2-16 0,-2-5-17 16,4 1-41-16,-1-7 17 0,7-8-63 0,3 3 20 0,5-8-35 15,-15 8 70-15,19-12-46 0,-1 1 8 0,-9 1 12 16,-8 2-5-16,6-9-59 0,-7 5-3 0,-5-4-36 15,0 2 7-15,-6-3 24 0,0 0 20 0,0 7 34 16,-6 0 30-16,0 2 35 0,-3 6 42 0,0 7 4 16,-6-5 4-16,-1 3 3 0,2 2 5 0,-13 3 3 15,10 3 6-15,-1 0-1 0,-6-1 2 0,3 6-1 0,0 0 1 16,-2 0-5-16,5 3-2 0,0 0-2 0,-3-3-4 16,7 3 1-16,2-3 4 0,6 0 2 0,0 0 6 15,-3 0 6-15,-9 2 0 0,12 0 9 0,0-2 74 16,4 0 31-16,7 9 23 0,3-7 3 0,1 1 13 15,1-1 23-15,13 2-6 0,-3-2-80 0,0 0-50 16,8-2 9-16,-17 0-49 0,7 3-86 0,2-1-143 16,-8 2-356-16,-10-4 36 0,7 0-368 0,4 0-85 15,-9-4 22-15,0 2-411 0</inkml:trace>
  <inkml:trace contextRef="#ctx0" brushRef="#br0" timeOffset="146042.66">26030 17856 46 0,'4'8'966'0,"-4"0"-562"0,0-8 259 0,0 0 46 0,-4 0-43 16,-8 0-283-16,4 0-51 0,-4-3-9 0,0-2-57 15,-5 5-112-15,5 0 81 0,2 3-51 0,-4 2 37 16,6-2-114-16,-4 4 16 0,0 2-18 0,-3 9 25 16,10-12-52-16,-14 20 44 0,16-13-6 0,-2-2-20 15,2 7-26-15,3-5-9 0,-4 1 39 0,4 7 36 16,4-5 22-16,-4-14-62 0,8 14 74 0,2-3-20 16,4-7 4-16,-8-6-79 0,12 2 7 0,8 3-5 0,-12-1-15 15,2-8-37-15,10-1-1 0,-12 5-15 0,13-8-3 16,-15 1-3-16,5-6-3 0,7-9 0 0,-6 4 0 15,-4 1 0-15,1-1-1 0,-3 0-40 0,0-6-114 16,-9 7-36-16,1-5-350 0,-8 0-63 0,1-4-238 16,0 4 69-16,-6-20-588 0,-3 11 356 0,4-2 165 15,-7-9-413-15</inkml:trace>
  <inkml:trace contextRef="#ctx0" brushRef="#br0" timeOffset="146657.04">26500 16874 665 0,'-16'-8'516'0,"16"6"23"15,-15-9-204-15,7 6 91 0,1-3-143 0,-7-6-32 16,11 7-44-16,-5-4-17 0,-4-4-14 0,8 9 9 16,1-7-14-16,-2 3-2 0,5 2-29 0,3-3-31 15,-3-2 20-15,0 8-62 0,5-4 8 0,-5 7-7 16,12-14-1-16,-12 16-40 0,9-8-2 0,-6 6-9 0,6-4-13 15,-3 6-6-15,-4 0-4 0,10 0 0 16,3 0-2-16,-12 0 1 0,13 3-1 0,-6 0 1 0,-6-1 1 16,4 3 3-16,2 1-1 0,-2 5 0 0,-4-4 0 15,1 1-2-15,-2 3-2 0,-1-1-4 0,-2 0-3 16,0 7-4-16,0-10 6 0,-2-1-3 0,-6 12 1 16,-2-2 4-16,8-10 11 0,-13 12 4 0,3-7 7 0,-12 10 12 15,12-11-5-15,-3 1 8 0,7-5-1 0,-28 14 0 16,19-14-8-16,-3 4 4 0,11-7-3 0,-18 11-3 15,10-10 0-15,-1 1-1 0,9 4-1 0,-1-3-5 16,-2 3-5-16,4-3-1 0,2-1-3 0,-2 6-6 16,1-3-2-16,4-3 0 0,1 11 7 0,4-8 2 15,1 5-2-15,4 0 5 0,1-5 2 0,1 2 2 16,18 4 7-16,-15-8 16 0,8 1 36 0,1 1 0 0,6 1 19 16,-12-5-33-16,7 5 24 0,0-7 26 0,0-2 29 15,0 3-26-15,-2-3 26 0,4-3 3 0,-7 3 40 16,-2-2-76-16,6-2-10 0,-13 2-40 0,11-1-22 15,-19 1-8-15,17-4-11 0,-17 6-55 0,8-10-196 16,-8 10-364-16,0-8 34 0,-3 0-337 0,-5-10-21 16,-1 7 8-16,-3-13-735 0</inkml:trace>
  <inkml:trace contextRef="#ctx0" brushRef="#br0" timeOffset="147130.75">26081 16504 36 0,'-15'3'733'0,"15"-6"-394"16,-21 6 52-16,15-6-93 0,-30-2 200 0,19 0-145 0,-6 5-80 16,-1-4-86-16,-12 2 74 0,4 0-40 0,0 2-36 15,15 0-94-15,-24 0-21 0,11 0-46 0,4 0-46 16,4 0-72-16,-2-3-144 0,-1 1-313 0,13 2-32 15,-3-4 141-15,-4 2-136 0,2-3-106 0</inkml:trace>
  <inkml:trace contextRef="#ctx0" brushRef="#br0" timeOffset="149723.84">18768 16853 311 0,'0'0'603'0,"0"0"-332"0,0 0 122 0,0 0 65 0,0 0-27 16,0 0-160-16,-3 0 57 0,6 0 12 0,-6 0 67 15,3 0-167-15,3 0 108 0,-13-5-47 0,5 3 8 16,-4-1-112-16,-3 0-79 0,-8-2 47 0,-10 2 25 15,-2 1-74-15,8 2-13 0,-12 0 38 0,-16-4 51 16,11 2-57-16,8 2-45 0,-19 0 8 0,-23-2-22 0,19-1-44 16,19 3-15-16,-17 0-5 0,-7 0 3 15,13-2 10-15,25 4-1 0,-10-2 14 0,-5 3-3 0,14-3-29 16,12 2-35-16,3 0-101 0,-2-2-215 0,11 0-266 16,0 0 72-16,-4 0-315 0,8 0-126 0,-4 0-189 15,18-4 151-15,-13 4-63 0</inkml:trace>
  <inkml:trace contextRef="#ctx0" brushRef="#br0" timeOffset="150010.04">18617 17136 204 0,'9'4'871'0,"-3"-4"-408"16,-6 0 39-16,0 0 201 0,0 0-195 0,-15-6-137 15,15 6-52-15,-12-8-34 0,7 8-78 0,-7-6-112 16,4 4-49-16,-14-3 46 0,-7-1 36 0,9 4 24 16,-11-1 76-16,11 3-65 0,-6-2 94 0,6 2 26 15,-4 0-16-15,0-4-52 0,-3 4-26 0,7 0-33 16,-12 0-25-16,8 0-69 0,-5-2-16 0,-1 2-7 16,-6 2-10-16,19-2-24 0,-10 0-13 0,7 0-13 0,11 4-65 15,-6-4-84-15,0 2-76 0,15-2-102 0,-2 0-225 16,-8 3 26-16,10-3-194 0,-2 0-45 0,4 0-3 15,-2 0 204-15,-2 0-259 0,4 0 233 0</inkml:trace>
  <inkml:trace contextRef="#ctx0" brushRef="#br0" timeOffset="150855.79">18017 16655 548 0,'8'-18'988'0,"-2"7"-469"16,-3 0-123-16,6-2 132 0,-1 5-122 0,-1 0-192 15,1 0-100-15,-8 6-9 0,12-3 15 0,-7 1-26 16,-5 4-26-16,0 0-23 0,0 0 8 0,0 0-8 15,0 0-11-15,0 0-16 0,0 0 1 0,0 0 0 16,-5 4 0-16,-4 5-6 0,-2-3 4 0,-22 10 5 16,6 0-6-16,7-3-4 0,-21 2 6 0,-3 5 15 0,2-2 2 15,13-2-5-15,-10 2 9 0,-5 9 10 0,10-6-14 16,12-5-13-16,-4 6-6 0,3 0-2 0,2 2-4 16,3-4 1-16,9-10-3 0,1 6 27 0,1-3 27 15,2 5 14-15,5-12-13 0,-3 10 28 0,9 4 48 16,-1-9 9-16,4 6-30 0,6 1 60 0,12 0 8 15,-3-1-18-15,-4-8-32 0,16 13 86 0,-2-3-76 0,2 1-16 16,-10-4-39-16,7 3 28 0,8 8 25 0,-6-6-54 16,-8-5-37-16,11 4 20 0,4 2-18 0,-10-4-24 15,-8-5-16-15,13 6 0 0,-10-1-5 0,0-1-3 16,-3-1-5-16,-12-6-2 0,5 4-7 0,-9-7-40 16,4 1-178-16,0-3-89 0,-12-3-296 0,0-2-157 15,0 0-217-15,-3 0 176 0,-9 6-236 0,-14-14-243 16</inkml:trace>
  <inkml:trace contextRef="#ctx0" brushRef="#br0" timeOffset="152477.46">11028 16903 477 0,'11'-15'774'0,"-5"7"-295"0,9-8 17 15,-10 2 50-15,5-1-124 0,-1 4-77 0,-1-7-57 16,-5 7 7-16,3-4 14 0,-3-7-8 0,0 14 8 0,-3-8 6 15,-6 5-77-15,6 2 100 0,-6-5-118 0,0 1-27 16,4 10-40-16,-8-7-23 0,-4 2-64 0,8 5-8 16,-18-5-25-16,0 5 16 0,4 3-12 0,-9 0-11 15,-7 5-11-15,9-1-9 0,5 3-3 0,-10 1-1 16,-10 6-2-16,21-4 1 0,-11 6-2 0,0 0-2 16,-4 2 3-16,4 6 0 0,-4-3 0 0,1 6-2 15,-4 4 2-15,15-4 3 0,2 2-3 0,3-2 1 16,-1 12 3-16,15-17-1 0,-2 4 2 0,7 1 1 0,7-1 0 15,3 0 5-15,5-2-1 0,6 3 2 0,6-4 4 16,5 4 7-16,-5-14-8 0,5 5 8 0,12-2 5 16,-3-3-10-16,-5-2-6 0,8-3 0 0,-2 2-15 15,16-2-22-15,-22-3 3 0,11-1-18 0,6-4-16 16,-11 0-8-16,-13 0 11 0,0-4-172 0,-2 4-132 16,-4-7-337-16,-17 7 122 0,9-6-379 0,-10-1-48 0,5 4-82 15,-10 0 229-15</inkml:trace>
  <inkml:trace contextRef="#ctx0" brushRef="#br0" timeOffset="152884.37">11835 17197 528 0,'0'0'807'0,"0"0"-223"16,0 0-87-16,0 0-155 0,0 0 15 0,0 0-75 15,0-2 18-15,5-7-131 0,-2 9 75 0,-3 0 74 0,0 0 24 16,0 0-118-16,0 0 78 0,-3-2-1 0,-2-11 59 16,5 13-189-16,0 2 40 0,-7-7-51 0,2 3-20 15,-7 2-66-15,4-4-31 0,-11 4 2 0,-1 0-5 16,-6 0-25-16,8 0-9 0,-8 4-6 0,-6-2-1 16,10 1-1-16,8-1 0 0,-4 4-1 0,4-6-1 15,-1 5-8-15,15-5-9 0,-15 2-41 0,11 1-159 0,4-3-64 16,0 0-29-16,0 0-300 0,0 0-112 0,0 0-408 15,0 0 447-15,0 0-139 0,15-7 58 0,-6 4-349 16</inkml:trace>
  <inkml:trace contextRef="#ctx0" brushRef="#br0" timeOffset="153154.65">12055 17333 62 0,'4'2'825'0,"11"14"-206"0,-10-8-160 15,2 2 160-15,-2-2-313 0,-5-5-43 0,0-3-5 16,10 10-45-16,-10-10-79 0,0 0 44 0,0 0-2 16,0 0 34-16,0 0-86 0,0 0 119 0,0 0 60 15,0 0 167-15,0 0-178 0,0 0 96 0,-10 3 16 16,-2-1 57-16,4 2-251 0,-10-4 20 0,10 0-74 0,-34-4 0 16,24 4-94-16,-2 0 7 0,-1-2-11 0,-9-1-3 15,10 1-29-15,14 2-11 0,-15-2-4 0,9 2-4 16,4 0-8-16,8-4-13 0,-15 4-71 0,11-2-195 15,8 4-166-15,-4-2-87 0,0 0-392 0,0-2-358 16,3-14-17-16,-3 11 499 0,5-3-196 0,5-5-327 16</inkml:trace>
  <inkml:trace contextRef="#ctx0" brushRef="#br0" timeOffset="154821.19">13859 16470 70 0,'2'2'1215'16,"-2"-2"-568"-16,-2-2-1 0,4 4 33 0,-2-2-121 16,-2-2-161-16,4 4-122 0,-2-2-40 0,-2-2-48 0,4 4-1 15,5 1-7-15,-2-1 55 0,2-2-3 0,8 4-28 16,7-4-25-16,5 0-26 0,-3 0-34 0,0-4-45 16,8 2-50-16,-14 2-16 0,3-3 1 0,-1 1-5 15,7 0 0-15,-10-2 1 0,7 2 2 0,0-3 0 16,-1-4 1-16,1 2-1 0,-4-1-1 0,1-1-1 15,6-4-2-15,-15 6-1 0,-7 1-1 0,15-14 4 16,-11 11 3-16,1-9 3 0,-5 7 5 0,0-13 11 16,2 5 27-16,-4 14 13 0,3-10 14 0,-3 2-1 0,-3-1 16 15,-3 4-17-15,3 10-24 0,3-16 16 0,-6 14-10 16,-3-13-10-16,6 15-13 0,0 0 13 0,0 0-2 16,0 0-21-16,0 0-17 0,0 0-1 0,0 9-6 15,2 1-2-15,-2 6-1 0,4-8 0 0,-1 30 1 16,0-16-1-16,-1-8 2 0,5 13 6 0,-4 2 0 15,-1 2-4-15,-2-7-2 0,3 5-1 0,-3 6-1 0,-3-4-13 16,3-7-4-16,0 2 2 0,3 9-9 0,0-13 3 16,1 4-33-16,1-10-5 0,7 10-170 0,-4-8-140 15,-4-12-230-15,1 10 23 0,5-8-371 0,4 8-362 16,6-8 307-16,-13-8 96 0</inkml:trace>
  <inkml:trace contextRef="#ctx0" brushRef="#br0" timeOffset="155723.79">15568 16984 61 0,'12'2'526'0,"0"0"-257"0,5 3 11 16,-5-1 15-16,-7-4-8 0,2 0-75 0,10 2-67 15,-17-2 8-15,0 0-9 0,0 0 33 0,-2 0 0 16,4 0 20-16,-2 0 14 0,-2 0-4 0,4 0-28 15,-2 0-34-15,-2 0-23 0,-13 3-32 0,3-1-35 16,-15-2-30-16,10 0-22 0,-15 6-1 0,-1-4-3 0,-5 1 3 16,-3-1 11-16,-7 1 29 0,4 0 22 0,-10-3 19 15,-12 3 31-15,12-1-18 0,-14 0 34 0,-5-2 7 16,-34 3 4-16,46-3-63 0,-31 3 48 0,1 0 29 16,0-1 46-16,-3 1 23 0,-4 3 13 0,8-2 32 15,-17 5 42-15,31-4-99 0,-16 3 0 0,6-3-43 16,-14 3-1-16,44-5-73 0,-12 1 13 0,7 0-2 0,8 1-10 15,-1-3-7-15,8 4-10 0,7-3-14 0,-2-1-16 16,-1 0-19-16,20 1-22 0,-5-3 0 0,3 3-6 16,-6-3-4-16,13 3 0 0,2-1-1 0,3-2 0 15,-5 3 2-15,-2-3 1 0,9 2 2 0,-2-2 4 16,0 4-1-16,12-4-1 0,-15 2 2 0,12-2 3 16,-15 5-3-16,15-5-3 0,0 2-3 0,-11 2-1 15,-1 1 0-15,10-5-1 0,-5 2-2 0,-7 0-1 16,8 2-1-16,3-2 3 0,-8 3 0 0,2-2-1 0,2 0 0 15,-2 0 2-15,10-1 1 0,-10 0 2 0,-6-2 3 16,6 3-4-16,4-3-3 0,-10 0 2 0,10 3-3 16,-2-3-3-16,-2 5 1 0,0 1-8 0,7-6 9 15,-12 3 0-15,10-1 5 0,-8 3 0 0,-2-2 6 16,5 0-3-16,0-3-4 0,-5 2 1 0,5 1-4 16,4-3 1-16,-4 2 1 0,9-2 0 0,-13 4 3 0,11-4 9 15,5 0-7-15,-12 0 11 0,9 2-2 0,3-2-1 16,0 0 1-16,-3 0-1 0,-9 5-2 0,10-8 0 15,-1 6-5-15,-6-3-5 0,9 0-2 0,-6 0-3 16,-10 2 1-16,16-2 0 0,-17 4-1 0,17-4 0 16,-12 2-1-16,9-2 4 0,3 0-4 0,-12 5 6 15,12-3 0-15,0-2 1 0,-3 0 3 0,-5 11 3 0,8-8 0 16,0-3 0-16,-16 0-5 0,16 3-1 0,0-3-4 16,-5-3 0-16,-4 3 2 0,9-3-1 0,0 6 2 15,0-6 0-15,0 3 3 0,0 3 1 0,-8-3-1 16,1 3-1-16,7-3-1 0,-8 3-3 0,-4 1-2 15,3-1 0-15,1 3 2 0,-4-1-1 0,9-3 3 16,-12 2 4-16,11-4 2 0,4 0 6 0,0 0 7 0,0 0-3 16,0 0-7-16,-5 2 6 0,0 0-4 0,5-2-10 15,0 0-18-15,0 0-6 0,0 0-5 0,0 0-26 16,0 0-24-16,0 0-18 0,5-4-217 0,4 0-363 16,-3-1-38-16,6 0 8 0,2-3-386 0,4-3-9 15,-6 4-225-15,8-6-25 0</inkml:trace>
  <inkml:trace contextRef="#ctx0" brushRef="#br0" timeOffset="156892.65">13049 17542 930 0,'5'-11'551'0,"-2"2"-7"0,4-1 42 15,-5-8 28-15,1 13-295 0,0-8 37 0,-3-4-2 16,0 10-16-16,-3-7-8 0,0 4 9 0,6 7 19 0,-6-5-20 16,1-1-42-16,2 9-40 0,0 0-50 15,-7-9-35-15,7 9-61 0,0 0-69 0,-3 0-2 0,6 0-19 16,-6 0-17-16,3 0-6 0,0 0 1 0,0 13 0 16,0-13 3-16,0 11 1 0,0-2 1 0,-2 2-1 15,-1 8 1-15,0-9 1 0,-3 12 0 0,-2 2 1 16,1-6-2-16,4-2-1 0,1 5 3 0,-5 8 1 15,2 5 1-15,5-14-1 0,-7 8 8 0,4 6 2 0,1-10-4 16,2-7 0-16,0 3-5 0,2 2 1 0,1-7-5 16,1 3 3-16,-1-14 1 0,6 9 7 0,2-2 2 15,1-4 12-15,-6-4-2 0,2 3 20 0,4-2 22 16,-9-1 8-16,6-3-17 0,6 3 55 0,17-6 3 16,-8 0-34-16,-7 3-22 0,5-7-12 0,10 4-6 15,-8-2-28-15,-14 2-13 0,2 1-2 0,7-4-5 16,-2 1-19-16,1-3-62 0,-6 5-98 0,0 1-138 0,5-4-315 15,-7 1-88-15,-5 3-57 0,7-4-441 0,-9-5 30 16,-1 1 164-16,-2 2-46 0</inkml:trace>
  <inkml:trace contextRef="#ctx0" brushRef="#br0" timeOffset="157138">13393 17599 1324 0,'0'0'840'16,"0"-2"-129"-16,-2-7-159 0,2 7 131 0,0 0-87 15,0 4-218-15,0-2-134 0,0 0 40 0,0 0-21 16,-3-7-80-16,0 1-87 0,3 6-32 0,0 0-33 16,-9 8-21-16,9-5-7 0,-5 12-1 0,1 7 1 15,-2 2-1-15,6 0 4 0,-2 2 1 0,2 10 2 0,-3-17 3 16,3 13 3-16,0-16-4 0,0 18 9 0,0-10-4 16,3 8 8-16,-3-11-10 0,2 14 13 0,4 2-3 15,0-13-7-15,-3-6-4 0,2 8-3 0,5-4-60 16,-5 2-209-16,-1-19-26 0,4 13-474 0,1-5-329 15,-9-7 129-15,10-4 18 0,-5-2 95 0</inkml:trace>
  <inkml:trace contextRef="#ctx0" brushRef="#br0" timeOffset="158380.67">14855 17533 648 0,'0'0'841'0,"-2"0"-250"0,-14 6 31 16,1-6-93-16,10 0-295 0,-19 3 42 0,4-3-111 16,-4 0 30-16,6 2-37 0,-6 3 37 0,-5-2 136 15,2 2-9-15,10-2-69 0,-15 3 115 0,0-2-24 16,5 1-48-16,6-1-84 0,-9-2-20 0,1 5-33 16,9-3-85-16,8-2-45 0,0 1-11 0,-3-1-14 15,3 4-11-15,12-6-36 0,0 0-105 0,0 0-153 16,0 0-102-16,0 0-152 0,0 0-36 0,0 0-346 0,18-13-259 15,-6 7 322-15,-3-1 311 0,8-4-613 0</inkml:trace>
  <inkml:trace contextRef="#ctx0" brushRef="#br0" timeOffset="158604.07">14602 17536 1211 0,'0'0'794'0,"0"6"-246"0,0-2 18 15,0-1-62-15,0 5-206 0,0 1-93 0,0 4 15 0,0 0 100 16,0 0 64-16,0 8-97 0,0-5 19 0,0 18 51 15,5-10-81-15,-5-2-80 0,7 6-28 0,-5-1-55 16,1-1-26-16,0-10-60 0,-1 8-2 0,2 0-12 16,-4 2 5-16,0-10-8 0,3 8 1 0,-3-9-4 15,3 2-3-15,-3-1-1 0,0-16-4 0,2 11-31 0,-2-9-168 16,7 14-144-16,-4-14 78 0,-1 4-316 0,1-1-27 16,-3-5-375-16,0 0 376 0,12-11-378 0,-3-5 278 15,-1 3-383-15</inkml:trace>
  <inkml:trace contextRef="#ctx0" brushRef="#br0" timeOffset="158808.53">14770 17594 1298 0,'0'0'916'15,"0"0"-147"-15,0 0-187 0,0 0 116 0,0 0-169 16,0 0-244-16,0 0-165 0,0 0-51 0,0 0 24 16,0 0 29-16,8 5-17 0,1 6 81 0,1 15 7 15,-5-2 26-15,0-6-51 0,-1 6-22 0,-1 0-54 16,0 11-2-16,-3-14-43 0,2 11 16 0,1-1-32 15,-3-1-6-15,4 1-3 0,-4-7-11 0,3 0-4 0,-1 8 3 16,4-4-3-16,-2-11-4 0,1 10-5 0,-5-20-76 16,3 14-251-16,1-12 35 0,-2-2-426 0,-2-7-106 15,3 0-430-15,6 0 513 0,-1-7-363 0,-5 3-362 16</inkml:trace>
  <inkml:trace contextRef="#ctx0" brushRef="#br0" timeOffset="159306.2">15238 17309 58 0,'-3'-4'1010'0,"-9"-1"-485"0,12 5 8 0,-21 0 6 0,10-2-44 16,2 2-245-16,-15-6-30 0,12 4-53 0,-3-1-35 15,-5 1 29-15,8-1-63 0,0 3 36 0,-2 0-17 16,14 0 2-16,-3-3 38 0,-9 3-7 0,12 0-24 16,0 0 0-16,0 0-37 0,-3-7 9 0,3-2-53 15,0 7-40-15,12-3-7 0,0-3-2 0,-6 5-3 16,11-3-4-16,-2-1-4 0,-6 5 0 0,11-4-1 15,-5 1 0-15,-9 5 2 0,12-3-2 0,-4 3 7 0,-4 0 3 16,4 5-7-16,-6-2 5 0,-4-3-1 16,2 6 1-16,3 3-1 0,-9 2 1 0,0 0 2 0,-3-3 10 15,-6 19 3-15,0-14-3 0,-3 5 3 0,1 1 1 16,-1 1 1-16,-7 0-3 0,-1-2 1 0,3 6 6 16,0-3 8-16,5-8-5 0,-3 8 10 0,6-2 13 15,-1-1 29-15,8-7 21 0,-1 4 10 0,0-6 18 0,3 9 17 16,0-5 3-16,3-7-6 0,0 10-19 15,3-6-1-15,-6-5 27 0,6 0-68 0,3 1 8 0,11 2 5 16,-3-5-30-16,2-1-41 0,1-2-41 0,7 3-116 16,-1-6-159-16,-11 1-61 0,9-4-359 0,-7-5-220 15,1 6-277-15,-4 0 510 0,10-8-1171 0</inkml:trace>
  <inkml:trace contextRef="#ctx0" brushRef="#br0" timeOffset="160186.84">15704 17692 355 0,'-7'6'1471'15,"2"1"-747"-15,5-7-112 0,0 0 71 0,0 0-179 16,0 0-132-16,0-3-39 0,0 3-116 0,0 3 32 0,0-6 10 16,0 6-78-16,0-3-93 0,0 0-11 15,17-5-15-15,-10 3-33 0,-2-1-16 0,10-8-3 0,2 3-9 16,-8 1-3-16,9-4 1 0,0-5-4 0,2-5-5 16,-8-3 0-16,0 8-1 0,3-5-1 0,5-11-2 15,-5 6 0-15,-3 4 6 0,2-9 0 0,-4 5 0 16,-2-11 3-16,-4 17 2 0,-2-6 1 0,1 2-1 0,-3-2 5 15,-3 8 4-15,3 9 10 0,-2-9 22 0,-2 7 25 16,1 3-11-16,3 8-13 0,-5-13 15 0,5 10 5 16,-12-1-35-16,12 4-17 0,-12 0-5 0,0 2 1 15,4 6-5-15,-4-3-2 0,2 4 1 0,-4 6 3 16,-1 1-1-16,0 2 3 0,3 6 1 0,0 2 2 16,-5 14 8-16,5-10-2 0,-3 12 15 0,-5 15 29 0,6-11 25 15,-10 20 43-15,9-26-45 0,3 26 45 16,-3 0-12-16,1-16-37 0,2 0-37 0,0 6-19 0,1 2-9 15,2-2-1-15,-3-8 1 0,2 0 1 0,2 4 3 16,-1-7-1-16,6-24-3 0,-2 8 1 0,-2 0-2 16,5-5-2-16,-4-5-3 0,0 8 1 0,3-7-3 15,0-7-2-15,-1 4 0 0,2-7-2 0,2-2 2 16,0-8 5-16,0 0 2 0,0 0 1 0,0 0 17 16,0 0 13-16,9-2 4 0,-6 2-17 0,9-6 12 15,2-4-8-15,4-1-10 0,3-2-14 0,8-6-4 0,-2 1-3 16,5-9-1-16,-12 12 1 0,19-4-2 0,-3-8-4 15,-10 6 2-15,-6 0-2 0,10-3-8 0,-9-5-3 16,-4 3-29-16,-2 2-13 0,-3 2-9 0,-7 9-33 0,5-7-13 16,-10 9 41-16,0-2-29 0,-7 2 26 0,-10-5 16 15,-3 0 12-15,-4 6 21 0,-3 2 9 0,-2 3 7 16,2-4 6-16,3 7 4 0,1 4 1 0,-1 7 3 16,-2-7 0-16,11 1 1 0,0-1 5 0,-11 4 4 15,14-1 26-15,9-5 4 0,3 0 54 0,-12 5 5 16,12-2 41-16,0-3-42 0,0 0 73 0,0 0-51 0,0 0 4 15,4 0-67-15,11 0 20 0,-1-6-29 0,6-1-30 16,-2-1-15-16,-4 3-6 0,16-6-19 0,-6 5-71 16,2-1-206-16,-11 1 24 0,9 1-396 0,-7-3-107 15,3-8-509-15,-16 14 465 0,16-14-412 0,-5 3-618 16</inkml:trace>
  <inkml:trace contextRef="#ctx0" brushRef="#br0" timeOffset="160909.91">16133 18198 831 0,'0'2'842'0,"0"-2"-378"0,0 0 281 0,0 0-30 16,0 0-220-16,0 0-204 0,0 0-40 0,0 0-40 15,0-2-82-15,0 2-80 0,0 2 14 0,0-4-27 16,0 4-15-16,0-2-12 0,0 0 5 0,0 0 0 16,-14 3 4-16,14-3-4 0,-8 13 16 0,-2-5-6 15,-4 13 3-15,14-15-11 0,-12 23 17 0,0-14 9 16,9-2 7-16,-2 3 2 0,0 1-8 0,5-10 10 0,-2 1 27 15,9 3-10-15,-7-6 4 0,2 3 79 0,1-3-23 16,4 4 49-16,-2-5-78 0,-2-1 73 0,9 3-61 16,2-6-34-16,-8 0-36 0,12 0 1 0,2-9-20 15,-2 1-8-15,-9 3-12 0,15-10 0 0,-9-1-4 16,-3 3 1-16,-7 2 4 0,10-2 20 0,-6-6 8 0,-1-2 3 16,-1 0 12-16,-7 7-21 0,2-10 15 0,-4 6-23 15,-1 5-11-15,-4 0-18 0,-7-13-58 0,2 9-61 16,-6-1-143-16,4 5 36 0,-8-3-250 0,2-1-172 15,11 15 3-15,-8-9 22 0,2 4-242 0,3-2 20 16,0 2 91-16,7 4 327 0,-1-2-551 0</inkml:trace>
  <inkml:trace contextRef="#ctx0" brushRef="#br0" timeOffset="161973.07">16335 17248 466 0,'-7'0'648'0,"-2"0"-154"0,-6 2 155 16,0-4-97-16,10 2-203 0,-10-5 12 0,3 1 57 15,3 2-132-15,1-3-65 0,-1-1 82 0,6 4 11 16,-2-6-43-16,-2 0-134 0,7-3 27 0,-3 3-26 0,3-2-72 15,0-1-32-15,3 5-21 0,0-3-3 0,1-4-14 16,-2 13-2-16,1-11-1 0,2 2-4 0,7 2-2 16,0-1 0-16,-9 5 6 0,12 1-1 0,-1-2-1 15,-4 2 3-15,4 0 1 0,-4 2-1 0,-2 2 2 16,10 0-3-16,-10 2 0 0,-1-2-7 0,4 9-7 16,-5-4 4-16,-3-1 5 0,-3 8-5 0,0-1 4 15,-5 0 3-15,-5 5 10 0,-2 1 4 0,0-1 7 16,-2 4 7-16,-4-7-2 0,4 1-2 0,-6 6 6 0,-7 2 2 15,3-2-3-15,7-5-8 0,-13 4 1 0,-6 0 2 16,12 1-7-16,7-9-2 0,-3 3 1 0,-4-1-2 16,19-10-2-16,-8 3 4 0,11-5 5 0,-10 3 6 15,9-4 7-15,3-2 10 0,0 0 30 0,0 0 35 16,0 0 23-16,0 0-38 0,-4 0 29 0,8 0 23 16,-8 0-56-16,8 0-18 0,-1-2-34 0,9-4-7 0,-10 3-12 15,6-1-3-15,-8 4-6 0,17-9-3 0,-9 9-3 16,1 0 2-16,3 3 1 0,5 3-2 0,-9-4 0 15,16 9 2-15,-14-11 4 0,22 13-2 0,-11-3 9 16,-1-2 3-16,0-2-2 0,4 1 10 0,3-1 3 16,-7-3 7-16,-8-3-11 0,2 2 50 0,-2-4-3 15,3-1 16-15,-12 3 0 0,6-11-13 0,-6 5-16 0,-1-1-56 16,-4 4-190-16,-1-18-86 0,-2 10-345 0,-5 1-206 16,-4-11-220-16,4 8 244 0,-7 2-231 15,-7-8-1296-15</inkml:trace>
  <inkml:trace contextRef="#ctx0" brushRef="#br0" timeOffset="162447.79">15672 17044 33 0,'2'0'586'0,"-2"0"-226"0,-2 0 38 0,4 0 55 16,-2 0 15-16,0 0-138 0,3 0 46 0,9 2-133 0,-12-2 9 16,15 4-8-16,-7-4-118 0,1 2 34 0,12-2-17 15,-10 2-11-15,13-2-1 0,-3 0-15 0,5 0-3 16,3 0 16-16,-5-2-43 0,12 2 8 0,-1-2 4 15,3-2 3-15,1 2 10 0,-4-3-13 0,6-1-12 16,1 1-5-16,-4-3-18 0,0-2-20 0,-2 2-17 16,-4 3-13-16,-6-1-6 0,6-1-3 0,-8 3-9 15,-6 2-39-15,0-3-154 0,-10 1-7 0,7 4-224 16,-15 0-241-16,0-2-158 0,-3 2 97 0,-11-7-144 0,-8 1-520 16</inkml:trace>
  <inkml:trace contextRef="#ctx0" brushRef="#br0" timeOffset="163970.74">9666 17107 1124 0,'3'-15'675'16,"-3"15"-152"-16,0-14-96 0,4 6 56 0,-2 1-93 15,-2-10-112-15,0 15-119 0,3-9 69 0,-3 8 54 16,3-10-45-16,-3 13-98 0,0 0 14 0,9-13 10 16,-9 11-77-16,0 2-48 0,0 2-17 0,0-2-11 15,0 0-8-15,0 0-3 0,0 0 3 0,0 0 5 16,15 6 22-16,-13 1 30 0,1-1-10 0,9 7 23 0,-3 1 17 15,-9-5-23-15,8 4-16 0,-4-2-2 0,-1 6-30 16,0-4-11-16,-6-3-1 0,3-2 1 0,0 14 8 16,-9-4 3-16,6-13-4 0,-12 14 4 0,3-4 4 15,-8 7 20-15,2-9 5 0,-5 0 34 0,-13 3 22 16,1 6 27-16,-3-7 6 0,8-2-23 0,-26 9 89 16,12-12-32-16,0 3 14 0,8-5-31 0,-25 3 92 0,17-4-72 15,-4-3-23-15,13-4-59 0,-16 0 6 0,10-4-47 16,6-3-39-16,11 1-11 0,-10-7 0 0,12 3 0 15,8-7 0-15,2 8 0 0,4-4 0 0,-2-7 0 16,8 7 0-16,-1 0 0 0,3-9 0 0,3 9 0 16,-1-5 0-16,-2 10 0 0,7-5 0 0,-2-1 0 15,1 7 0-15,3-1-2 0,3-3-64 0,0 6-98 16,3-1-136-16,-3-3-109 0,-4 5-66 0,4-6-319 0,-3 2-100 16,-6 0-39-16,9 0 164 0,5-5-356 0,3 0 352 15,-5 5-179-15</inkml:trace>
  <inkml:trace contextRef="#ctx0" brushRef="#br0" timeOffset="164308.82">9198 16909 403 0,'0'0'1674'0,"0"0"-969"16,-3 13 6-16,3-13-12 0,0 0-319 0,0 0-219 16,0 0-103-16,0 0-68 0,0 0-72 0,0 0-51 15,0 0-36-15,0 0-33 0,0 0-147 0,12-6-62 16,-7 6-48-16,8-2 109 0,-1-3-274 0,0 3 127 16,5-4 65-16,3-1 92 0,-13 7 128 0,10-11 22 15,-5 2 193-15,-4 7 218 0,4-6 13 0,-3 0 356 16,-3 5 6-16,3-7 86 0,-9 10-131 0,9-11 280 0,-6 9-67 15,-3 2-136-15,0 0-221 0,0 0 144 0,0 0-209 16,0 0-67-16,0 0-156 0,0 0 2 0,0 0-115 16,0 0-55-16,0 0-31 0,0 0-178 0,0 0-201 15,0 0-198-15,-3 0-7 0,-6 13-373 0,0-8-243 16,3 0 66-16</inkml:trace>
  <inkml:trace contextRef="#ctx0" brushRef="#br0" timeOffset="164788.54">8644 17320 609 0,'15'0'2488'0,"0"-4"-1292"16,-3 4-217-16,-7 0-429 0,10 0-124 0,-9 0-80 16,5 0-221-16,-4 0-43 0,-7 0-32 0,-3 0 5 15,6 0-37-15,2 4-9 0,4-2-8 0,-9 0 4 16,10 7 2-16,-10-9 6 0,5 13 1 0,0-3-1 0,2-4 2 15,-4 9-2-15,-3-12-5 0,0 7-129 0,0-5-155 16,0-5-206-16,-3 6-26 0,0 1-443 0,3-7-205 16,0 0 127-16,0-2 303 0,-12-5-951 0</inkml:trace>
  <inkml:trace contextRef="#ctx0" brushRef="#br0" timeOffset="165305.16">8505 16969 1320 0,'-5'-2'536'0,"-7"-9"-63"16,0-2 1-16,3 6-248 0,-3-2-111 0,-6 2-14 0,10 3-4 16,-6 2-6-16,-10-3 4 0,14 5 14 15,-7 0 8-15,0 3-13 0,7-3-13 0,-19 10 22 0,5-2-29 16,1 5 12-16,5 0-28 0,-17 9 38 0,6-3-21 15,5 1-4-15,-6 7 4 0,13-8-34 0,-4 1-34 16,1 2-11-16,5-1-7 0,6-3-3 0,-3 0 1 0,6-1 0 16,4-4 1-16,4 1 5 0,1-7 2 0,6 6 1 15,6-7 4-15,0-1 2 0,11-3 6 0,-8-2-3 16,6 0 2-16,-2-2 3 0,0-1 2 0,-5 3-2 16,-2-2-4-16,-6 0-5 0,8 2 7 0,-17 0-9 15,12 0-4-15,-6 0-4 0,-6 0-1 0,-3 0-1 16,0 13 1-16,3-4 0 0,-2 2 1 0,-13 16-4 15,3-3-5-15,-3 8-5 0,3-6 3 0,-2 8-2 0,-8-2 1 16,0 6 19-16,7-2 103 0,-4 4 41 0,2 7 56 16,0-7-32-16,7-5-17 0,5 7 58 0,5-3-45 15,3-6-60-15,6-7 19 0,6 0 6 0,5 9 39 16,16-4 5-16,-14-13-79 0,24 12 18 0,0-3-43 16,10-3-13-16,0-9-10 0,-2-4-16 0,2-6-5 15,17 0 25-15,-23-8 8 0,12-4 11 0,5-1 19 16,8-3 1-16,-11-2-4 0,-8 2-29 0,17-5-6 0,-20 1-31 15,1-4-13-15,-25 9-8 0,10-9-3 0,-17 3-2 16,0 3-13-16,-17 8-28 0,10-12-131 0,-8 10-168 16,-2-6-348-16,-5 2 109 0,-8-2-730 0,1 5 160 15,-22-10-276-15,5 12-713 0</inkml:trace>
  <inkml:trace contextRef="#ctx0" brushRef="#br0" timeOffset="165879.62">7654 17478 134 0,'0'11'2291'0,"0"-6"-1517"0,-4 3 361 16,4-3-255-16,-2 8-286 0,-4-5-395 0,-3 0-94 0,1 8-95 15,-4-6-32-15,5-4-48 0,-3 7-190 0,6-13-110 16,1 16-96-16,3-14 26 0,0-2-317 0,0-2-226 15,21-3 103-15,-15-6 377 0,6-8-616 0</inkml:trace>
  <inkml:trace contextRef="#ctx0" brushRef="#br0" timeOffset="166037.23">7672 17250 1415 0,'-10'-7'2195'0,"-4"-10"-1267"0,-6 10 155 16,13 1-317-16,-13-4-224 0,8 4-301 0,-3 1 18 0,-5-1-124 15,8 2-43-15,0 1-33 0,-2 3-23 0,14 0-14 16,-15 0-15-16,12 0-7 0,-3 3-2 0,0 1-10 15,4 2-60-15,-2 2-93 0,-2 0-55 0,4-3-243 16,-5 6-146-16,-1 2-446 0,1-11 277 0,-1 9-305 0,-6-5 96 16,4-1-85-16</inkml:trace>
  <inkml:trace contextRef="#ctx0" brushRef="#br0" timeOffset="170072.42">1395 16514 318 0,'0'0'327'0,"0"0"7"0,0 0-65 0,-2-2 268 15,-6-3-100-15,8 5-35 0,0 0-181 0,0 0 131 0,0 0-80 16,0 0-5-16,0 0-106 0,0 0 43 15,0 0 52-15,0 0-41 0,0 0-77 0,0 0 51 0,0 0-13 16,0 0-39-16,0 0-26 0,0 0-22 0,0 0 96 16,0 0-6-16,0 0 12 0,0 0-50 0,-15-8 104 15,15 8-59-15,0 0-30 0,0 0-79 0,0 0 6 16,-12-5-50-16,9 5-11 0,3 0-9 0,-9 0 9 0,6 0-5 16,3 0 3-16,-6-4-3 0,-2 4 6 0,1 0-7 15,-1 4-5-15,8-4-1 0,-19 2 5 0,5 3-8 16,6 1 7-16,-7-1-1 0,0 8 11 0,-3 0-9 15,0-2-4-15,1 2 3 0,5-2 0 0,-5 2-10 16,2 3-8-16,0-3 10 0,1 3 3 0,2-1-8 16,0 2-8-16,0 4-2 0,0-2 12 0,0 5 5 15,6-4-3-15,1 4 12 0,1 3 9 0,-1 5 15 16,5 2-5-16,0-2-2 0,2 2 1 0,1 0 3 0,4-1 2 16,5-2-2-16,-2-2 1 0,2 0 5 0,3-8-1 15,0-2-1-15,9 4-5 0,-12-14-14 16,8 4 27-16,1-5 13 0,11-1 23 0,-11-1-36 0,9-6 12 15,4 3-2-15,14-6-4 0,-18 0-38 0,4-7-7 16,8-1-11-16,-1-2 0 0,-14 2 0 0,5-7 0 16,0 2 0-16,9-5 0 0,-17 13 0 0,0-8 0 0,-4 5-3 15,-8 7-137-15,3-2-90 0,-6 1-388 0,-3 2-194 16,-6 3-606-16,0 0 205 0,0 0 313 0,0 0-437 16</inkml:trace>
  <inkml:trace contextRef="#ctx0" brushRef="#br0" timeOffset="174920.45">2345 16642 273 0,'8'2'477'0,"-8"-2"-292"0,0 0 93 16,12 0 41-16,-9 0-28 0,-3 0-24 0,0 0-61 0,0 0 86 15,0 0 126-15,0 0-64 0,0 0-85 0,0 0 60 16,0 0 17-16,0 0-110 0,0 0-96 0,-15-2 5 16,12 2-41-16,-6 2-67 0,4-2-26 0,-1 2-3 15,-8 2 0-15,-2-2-5 0,10 1-3 0,-6 3-1 16,-8-1 11-16,11-1 9 0,1 0 7 0,-13 6 28 16,1 0 19-16,-2-4-9 0,8 2-3 0,8-2-20 0,-8 1 11 15,-13 1-17-15,12-3-15 0,3 1-5 0,-5-1 3 16,2 0-3-16,3-5 5 0,0 3 2 0,10 0 6 15,-10-1-10-15,9-2-19 0,3 0-4 0,0 0-29 16,0 0-121-16,0 0-147 0,0 0-37 0,0 0-190 16,17 0-306-16,-17 0 60 0,12 0 205 0,-4-2-124 15,7 2-168-15</inkml:trace>
  <inkml:trace contextRef="#ctx0" brushRef="#br0" timeOffset="175289.46">2551 16978 633 0,'0'0'418'16,"0"0"74"-16,0 0 56 0,0 0 155 0,0 0-351 0,0 0 5 16,0 0-35-16,0 0-8 0,0 0-174 0,-8-9 4 15,4 9-27-15,-14-5 28 0,13 3-40 0,-10 2 30 16,6 0-3-16,-6 0 32 0,-9 0-21 0,7 5 34 16,-7-3 11-16,-6 7 12 0,8-7-76 0,-2 4 32 15,-3 1-29-15,0-1-6 0,-2-1-4 0,5 1-17 16,7-4-20-16,-6 3 1 0,8-2-1 0,3-3-31 15,-2 0-2-15,2 3-7 0,9-6-21 0,-9 3-33 0,9 0-72 16,3 0-275-16,0 0-18 0,0-5-52 0,6-4-362 16,3 5-204-16,6-1-264 0,-7 1 600 0,10-5-1026 15</inkml:trace>
  <inkml:trace contextRef="#ctx0" brushRef="#br0" timeOffset="-153378.08">13576 17342 457 0,'0'0'363'0,"0"0"-144"0,0 0 86 0,12-4 63 16,-9 4-139-16,-3 0-125 0,0 0 9 0,0 0 24 16,-6-11 1-16,6 6-28 0,0 7 47 0,0-2 23 0,0 0 68 15,0-4-71-15,-6-5 74 0,6 7-8 0,0 4 63 16,0-2-135-16,0-2 58 0,-3-9-1 0,3 11-46 15,0 0-26-15,0 0-30 0,-3-6-16 0,1-1-2 16,2 7-35-16,0 0-39 0,2-13-7 0,-2 10-6 16,0 3-11-16,6-13-9 0,-2 9 0 0,-2-5 11 15,1 3 29-15,-3 1 31 0,3-3 41 0,-3 8 15 16,0 0 20-16,0-8 8 0,0 0-6 0,0 8-9 0,0 0-33 16,0 0-23-16,0 0-7 0,0 0-15 0,0 0 5 15,0 0-22-15,0 0-18 0,0 0-17 0,0 0-5 16,0 0-5-16,0 0-12 0,0 0-2 0,0 0-4 15,0 0 8-15,2 2 18 0,5 9-10 0,-7-11 1 16,5 11 23-16,-5-11-7 0,10 11 10 0,-10-6 0 0,9 5-6 16,-6 1 13-16,-3-1-5 0,2 7 8 0,1 7 19 15,-3-9-18-15,3-2 17 0,-3 8 5 0,6 5 28 16,-3-9-37-16,-3 3 8 0,3 2-10 0,3 7 6 16,-6-10-28-16,6 7 2 0,-6-2-11 0,2 5-4 15,1-2-5-15,-3-12-3 0,4 12 9 0,-4-3-1 16,3-14-4-16,-3 8-2 0,2 2-2 0,-2-11 0 15,6 10-3-15,-2-1-3 0,-2-4 4 0,1-4-3 0,0 6 2 16,-3-8-1-16,4 3 1 0,1 0-1 0,-2 9 0 16,6-6 1-16,-6-1 1 0,6 6 0 0,-4-3 2 15,-5-14-2-15,10 9-1 0,-10-11-1 0,5 8-1 16,-2-3 2-16,-3-5-3 0,2 11 1 0,-2-9 0 16,0-2 0-16,7 13 2 0,-7-10 1 0,0-3 1 15,0 0 0-15,3 11 0 0,-1-5 0 0,-2-10-2 0,0 8-4 16,4 0 0-16,-4 5-1 0,0-9 2 0,0 0 2 15,0 0 2-15,0-4 13 0,0 8 3 0,0-8 5 16,0 4-10-16,0 4 8 0,11-2-1 0,-7-2-8 16,-4 0-9-16,15 0 2 0,-15 0-1 0,14-2 1 15,-14-2-4-15,3 4 0 0,12-5 1 0,-15 5 1 16,5-2 1-16,4 2-1 0,-3-2 3 0,8 2-4 16,1 0-3-16,-8-4-1 0,5 4-1 0,8-2-4 0,-6-1 2 15,-2 3 2-15,6 0 5 0,3-2 3 0,-9 2 0 16,-1 0 1-16,10 0-1 0,-3-3 0 0,-6 6-1 15,2-3-4-15,1 0-1 0,-6 0-1 0,-3 0 0 16,6 0-2-16,-7 0 2 0,-5 0-2 0,15 0 1 16,-9 0 2-16,-6 0-2 0,-2 0 2 0,4 0-1 15,10 0 1-15,-9 0-1 0,-3 0 1 0,0 0 0 16,0 0-1-16,-3 0 0 0,6 0-8 0,-6 0-18 0,9-6-42 16,-4 1 5-16,-2 5-82 0,0 0-98 0,0 0-153 15,0-5 42-15,10-3-290 0,-10 8-47 0,12-6-468 16,-10 3 153-16,1-4 135 0,0-1-1068 0</inkml:trace>
  <inkml:trace contextRef="#ctx0" brushRef="#br0" timeOffset="-100357.83">3376 16213 281 0,'0'0'628'0,"0"0"-184"15,0 0-48-15,0 0 177 0,0 0 4 0,0 0 52 16,0 0-337-16,0 0 33 0,0 0-54 0,0-2-38 16,3-7-96-16,0 9-15 0,-6 0 45 0,6 0 11 0,-1-4 35 15,5-2 35-15,-7 6 25 0,0 0 19 0,0 0 10 16,0 0-63-16,0 0 61 0,0 0-59 0,12-8-17 16,-12 8-43-16,0 0-31 0,0 0-41 0,0 0-34 15,0 0-34-15,-15-3 7 0,15 3-46 0,0 0-2 16,-12 0 0-16,8 0 0 0,4-3 0 0,-14 3 0 15,14 0 0-15,-11 0 0 0,7 0 0 0,-7 0 0 0,-1 0 0 16,-2 3 0-16,2 5 0 0,0-5 0 0,-8 7 0 16,10-1 0-16,-4-4 0 0,-8 8 0 0,12-5 0 15,-5 3 0-15,-6 5 0 0,11-6 0 0,-7 4 0 16,5-1 0-16,7-4 0 0,-1 2 0 0,-3 16 0 16,2-11 0-16,5 2 0 0,2 0 0 0,0-4 0 15,0 13 0-15,0-11 0 0,6 4 0 0,-6-11 0 0,3 9 0 16,0-2 0-16,3-6 0 0,0 9 0 0,6-6 0 15,-10-8 0-15,8 8 0 0,-2-9 0 0,1 3 0 16,3-1 0-16,-4-6 0 0,1 3 0 0,9-3 0 16,-9-6 0-16,3 1-1 0,8-6-12 0,-8 0-17 15,8-7-9-15,-5 3-12 0,-6 6-9 0,3-9-10 16,-7 7 13-16,10-10 7 0,-8 0 15 0,-2 2 8 16,2 1 14-16,-7-1 7 0,2-5 4 0,4 4 3 0,-6-2 2 15,2 14-1-15,-4-15 0 0,2 12 0 0,0-11 8 16,0 15 4-16,-3-6 8 0,0-4 10 0,3 8 30 15,3 3-15-15,-3 3 17 0,5-10-8 0,-5 13 3 16,0-2-29-16,7-7 2 0,-7 9-19 0,0 0-10 16,0 0-3-16,0 0 0 0,0 0 0 0,0 0 0 15,0 0 0-15,0 0 0 0,0 0 0 0,0 0 0 0,0 0 0 16,0 0 0-16,0 0 0 0,9 3 0 16,-3 3 0-16,6-4 0 0,-7-2 0 0,7 7 0 0,0 2 0 15,-9-7 0-15,11 9 0 0,-2 0 0 0,0-1 0 16,0-2 0-16,-1 5 0 0,-2-5 0 0,6 19 0 15,-6-14 0-15,-1 6 0 0,2-1 0 0,2 8 0 16,-4-10 0-16,1 3 0 0,-4 2 0 0,2 5 0 0,-4-9 0 16,-1 6 0-16,-4 1 0 0,-4 6 0 0,0-8 0 15,0-2 0-15,0 6 0 0,-5 0 0 0,-1 3 0 16,3-10 0-16,-6 2 0 0,-5 8 0 0,-1-8 0 16,3-5 0-16,-3 3 0 0,1-3 0 0,-9-1 0 15,17-6 0-15,2-2 0 0,-10-1 0 0,8-4 0 16,0 1 0-16,-5-6-3 0,12 1-102 0,-10-9-403 0,3-7-43 15,3-1-506-15,3-2-151 0,6-3-5 16,0 3-350-16</inkml:trace>
  <inkml:trace contextRef="#ctx0" brushRef="#br0" timeOffset="-99642.75">3994 16591 1528 0,'0'-13'1026'15,"0"13"-419"-15,-3-2 218 0,6 4-66 0,-3-2-245 0,-3-13-276 16,3 13-193-16,0 0-2 0,-2-3-20 0,-13 6 7 15,15-3-3-15,-12 6 21 0,7-1 23 0,-5 3 26 16,5 2 36-16,-2 6 62 0,2-2 30 0,-4 8-4 16,3-5-33-16,4 7 31 0,-8-3-57 0,5-2-37 15,-2-6-68-15,-5 7-30 0,7-11-7 0,-7 6-9 16,7-9-8-16,-2 4-13 0,-1-2-31 0,8-8-41 0,-7 11-51 16,7-8-186-16,0-3-92 0,0 0-167 0,0 0-240 15,0 0 88-15,0 0-542 0,-5-5 355 0,2-4-830 16</inkml:trace>
  <inkml:trace contextRef="#ctx0" brushRef="#br0" timeOffset="-99442.29">3823 16586 132 0,'0'0'2041'0,"0"-6"-667"0,0-1-316 0,0 7 3 16,0 0-112-16,0 0-649 0,0 0-67 0,0-8-97 16,4 3-21-16,-4 5 1 0,8 5 12 0,2 1 7 0,14 9 23 15,-14-4-73-15,9 5 14 0,1 2-47 0,9 6-35 16,-14-9-15-16,9 9-2 0,0-4 0 0,-4 0 0 15,-3-1 0-15,2-1 0 0,-2 1 0 0,6 4-18 16,-14-12-33-16,9 2-93 0,0 0-236 0,-7-4-112 16,8 4-435-16,-14-11 134 0,12 4-396 0,-2-6 52 0,-8 3-226 15</inkml:trace>
  <inkml:trace contextRef="#ctx0" brushRef="#br0" timeOffset="-99040.34">4342 16591 144 0,'0'3'2484'0,"0"-3"-1311"16,0 0-367-16,12 3 523 0,-9-3-525 0,-3 0-418 16,6 10-260-16,-3-7-56 0,2 7 22 0,-5-6-12 15,0-2-19-15,7 9 30 0,-7-11 15 0,0 0-13 0,8 5-45 16,-1-3-26-16,-7-2 4 0,8-7-3 0,-2 7-15 15,-6-4-2-15,12-5 0 0,-6-5-2 0,-1-2-9 16,4-2-2-16,-6 0-6 0,4-6 1 0,-4 0 0 16,-3-5 1-16,5 5 3 0,2 0 6 0,-7-5 1 15,5 7 0-15,2-9-2 0,-7 10 0 0,2 1 4 16,-2 5 4-16,3-3 0 0,0 7 7 0,-3-7 1 16,2 7 4-16,-2 9-4 0,0 2 1 0,0 0-8 0,0 0 3 15,0 0-5-15,7 2 6 0,5 3 7 0,-7 14 6 16,1-6-1-16,-2 8 7 0,1 3-5 0,4 11 5 15,-6-11-17-15,0 7 1 0,3 4-11 0,-3 7-1 16,0-14-1-16,-1 7 0 0,1 0 0 0,1-1 0 16,1-2 0-16,5-8 0 0,-5 2 0 0,4 1 0 15,-3-9-14-15,3 8-143 0,-4-13-153 0,2 1-169 0,-4-6-97 16,-1 3-238-16,-2-11-259 0,3 0-78 0,12 2 113 16,-15-2 382-16,6-15-904 0</inkml:trace>
  <inkml:trace contextRef="#ctx0" brushRef="#br0" timeOffset="-98691.29">4869 16400 420 0,'4'-9'1806'0,"-1"-4"-908"0,2-4 9 0,-5 17 2 16,4-7-361-16,-1-2-52 0,-3 9-333 0,-3-11-83 16,-1 9-33-16,8 2 32 0,-8 0 0 0,1 0 14 15,-6 2-20-15,1 12 69 0,5-8-6 0,-6 14 17 16,6-3-38-16,-3 3 53 0,3 10 26 0,-2-1-31 15,5 2-24-15,0 6-23 0,0-4-25 0,2-2-7 16,1 0-27-16,-3-9-39 0,7 10-2 0,1-5-15 16,1-7-1-16,3-4 0 0,0 8 0 0,-1-11 0 0,7 0 0 15,-10-5 0-15,10-5 0 0,-9-1 0 0,23-4 0 16,-13-9 0-16,3-2 0 0,0-5 0 0,0-1 0 16,0-2 0-16,-2-5 0 0,-1-3 0 0,-5 5 0 15,1 0 0-15,-7-8 0 0,-1 3 0 0,-2-2 0 16,-2-9 0-16,-6 14 0 0,-2-7 0 0,-7 2 0 0,-3-9 0 15,-2 19 0-15,-5-6 0 0,-1 3 0 0,-7 3 0 16,12 11 0-16,-6-1 0 0,-1 5-33 0,-2 4-94 16,13 4-106-16,-8 2-172 0,2 1-256 0,3 3-272 15,5-1-267-15,-3 4 39 0,9-2-312 0</inkml:trace>
  <inkml:trace contextRef="#ctx0" brushRef="#br0" timeOffset="-98270.42">5359 16015 459 0,'6'-6'1944'0,"0"1"-787"0,-6 5-211 16,0 0-245-16,12-2-90 0,-10 2-151 0,-2-4-248 15,0 8-78-15,0-4-42 0,0 0 35 0,0 0 31 0,0 0-4 16,-9-4-21-16,4 4 68 0,-7 4-5 0,0-2-47 16,-8 3-48-16,5 1 17 0,-12 1-25 0,-2 4-62 15,12-8-18-15,-7 5-12 0,-3-1-1 0,3-1 0 16,9-1 0-16,7-3 0 0,-11 2 0 0,9-2 0 16,3 1-1-16,10-3-47 0,-6 0-379 0,6 0-152 15,-9-9-383-15,1 5 52 0,8-5-303 0,9-4-1344 0</inkml:trace>
  <inkml:trace contextRef="#ctx0" brushRef="#br0" timeOffset="-97540.37">5789 16051 1521 0,'-4'13'1063'0,"4"-13"-87"16,0 4-388-16,0 12 79 0,4-16-352 0,-4 0-71 16,0 0-103-16,0 0 24 0,0 0 11 0,0 0 51 15,0 0 36-15,0 0-48 0,0 0 154 0,0 0-74 0,0 0-21 16,0 0-99-16,8-11 42 0,5-2-108 0,-4 8-30 15,3-14-41-15,5 1-12 0,-2-4-5 0,-3 0-8 16,-7 9-4-16,1-2-4 0,3-12-5 0,0 7 0 16,-3 3 0-16,0-3 0 0,2 0 0 0,7-8 0 15,-8 12 0-15,-2 8 0 0,0-10 0 0,2 7 0 16,-2 2 0-16,-5 9 0 0,0-4 0 0,7-2 0 16,-7 6 0-16,0 0 0 0,0 0 0 0,0 0 0 0,3 13 0 15,-3 0 0-15,-3 11 0 0,0 0 0 0,3 0 0 16,-6 5 0-16,0 6 0 0,6-1 0 0,-6 2 0 15,0-6 0-15,0 10 0 0,-2-3 0 0,1-3 0 16,4-8 0-16,-2 11 0 0,2-8 0 0,-1 1 0 16,4-9 0-16,0-2 0 0,0-4 0 0,0 1 0 15,0-8 0-15,0 0 0 0,0-5 0 0,4-3-17 0,-4 0-128 16,0 0-190-16,8-8-367 0,2-3-533 16,-2-13 22-16,-2 11 303 0,2-10-673 0</inkml:trace>
  <inkml:trace contextRef="#ctx0" brushRef="#br0" timeOffset="-97089.58">6404 15862 102 0,'3'0'1737'0,"9"4"-1039"0,-12-4-56 16,0 0-141-16,0 0 84 0,-5 11-426 0,5-6-38 15,-3-3-23-15,-9 7 66 0,-3-1 89 0,9-1-30 16,-2-3-27-16,-7 3 110 0,3 2 134 0,-3-7-86 0,1 3-38 15,7-2-94-15,-8-3 36 0,-2 0 1 16,5-3-117-16,4 3-69 0,-7-7 15 0,-1 1 1 0,6-2-34 16,0-2-26-16,8 1 0 0,-1-4-2 0,6-5-11 15,-1 12-10-15,8-17-3 0,0 4-8 0,6 3-17 16,-1 8 3-16,2-8-10 0,3-2-15 0,2 8 4 16,-5 4 7-16,7 1-8 0,-1-4 4 0,-2 5 10 15,-6 4 2-15,-3 2 11 0,2-2-3 0,1 8 0 16,-3 0 6-16,-9-2 18 0,5 9 22 0,-4 3-8 0,-2-7-22 15,1 13 2-15,-3 0 21 0,-9 2 7 0,1 1-28 16,-2-6-4-16,-4 11 20 0,-1-4 48 0,0 2-18 16,6-12-20-16,-8 15 7 0,-3 0 8 0,5-3-12 15,3-12-18-15,-3 6-11 0,-2 5-1 0,8-7 0 16,2-4 0-16,7-12 0 0,0 17 0 0,4-10 0 16,1-2 0-16,2-1 0 0,10-1 0 0,1-4 0 0,-6-5 0 15,14 0 0-15,4-9 0 0,8 4 0 0,-6-8 0 16,1 0 0-16,8-5 0 0,0 5 0 0,-6-4 0 15,-11 4 0-15,5-5-36 0,-7 9-59 0,-14 2-230 16,1-1-111-16,0-1-489 0,-6 5-560 0,-3 4 274 16,0 0 235-16,-7-3-1578 0</inkml:trace>
  <inkml:trace contextRef="#ctx0" brushRef="#br0" timeOffset="-96436.33">6858 16244 106 0,'4'0'1821'0,"11"4"-1041"0,-15-4-78 15,0 0 143-15,0 0-557 0,0 0-149 0,-12 10-79 0,5-4-33 16,2-2 9-16,-13 7 25 0,6-6 43 0,-2 3 88 15,-8-3-17-15,-4 8 182 0,6-7-8 0,2-1 21 16,4-2-85-16,-8 5 61 0,0-2 2 0,0-4-102 16,5 3-93-16,-10-2 9 0,1 0-62 0,16-3-35 15,-10 3-26-15,11-3-10 0,-8 0-23 0,2 2-6 16,15-2 0-16,-9 0 0 0,3 0 0 0,6 0 0 0,-3-2 0 16,-6 2 0-16,6 0 0 0,3 0 0 0,0 0 0 15,0 0 0-15,0 0 0 0,0 0 0 0,0 0 0 16,0 0 0-16,0 0 0 0,0 0 0 0,0 0 0 15,6 10 0-15,-6-7 0 0,4 4 0 0,-4 10 0 16,0 1 0-16,2 0 0 0,-4 6 0 0,4 8 0 16,-2-8 0-16,3-3 0 0,0 5 0 0,0 11 0 15,1-8 0-15,-2-12 0 0,4 14 0 0,-2 4 0 16,-2-6 0-16,-2-11 0 0,3 9 0 0,2 7 0 16,-1-8 0-16,-4-7 0 0,3 5 0 0,-3 8 0 0,0-11 0 15,0-5 0-15,0 4 0 0,0-1 0 0,0-5 0 16,0-1 0-16,-3 2 0 0,3-6 0 0,-4-2 0 15,4-7 0-15,0 13 0 0,0-13 0 0,0 0 0 16,0 0 0-16,0 0 0 0,-2-5 0 0,2-3 0 16,0-2-54-16,0 2-146 0,0-10-451 0,0-1-132 0,2 1-316 15,2 5 197-15,-1-7-312 0,0 0-212 0,-1 9 180 16</inkml:trace>
  <inkml:trace contextRef="#ctx0" brushRef="#br0" timeOffset="-96188.99">6877 16607 1318 0,'0'-5'1107'0,"5"-3"-142"0,-5 8 27 16,0 0-148-16,0 0-36 0,0 0-377 0,-3-3-168 16,1-8-83-16,2 11-35 0,-4 0 23 0,-7 0 7 15,-4 0 60-15,9 4-106 0,-6-4 18 0,0 0-20 16,1 2-37-16,-1 1-58 0,-5-3-2 0,5 2-25 0,0 1-5 15,-3-3 0-15,3 3 0 0,-5 0 0 0,-7-1 0 16,21-2 0-16,-12 8 0 0,1-5 0 0,-1 2 0 16,3-3-9-16,3 4-95 0,6-6-159 0,-6 2-227 15,-2 1-333-15,-1-3-343 0,3 2-47 0,-1-4-91 16,-7 2-1361-16</inkml:trace>
  <inkml:trace contextRef="#ctx0" brushRef="#br0" timeOffset="-94422.71">2711 17480 474 0,'0'0'659'0,"-4"0"-95"0,8 0 66 0,-8 0 169 15,4 0-350-15,4 0-21 0,-4 0-126 0,0 0-22 16,0 0-123-16,0 0 8 0,-4 0 49 0,8 0 105 16,-8 0-36-16,4 0-70 0,4 0 76 0,-4 0-6 15,0 0 56-15,-7 0-186 0,-2-4 23 0,9 4-6 0,-8 4-35 16,1-1-63-16,4-3 8 0,-14 11-5 16,5-3-22-16,7-6-23 0,-14 12 5 0,8-6-4 0,-18 8 16 15,13-9-6-15,-4 4 14 0,-7-1-4 0,1 6-6 16,8-10-17-16,-6 7 12 0,4-3-16 0,11-4-21 15,-11 1-3-15,11-3 0 0,-18 3 0 0,19-4 0 16,-11 2 0-16,8-5 0 0,-3 3 0 0,-2 3 0 0,5-6 0 16,7 0 0-16,-4 2 0 0,1-2 0 0,7 0-2 15,0 0-11-15,0 0-118 0,0 0-115 0,-8 0-239 16,2 0 29-16,6 0-548 0,0 0-334 0,0 0 159 16,9 7 42-16</inkml:trace>
  <inkml:trace contextRef="#ctx0" brushRef="#br0" timeOffset="-93977.9">2811 17864 145 0,'-4'8'781'0,"1"-5"-261"15,6-3 83-15,-6 0 55 0,-9 13 111 0,1-13-258 16,11 3 22-16,-12-3-286 0,0 2 55 0,0 3-45 16,-5 1-12-16,10-4-49 0,-3 3 106 0,-14 4-43 15,6-5 172-15,-3 0-183 0,-3 3 132 0,13-7-87 0,-13 6-46 16,12-3-107-16,-20 4-41 0,15 1-78 0,5-2-17 16,-12 7-4-16,19-10 0 0,-19 8 0 0,12-9 0 15,9 0 0-15,-2-2 0 0,-7 3 0 0,5-8 0 16,2 3 0-16,5 2-9 0,0 0-119 0,-7-11-157 15,7 8-367-15,0 3 30 0,4-6-734 0,1 2-3 16,-5 4 83-16,0 0 525 0,0 0-826 0</inkml:trace>
  <inkml:trace contextRef="#ctx0" brushRef="#br0" timeOffset="-87458.33">3708 17179 280 0,'-2'-8'1226'0,"2"8"-566"16,-3-9 201-16,0 5-332 0,3 1 115 0,0 6-346 15,0-3-111-15,-12-9-40 0,10 7-21 0,2 2 19 16,-15-3 78-16,15 3-27 0,-9 0 41 0,2 0 44 16,2 0 5-16,-7 3-19 0,0-3-56 0,4 2-40 0,-4 2-18 15,-6-4 29-15,14 0-109 0,-10 7 27 0,-6-1 5 16,5 4 16-16,-2 0-57 0,-2 1 23 0,2 2-26 16,-3 3 10-16,5-8-36 0,0 6 8 0,-3 1-3 15,0-2 2-15,13-7-25 0,-14 17 0 0,9-8-12 16,6-2-5-16,1 0 0 0,0 3 0 0,1-9 0 15,2 6 0-15,0 0 0 0,0-7 0 0,5 5 0 0,-2 0 0 16,1-6 0-16,1 5 0 0,7 1 0 16,0-4-5-16,-4-1 2 0,11-1-1 0,-2-2-34 0,-5-1-15 15,11-2-27-15,-17-2 10 0,26 2-42 0,-8-3-56 16,-4-2 17-16,-2 2 51 0,6-7-43 0,0-3 16 16,-4 0 28-16,-8 2 39 0,9-6-17 0,-6 4 36 15,-1 3 9-15,-8 4 14 0,11-4 7 0,-2-8 7 16,-9 9 10-16,0 0 12 0,0-11 40 0,-3 10 11 0,0-4 3 15,-3-4 16-15,-3 8 12 0,0-1 9 0,-1-7-10 16,2 9-7-16,-4 2 22 0,-3-10 8 0,4 10-13 16,2-4-8-16,-6 3-29 0,9 6 7 0,-7-9-27 15,7 8-30-15,0 3-12 0,-5-10-6 0,2 10-4 16,3 0 0-16,0-3 0 0,0 6 0 0,0-3 0 16,0-3 0-16,0 6 0 0,0-3 0 0,8 6 0 15,-4-2 0-15,1 7 0 0,-2-6 0 0,4 8 0 0,1-4 0 16,-2 1 0-16,6 4 0 0,-3-1 0 0,8 7 0 15,-1-1 0-15,-1-3 0 0,2 6 0 0,10 6 0 16,-10-4 0-16,-2-6 0 0,5 9 0 0,1-1 0 16,-1 4 0-16,-11-12 0 0,6 6 0 0,-6 5 0 15,2 0 0-15,-7-10 0 0,-1 7 0 0,-1 8 0 16,-2-6 0-16,-5-6 0 0,1 0 0 0,-7 13 0 0,-1-11 0 16,-5 2 0-16,-2-3 0 0,-1-1 0 0,-6 4 0 15,6-7 0-15,1-6 0 0,-8 3 0 0,2-3 0 16,6-2 0-16,-1-4 0 0,-7-1 0 0,6-6 0 15,4 3 0-15,2-6 0 0,0 0 0 0,-2-7-30 16,10-16-95-16,7 6-91 0,0-8-331 0,4-5-369 16,7-6-570-16,-2 16 575 0,9-14-354 0,6 4-1283 0</inkml:trace>
  <inkml:trace contextRef="#ctx0" brushRef="#br0" timeOffset="-86944.7">4661 17412 1169 0,'0'0'1833'0,"0"0"-1058"0,0 0 116 0,0 0-127 15,0 0-355-15,0 0-269 0,0 0-111 0,0 2-17 16,-4 9-4-16,4-11-3 0,-3 3-4 0,3 10 12 16,3 0 35-16,1 0-1 0,-4-4 14 0,11 19 24 15,-7-4-18-15,4-8-4 0,1 10 73 0,3 9 83 0,0-8-15 16,-4 6 47-16,-1-14-87 0,1 23 124 0,-2-13-100 16,-3 6-45-16,0-9-86 0,3 9 4 0,-3-4-19 15,0-4-24-15,-1-12-18 0,1 12 0 0,1-3 0 16,-1 2 0-16,-1-4 0 0,1-4 0 0,0-1 0 15,-3-8 0-15,4 8 0 0,-4-10 0 0,2-1-1 16,-2-6-11-16,-2 0-42 0,4 0-85 0,-4 0-264 0,4 0-120 16,4-6-268-16,0-3-315 0,2-21-368 15,-4 6 271-15</inkml:trace>
  <inkml:trace contextRef="#ctx0" brushRef="#br0" timeOffset="-86542.77">4681 17476 516 0,'-9'-6'2148'16,"9"6"-1117"-16,-3-3-194 0,-12-2 119 0,15 5-305 15,-2-3-289-15,-1-7-127 0,3 10-49 0,-3-3 8 16,3-7-40-16,0 10-61 0,0-13 7 0,0 13-45 16,0 0 6-16,0-17-13 0,6 10-15 0,-4 1 0 15,5-5-4-15,1 6-1 0,-1-3-5 0,5-2-6 16,-12 10-2-16,8-13-2 0,-2 9-5 0,9 0-1 0,-4 1-1 15,5 1-2-15,-8 2-1 0,9 0 2 0,-8 0-3 16,9 0-1-16,0 5-2 0,-10-1-3 0,10 2-3 16,3 5-6-16,-1-4 7 0,-1 4 1 0,-14-6 0 15,19 8 4-15,-13-4 1 0,-2-1 5 0,12 8 0 16,-13-8-14-16,2 2 7 0,4 9 8 0,-6-8 6 16,-1 2 11-16,-2 5 4 0,-1-10 24 0,-1 3 13 0,-3 7 2 15,-3-7-20-15,-1-6-16 0,-4 14 1 0,-1-6-11 16,-11 7-16-16,11-6-4 0,-9 2 0 0,-11 5 0 15,5-8 0-15,-5 3 0 0,2-6 0 0,-12 1 0 16,13-6 0-16,0-1 0 0,0-4 0 0,16 0 0 16,-10 0 0-16,-1-9 0 0,12 4-5 0,-6-8-51 15,0-4-145-15,10 8-120 0,-7-18-368 0,7 6-249 0,5-1-239 16,0 2-24-16,0 1 339 0,12-13-1750 0</inkml:trace>
  <inkml:trace contextRef="#ctx0" brushRef="#br0" timeOffset="-86223.63">5359 17089 497 0,'0'0'1767'0,"0"0"-755"0,0 0 50 16,0 0-38-16,-10 5-551 0,2-3-82 0,-6 2-20 15,-1-4-102-15,12 0-84 0,-21 2 64 0,10 1 76 16,-13 5-88-16,10-3-106 0,-2 3-27 0,-6 6-55 16,-5-5-20-16,14 0-17 0,-9-1-8 0,-5 5-4 15,4-3 0-15,11-4 0 0,-4 2 0 0,-1-1 0 16,11-4-8-16,-6 3-46 0,15-6-19 0,-5 0-232 0,-7 2-259 15,12-2-149-15,0 0 69 0,0-5-406 0,0-8-367 16,12 2 342-16,-12 8 386 0,12-7-332 0</inkml:trace>
  <inkml:trace contextRef="#ctx0" brushRef="#br0" timeOffset="-86010.19">5141 17162 473 0,'8'14'1960'0,"-1"2"-991"0,-4-8-166 0,6 18 149 0,-6-7-274 16,2 2-245-16,-2 3-54 0,3-3 7 0,-3 6-49 15,2-1-51-15,2-4-71 0,-2 0-70 0,2 0-52 16,1 4-20-16,1-6-64 0,3 2-9 0,0 0 0 16,8 4 0-16,-10-10 0 0,2 8 0 0,-2-8 0 15,-3 0 0-15,-2-8 0 0,2 13 0 0,4 1 0 16,-5-7 0-16,0-1 0 0,0 1 0 0,-6-2 0 0,3-4 0 16,2 4-1-16,-5-13-34 0,0 0-110 0,0 0-287 15,0 0-83-15,0 0-30 0,10-8-783 0,-8 3 123 16,1-6 68-16,1 3-491 0</inkml:trace>
  <inkml:trace contextRef="#ctx0" brushRef="#br0" timeOffset="-85740.92">5541 17353 873 0,'0'-2'1392'0,"12"-1"-529"0,-9 3 21 16,-3 0 74-16,0 0-399 0,0 0-129 0,0 0-118 16,0 0-9-16,0 0-139 0,-15-6 67 0,10 4-10 15,-7 2-46-15,-3-2-7 0,6 4-26 0,-3 0-8 16,-11 4-2-16,9-1-58 0,2 1-2 0,0-1-24 16,-18 13-5-16,16-12-32 0,-4 1-9 0,9-3-2 15,-8 3 0-15,-5-1 0 0,14-4-1 0,-10 7-21 16,15-9-103-16,-12 0-221 0,15 0-66 0,0 0-422 0,-9-15-330 15,9 15-46-15,0-13-77 0,4 4-1350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3:19:59.1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23594 12022 842 0,'8'-3'572'0,"14"1"-167"16,-8-7 9-16,-8 7-119 0,12-3-18 0,-10-3-137 15,-5 8 43-15,-3 0-19 0,9-5 89 0,-3-1 57 16,-6 6-5-16,0 0-102 0,0 0 39 0,0 0-44 0,0 0-44 16,0 0-32-16,-6 0-16 0,-6-2-11 0,-2 4-1 15,11-2-18-15,-29 6 64 0,8-4-27 0,-8 3-1 16,8-1-36-16,-12 1 14 0,-11-1-14 0,-6 7-34 16,-3-5-25-16,14 1-16 0,-10-1-10 0,-1 2-3 15,-15 5-2-15,27-5 5 0,-3-3-9 0,9 3-4 16,2-3 4-16,10 1-1 0,2-3-19 0,15-3-51 15,-3 2-77-15,9-2-30 0,0 0-347 0,0 0-212 0,0 0-65 16,0 0 185-16,17-7-172 0,2 3 79 16,4-1-372-16</inkml:trace>
  <inkml:trace contextRef="#ctx0" brushRef="#br0" timeOffset="4582.88">16850 15316 212 0,'0'0'871'0,"0"0"-609"0,0 0 111 16,0 0 99-16,0 0-169 0,0 0-149 0,0 0 64 0,0 0 43 15,0 0 143-15,0 0-150 0,0 0 90 0,0 0-30 16,2-16-16-16,1 16-49 0,1-16-52 0,-4 8-21 16,5 1-24-16,-5 7-50 0,6-16 68 0,-6 16-42 15,6-13 0-15,-3 9-30 0,4-9 70 0,-5 2-17 0,1 9 5 16,-3-3-16-16,5-6 89 0,-5 11-46 0,4-8-19 15,-1 3-34-15,-3 5-43 0,0 0-16 0,0 0-46 16,0 0-3-16,0 0-14 0,0 0-8 0,0 0-23 16,0 0-9-16,0 0 8 0,0 0-19 0,0 0 11 15,0-13-1-15,0 11 7 0,0 2 39 0,0 0-6 16,0 0-4-16,0 0 16 0,0 0 0 0,0 0 1 0,0 0-5 16,0 0-15-16,0 0 20 0,0 0 4 15,0 0-11-15,0 0 3 0,0 0-11 0,0 0 2 0,0 0 7 16,0 0-6-16,0 0-7 0,0-3 0 0,8-8-1 15,-8 11 12-15,4-2-2 0,1-6 6 0,-5 8 2 16,0 0 7-16,0 0-4 0,0 0 14 0,12-9 0 16,-12 9-4-16,0 0-14 0,3 0 4 0,9 0-2 15,-12 0-5-15,0 0-9 0,0 0-5 0,0 0 1 16,0 0-3-16,-12 0 1 0,9 0-2 0,3 0-2 0,0 0-1 16,0 0 5-16,0 0 0 0,0 0 0 0,0 0 1 15,0 0 0-15,0 0 0 0,0 0 0 0,0 0-2 16,0 0-1-16,10 4 0 0,-5-2-1 0,-5-4-1 15,0 4-3-15,0-2-1 0,-12 0-8 0,7 0-6 16,5 0-14-16,0 0 7 0,0-2-32 0,0 4-80 16,0-4 17-16,0 2 30 0,0 2-44 0,0-2-32 0,0 0-31 15,0 0 79-15,0 0 60 0,0-2-10 0,0 4-11 16,0-4 59-16,0 2 21 0,0 2 0 0,0-2 5 16,0 0 3-16,0 0-1 0,0 0-1 0,0-2 2 15,0 4-1-15,0-2-4 0,0-2-4 0,0 4-4 16,0-2 7-16,0-2-1 0,0 4 2 0,0-2 10 15,0 0 13-15,0 0-2 0,0 0 14 0,0-2 25 0,0 4 43 16,0-4-6-16,0 2-28 0,0 2 20 0,5-8 1 16,-2-1-9-16,-3 7-46 0,0 0-7 0,0 0-7 15,0 0 0-15,0 0-1 0,-3 0 9 0,6 0 10 16,-6 0-11-16,3 0-6 0,3 0-5 0,-3 0-12 16,-8-11-21-16,8 11 2 0,0 0-8 0,0 0-9 15,0 0-4-15,0 0 16 0,-4 0 1 0,4 3 8 0,-3 10-2 16,3 2 8-16,0-11 7 0,-3 16 3 0,3 7 4 15,3-8 15-15,-3-1 15 0,0 11 21 0,0 6-24 16,-3-4-15-16,3-4-3 0,0 9 7 0,-2 15-28 16,2-12-37-16,0-6 12 0,0 4 8 0,-3 10 5 15,3-15-7-15,3-11 7 0,-3 11 7 0,2-1 11 16,-2-9-9-16,3-7 6 0,0 5-7 0,1 0-31 16,-4-3-21-16,2-12 11 0,1 13-18 0,4-5-10 0,-2-7 17 15,-2-1 20-15,-3-5 41 0,0 2 6 0,0-2 11 16,14 0-21-16,-14 4-5 0,0-8-39 0,-5-6-29 15,-2 2-7-15,5 0 12 0,-4-10-41 0,-3 0 26 16,-3-12 21-16,9 14 37 0,-6-10 2 0,4-9 12 16,-1 4 5-16,2 4 1 0,2-12-4 0,-1 1-1 15,6-12-4-15,-3 21 7 0,-3-14-3 0,6-1 5 16,-1 4 3-16,8-10-3 0,-5 18 5 0,4-11-2 0,1 6 0 16,7-5 2-16,-8 18 1 0,6-7 0 0,0-2 0 15,-1 7-1-15,6 0 0 0,2-3-3 0,-5 7-2 16,10 2-1-16,-10 4 4 0,7 2-1 0,-4 7 0 15,7-4-1-15,-1 6-1 0,1 1 0 0,0 0-1 16,2 1-2-16,-12 3-4 0,10 3-22 0,-15 1-1 0,0 2-10 16,5 8-32-16,-9-7-13 0,2 4-6 0,-5 13 6 15,2-14 2-15,-7 4 27 0,-3 12-31 0,-1-2 20 16,-7-2 17-16,-1-9 19 0,-2 10-6 0,-8 3-6 16,5-7 15-16,0-3 20 0,-10 5 4 0,0 0 5 15,1 0 3-15,11-10 0 0,-5 5 2 0,1-1 4 16,2 5 9-16,5-10-2 0,7-5 0 0,-13 17 0 15,0-7 11-15,12-4-6 0,-3 2 1 0,4-3-3 16,7 18 5-16,5-8 4 0,-2-4-8 0,5 3 5 0,4 1-1 16,6 4 1-16,-5-7-5 0,6 3-1 0,2 0 7 15,4-2 0-15,5-3-9 0,-2 2 3 0,-4-4-2 16,0 0-3-16,-2-3-8 0,3 3-1 0,-10 0-6 16,1 1 1-16,-6-4-1 0,3 4-33 0,-3-4-120 15,-3-1-216-15,6 2-4 0,-10-7-268 0,2 1-324 16,-7-5 177-16,8 9 19 0,-8-7-193 0</inkml:trace>
  <inkml:trace contextRef="#ctx0" brushRef="#br0" timeOffset="4953.85">17713 15827 55 0,'2'8'853'0,"2"-5"-202"0,-8-6-52 15,8 6 66-15,-4-3-34 0,-4-3-134 0,8 6-87 16,-4-3-128-16,0 0-10 0,0 0-169 0,3-6-20 0,2-2-39 16,7 0-15-16,-6 3-7 0,0-1 13 0,4-7 11 15,-2-3 29-15,-6 12-26 0,5-16 16 0,-2 5-4 16,5-9 5-16,-5 19 34 0,7-11 28 0,-7 3 4 15,5-1 39-15,-4 7-67 0,-6 7 35 0,11-9-14 16,-7 9-69-16,-4-2-20 0,0 4-22 0,5-7-8 16,1 3-3-16,-6 2-8 0,6 5 1 0,0 0-1 0,0 5 1 15,0-1-1-15,-6-4 0 0,9 14 3 0,-4-6 6 16,-2 5 4-16,6 4-4 0,-6-2 0 0,0 8 1 16,1-6-19-16,-4-5-22 0,2 6-98 0,4 1-228 15,-6-16-153-15,6 10-20 0,0-9-402 0,3 4-24 16,11-8-254-16,-13-5-563 0</inkml:trace>
  <inkml:trace contextRef="#ctx0" brushRef="#br0" timeOffset="5483.49">18841 14927 963 0,'0'-10'1511'0,"3"7"-870"0,-3 3 92 0,-8-14-74 15,1 12-389-15,-1-3-125 0,-6-1-61 0,4 6-37 16,-17 0 6-16,15-2-6 0,-20 2 39 0,6 5-1 15,2 1 4-15,1-2-17 0,-16 7 43 0,5 0-33 16,0 2-1-16,12 0-23 0,-9 5 7 0,-6 12 22 16,10-3-21-16,3 4 1 0,9-2 3 0,1 10 14 0,2-1-6 15,9-1 17-15,3-8-19 0,3 21 133 0,3-13-32 16,2-2-11-16,2-6-45 0,7 21 59 0,7-17-63 16,0-5-48-16,-7-7-59 0,18 9-17 0,-6-10-10 15,7-9-4-15,-12-3 5 0,11 3-14 0,-3-1 5 16,-3 1-17-16,-5-3-45 0,3-1-134 0,-3 4-159 15,-4-9-183-15,2 2-287 0,-8-4 51 0,-3-4-271 16,13 2-146-16,-15-5-173 0</inkml:trace>
  <inkml:trace contextRef="#ctx0" brushRef="#br0" timeOffset="5852.45">19065 15629 361 0,'3'13'1644'16,"-3"-13"-1021"-16,0 0-146 0,0 0 142 0,0 0-217 15,0 0-158-15,0 0-74 0,0 0 71 0,0 0 20 16,0 0 102-16,0 0-140 0,0 0 50 0,0 0-20 16,0-4-54-16,9-3-69 0,-3-1-74 0,-4 1-19 0,13-20-26 15,-8 8-15-15,-2 8-2 0,-1 0 0 0,4-11 2 16,-1 5-2-16,-5 10-3 0,4-4-8 0,0-5-1 15,-6 14-3-15,3-7 8 0,0-1-3 0,-3 12-1 16,0-9 4-16,-3 1 7 0,6 6 0 0,-3 0-1 16,-3 0-2-16,6 0 2 0,2 6-1 0,4 1 2 15,-3 4 10-15,3 0 4 0,-6-3 5 0,9 15 5 0,-10-4 10 16,5 1 8-16,-4 0-10 0,-1 1-3 0,1 2-3 16,-3 1-2-16,4-2-6 0,-4-4-10 0,3 1-31 15,-3-1-25-15,2-10-31 0,-2 13-197 0,0-13-193 16,3 0-271-16,-3 2 44 0,0-4-482 0,0-6 195 15,0 0-949-15</inkml:trace>
  <inkml:trace contextRef="#ctx0" brushRef="#br0" timeOffset="6664.28">16304 15137 217 0,'4'0'945'16,"-4"-4"-376"-16,5-9-86 0,-5 13 82 0,0 0-97 15,0 0-144-15,0 0-63 0,0 0-72 0,0 0 5 16,0 0-41-16,0 0-53 0,0 0 57 0,0 0-65 16,0 0-17-16,0 0-36 0,0 0-32 0,0 0-2 0,0 2 0 15,0 9 3-15,-2 0 5 0,-5 11 19 0,2-2 9 16,-1-1 2-16,-3-1-9 0,-3 9 13 0,-5 5 12 16,5-3-17-16,2-3-13 0,-7 9 34 0,-3 2 44 15,-4 5 19-15,9-13-30 0,-14 11 42 0,0 2 14 16,-13 3 48-16,18-18-93 0,-5 7 25 0,-1 0-18 15,4-2-8-15,3-5-3 0,11-9-49 0,-7 1 4 0,9 1-22 16,3-9 8-16,-1 2-15 0,1-7-1 16,5 4-32-16,2-10-4 0,0 0 16 0,0 0-23 0,0 11-7 15,0-9 6-15,12 4 17 0,8-1 26 0,4 1-6 16,5-1-11-16,-9 1 9 0,21-1 13 0,1 3-16 16,-1 2-12-16,-11-2-6 0,26 10-17 0,-8-1-28 15,-2-4-38-15,4 5-8 0,-12-5 22 0,30 9-49 0,-12-2 27 16,-2-3 15-16,-20 1 45 0,32 6 17 0,-20-2 11 15,-4-4 1-15,-15-3 4 0,7 4 4 0,5 4 2 16,-12-4-1-16,-13-8-2 0,10 7-4 0,3 1-44 16,-12-9-34-16,-10-6-17 0,12 5-124 0,-7-3-147 15,-1-3-325-15,-6-3 165 0,9 0-284 0,-12 0-46 16,-4-5 61-16,-2-8-343 0</inkml:trace>
  <inkml:trace contextRef="#ctx0" brushRef="#br0" timeOffset="7303.57">15728 15256 97 0,'0'-6'1653'0,"-4"-8"-818"15,4 10-194-15,-3-10-161 0,3 14-56 0,0-2-304 16,-3-9 21-16,3 11-50 0,-2 0 23 0,4 0-26 15,-2 0-8-15,0 0 9 0,0 0-46 0,0 0-29 0,-2-2-9 16,-10 2-6-16,12 0-1 0,-10 9 6 0,8-3 6 16,-8 16 2-16,2-2 5 0,-1 4 4 0,-3 0 5 15,0 8 15-15,4-2 1 0,-4 3 13 0,0 2 6 16,-3 0 2-16,10-9-7 0,-14 23 37 0,9-11-28 16,-5 1-2-16,3-9-20 0,-3 10 15 0,1-7-9 15,2-3-17-15,2-1-9 0,8-7-16 0,-8 4 0 16,8-13-5-16,-1 1-8 0,0-5 1 0,-3 4-5 0,6-9 0 15,0-4 5-15,-3 11 0 0,3-9-1 0,0-2 0 16,9 11 3-16,-9-11 7 0,6 5 2 0,3-3 3 16,6 7 1-16,-3-5-3 0,2 2 0 0,16 8-1 15,2-1-2-15,-15-4 1 0,10 5 5 0,-1 2 5 16,6 5 13-16,7 3 5 0,-15-9-10 0,8 7 5 16,-5 0-6-16,14 11-3 0,-17-16-12 0,8 6-8 0,-5-2-6 15,5 3 0-15,-6-6 5 0,4 4 0 0,-1-6 3 16,1-1-1-16,-1 2 4 0,0-1 1 0,-2-1 0 15,0-2-4-15,-3-4-4 0,2 4-2 0,-6-2 1 16,4-4-1-16,-12-1 2 0,6-1-2 0,-10 0 4 16,10 1 0-16,-12-4-4 0,8 3-8 0,-14-5-27 15,12 0-65-15,-12 0-83 0,0 0-40 0,0 0-450 16,-5-7-124-16,-2 4-59 0,-1-3 234 0,-1 1-807 0</inkml:trace>
  <inkml:trace contextRef="#ctx0" brushRef="#br0" timeOffset="11965.13">13617 15710 1236 0,'-5'11'1719'0,"5"-8"-944"0,0-3 4 15,-4 0-335-15,8 0-255 0,-4 0-101 0,-4 0-72 16,4 2-10-16,0 9-3 0,0-11-1 0,0 0 17 15,0 0 3-15,0 0-4 0,0 0 18 0,0 0 7 16,12 2 10-16,-5 1 6 0,-5-6-22 0,13 3 36 16,0-2-5-16,-3-1 0 0,0-3-10 0,8-3 23 15,4-2-8-15,-7-2-11 0,-5 4-26 0,5-9 8 16,1-6-4-16,-6 5-27 0,0 4-5 0,0-6 0 16,5-9 1-16,-2-1 6 0,-6 12 1 0,6-4 15 0,-6-3 4 15,-1-7 25-15,1 15-17 0,-3-1 15 0,0-1 7 16,-6 9 38-16,6-8 80 0,-6 11-48 0,0 0 35 15,0 8 33-15,0 0-49 0,0 0-50 0,0 0-10 16,0 0-75-16,0 0-26 0,0 0 0 0,0 0-5 0,0 0 0 16,0 0-1-16,2 11 7 0,1 0 5 0,1 17 20 15,-1-4 2-15,-1 0-2 0,-2 5 7 0,6 2 0 16,-6 9 5-16,4-16-16 0,1 13-3 0,-5-2-2 16,7-1-25-16,-2-7 0 0,0-9-7 0,2 9-42 15,1 1-152-15,1-6-62 0,4-6-4 0,-8-6-211 16,10 6-342-16,-6-5-266 0,0-3 305 0,6-3-173 15,-7-5-207-15</inkml:trace>
  <inkml:trace contextRef="#ctx0" brushRef="#br0" timeOffset="12380">14861 15991 412 0,'14'-3'1465'0,"-4"3"-627"0,-5-3 213 15,4-2-228-15,1 3-372 0,-10-2-21 0,0 8-32 16,0-8-102-16,0 4-86 0,0 4 21 0,0-8 31 15,0 8-86-15,0-4-31 0,-10-4-63 0,-19 8-13 16,8 3-34-16,-6-4-6 0,7 5-6 0,-21 3 26 16,6 0 8-16,-1 2 8 0,6-2 6 0,-26 4 58 15,0 1-27-15,0 2-7 0,7-1-33 0,-43 9 24 16,12-2-45-16,1-8-33 0,11-1-8 0,-17 3 0 16,14-3 0-16,15-2 0 0,0 0 0 0,15-3 0 0,2-2 0 15,10 3 0-15,9-4 0 0,5-1 0 0,3-1 0 16,7-3 0-16,5-2 0 0,-10 0 0 0,4 0 0 15,6 0 0-15,0 0 0 0,0 0 0 0,0 0-21 16,6-5-141-16,4-5-510 0,0-1 115 0,0 1-479 16,-1-1-177-16,8-4-304 0,-9 4-217 0</inkml:trace>
  <inkml:trace contextRef="#ctx0" brushRef="#br0" timeOffset="13880">14024 16986 1109 0,'0'7'1906'0,"0"-7"-979"0,0 0-231 0,-2 0 89 16,4 0-243-16,-4 0-320 0,2 0-148 0,2 0-34 15,-4 0-7-15,4 0 3 0,-2 0-8 0,0 0 23 0,0 0 32 16,0 0-11-16,0 0-23 0,-2 0 12 0,4 0 4 16,-4 0-22-16,2 0-21 0,2 0-5 0,-2 0 12 15,15 4 9-15,-15-2 10 0,9-4-7 0,-1 2 51 16,4-4-12-16,3-5 2 0,-10 5-21 0,22-12 3 15,-8 3-20-15,1-5-10 0,-6 7-25 0,13-15 4 16,-3 7-9-16,-1-5-4 0,-9 8 2 0,13-15-2 0,-8 9-1 16,-5-4-1-16,-6 2 0 0,4-2-5 15,-6 2 1-15,-2 1 1 0,-4 1-1 0,0-13-3 0,0 9 7 16,-4 2 11-16,-2 4 7 0,-6-13 23 0,7 9 11 16,-10 6 16-16,1 0 26 0,2 4-37 0,-6 1 13 15,12 8-4-15,-12-4-5 0,4 0-14 0,2 3-6 16,0-1-8-16,-3-4-2 0,12 8-11 0,-11 0-2 15,2 3-10-15,2 3-4 0,2 0-3 0,-6 8 0 0,4-4-1 16,-4 12-4-16,4-1 3 0,5 6 1 16,0 5 2-16,1 6 0 0,4-7-5 0,0 10-1 0,4-1 2 15,1 13-3-15,-2-10-2 0,3-7 2 0,0 11-1 16,3 16 8-16,-1-20 0 0,-1-6 0 0,1 14 2 16,1 2 4-16,6 1 3 0,-10-22-3 0,4 10 1 15,3 9 1-15,-2-17 0 0,-5-4-2 0,7-1 2 0,0 9-2 16,0-9-2-16,-7-8-1 0,10 6 1 0,0 5 1 15,-6-10-5-15,-4-3-1 0,5 3 0 0,-5-3 1 16,4-1 1-16,-6-6-1 0,2 4 0 0,2-3-1 16,-4-4-2-16,-1-2-3 0,5 2-3 0,-7-6-6 15,8 0 3-15,1 0-2 0,-6-2-4 0,12-6-10 16,-1-6 0-16,4 1-3 0,-6 2 7 0,5-10-19 16,2 0 8-16,-5-3 4 0,-6 5 9 0,11-10-4 0,-11 5 6 15,1 2 2-15,1 0 5 0,-2-4 0 0,-6 6 4 16,2 0 0-16,-4 9 2 0,-4-10-8 0,4 5-1 15,-2 5-1-15,-4-2-1 0,-3 0 8 0,-3 6-1 16,0-2 2-16,-20 1 5 0,15 5 3 0,-7-1-2 16,1 4 1-16,-1 0-1 0,3 2-8 0,-2 0-5 15,2 4-9-15,13-1 1 0,-14 4 15 0,10-5 3 16,4 5 7-16,-9-2 10 0,17-7-9 0,-9 8 14 0,9-5-24 16,-3-3-13-16,3 0 4 0,3 0 15 0,-3 0 9 15,0 0 10-15,0 0 7 0,0 0 1 0,-3 0 7 16,6 0-11-16,9 0-26 0,-10 0-9 0,16-5-10 15,3-3-17-15,-1-3-17 0,-3 4-33 0,7 1-75 16,3-10-131-16,0 5-231 0,-15 4-5 0,8-4-338 16,-6 5-172-16,8-7-207 0,-8 6 476 0,1 3-1084 0</inkml:trace>
  <inkml:trace contextRef="#ctx0" brushRef="#br0" timeOffset="18252.3">14885 17436 73 0,'0'0'412'0,"5"-8"-196"0,-2 5 138 15,-3 3 30-15,0 0 69 0,0 0-86 0,0 0 15 16,0 0-29-16,0 0 37 0,0 0-172 0,0 0 90 0,0 0 3 16,0 0-26-16,0 0-33 0,0 0 27 15,0 0 1-15,0 0 3 0,0 0-103 0,-6-2-8 0,-3-2-36 16,9 8-34-16,0-8-57 0,0 4-36 0,0 4-2 16,0-4-6-16,-15-6-3 0,15 6-1 0,0 0-2 15,-14 0 1-15,11 0-2 0,-6 2 3 0,3-2-3 16,4 4-2-16,-10-2 2 0,12 1 2 0,-15-1-1 0,15 0 1 15,-3-2-5-15,-9 4-25 0,12-2-14 16,-12 3-1-16,12-2-13 0,-9 3 25 0,4-2-12 0,5-1 7 16,-6 8 33-16,6-14 5 0,0 6 3 0,-6 3-2 15,3-2 2-15,3-4-1 0,0 0 1 0,0 0 1 16,0 3 0-16,0 8 1 0,0-11-1 0,0 4 1 16,0 7-1-16,0-8 4 0,5 5-1 0,-1 0-2 0,-1-3 0 15,2 4-1-15,2 1 1 0,1-5 3 16,-4 0-2-16,4 3 36 0,-1-8-3 0,-5 3 15 15,13 5-1-15,-7-3 5 0,-4-5-13 0,1 2-1 0,7 2-26 16,0-2-11-16,-4-2-1 0,-1 0-1 0,-4 0 1 16,11 0 3-16,-2 0 2 0,-9 0-2 0,6-2 0 15,-3-2-2-15,0 2-4 0,0-3-1 0,-6 5-3 16,0 0 1-16,14-6-2 0,-11 4 3 0,-3 4 2 16,7-7 4-16,1 1 0 0,-8 0-2 0,9-3 0 15,-9 7 1-15,3-9-1 0,-1 2-1 0,-4 7 1 0,4-3 0 16,-4-11 1-16,2 12-1 0,-3-11-1 0,3 13 1 15,-3-13 0-15,3 13-1 0,-4-9-1 0,2 0 1 16,2-2-1-16,-3 0 1 0,3 6 0 0,-3 2 0 16,-3-7 4-16,3 4 0 0,0-1-1 0,3 7 3 15,-2-4 2-15,-10-9 0 0,12 13-3 0,0 0 2 0,-6-13 2 16,2 13 0-16,4 0-7 0,4 0 2 0,-13-5-4 16,4 3-4-16,-2 2 1 0,-2 2-3 15,6-2-1-15,-12 7-4 0,3-3-1 0,7-4-9 0,5 0-31 16,-12 7-85-16,7-7 16 0,-7 8 6 0,12-8-73 15,-3 3-80-15,-6 5-84 0,9-8 77 0,0 0-162 16,0 0-96-16,0 0-283 0,0 0 302 0,0 0-146 0,0 0 86 16,0 0 80-16,0 0-106 0</inkml:trace>
  <inkml:trace contextRef="#ctx0" brushRef="#br0" timeOffset="24016.89">20491 14863 284 0,'6'-7'436'0,"-2"7"-201"0,10-2 92 16,-14-2-41-16,11-6-82 0,-7 10-89 0,4-8 52 15,-8 6-42-15,7-7-5 0,-5 2-35 0,-2 3 47 16,10-11 40-16,-8 4 6 0,-2 9-43 0,6-12 54 16,-4 14 34-16,10-13-49 0,-12 13 7 0,7-8-58 0,-2 5 29 15,-5 3-34-15,0-2-38 0,6-6-29 0,-2 5 3 16,-4 3-28-16,0 0-19 0,0 0 1 0,0 0 22 15,0 0 13-15,0 0 5 0,0 0-15 0,0 0-2 16,0 0-1-16,0 0-8 0,0 0-24 0,0 0-3 16,0 0-8-16,0 0 1 0,0 0 10 0,0 0-4 15,0 0 0-15,0 13 0 0,-4-2-1 0,1-6 7 0,0 17-2 16,-2-4 3-16,-7 3 5 0,3-5 1 0,-6 10 3 16,3 1-1-16,-5 0 4 0,-3-4 4 0,-2 3-1 15,2 4 8-15,-1 2 20 0,4-11-8 0,-19 19 28 16,10-9-16-16,0 1-2 0,4-8-11 0,-4 10 12 15,3-8-22-15,4-2 10 0,9-8-7 0,-2 6 8 16,2-4 8-16,2-8-11 0,-1 1 3 0,2 0-8 0,7-6 5 16,-8 1-11-16,6-1 2 0,2-5-6 15,2 0 6-15,-4 0-3 0,4 0-16 0,-2 0 0 0,-2-3 1 16,4 6 0-16,-2-3-5 0,8 6-5 0,-1-4 8 16,2-2 4-16,6 0 9 0,0 0-4 0,-1 2 10 15,6 1 7-15,10-1 7 0,-16 2-19 0,13 1 0 16,-3-3-10-16,3 4-8 0,5 1-8 0,6 4-2 15,-3 2 0-15,1-2 1 0,13 0 3 0,-19 0 8 0,8-2 4 16,1 0 1-16,-7 1-1 0,0 1 12 0,4-1 11 16,-1 3 0-16,-6-5 0 0,-5 1-2 0,6 6 7 15,-6-4-4-15,-4 0-13 0,-8-4-11 0,0-1 0 16,8 12-1-16,-2-7-2 0,-10-9 1 0,4 9 3 16,0-4 1-16,-2-3 0 0,0 3-1 0,-3-4 0 15,8 5 0-15,-6 3-2 0,-4-3-3 0,1-3 0 16,-2-5-4-16,10 13-3 0,-18-13 6 0,8 0-2 0,4 9-5 15,-8-9-3-15,3 2-11 0,-3-2-28 0,0 0-87 16,12 5-229-16,-12-5-280 0,0 0 104 0,0 0-292 16,0-3-16-16,7-7 57 0,-7 10-526 0</inkml:trace>
  <inkml:trace contextRef="#ctx0" brushRef="#br0" timeOffset="25229.66">22049 14705 156 0,'-2'0'2629'0,"-10"6"-1873"0,12-6 90 15,0 0 57-15,0 0-575 0,0 0-253 0,0 0-56 0,0 0 9 16,0 0 12-16,0 0 7 0,0 0-6 0,0 0 20 15,0 0 14-15,0 0-8 0,0 0-31 0,0 0 5 16,0 0-17-16,0 0 2 0,0 0-16 0,18-6 5 16,-10-1 1-16,2-2 3 0,10-6-1 0,-6 4 1 15,8-8 0-15,-8 1-3 0,6 0-5 0,-5 1-1 16,4-4-2-16,1 0-5 0,-5-8-1 0,-3 7-1 16,5 2 8-16,-2-2 0 0,-3-4-1 0,0 0-1 0,-3 2-1 15,2 2-13-15,-5 2 3 0,0-2-3 0,-4 6 27 16,5 8 6-16,-4 1 2 0,-3-4-1 0,2 9 30 15,-4 2 8-15,-1-15 3 0,3 15-17 0,0 0 8 16,-3-2-2-16,-3-9-15 0,6 11-22 0,0 0-9 16,0 0-11-16,0 0-15 0,0 19-16 0,0-8 26 15,0 0 14-15,-3 12-16 0,0 3-6 0,1-9 8 0,2 7 0 16,-4-4 3-16,1 7-14 0,3-1 4 0,3 4 16 16,1-7 1-16,4 14 6 0,-6-15-2 0,8 6-4 15,-5 1-2-15,4-2-1 0,-6-1-10 0,-3 2-41 16,7 0-102-16,-5 4-88 0,-2-11-42 0,6 3-230 15,-6-3-208-15,4 0-164 0,-2-12 171 0,1 9-366 16,0-8 69-16</inkml:trace>
  <inkml:trace contextRef="#ctx0" brushRef="#br0" timeOffset="25858.96">23175 15043 653 0,'12'0'498'0,"8"-2"-49"0,-10 2-103 0,2-3 191 16,8 1-158-16,-8 0-178 0,-10 2-59 0,2-4 32 15,11 2-6-15,-15 2-38 0,3-3-37 0,9-3 24 16,-12 6 26-16,0 0-4 0,0 0-72 0,0 0-7 16,0 0-11-16,0 0-17 0,0 0-20 0,0 0-15 15,0 0 1-15,0 0 38 0,0 0 22 0,-10 6-14 0,-2-3 17 16,-14 5 2-16,-4-1 10 0,4-1-34 0,-9 1-17 16,-6-1-13-16,-13 2-6 0,13 0 2 0,-12-3 1 15,-6 6 19-15,-5-1 15 0,-4 1 22 0,-6-4 22 16,-3 4 36-16,-2 2 25 0,14-4-13 0,-38 6 98 15,26-4-9-15,4 2 30 0,-10 1 82 0,36-10-143 16,-9 5 40-16,12-1-20 0,-7 3 31 0,25-9-110 0,-4 3-17 16,8 1-29-16,12-6-12 0,-4 0-23 0,14 3-4 15,-15-6-28-15,12 6-17 0,3-3-1 16,0-3-3-16,0 6-36 0,0-6-19 0,0 3 22 0,6 3-14 16,8-3-6-16,-2 0-40 0,-6 2-7 0,8 0-39 15,-14-2-61-15,16 6-14 0,-16-6-27 0,0 0-71 16,0 0-26-16,0 0-24 0,0 0-166 0,0 0 24 15,0 0-149-15,0 0-69 0,0 0 33 0,0 0 157 0,0 0-263 16,0 0 353-16,0 0 2 0</inkml:trace>
  <inkml:trace contextRef="#ctx0" brushRef="#br0" timeOffset="30428.75">22527 15906 23 0,'0'0'413'16,"0"0"-135"-16,0 0 67 0,0 0-122 0,0 0 82 16,0 0-71-16,0 0-18 0,0 0-97 0,0 0-29 15,0 0 57-15,0 0 14 0,0 0 29 0,0 0-60 16,0 0 52-16,0 0 12 0,0 0 48 0,0 0-90 15,0 0 39-15,0 13 22 0,0-13 16 0,0 0-7 0,0 0-1 16,0 0-16-16,9 3-17 0,-3-3-22 0,-6 0 1 16,12-3-48-16,-10 3-12 0,1-2-47 0,13-3 22 15,-11 1-55-15,10-5-8 0,0-6-5 0,-1 6-6 16,4-4 7-16,0-4-2 0,2 1-5 0,-2 3-5 16,8-5 4-16,-11-1 0 0,6-2-10 0,-9 5-2 15,6-13-7-15,-6 5 6 0,-4 0 0 0,-2 1-7 16,2-3-5-16,-5-7 11 0,1 7 7 0,-1 4 6 0,-1-1 7 15,-4 2 6-15,-1-1 5 0,-1 17-14 0,-1-14-1 16,-1 12-2-16,-8-9-10 0,4 6-3 0,1 4-1 16,1-8 0-16,-7 7 3 0,3 5-2 0,3-2 2 15,-3 2-1-15,4-1 0 0,-9 3-1 0,1 5 4 16,10-1 3-16,-8 1-1 0,2 3 1 0,6-6 1 16,-3 9-1-16,-3-1-4 0,4 3 0 0,1 0-4 0,-7 11-1 15,6-2-1-15,1-1 1 0,-1-3 5 0,1 14 6 16,5-5 7-16,-5 9 13 0,4-9 0 0,1 21 14 15,-1-9-9-15,0 3-6 0,-1 6-11 0,4-8-8 16,-2 13-12-16,2-5-2 0,0 0 3 0,0-11 2 16,2 23 10-16,-2-15 7 0,4 2 3 0,-4-12-3 15,6 15 4-15,-4 6 6 0,5-13-9 0,-4-14-7 0,-1 10 0 16,5 9-1-16,-2-17-3 0,1-11-3 0,-2 13-1 16,1-4 0-16,0 3 7 0,-1-16 0 0,4 8 2 15,-1-6-2-15,-2 1 3 0,5-8 1 0,-8-6-2 16,10 3 29-16,-4-3 5 0,2-5 16 0,7-2-22 15,-5-4 11-15,12-4-1 0,-1-9-1 0,-5 3-38 16,2-10 4-16,-2-3-2 0,3-1-2 0,-4-6 0 16,1-1-1-16,-4 0-2 0,-2 2-29 0,-2 6-11 0,-2-6-12 15,-8 4 6-15,0 5 6 0,-3 2 28 0,-5 2 4 16,-7 2 36-16,1 3 9 0,2 7-12 0,-12-7 16 16,0 4-24-16,1 4-23 0,-4 0-2 0,10 3-1 15,-7-1-2-15,7 5 3 0,5 2 1 0,-10-4 5 16,14 8 2-16,-13-2 6 0,6 3 3 0,10-3-3 15,-4 4 1-15,9-6 0 0,-12 5-1 0,12-5-5 0,0 0-3 16,0 0 1-16,0 0 3 0,0 0 5 0,0 0 4 16,0 0-1-16,14 0 2 0,-7-2-5 0,5-1-6 15,3 1-12-15,-3-2-35 0,8-1-141 0,0 3-18 16,-8 0-201-16,12-9-252 0,-4-2-333 0,-6 4 167 16,5-2-84-16,-2-2-931 0</inkml:trace>
  <inkml:trace contextRef="#ctx0" brushRef="#br0" timeOffset="31148.82">23275 16433 697 0,'0'0'666'0,"0"0"-222"0,0 0-109 16,0 0 85-16,0 0-137 0,-2-6-154 0,-10 3-98 16,4 3-17-16,-4 0-3 0,-10 3 7 0,14 0 1 15,-4 2 25-15,-5 1 32 0,17-6 41 0,-12 10-45 0,8-7 22 16,-1 2-6-16,-7 4 23 0,4-2-57 0,4-1 18 15,-2 1 6-15,-3 4 21 0,9-11-32 0,-5 11 18 16,5-7-3-16,0 10 6 0,0-12-50 0,2 2-13 16,5 9 9-16,1-2 0 0,-1-9-6 0,1 3-15 15,1 3 2-15,3-1 6 0,-4-3-10 0,4 3-10 16,-5-1-6-16,10-1 5 0,-2 3 3 0,-10-5 3 16,7 2 13-16,0 3 9 0,-9-8 27 0,3 7-5 0,0 4 19 15,-6 0 24-15,0 2 112 0,0-7-47 16,-6 10 70-16,0-6-12 0,-6 4 63 0,-3 1-98 0,0-2 23 15,-5 1-49-15,8-6-29 0,-5 2-21 0,10-7-42 16,-10 7-2-16,2-4-12 0,13-4-17 0,-1-2-25 16,-6 9-82-16,9-9-135 0,0 0-121 0,0 0-56 15,-12-11-316-15,12 2-433 0,0 2 149 0,2-6 296 0,-2 2-401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3:26:30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10595 10688 35 0,'0'0'623'0,"-3"-2"-330"0,-7-3 141 16,10 5 190-16,0 0-154 0,0 0-133 0,-2 0 87 16,4 0-84-16,-2-6-49 0,3 1-110 0,-3 5 53 0,4-8-71 15,2 0-23-15,3 0-38 0,-6 6-30 0,9-6 32 16,2-6 22-16,1 10-22 0,-7-2-35 0,4 1 14 15,-3 2-11-15,6-3-17 0,-7 4-23 0,1 0-6 16,3 2-15-16,0-3 5 0,-9 3-5 0,17 0 3 16,4 3-5-16,0-3-3 0,-9 2-7 0,11 0-5 15,4-2-3-15,2 3 2 0,0 0 1 0,4 0 3 16,-4-1-2-16,6 1 7 0,4 3 1 0,-16-4-3 0,24 3-2 16,-12-5-1-16,6 2 3 0,-14 2 0 0,11-2-3 15,-2-2 7-15,8-2 5 0,-18 2-3 0,12-4 3 16,-5 2-2-16,2-1-2 0,-9-1-2 0,16-2-3 15,2 1-6-15,-8-1 0 0,-10 3 2 0,15-1-8 16,0-5 0-16,0 2-1 0,-3 1 4 0,1-5 3 16,2 4 1-16,3-1 5 0,-2-1 10 0,2 2 2 0,2 1-3 15,-8 1 1-15,-2 0-2 0,-10 2-2 0,7 0-3 16,2 3-5-16,-12 0 2 0,-4 0 1 0,-2 6-2 16,6-6 1-16,6 5 0 0,-13-2 3 0,8-3 0 15,-5 2-2-15,8 2 0 0,-6-2 1 0,11 0 1 16,1 1-2-16,-7-3-3 0,-2 0 1 0,7 0-1 15,8-3-2-15,-6 1 2 0,-10 0-1 0,6 2-2 16,-2-4 0-16,2 4-3 0,6-2-11 0,-20 2 2 0,3 0-8 16,-1-3-5-16,7 1-8 0,-6 2 4 0,2-3-9 15,-2-3 6-15,2 2 5 0,-5 1 12 0,5-3-1 16,4-1 6-16,-3 1 6 0,-10 4 5 0,10-9 11 16,2 6 7-16,-5-3 5 0,-1-3 13 0,2 4 14 15,-2-2 10-15,4-2 4 0,-10 7-19 0,13-10 26 16,-10 6-22-16,5-3-11 0,-2 4-13 0,-6-1-9 0,4-3 4 15,-9 4-6-15,3-2 0 0,-4-2-3 0,-1 7 1 16,-5-5-1-16,-2 9-1 0,0-5-5 0,3-3-2 16,-6 6-4-16,3-1-2 0,-5-5 1 0,5 8-6 15,-12-11-1-15,12 11 1 0,-9-2 4 0,1-3 0 16,-2 2-12-16,5-3 0 0,1 6 7 0,-7-2-4 16,11 2 0-16,0 0 1 0,-4-2 3 0,-8-1 9 0,12 0 3 15,0 6 1-15,0-3-2 0,0 0-4 0,0 0-19 16,0 0-15-16,0-3-23 0,0 3 13 0,0 3-52 15,0-6-82-15,0 6-6 0,-5-3-4 0,-4 3-131 16,9-6-77-16,0 6-169 0,0-3 214 0,0-3-195 0,0 6-33 16,0-3 72-16,-6-6 188 0,-3 3-39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400" units="cm"/>
          <inkml:channel name="Y" type="integer" max="15875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2208.69556" units="1/cm"/>
          <inkml:channelProperty channel="Y" name="resolution" value="2204.86108" units="1/cm"/>
          <inkml:channelProperty channel="F" name="resolution" value="0.00114" units="1/dev"/>
          <inkml:channelProperty channel="T" name="resolution" value="1" units="1/dev"/>
        </inkml:channelProperties>
      </inkml:inkSource>
      <inkml:timestamp xml:id="ts0" timeString="2026-02-28T23:21:34.2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14882 1267 155 0,'3'3'2041'0,"-1"-3"-799"15,10 0-498-15,-12 2 23 0,10 14-689 0,-8-3-79 16,4 13-2-16,-4 1-2 0,5 3-4 0,-4-8 4 16,2 16 7-16,2-6 6 0,-2 2 5 0,-2-10-8 15,6 8 2-15,-4 12 12 0,2-6-6 0,-4-10-9 16,3 10-3-16,-3-4-4 0,-3 11 7 0,3-15 0 0,-6 7 4 15,0-3 0-15,3-6-1 0,-4-8-1 16,2 6 6-16,-1 3 4 0,3-23-6 0,0 9-4 0,0-10-2 16,0 8 8-16,0-13 36 0,-3 9 43 0,3-4 18 15,0-5 74-15,0 0 94 0,-6-11-33 0,3 8-42 16,0-15 60-16,3 8-51 0,-6-19-32 0,6 10-65 16,-3-10 1-16,3-2-6 0,0 1-29 0,0-4 7 0,0-6 1 15,0 1-15-15,3-2-15 0,-3 10-23 16,4-24-1-16,1 9-12 0,-5 2-18 0,5 4-14 0,5 0 14 15,-4 1-9-15,5-2-11 0,-2 10 0 0,1 7-4 16,4-7 0-16,4 4 1 0,-1 6-1 0,-5 10 18 16,12-5 5-16,-1 11 2 0,6-1 3 0,-14 6-4 15,15 0 3-15,-7 6-8 0,10 2-12 0,-18-2 0 0,8 1-15 16,1 6-14-16,2 3-41 0,-11-3 18 0,5 4-29 16,-1 1-26-16,-4 1-45 0,-1 1 2 0,-6 2 7 15,-5-4 11-15,1-5 18 0,-8 9 12 0,-1-1 44 16,-7 6 24-16,-8-7 14 0,-5 2 12 0,11-1 12 15,-16 2 0-15,-11 9 8 0,9-11 10 0,8-8 0 16,-5 4 6-16,2-6 3 0,-8 2 20 0,14-8-4 0,4 3 21 16,5-3 1-16,-3 0 6 0,3 1-3 15,9-4 45-15,1 9-4 0,4-4-5 0,4 10-24 0,8 3 60 16,8 4-5-16,2-2-12 0,5 2-26 0,0-6-11 16,9 1 15-16,3 1-23 0,3 0-15 0,-8-7-35 15,20 10 15-15,-14-2-13 0,-4-2-11 0,-8-5-7 16,14 1 2-16,-3 6-5 0,-12-8-13 0,-9-2-78 0,7 2-150 15,0-5-179-15,-15 1-555 0,2-7 135 16,-11 0-305-16,6-2 12 0,-3 0-167 0,-6 0-177 0</inkml:trace>
  <inkml:trace contextRef="#ctx0" brushRef="#br0" timeOffset="430.85">15813 2063 167 0,'0'2'2212'15,"0"-2"-782"-15,0 0-502 0,0 15 201 0,0-15-807 16,0 0-128-16,-4 0-68 0,8 0 33 0,-4 0-52 16,-4 0 28-16,8 0-29 0,-4 0-8 0,0-9-20 15,3 3 40-15,2 1-40 0,2 1-29 0,1-7-25 0,4-2 3 16,0-7-20-16,-3 2-10 0,-1 5 7 0,-5 2 26 16,6-13 27-16,-4 9 0 0,-1 6 25 0,2-4-7 15,-1 4 54-15,2 0-44 0,-2-2-20 0,-5 11-21 16,0 0 2-16,4-2-22 0,7 2-22 0,-11 0-2 15,9 8 0-15,-6-3 0 0,3 8 0 0,0 5 0 16,3 4 0-16,-4 0 0 0,1 4 0 0,-2-6 0 16,1 4 0-16,-5 3 0 0,0-3 0 0,3-3 0 15,-3 3-22-15,4-1-67 0,-2-1-189 0,-2-7-146 0,3-6-447 16,-3 4-334-16,0-13-7 0,9 13 33 0,-9-13 31 16</inkml:trace>
  <inkml:trace contextRef="#ctx0" brushRef="#br0" timeOffset="818.8">17086 1370 2463 0,'14'-30'871'0,"-6"12"-277"15,2-10 395-15,-5 4-600 0,-1-5-5 0,-4 16-175 16,-4-11 149-16,4 15-74 0,-5-9 36 0,2 5-164 16,-6 5 83-16,3-1-68 0,-8 4 16 0,-1 3-92 0,3 2 20 15,-9 0-31-15,-9 2-26 0,8 7-27 0,-8 0 3 16,-3 8 5-16,4 7-6 0,-3 3-7 0,8-5-11 15,-6 22 4-15,10-2-3 0,-9 21-8 0,10-26-6 16,2 21-1-16,-1 3 0 0,6 16-1 0,7-35 0 16,-2 11 0-16,10 3 0 0,6 10 0 0,-3-32 0 15,8 5 0-15,8-1 0 0,10-1 0 0,0-16 0 16,7 0-29-16,2-8-134 0,10 0-138 0,-17-4-59 0,29-7-557 16,-14-7-189-16,-7-1-105 0,4-3 49 0,-12 0 316 15,0-4-1137-15</inkml:trace>
  <inkml:trace contextRef="#ctx0" brushRef="#br0" timeOffset="1262.61">17445 2132 2648 0,'6'14'1305'0,"-6"-14"-599"15,0 0 290-15,0 13-401 0,3-13-207 0,-3 0-206 16,0 0 59-16,0 0-1 0,0 0-6 0,0 0-115 0,0 0-24 15,5-6-4-15,-2-1-21 0,1-7-24 0,1-5-11 16,5-1-20-16,-5 1-19 0,-2-3 7 0,3 4-2 16,2 0 11-16,2-1-4 0,-8 12 4 0,5-10 4 15,1 1 18-15,-5 8-10 0,6-5-4 0,-9 13-7 16,9-14 7-16,-9 14-5 0,0 0-8 0,0 0-4 16,3 0-2-16,9 0-1 0,-9 4 0 0,6 9 0 0,-6-3 0 15,-1 7 0-15,1 7 0 0,-3-11 0 0,0 5 0 16,3 17 0-16,-6-15 0 0,6 2-9 0,-3-7-27 15,0 9-59-15,4-11-188 0,-2 9-195 0,-2-11 49 16,3 9-305-16,-3-14-146 0,5 12-427 0,2-5 484 16,-4-4-142-16,3 0-344 0</inkml:trace>
  <inkml:trace contextRef="#ctx0" brushRef="#br0" timeOffset="1420.19">17854 2302 82 0,'15'4'1428'0,"-6"2"-623"16,-4-1-22-16,-5-5 139 0,3 9 36 0,1-5-389 15,-11-1 145-15,-7 5-253 0,-6-3-13 0,-2-3-126 16,-10 9 17-16,0-5-189 0,-1-1-41 0,13 0-54 16,-9-2-12-16,-10 2-40 0,10-2-3 0,11-3 0 15,-6-3 0-15,-2 1-23 0,18 2-138 0,-14-6-356 0,17 1-18 16,-7-6-479-16,0-7-351 0,7 5-1 0,-5-6-467 16</inkml:trace>
  <inkml:trace contextRef="#ctx0" brushRef="#br0" timeOffset="1961.74">19365 960 1803 0,'10'-6'1119'0,"-1"-1"-137"0,2 4-201 0,-11 3-97 15,0 0-125-15,0 0-280 0,0 0-62 0,0 0-110 16,0 0 27-16,0 3-62 0,-3 12-38 0,-9-1-22 15,-5 10 5-15,5-3 2 0,-18 13 46 0,10-10-15 16,-4 8 39-16,-8 4 17 0,-6 1 22 0,-6 9 30 16,-3 1 10-16,-1-2-15 0,-1 3-15 0,1-8-38 15,-8 10 3-15,4-3-37 0,4-4-33 0,15-9-19 0,-17 16-13 16,18-15-1-16,2 2 0 0,13-10 0 0,-4-1 0 16,6 5 0-16,3-11 0 0,7-5 0 0,5-8 0 15,2 13 0-15,10-2 0 0,-2-10 0 0,2 0 0 16,8 6 0-16,24-1 0 0,-15-4 0 0,0 0 0 15,13 4 0-15,6 0 0 0,19 3 0 0,-26-5 0 16,10 2 0-16,5 0 0 0,14 6 0 0,-23-12 0 16,4 7 0-16,-2-1 0 0,2 4 0 0,-5-4 0 0,-2 2 0 15,-5-1 0-15,-4-1 0 0,10 2 0 16,-22-6 0-16,1 4 0 0,0 0 0 0,-1-6 0 0,-9 4 0 16,-4-5 0-16,4 1 0 0,-14-7-31 0,12 6-91 15,-9-6-293-15,-3 0-201 0,0 0-286 0,0 0 33 16,0 0-342-16,0 0-253 0,-5-3-156 0</inkml:trace>
  <inkml:trace contextRef="#ctx0" brushRef="#br0" timeOffset="3216.39">21096 1164 527 0,'-7'13'2188'0,"7"-10"-1009"0,0 7-426 0,0-10 492 16,0 0-599-16,0 0-132 0,4 0-187 0,7 5-39 16,-11-7-52-16,14-9-50 0,-2 0-117 0,-2 6-45 15,16-10-15-15,-6 2-9 0,7 2 0 0,-15 2 0 16,12-6 0-16,-1 2 0 0,-2-3 0 0,-4 8 0 16,3-6 0-16,7-4 0 0,-6 5 0 0,-3-4 0 15,-1 4 0-15,4-7 0 0,-1 1 0 0,-17 14 0 16,12-11 0-16,-3 8 0 0,-6 3 0 0,0-1 0 0,0 1 0 15,-6 5 0-15,0 0 0 0,0 0 0 0,0 0 0 16,0-2 0-16,0 4 0 0,0-2 0 0,11 11 0 16,-11 7 0-16,0 13 0 0,0-3 0 0,0-10 0 15,0 13 0-15,0 1 0 0,0 3 0 0,0-14 0 16,4 7 0-16,-1 2 0 0,0 8 0 0,-1-18 0 16,1 4 0-16,4 7-14 0,-7-7-142 0,2-11-107 0,1 4-204 15,4-4-259-15,-5-3-354 0,1 7-434 0,-3-17 618 16,3 9-233-16,1-5-712 0</inkml:trace>
  <inkml:trace contextRef="#ctx0" brushRef="#br0" timeOffset="3544.51">22197 1790 781 0,'13'6'1281'0,"-8"-6"-650"15,-2 3 263-15,6-3 277 0,-9 0-370 16,0 0-291-16,0 0-17 0,-12-6-61 0,-3 3-66 0,-5 3-145 16,-4 0 20-16,-8 3-95 0,-21 0-44 0,14 0-56 15,-22 4-2-15,-2-1-20 0,-22 1-17 0,11-1-7 16,-23 1 0-16,-3 2 0 0,-12 2 0 0,-3-1 0 15,3 1 0-15,0-1 0 0,7 1 0 0,5-5 0 0,14 3 0 16,11-5 0-16,5 1 0 0,-1 3 0 0,36-8 0 16,-1 0 0-16,14 0 0 0,7 0-34 0,0-11-221 15,11 5-321-15,4-9-414 0,12-3-223 0,6 2 303 16,15-8-1728-16</inkml:trace>
  <inkml:trace contextRef="#ctx0" brushRef="#br0" timeOffset="4295.51">20984 2550 2222 0,'-3'8'1263'0,"-4"2"-688"16,7-6 197-16,0-8-452 0,0 8-281 0,3-2-19 15,4 3 11-15,-5-3 15 0,10-2 35 0,-6 0 12 16,6-5 99-16,2 3-26 0,8-6 19 0,-8 0-39 15,6 0 55-15,7-8 66 0,-3 3-107 0,-7 2-52 16,10-8 42-16,-4-4 6 0,3-7-20 0,-4 12-79 16,-5-6-18-16,4-4-1 0,-6-1-4 0,2-8-38 0,-9 13-9 15,4-5-5-15,-5 2 2 0,1-7 14 0,-8 18 0 16,0 5-3-16,0-10 19 0,-3 13 3 0,1 0 1 16,4 10-6-16,-10-2-14 0,-4 0-1 0,3 6 1 15,-3 2 3-15,-5 7 0 0,2 4 3 0,6-3 1 16,-9 8 7-16,-6 16-1 0,7-6-6 0,2-5-3 15,-5 11 2-15,-4 19-4 0,0-13-6 0,7 7 0 16,0-13 5-16,-1 16 1 0,-6 17 4 0,7-14 0 0,8-17 12 16,-6 17 27-16,0 14 15 0,3-25-1 0,7-6-15 15,-2 4 17-15,2-2 5 0,2 4-5 0,-1-21-28 16,4 1 7-16,0-4-10 0,7 5 3 0,-4-12-16 16,2-1-1-16,-5-8-7 0,9 10-11 0,-6-5 0 15,4-4-5-15,1-2-12 0,-8-7-4 0,18 2 3 0,-7-4-3 16,1-1 2-16,15-7-8 0,-10-4-5 0,4 1-1 15,-3-5 4-15,-1 3-1 0,2-9-3 0,-9 2 13 16,12-7-6-16,-10 5 21 0,0 0 3 0,-7 6 0 16,0-6-4-16,-1-2 3 0,-4 7-10 0,-4 5-1 15,-6-4-4-15,-9 3-2 0,-1 4 15 0,3 3 6 16,-7 0 8-16,0 2 26 0,-8 4 28 0,14 0-23 16,6 2 21-16,-12 0-2 0,12 2 7 0,4-2-20 0,6 0-19 15,-10 2 11-15,12 1 3 0,0-3 7 0,0 0-17 16,0 0 7-16,8 3-7 0,6-3 0 0,-2-3-16 15,12-2 0-15,6 3-9 0,2-7-2 0,-11 7 0 16,11-3 0-16,0-6-6 0,4 5-38 0,-9-1-43 16,5-1-101-16,-6-6-138 0,1 6-152 0,-10-2-10 15,3 0-565-15,-10 4 49 0,7-2-78 0,-8-2 86 0,-6 7 346 16,-3-3-579-16</inkml:trace>
  <inkml:trace contextRef="#ctx0" brushRef="#br0" timeOffset="4766.25">21752 3127 114 0,'-15'0'1962'0,"1"7"-767"0,8-4-246 0,-6 0-211 16,12 0 45-16,-14 4-194 0,4-3-173 0,-2-2-146 0,4 6-116 15,-4-3 24-15,3 0-98 0,-6 3-50 0,10-5-20 16,-4 5 2-16,1 3 17 0,8-9 10 0,-4 6-8 16,1-2 3-16,3 7 9 0,7-2-13 0,-7-7-15 15,5 7-24-15,4-2-11 0,-3-2-3 0,3 4 9 16,-1-3-6-16,1-3-2 0,6 6 0 0,-10-9 17 16,7 3 8-16,-2 1-3 0,-8-6 1 0,10 7 19 0,-9-7 6 15,0 8 11-15,1-3 0 0,-4 6 4 0,-4-5-12 16,4-6 13-16,-11 13 1 0,4-2-5 0,-13 2 4 15,2-3 4-15,0-2-2 0,-8 5 1 0,6-2-24 16,-7 0-7-16,0-4-45 0,3-1-105 0,7-3-90 16,-13-1-550-16,13-4-259 0,5-1-157 0,-3-5 295 15,-14-5-354-15</inkml:trace>
  <inkml:trace contextRef="#ctx0" brushRef="#br0" timeOffset="5881.27">13927 1118 1068 0,'12'-7'1637'0,"0"4"-958"0,-12-2 116 0,8-4-619 16,-8 9-28-16,0 0-27 0,0 0-54 0,0 0-27 15,0 0-32-15,0 0-6 0,-12 17 0 0,6-12 0 16,-14 35 10-16,6-14 4 0,-8 6 12 0,-2 8 27 16,4-9-1-16,-12 11 25 0,-12 9 41 0,3-8-2 0,8-10-10 15,-14 18 39-15,0-6 19 0,-18 8 84 0,26-16-67 16,-7 10 109-16,-1-1 31 0,-1-9 6 0,6-3-9 15,10 0-45-15,6-7-44 0,3-3-58 0,4-6-85 16,7-3-33-16,4 2-37 0,6-7-12 0,2 7-6 16,2-4 0-16,1-6 0 0,14 10 0 0,-2-10 0 15,12 6 0-15,9 0 0 0,-1-2 0 0,9 0 0 0,9 2 0 16,0 0 0-16,3 3 0 0,3-3 0 0,-18-2 0 16,30 11 0-16,-15-2-12 0,3-7-29 0,-18 0-4 15,27 9-46-15,-15 0-16 0,-6-2-20 0,-15-9 8 16,12 8-76-16,-2 4-26 0,-16-6 12 0,-4-4 47 15,-2 0-66-15,-6-3-32 0,-2 3-106 0,-2-7 91 16,4 7-198-16,-8-8-121 0,-4 1-135 0,1-6-285 0,-3 0 411 16,-3 0-131-16,1 0-28 0</inkml:trace>
  <inkml:trace contextRef="#ctx0" brushRef="#br0" timeOffset="6946.42">12804 1327 940 0,'12'-13'398'0,"-3"2"150"0,3 2 194 0,3-5-126 0,-7-5-145 15,-2 12-63-15,9-10 29 0,-10-1-153 0,2 13-9 16,-4-3-38-16,2-8-16 0,-5 16-80 0,7-13-31 16,-7 13 20-16,0 0-30 0,2-6-32 0,-2-1-28 15,0 7 12-15,0 0-21 0,0 0-16 0,0 0-10 0,0 0-2 16,0 0 0-16,0 0-7 0,0 0-5 0,0 0 3 16,0 0-5-16,-9 10 4 0,9-7-2 0,0-3 6 15,0 0 3-15,-3 7 1 0,3-1 1 0,0-6 0 16,0 0 1-16,0 0-1 0,0 0 0 0,0 0-1 15,0 0-1-15,0 0 1 0,0 0-1 0,0-3-1 16,0 6 1-16,0-6 0 0,0 6-1 0,0-6-2 0,0 3-2 16,0 3-10-16,0-6-16 0,0 6-24 0,0-3 6 15,0 0-60-15,0 0-23 0,0-3-16 0,0 6-2 16,0-3-55-16,0 0-41 0,0 0-20 0,0 0 74 16,0 0-119-16,0 0 76 0,0 0-46 0,0 0 131 15,12 3-31-15,-9-1 88 0,-3-2 14 0,0 0 42 16,0 0 25-16,0 0 16 0,0 0 4 0,0 0 16 15,0 0 10-15,0 0 60 0,0 0 1 0,0 0 34 0,0 0-36 16,0 0 63-16,0 0 0 0,0 0-30 0,0 0-46 16,0 0 1-16,0 0 7 0,0 0-44 0,0 0-11 15,0 0-9-15,0 0-8 0,0 0 4 0,0 0-8 16,0 0 8-16,0 0 5 0,0 0 20 0,0 0-15 16,0 0 21-16,0 0-11 0,0 0 3 0,0 0-25 15,0 0-1-15,3 6-12 0,1 1-5 0,-4-7-3 0,0 0 0 16,0 0-1-16,-4 6-1 0,1 2 1 0,3-8 1 15,0 0 2-15,-8 10 1 0,1-5 0 0,5 8 0 16,-1-2 3-16,-6 18 0 0,3-7-4 0,-3-7-1 16,-3 15 0-16,0-1 1 0,-5 13-1 15,9-16 0-15,-14 12 13 0,8 10 9 0,-6 2 13 0,5-10 10 16,-12 12 31-16,1-1 3 0,2-1 7 0,0 3 2 0,-2-11 4 16,-1 2-5-16,1 0 17 0,-1-7 26 15,10-1-4-15,-10 1 37 0,10-11-21 0,-2-2 13 0,7-2-34 16,4-4 38-16,1-12-65 0,2 7-15 0,5-13-20 15,-12 11 14-15,12-9-4 0,0-2 6 0,0 0-11 16,0 0 28-16,0-2 28 0,3-9-22 0,1 9-26 16,4-7 2-16,4 1-19 0,0 1-30 0,12-4-28 15,-14 5-2-15,14-1-31 0,6-2-23 0,2 5-4 16,-11 4 10-16,11-3-20 0,7 0-12 0,5 3-12 0,-17 3 43 16,11 2-15-16,-3 6 12 0,9 7 4 0,-15-5 26 15,7 9 1-15,-4-1 18 0,10 10 8 0,-16-4 4 16,6 5-3-16,-2-5-3 0,-1 6 2 0,0 4 2 15,-2-4 6-15,-3-4-1 0,3 4 2 0,-3-5 2 16,5 5 6-16,-2-9-7 0,-7 3-12 0,4-6-12 16,-4 0-5-16,1-4-1 0,-3-4-2 0,-6-4 4 0,-4 2 8 15,4-2-1-15,5 1-4 0,-17-10-20 0,12 5-4 16,-9-2-56-16,-3-6-107 0,0 6-171 0,0-3-56 16,0 0-375-16,0 0-257 0,-3-8 20 0,0-2-401 15</inkml:trace>
  <inkml:trace contextRef="#ctx0" brushRef="#br0" timeOffset="8660.83">10488 1654 161 0,'-3'4'2721'15,"3"-1"-1927"-15,-5 8 119 0,5-11 3 0,0 0-390 0,0 0-395 16,0 0-18-16,0 0-14 0,0 0-22 0,0 0-1 16,0 4 3-16,2 7 74 0,-4-11 12 0,4 0 10 15,16 6 61-15,-4-14-22 0,-4 5-21 0,19-10-40 16,-5-2-71-16,-1-2-18 0,4 1-29 0,-3-2-15 15,-7 1-11-15,15-9 3 0,-5-3-11 0,2 0 1 0,-10 8-1 16,10-16-9-16,-6 3 7 0,-2 4 1 0,-4-6 3 16,5-5 11-16,-14 5-3 0,10-3 3 0,-12 17-5 15,3-7 3-15,-4 3-2 0,1 15-4 0,0-8-6 16,-6 9 0-16,3 4 0 0,-3-1 0 0,0-1 0 16,0 8 0-16,0 0 0 0,0 0 0 0,3 10 0 15,-1-7 0-15,-2 8 0 0,4 2 0 0,2 20 0 0,-4-13 0 16,1 8 0-16,1 7 0 0,1 18 0 0,2-18 0 15,-2 9 0-15,1-2 0 0,0 15 0 0,0-21-12 16,0 9-70-16,0-5-93 0,-1-1-147 0,2-10 25 16,1 24-386-16,-2-18-102 0,4-6-138 0,-5-5 146 15,-2 4-261-15,3 0 146 0,5 1-940 0</inkml:trace>
  <inkml:trace contextRef="#ctx0" brushRef="#br0" timeOffset="9026.86">11702 2302 692 0,'18'2'650'0,"-18"-2"-170"0,18 0 81 16,-16 2-149-16,-2-2 59 0,0 0-13 0,0 0-6 0,0 0-176 16,0-2 74-16,0 4-68 0,-8-4-48 0,-1 2-55 15,-20 5 2-15,2-2 4 0,-5 2-9 0,-1 4-13 16,-14-2 47-16,-4 4 29 0,-7-3 36 0,8 5-85 16,-42 5 98-16,9 4-68 0,-7 2-35 0,19-6-57 15,-46 6 2-15,-2 0-59 0,16-9-36 0,11-1-18 16,21-4-16-16,-34-2-1 0,29 0 0 0,8 0 0 15,20-5 0-15,-16 4 0 0,8-3 0 0,17-2 0 16,19-2 0-16,-1 0-16 0,6-2-150 0,13 2-226 0,2-4-37 16,9-6-355-16,14 0-320 0,6-1-110 0,7-2 36 15,8-3-1177-15</inkml:trace>
  <inkml:trace contextRef="#ctx0" brushRef="#br0" timeOffset="9832.7">11039 3452 124 0,'0'11'1033'0,"4"-1"-553"0,-4-7-98 16,0 0 139-16,5 8 24 0,-5-11-109 0,0 2-140 16,12 9 53-16,-15-11-7 0,6 2 32 0,6 9-81 15,-9-11 45-15,11 7 8 0,-11-3-93 0,7-2-66 16,-2-2 38-16,2 0-59 0,13-6-12 0,1-1-81 15,-1-4 12-15,4 0-28 0,-7-4-34 0,15-9-26 16,-10 11-8-16,5-11-7 0,-7 0-11 0,6-5-3 16,-8 5 8-16,11-16-28 0,-8 1-12 0,-6 1 7 0,-7 12 16 15,1-16-5-15,3-4-18 0,-9 7 14 16,-3 10 22-16,0-6 6 0,-3-1 2 0,-9-7-3 0,10 19 13 16,-8-7 3-16,2 7 0 0,-4 2 2 0,3 9 7 15,4 3 2-15,-5-3-11 0,-2 2-5 0,10 9 1 16,-1 2 3-16,-9 0-2 0,7 2-10 0,-5 9 11 15,5-1 10-15,-4 11 2 0,-1 3 1 0,2 5 5 0,4-5-4 16,-4 13 3-16,6 1-1 0,-5 1-3 0,1 1 0 16,-3 15-4-16,1-2 0 0,-1 0 7 0,-1-14 0 15,-2 18 3-15,2 6 2 0,-2 1 0 0,2-22-5 16,2 11 2-16,-4 4-10 0,3 2 2 0,0 15-1 16,3-34 0-16,1 13 12 0,-4-3 1 0,3 16 8 15,2-31-10-15,2 5 4 0,-1-1 5 0,3-2 0 0,0-10-10 16,0 6 12-16,0-11 12 0,0-4 6 0,0-12-25 15,9 14-4-15,-6-11-3 0,0-7-9 0,-3-2-5 16,9 0-18-16,2 0-12 0,3-15 28 0,-2 4-2 16,3-7-21-16,4-9-2 0,1 1-4 0,6-9-6 15,1 0-5-15,0-2-6 0,0-2-3 0,-2-1-8 16,6 0-1-16,-9 3 3 0,2 6 6 0,-4 2 4 16,-8 8 13-16,6-11-11 0,-9 8 8 0,-4 18 8 15,2-12 9-15,-7 10-1 0,0-8-3 0,-9 6-8 0,3 7 15 16,-3 3 15-16,-6 3 1 0,3-1 0 0,-10 4-3 15,-8 5 4-15,6-2 17 0,0 8-5 0,7-10-3 16,-12 7 2-16,2 2 12 0,9-6 5 0,12-4 17 16,-9 1-7-16,15-3 26 0,0-4 30 0,0 0 67 15,0 0-17-15,15-9 53 0,6 1-16 0,9 1 23 16,-10-2-87-16,9-1 13 0,4-4-63 0,2 1-64 0,1 0-77 16,8-3-111-16,-5-2-58 0,-2 2-126 0,-10 6-43 15,9-3-321-15,-7-4-299 0,-6 1-24 0,-17 12 400 16,6-10-198-16,-9 8-534 0</inkml:trace>
  <inkml:trace contextRef="#ctx0" brushRef="#br0" timeOffset="10498.92">12011 3828 780 0,'7'11'1124'0,"-4"-6"-569"0,-1 3 24 0,1 3-122 16,1-2-62-16,-1 5-230 0,-3 7-35 0,2 1-11 15,-2-7-35-15,3 14 39 0,0 0-66 0,-3 3 17 16,0-8-9-16,-3 5 46 0,0 8 84 0,1-2 2 16,-1-12-59-16,-1 7 36 0,1-7-23 0,1-2-14 0,-4 1-37 15,2 2-17-15,2-19-44 0,-4 16-11 0,6-18-10 16,-2 8 21-16,2-11 48 0,0 0 63 0,0 0-22 15,-4 0 41-15,-8-6 43 0,6-10-47 0,4 0-53 16,-1-5-21-16,-4-6-65 0,5-10-26 0,-1 8-3 16,3 3 0-16,0-11-1 0,3-11-5 0,-3 8-5 15,0 9 3-15,9-9-6 0,-6 1-14 0,-1-9-7 0,4 19 5 16,-2-6-4-16,-2 0 5 0,4 2 0 0,-2 4 1 16,1 1 7-16,0 6 3 0,5-2 4 0,-1 8 5 15,-1-1-6-15,1 10 7 0,-1-4 7 0,2 5 4 16,2 1 0-16,-7 3 2 0,10 2 0 0,-6 0 2 15,0 0-2-15,6 2 4 0,-3 1-1 0,-4 3-1 16,7 1-3-16,-3-1-7 0,2 7-2 0,8 5 0 0,-17-7-1 16,4 0-9-16,-3 2-7 0,6 3 5 15,-12-6 10-15,2 1-4 0,-2 10-1 0,-2-8 2 0,-1 0 10 16,-16 13 3-16,5-6-1 0,-4-2 0 0,4-5 7 16,-13 6 39-16,0-6 4 0,5 0 6 0,3-2 24 15,-1-1 22-15,3-4 0 0,-5 1-16 0,14-3-28 16,-10-2-17-16,6 0 6 0,4 1-56 0,-4-3-83 15,12 3-45-15,0-3-150 0,0-3-292 0,2-13-341 16,8 11 167-16,10-14-320 0,4 6 68 0,-4 2-550 0</inkml:trace>
  <inkml:trace contextRef="#ctx0" brushRef="#br0" timeOffset="12660.14">31900 5286 1670 0,'-6'-13'1265'16,"0"2"-711"-16,-6-5 183 0,6 6-154 0,-3-4-409 16,1-7-99-16,-1 14 6 0,-3-10 23 0,-3 4 56 15,7 10-23-15,-13-10 103 0,3 8-50 0,9 3-25 0,-9 2-45 16,9 0 21-16,-6 0-41 0,-2 2-51 0,8 1-21 15,-2-1 1-15,-4 6-6 0,3 6-15 0,3-7-6 16,-3 6 0-16,9-2-1 0,-2 13 2 0,1-11-3 16,-1 9 1-16,5-7-1 0,5 9-5 0,-1 3 2 15,1-6 0-15,5 2 2 0,2 3 5 0,2 4 1 0,-6-12 0 16,10 11 5-16,-4-10 0 0,13 10-1 16,-12-13-8-16,6 5-1 0,-1 1 2 0,-1-6-9 0,-4-3 1 15,-5-2-1-15,0-4 0 0,-1 1 3 0,-6-1-13 16,2-1 9-16,-5-6 2 0,-3 3-2 0,-2 8 3 15,-10-9-2-15,-6 0 5 0,-6 2 4 0,-5-4 1 16,0 2-3-16,-12 1-2 0,3-6-3 0,-3 1-6 16,13 2 1-16,-9-4 1 0,-20 2 11 0,16 0 51 0,12-4-4 15,-12 1 33-15,-4 0 57 0,11-6-9 16,10 5-22-16,3-1 29 0,-3-6-26 0,7 4-22 0,8 5-24 16,-5-7 19-16,8 6 5 0,-11-17-15 0,10 7-7 15,5 2-16-15,-7-7 13 0,9-6-9 0,-1 6-27 16,1 0-15-16,3-6 5 0,3-5-1 0,-3-4-6 15,4 9-6-15,-8-12-1 0,1-1 3 0,-2-14 1 16,2 16-3-16,-6-5 3 0,4-6 0 0,-7-5 0 0,0 13 0 16,-6-5 0-16,0-2-1 0,-2 1-1 0,-2 0-3 15,0 0 1-15,4 4-1 0,-3-1-1 0,4 3-1 16,5 17-1-16,0-3 0 0,4 4 0 0,4 9 0 16,-2 2 0-16,4 3 0 0,2 3 0 0,-4-6 0 15,4 11 0-15,0 0 0 0,0 0 0 0,0 0 0 16,6 14 0-16,4 1 0 0,-2 12 0 0,4-3 0 0,-3-3 0 15,6 10-2-15,2 9-16 0,-2 3-20 0,-3-16-8 16,5 17-42-16,-2 2-39 0,-3-4-7 0,0 3-7 16,-4-16 36-16,1 21-48 0,-6-10 47 0,-1 4 8 15,2-11 46-15,-8-2-10 0,2 19-8 0,-1-8 27 16,-2-12 4-16,-2 6 3 0,-1-3 20 0,-11 11-2 16,7-14 15-16,-2 1 4 0,-6-4-1 0,-2 5 10 15,12-16-11-15,-9 8 3 0,2-6 2 0,-1-5 0 0,-6-2-1 16,4 0 4-16,-4-1 0 0,-5-5 2 0,9-5-3 15,-4 0 5-15,0-2 1 0,4-1 2 0,-1-5 5 16,-2 3 14-16,2-6 16 0,-3 3 0 0,1 1 1 16,6-2-6-16,5 5 9 0,-7-5-12 0,11 7-22 15,-1-2-17-15,-6 4-6 0,7 0-8 0,-1 6-1 0,2 3 0 16,-4 0-15-16,-3 15 5 0,1-2 5 0,4-7 15 16,1 14 10-16,-4-7 3 0,3-1 12 0,3-3-2 15,0 6 8-15,0 3 5 0,4-6-24 0,2-3-10 16,0-4-1-16,0 1-12 0,0-4-6 0,0 5-9 15,2-14 11-15,1 4-1 0,2 1-3 0,7-3-12 16,-2-4 5-16,2-9 5 0,2-1-5 0,4-8-3 16,-6 4 0-16,3-1-11 0,-3-7 13 0,5-4-9 15,-12 13 12-15,5-11 3 0,-5 0-2 0,-1-3 25 0,-4 9-5 16,-4-6 20-16,-1 5 9 0,-1 1-7 0,-3 0 7 16,4 12-12-16,-7-10-4 0,0 6 7 0,0 1-16 15,2 7-2-15,-10-1 1 0,0 6 0 0,-4-1-3 16,9 4-4-16,-11 3-13 0,2 0 5 0,4 4 3 15,-2 1 2-15,-4 5-4 0,3-4 4 0,2 3 9 0,3-7 1 16,-2 2-1-16,-4 1-3 0,15-6 1 0,1-6 11 16,-7 4 17-16,3-3 2 0,0-3-1 0,7 0-5 15,-10-9 7-15,6 2 5 0,-3-6 8 0,0-15 24 16,7 10 5-16,-2-10 47 0,2-12 83 0,-1 3-6 16,6 4-53-16,0-11 35 0,0-6-38 0,3-14-9 15,-3 22-75-15,3-11-19 0,-1-3-27 0,1-15-5 0,-3 29 0 16,0-19 0-16,-3 8 0 0,1 0 0 15,-1 3 0-15,0 2 0 0,3 8 0 0,-6 5 0 0,3 9 0 16,-2-3 0-16,5 18 0 0,-4-7 0 0,1 10-25 16,0 1-141-16,3 9-422 0,-6-8-176 0,-2 4-340 15,-4 4 194-15,-3 4-608 0,-14 5-1007 0</inkml:trace>
  <inkml:trace contextRef="#ctx0" brushRef="#br0" timeOffset="13049.1">28979 4897 2304 0,'-8'-21'1350'0,"2"5"-506"15,0-3-25-15,4 12-483 0,-2-13-318 0,1 13-15 16,0-6 0-16,1 2-8 0,2 9 0 0,-3-9 2 16,3 11 1-16,0 0 0 0,0 0 0 0,0 0-1 15,0 0 4-15,3 13 2 0,2 11-1 0,2 3 5 16,-5-1 1-16,6 18 10 0,-1 7 3 0,-2-1 31 15,-2-13-1-15,4 14 16 0,-2 2-4 0,-2 13 4 0,-3-18-19 16,4 12 4-16,-4-6-31 0,0 1-17 0,2-13-2 16,-2 21 0-16,0-17-10 0,3-2 2 0,-3-15-13 15,0 11-93-15,3-1-182 0,-6-15-158 0,6-7-182 16,-3-12 13-16,0 8-278 0,-3-13 22 0,6 0-117 16,-6-2-149-16</inkml:trace>
  <inkml:trace contextRef="#ctx0" brushRef="#br0" timeOffset="13298.44">29172 4278 1350 0,'-12'-26'1837'16,"2"9"-1249"-16,-4-4 392 0,-4 2-547 0,-2 4-370 15,8 7-47-15,-6-2-7 0,-8-1-15 0,-1 8-12 0,9 1 7 16,7-2-2-16,-18 8-2 0,7-2-7 0,10 1 1 15,-5 8 13-15,8-4 2 0,1 4 0 0,-4 2-2 16,6 0 3-16,2-2 8 0,2 7-2 0,2-4-9 16,0-7-12-16,-3 13-33 0,3-7-29 0,3 0-61 15,-3 0-16-15,-3-6-176 0,3 17-128 0,-7 0-266 0,7-8 215 16,-5 6-173-16,-4-2 69 0,1 10-33 0,1-12 19 16</inkml:trace>
  <inkml:trace contextRef="#ctx0" brushRef="#br0" timeOffset="13645.51">28399 5334 729 0,'-12'5'359'0,"0"-8"-7"16,7 3-79-16,0-2 188 0,-2-2-179 0,10 4-78 15,-3 0-70-15,0 0 32 0,0 0 24 0,0 0-17 16,0 0-93-16,-3 0 2 0,6 4-9 0,3 12-8 15,-3-1-32-15,2 7-9 0,5-2-5 0,-5 7-15 0,-5-6-18 16,7 3 8-16,-7 3 22 0,2 1 2 0,-2-4-6 16,-2 14 9-16,-1-12 8 0,-4 3-1 0,-5 0-8 15,2-10-10-15,-5 5 20 0,0-11 54 0,-1 0 71 16,1-6 16-16,-14 2 225 0,9-1 18 0,-4-5 37 16,1-1-90-16,-18-4 195 0,-3-1-50 0,3-8-120 15,10 1-161-15,-13-1 2 0,-12-16 3 0,19 3-136 16,7 6-53-16,-6-12-17 0,-2-3-21 0,6-2-3 0,12 6 0 15,-2-3 0-15,2 1 0 0,2-11 0 0,12 18 0 16,1-9 0-16,1 4 0 0,1-2-61 0,6-1-284 16,4 11-97-16,-2 0-340 0,4 3-317 0,9-4-111 15,-6 7 300-15,8-9-808 0</inkml:trace>
  <inkml:trace contextRef="#ctx0" brushRef="#br0" timeOffset="13827.02">28194 4944 1893 0,'0'0'2902'0,"0"0"-1749"16,0 0-288-16,0-2-76 0,0-9-615 0,0 11-194 15,0 0-10-15,0 0-19 0,0 0-33 0,-12-7-73 16,12 7-11-16,0 0-160 0,-4 0-79 0,-7 7-180 0,11-7-27 16,-15 13-638-16,1 6 243 0,-1-1 75 0,-4-2-815 15</inkml:trace>
  <inkml:trace contextRef="#ctx0" brushRef="#br0" timeOffset="13969.64">27319 5662 187 0,'-19'4'2464'0,"4"2"-1087"0,15-3-776 0,-17-8-306 16,17 5-825-16,-3-8-361 0,-3-3-7 0,3-5-254 15,0 10-200-15</inkml:trace>
  <inkml:trace contextRef="#ctx0" brushRef="#br0" timeOffset="14097.31">27244 5506 68 0,'-3'-16'912'0,"6"5"-121"0,-3 0-76 0,-3-2 197 0,1 2-36 15,-1 7-367-15,-1-7 84 0,4 8-86 0,-8-7 47 16,5 7-282-16,-1-3 18 0,2 1-82 0,2 5-54 16,0 0-76-16,0 0-84 0,0 0-170 0,0 0-146 15,-6-2-20-15,-3 2-339 0,6 0-530 0,-9 7 118 0,0-1 326 16,-8 1-219-16,-1-1-769 0</inkml:trace>
  <inkml:trace contextRef="#ctx0" brushRef="#br0" timeOffset="16376.2">13983 4616 815 0,'12'-2'595'0,"-4"2"-95"16,1 0-82-16,-9 0 241 0,6-2-289 0,3 2-37 0,-9 0-101 15,0 0 58-15,0 0-47 0,0 0 5 0,0 0-71 16,0 0-74-16,0 0 15 0,0 0-30 0,0 0-19 16,-15 4-36-16,-5 5 1 0,-1-4-11 0,-6-1 1 15,0 5-3-15,-7 2 6 0,-2-7-4 0,4 7 1 16,5-6-9-16,-5 6 17 0,-9 2 19 0,11-5 6 15,9 1-9-15,-4-2 20 0,-2 1-2 0,3 0-11 0,15-5-20 16,-11 2-8-16,8 0-4 0,-3-2-15 0,0 0-3 16,15-3 2-16,0 0 4 0,0 0-3 0,0 0-2 15,0 0-4-15,0 0 3 0,0 0 3 0,0 0-4 16,0 0-4-16,12 13-2 0,0-8 0 0,3 3 3 16,5 1-3-16,1-2-3 0,-3 4-2 0,2 2-2 15,-6-2 3-15,10 15-2 0,-9-6 4 0,6 2-3 16,-13 2 2-16,7 13-3 0,0-3 0 0,-3 9 0 0,-3-12 2 15,-4 9-5-15,-2 8 1 0,-6 0 4 0,-9 7 1 16,7-18 5-16,-10 14-1 0,-6-5 2 0,1 5 0 16,5-14 0-16,-14 18 1 0,2-14 2 0,3-1-2 15,7-12 0-15,-7 7 0 0,-3 5 3 0,7-14-1 16,6-10-1-16,-1 8 1 0,-2-9 2 0,5 1 4 16,5-8-5-16,2 0 2 0,2-5-2 0,-6 4-1 15,9-7-1-15,0 0-2 0,0 0-1 0,0 0-1 0,21 0-1 16,-18 0-5-16,9 0-6 0,10 3-4 0,-7 0-3 15,-3 0 3-15,3 2-10 0,18 14-6 0,-13-4 13 16,-8-1 5-16,5 7 1 0,-2 8 5 0,2 8 7 16,-5-8 5-16,3 2 2 0,-3 10 5 0,0 6 5 15,-7-12-3-15,7 28 7 0,0-10 3 0,-2 5 42 0,-5-10 29 16,7 18 79-16,0 3 3 0,0-11-19 0,3-3 16 16,-7-12-34-16,9 23 51 0,2-15-97 0,-2-7-11 15,0-15-23-15,5 10 26 0,-2-4-26 0,-3-8-35 16,-2-8-16-16,6-1-17 0,-4-3-17 0,1-4-121 15,-9-8-20-15,6 5-177 0,-3-8-229 0,-7-8-284 16,7-10-200-16,-5-6-2 0,-2 0 92 0,5-5-412 0</inkml:trace>
  <inkml:trace contextRef="#ctx0" brushRef="#br0" timeOffset="17442.34">15023 4913 729 0,'-9'8'422'0,"6"-5"-13"0,3-3 91 0,0 0 33 16,0 0-188-16,-9 0-60 0,4 2 10 0,5-2-2 15,0 0-40-15,0 0-40 0,0 0 10 0,0 0-36 0,0 0 1 16,0 0-78-16,0 0 60 0,0 0-60 0,0 0-37 16,0 0-36-16,0 0 3 0,5 8-12 0,-2-5 46 15,-3-3-10-15,12-3 51 0,-3 3 17 0,-1 0 18 16,4-8 14-16,-3 6 8 0,11-14-28 0,-5 2-21 15,-6 0-54-15,18-12 29 0,-12 0-44 0,5-1-14 0,-6 7-20 16,8-4-4-16,2-11-17 0,-4 6 3 0,-3 0 5 16,-2 8 0-16,9-14 15 0,-10 6-16 0,1-2 16 15,-6 5 0-15,3-12 5 0,-4 4-31 0,2-1-15 16,-8 8-3-16,-2-10 5 0,0 6-5 0,-2-9 18 16,2 14 19-16,-7-6 36 0,2-2 6 0,-5 5-10 15,2 2-18-15,-1 0-21 0,1 1-26 0,-1 5-22 0,-3 6-4 16,9 6 5-16,-9-6 19 0,12 15 2 0,-12-11 13 15,9 11 4-15,3 0 10 0,-9 5 15 0,6 3-5 16,-5 16-1-16,2-3-10 0,0 9-8 0,-3 3-1 16,6 0-7-16,-6 22-30 0,4-7 12 0,-5 5 2 15,5-11 18-15,-4 34-2 0,-1-12 5 0,0 0 1 16,0-14 6-16,1 24 0 0,-8 19-4 0,5-22 2 16,6-19 3-16,-6 18-4 0,-2 9-2 0,2-21-1 15,6-10 4-15,0-13 4 0,0 9-1 0,4 4-5 0,-1-8 2 16,3-16 0-16,-4 2-1 0,1 0-3 0,3-2-2 15,0-19 3-15,-2 8 15 0,-1-4 7 0,3-4-2 16,0-5-8-16,0 0 6 0,-4 0 0 0,8 0-6 16,-4 0-18-16,12-3-2 0,-7 1 4 0,19-15-3 15,-13 7-2-15,16-14-11 0,-1 3 10 0,1-8 1 16,-6 11 1-16,11-14-7 0,-5 5 11 0,0 1 3 0,-5 2 1 16,-3 8 0-16,1-13 1 0,-3 10 2 0,-7 1-5 15,-5 5-20-15,-5 5-24 0,7-10-32 0,-11-2-5 16,1 18 13-16,-2-11-39 0,-7 4-9 0,-3 7 11 15,-5 0 53-15,-4 2-2 0,0 2 16 0,1 0 12 16,2-2 20-16,-8 6 7 0,5-6-2 0,16 3 0 16,-11-3 2-16,11 2 2 0,-1-2 0 0,9 0 0 0,0 0 0 15,0 0 0-15,0 0 2 0,0 0-5 0,17-5-46 16,2-3-50-16,3 3-116 0,12-6-211 0,0 1-312 16,-7 2-27-16,12 0-129 0,-5-5-31 0,0-3-918 15</inkml:trace>
  <inkml:trace contextRef="#ctx0" brushRef="#br0" timeOffset="17935.03">16045 4961 399 0,'0'5'600'15,"-3"-3"-353"-15,-11 11 194 0,11-13-102 0,-12 11-57 16,9-9-103-16,-6 7 37 0,-6 4 7 0,6-2 58 16,-2 2-121-16,11-6 27 0,-14 12-58 0,10-8-33 15,2 2-44-15,-7 3-12 0,9-3-22 0,-4-2-11 0,5 2-3 16,2-6 18-16,0 4 10 0,0-8 12 0,6 10 10 16,-6-13-5-16,11 6 21 0,-2-6 10 0,1 5-26 15,7-5-13-15,-2 0-7 0,-1 2-9 0,4-2-18 16,11 0-3-16,-5 4-6 0,-19-4-4 0,20 2-3 15,-19-2 1-15,9 5-1 0,2 3 15 0,-14-1-2 16,2-1 3-16,-5 8 1 0,-2-4 6 0,-1-5 2 0,-9 11-9 16,-5 1 0-16,-3-4-2 0,-5 2 2 15,-1 3 2-15,6-4-4 0,-4-1 2 0,2-2 1 16,8-1-14-16,-4-5-39 0,6-1-132 0,-2 1-183 0,14-8-191 16,-12-3 59-16,9 1-177 0,6-5-196 0,3-11-390 15</inkml:trace>
  <inkml:trace contextRef="#ctx0" brushRef="#br0" timeOffset="18205.31">17071 4746 437 0,'12'-5'742'0,"-7"5"-228"0,-7 0 147 0,4 0-142 15,-7-3-206-15,-11-5-36 0,1 8-2 0,7 0-56 16,-21 3-24-16,8-1 22 0,1 7 23 0,-4-5 6 16,6 2-87-16,-8 2 41 0,2 2-23 0,-3 1-40 15,10-6-56-15,-6 3 3 0,2 3-27 0,-6-6-8 16,10 1-36-16,-5-1-6 0,17-3-1 0,-15 7-7 16,16-9-14-16,-11 4-82 0,12-1-99 0,-2 3-114 15,2-6-203-15,3 0 23 0,3 0-324 0,-6 0-219 0,6 0 274 16,-3 0 107-16</inkml:trace>
  <inkml:trace contextRef="#ctx0" brushRef="#br0" timeOffset="18393.83">17103 4981 1452 0,'3'3'1109'0,"6"3"-443"16,-6-6-149-16,-3 2-2 0,0-2-191 0,-12 8-48 15,6-5-50-15,-11 8 43 0,-7-9-10 0,-3 3 1 16,10-2-88-16,-12-3 67 0,2-3-82 0,3 0-6 15,9 1-52-15,-11 0-2 0,-1 4-46 0,10-2-95 16,14 0-52-16,-18 0-106 0,15 0-65 0,-3 0-170 16,9 0-149-16,0 0-421 0,-5-11 55 0,5 6 85 0,9-5-574 15</inkml:trace>
  <inkml:trace contextRef="#ctx0" brushRef="#br0" timeOffset="18879.5">17927 4733 753 0,'-2'13'563'0,"2"-11"-130"16,-3 7-103-16,3-2 229 0,0-7-277 0,0 0-30 15,0 0-90-15,0 0 91 0,0 0 139 0,0 0-11 16,0 0-93-16,5-5 84 0,2 3-46 0,-4-1-34 0,9-7-60 16,0-1-48-16,2-5-64 0,4-5-40 15,-1-3-22-15,-2 6-9 0,9-6 7 0,-7 0-18 16,7 0 25-16,-9 6-9 0,9-6 44 0,-7 2-20 0,1 2 0 15,-9 4-14-15,6-8 32 0,-10 13-51 0,2-4-14 16,-5 9-9-16,6-8 11 0,-8 14 4 0,0 0-16 16,0 0-3-16,0 0 22 0,0 0-28 0,0 0-18 15,0 11-1-15,-2 0-4 0,-1 15 3 0,6-2-12 16,-3 16-19-16,0-20 34 0,0 10-1 0,-3 2-2 0,3 18 0 16,0-21 3-16,-3 10 6 0,-3 7 4 0,3-2 2 15,0 2-8-15,1-4-37 0,-1-2-68 0,-1-8-83 16,4-9 8-16,4 4-217 0,-4-11-40 0,3-9-176 15,-1 6 80-15,1-13-244 0,4 11-53 0,-5-8-166 16,4-6 451-16,3-2-104 0,-1-14-141 0</inkml:trace>
  <inkml:trace contextRef="#ctx0" brushRef="#br0" timeOffset="19108.9">18738 4344 1854 0,'20'-13'1194'0,"-10"7"-375"0,-5-1 13 16,-5 7-353-16,7-3-155 0,-2-5-216 0,-5 8-46 16,0 0-32-16,0 0-1 0,-8 13-23 0,-1-2-11 15,-1 0 1-15,-4 7 0 0,-1 6 2 0,-2 4 5 16,-5 1 7-16,5 4 0 0,0 4 3 0,-10 2 0 16,7-4-4-16,-7 18 7 0,6-13-12 0,6-1-10 15,1-10-1-15,-1 11-21 0,7-6-32 0,1-2-76 0,7-11-65 16,-2-8-41-16,4-2-232 0,1 5-100 0,4-3-376 15,-5-11 352-15,10 4-136 0,0-6 38 0,-4-3-340 16</inkml:trace>
  <inkml:trace contextRef="#ctx0" brushRef="#br0" timeOffset="19443">19041 4450 344 0,'12'-9'1465'0,"10"-4"-678"16,-17 11-140-16,10-3 118 0,-15 5-168 0,0 0-261 15,0 0-158-15,0 0 7 0,0 0-74 0,0 0-49 16,0 0-46-16,-15 7-17 0,-2 6-5 0,-10 4 2 16,10-4 1-16,-13 3 2 0,0 5 2 0,-8 0-1 15,12-2 5-15,-6-3 1 0,1 2 5 0,-1 1 9 0,2-6 2 16,6-2 25-16,4-4 26 0,0 1 4 0,4 0-2 16,14-5-22-16,-16 0 23 0,18-3-13 0,0 0-13 15,0 0-24-15,0 0 5 0,3 0 4 0,9 13 5 16,0-11-13-16,12 1 0 0,-1 5-22 0,6 0-4 15,-5-3 0-15,8 6 3 0,4 2-9 0,-4 3 0 16,-2-1 8-16,11 7-1 0,-9-6-1 0,1 5-7 0,-3-3-5 16,-10-2 9-16,9 8 0 0,-5-3-6 0,-4 1 3 15,-8-9 4-15,7 3 8 0,-2 2 3 16,-12-12-10-16,10 1-11 0,-6-1-38 0,-3-1-87 0,3-3-184 16,-4 1-36-16,-5-3-373 0,0-3-173 0,12 1-5 15,-12 2 261-15,7-16-1297 0</inkml:trace>
  <inkml:trace contextRef="#ctx0" brushRef="#br0" timeOffset="20564">19614 4564 307 0,'0'-14'1482'0,"0"14"-821"15,0 0-153-15,-3-6 183 0,-4-1-104 0,10 7-307 16,-11-2-190-16,-1-2-28 0,-3 8-26 0,0-2-25 16,4 5-21-16,-10-1-1 0,12 5 1 0,-12 2 4 0,6 1-2 15,0 1 2-15,-2 7-2 0,-1 1-2 0,3-4-1 16,0-1-1-16,1 3-5 0,2-3 3 0,3-7 12 15,0 8 6-15,3-11 10 0,-2 7 4 0,1-4 4 16,4-7 9-16,0 0 25 0,-3 5 4 0,6-9 8 16,-3 0-4-16,0 0 40 0,-3 2 70 0,3 9-13 15,0-11-25-15,0 0 55 0,0 0-4 0,0 0-28 0,0 0 10 16,0 0-99-16,0 0 0 0,0 0-42 0,0 0-20 16,0 0-5-16,0 0 0 0,0 0 1 0,0 0-1 15,0 0-2-15,0 0 1 0,0 0-4 0,0 0 0 16,0-11-1-16,3 11-2 0,-3 0 1 0,0 0-2 15,0 0 3-15,0 0 2 0,-3-2 3 0,6 4 2 16,-3-2-1-16,-3-2 3 0,6 4-1 0,-3-2-1 16,0-2 1-16,12-4-1 0,-6 6 1 0,2-5-4 0,-8 3 0 15,3-2-1-15,9-7 2 0,-12 9-1 0,15-9-5 16,-15 11 2-16,12-10 1 0,-10 10 0 0,5-6 0 16,-1 4 0-16,-4 0 1 0,10-1-1 0,-12 3 2 15,0 0-1-15,7-3-3 0,1 0-2 0,-8 6 2 16,3-6 3-16,9-2 1 0,-12 5 2 0,6-6 4 15,0 2 1-15,-6 4-2 0,2-3 0 0,8-10-3 0,-10 13-3 16,0-2-1-16,5-9-3 0,-5 8 0 0,4-7 1 16,-1 10 1-16,-3-4-3 0,2-9 4 0,-2 13-2 15,3-7 1-15,-3 1 0 0,7-2-2 0,-5 0 2 16,-2 8 0-16,12-16-1 0,-12 16 2 0,8-13 2 16,-1 11 1-16,5-7 5 0,-1-4-1 0,-5 6 1 15,2-7-1-15,4 6 3 0,0-7 2 0,12-9-5 0,-12 5-2 16,-4 5-2-16,11-6 0 0,4-4 0 0,-9 2-2 15,-2 4 0-15,3-6 1 0,-3 3 1 0,0-8 1 16,-7 11-2-16,-2-8 2 0,-3-1-1 0,4 0-2 16,-4 9-3-16,-4-11 0 0,1 2 2 0,1 3 2 15,-8 11 2-15,2-8-3 0,-6-3 1 0,2 8 1 16,0 3-3-16,-8 2-5 0,1 0-3 0,4 4-11 16,-7 5-4-16,15 2 10 0,-22 2-3 0,14 0 2 15,-9 7 3-15,7 4 7 0,-7 0 8 0,6 3 4 16,1 5 3-16,5-5-4 0,0 13 2 0,0 6 3 0,7-4-5 15,-1-7-3-15,0 11-4 0,0 4-3 0,6-5 4 16,-2 3-5-16,2 6-2 0,2-7 2 0,-2 5-1 16,0-10 3-16,6 22 0 0,-4-7 1 0,2-4 2 15,-1-3-2-15,0-4 0 0,-1 12-3 0,1-4-8 16,1-1-3-16,-1-13 2 0,-3 10-8 0,0-6-1 0,0 3-5 16,-3-17 15-16,3 7 0 0,-4-15 3 0,1 10-2 15,3-15 10-15,0 12 3 0,-2-3 5 0,2-6 2 16,0-1 1-16,-3-8 7 0,6 0 19 0,-6 0-2 15,3 0 11-15,3 0 42 0,-3 0 6 0,0-6 24 16,2-10-50-16,1 8 8 0,4-5-13 0,7-18-24 16,-8 9-38-16,3 4-4 0,8-4-2 0,-2-2 2 15,2 2 1-15,-1 0-6 0,2-2-1 0,-1 6-1 0,0-4-6 16,5 7-4-16,-2-1-6 0,1 3-10 0,2 5-6 16,-2 5 4-16,6 1-26 0,-5 4 1 0,0-2 11 15,-5 0 19-15,7 7 1 0,-4 2 16 0,9 6 1 16,-17-6 13-16,6 6 0 0,-6 1 1 0,0 6-3 15,0-1 0-15,-7 0 4 0,2 0 8 0,-5-3-1 0,1 4 2 16,0-9-1-16,3 11 3 0,-3-6-1 0,-3-7-5 16,3 4-1-16,-1-4 1 0,2 0-2 0,-1 5-6 15,-3-16-16-15,8 8-88 0,-4-6-122 0,4-4-255 16,1 2-92-16,9-11-582 0,-1 0 222 0,2-4-34 16,1-1-488-16</inkml:trace>
  <inkml:trace contextRef="#ctx0" brushRef="#br0" timeOffset="21381.82">20426 4852 880 0,'-8'8'1364'0,"5"-6"-564"16,3-2-157-16,-9 3 236 0,4-1-129 0,5-2-282 16,0 0-148-16,-4-2 39 0,-4-5 22 0,4 7-125 15,4-17-86-15,0 7 6 0,6-11-63 0,0 3-28 16,-6 12-54-16,18-18 9 0,-10 6-8 0,14-4-2 15,-17 17-8-15,10-8-17 0,-6 2-4 0,11-4 3 16,-13 9-6-16,15-5-3 0,-10 8 1 0,3-1-1 0,-3 1-3 16,5 0-2-16,5 0-5 0,0 3-33 0,-10 0-22 15,3 0 4-15,14 3-49 0,-10 3-6 0,1-2-33 16,-17-1 31-16,21 5-42 0,-7 5-28 0,-8-7 32 16,6 4 40-16,-10 1-23 0,5 0 28 0,-8 7 21 15,1 1 23-15,-3-14 38 0,-8 25-2 0,1-15 8 16,-7 1 13-16,2-1 4 0,-6 7 6 0,-6-4 8 0,2 1 1 15,4-6 3-15,-6 5 4 0,-5 4-4 0,5-2-3 16,7 0-5-16,-7-2-5 0,9 6 0 0,-2 2 1 16,7-7 2-16,2-1 3 0,2 6 0 0,3-6 0 15,3-5 0-15,3 7-3 0,6 0 1 0,3 2 1 16,-4-7 1-16,11 7-1 0,1-1 3 0,4 0-2 16,-2 0-2-16,-7-5 0 0,12 6-5 0,6 2-9 15,-10-2-3-15,-5-2 5 0,2 6-5 0,-8-2 3 0,3 7-2 16,-10-12 11-16,-7 8 2 0,-1-3 5 0,-9-1-2 15,0-4 2-15,-3 12-1 0,-2-9-4 0,-7 2-2 16,7-9 6-16,-10 12-2 0,-5-1 9 0,3-7 18 16,-1-6 10-16,-6 5 44 0,-2-7 38 0,-4 0 123 15,13-9 24-15,6 3-63 0,-6-2 69 0,5-3 17 0,-5-3 48 16,14-2-156-16,-2-3-17 0,7 6-62 0,-7-16 8 16,10 4-68-16,2-13-17 0,5 6-19 0,5-5-3 15,5-3 0-15,4-3 0 0,4 3 0 0,3-6 0 16,-1 6-1-16,16-8-24 0,-1 6-37 0,-3-1-44 15,-2 8-10-15,22-14-208 0,-10 12-77 0,-1 3-138 16,0 2-147-16,-11 5 68 0,20-8-601 0,-18 8 204 16,-2 0 110-16,-9 6 307 0,2-1-413 0</inkml:trace>
  <inkml:trace contextRef="#ctx0" brushRef="#br0" timeOffset="22527.77">21800 4777 921 0,'3'4'845'0,"5"-2"-421"0,1 1 180 0,-9-3-18 0,7-3-160 15,3 1-226-15,-10 2 147 0,0 0-74 0,10-9 10 16,-8 7-86-16,-2 4 72 0,0-4 59 0,0 4-83 16,0-2-86-16,0 0 32 0,0-10-32 0,0 7 9 15,-8 1-93-15,2-4 1 0,-14 6-34 0,1 0-23 16,-16 0-12-16,14 0-7 0,-8 3-3 0,3-3-1 15,-7 5 1-15,16-2 11 0,-7 3-10 0,6-4-21 16,6 3-22-16,0-3-22 0,-5 4-132 0,5-1-63 0,4-1-165 16,-1-2-21-16,6 0-264 0,-4 7-120 0,2-7-291 15,5-2 499-15,2 5-127 0,1 1-340 0</inkml:trace>
  <inkml:trace contextRef="#ctx0" brushRef="#br0" timeOffset="22724.23">21949 4970 732 0,'0'4'447'0,"-2"1"42"0,-10 6 66 0,9-11 151 15,-12 2-331-15,3 0 64 0,4 1-26 0,-16-3-24 16,3 6 3-16,6-4-192 0,-5 1 3 0,-1 3-63 16,4-4-23-16,-1-2-53 0,6 2-27 0,-8-2-25 0,8 3-13 15,0-3-17-15,12 0-110 0,-14 0-315 0,14 0-194 16,0 0 36-16,0 0-244 0,0-5 9 0,5-17-526 15</inkml:trace>
  <inkml:trace contextRef="#ctx0" brushRef="#br0" timeOffset="23108.21">22571 4744 466 0,'-15'10'662'0,"7"-5"-353"16,-6 6-1-16,2-9-97 0,-6 7-99 0,6-4-96 16,0 3-9-16,10-8 9 0,2 0 59 0,0 0 188 0,0 0 170 15,0 0-43-15,0 0 90 0,8 0-2 0,1 0-23 16,0-6-155-16,2 1-74 0,4-8-91 0,6-3-96 16,-9 6-27-16,5-4 14 0,-2-5 32 0,2 1 47 15,-2-3 32-15,4 0 23 0,-5-3 36 0,1-2 50 16,2-7 77-16,-7 13-145 0,4-4 31 0,-3-5-17 15,8-1-20-15,-9 4-29 0,6 2-48 0,-1 3-23 0,-4 2-17 16,-5 6-28-16,2 2 10 0,2 2-20 0,-1 0-12 16,-6 7-3-16,9-4-4 0,-10 6 0 0,10 3-2 15,-6 5 0-15,-4-2-2 0,10 22-3 0,-9-6 5 16,-3-4 4-16,4 11 1 0,-4 3 4 0,0 10 5 16,0-2 0-16,-4-8-6 0,4 4-3 0,-3 12-26 15,3-11-43-15,0-10-47 0,0 4-116 0,0-1-63 0,7-1-121 16,-4-8-2-16,0 2-204 0,-1-6-152 0,1-10-66 15,6 10 150-15,1-10-183 0,-2 2-350 0</inkml:trace>
  <inkml:trace contextRef="#ctx0" brushRef="#br0" timeOffset="23475.22">23361 4621 295 0,'9'-7'2388'0,"0"-1"-1509"16,-3-3 44-16,-4 11-232 0,-2-13 97 0,3 10-436 0,-3 3-80 15,0 0-99-15,-3-11 56 0,3 9-41 0,-2 2-71 16,-8-2-82-16,8 2-16 0,-13 4-3 0,6 0-8 16,-14 9-5-16,4-3-16 0,-6 9 1 0,-2 7 14 15,3 1 0-15,10-9-2 0,-6 8 0 0,1 7 0 16,11-5 17-16,4-6-16 0,-1 2-9 0,5 2-8 0,2 3-17 16,5-11 12-16,1 4-15 0,4-9-24 0,3-2-13 15,14 0-9-15,-5-7-15 0,3-4 1 0,5-2 1 16,-11 2 28-16,23-13-41 0,-12 2 34 0,0-2 12 15,-3-3 14-15,-7 3 13 0,7-11-15 0,0-5 1 16,-4 3 25-16,-13 4 14 0,5-4 5 0,0-9 20 16,-5 9 43-16,-4 8 17 0,-4-4 46 0,-1-2 32 0,-6 0 4 15,-3 8-42-15,-2-4 30 0,-2-2-40 0,1 7-46 16,-8-2-23-16,-1 7-11 0,-3 0-14 0,6 7-45 16,7 0-13-16,-28-2-20 0,13 7-10 0,2 4-46 15,13-3-1-15,-13 10-169 0,3 2-20 0,9-4-126 16,1 5-198-16,4-8 78 0,1 8-335 0,3-5-231 15,3-7 327-15,6 5 80 0</inkml:trace>
  <inkml:trace contextRef="#ctx0" brushRef="#br0" timeOffset="23828.28">24041 4548 117 0,'0'0'1559'0,"0"0"-429"0,0-6-334 0,0-1 183 15,0 7-524-15,-8-4-219 0,1 2-150 0,-1 4-81 16,-1-2-7-16,-6 11-4 0,6-3 0 0,-11 10 0 16,11-1 2-16,-9 6 2 0,6 1 3 0,4 2 2 15,2 1 1-15,3-8-3 0,3 10-4 0,0 0-6 16,3 1-2-16,3-15 4 0,0 1-1 0,3 2 1 16,11 1 6-16,-5-12 7 0,2 2 2 0,4-1 5 0,3-6 3 15,-4 1-8-15,7-6 10 0,-7 1 2 16,7-9-2-16,-13 5-3 0,13-3-1 0,2-11 10 0,-2 7 28 15,-12 0-8-15,2-7 35 0,2-4 39 0,-7 0-8 16,-4 8-2-16,-1-8 38 0,-2-6-27 0,-5 4-7 16,-3-3-32-16,-3 13-38 0,-2-8 4 0,-4-2-38 15,0 8-10-15,-6-1-1 0,-6 5 0 0,1 4-2 0,2 0-4 16,6 6 1-16,-14 4-19 0,0 0-50 0,11 6-83 16,14-3-33-16,-25 10-194 0,12-2-275 0,5 0-276 15,4-4 236-15,-4 1-185 0,0 5-185 0</inkml:trace>
  <inkml:trace contextRef="#ctx0" brushRef="#br0" timeOffset="24244.17">24533 4511 124 0,'19'-3'448'0,"6"-3"-156"0,-1 2 2 0,0-5-1 16,-1 2-40-16,1-4-36 0,-7 0 2 0,-5 5 86 15,-2-1-67-15,-2 5 127 0,-2-7 28 0,0 5-56 16,-6 4-113-16,-3 0 28 0,-6-4-125 0,-14 4-37 16,11 0-51-16,-12 4-28 0,-3-4-4 0,2 7-6 15,-14 4-15-15,18-3 9 0,-6 8-3 0,-5 5 0 16,6-3 2-16,3 4-1 0,2 7-4 0,3-3 0 0,6 0 1 15,3-4 5-15,6 4 1 0,-2 8 8 0,8-8 16 16,2-9-4-16,4 6 9 0,3-1-1 0,12-1 4 16,-6-8-7-16,8-2 5 0,1 2-5 0,2-8 2 15,13 4 3-15,-13-7-11 0,8-4 5 0,-7-2-5 16,6-1-3-16,-10 3-6 0,13-9 4 0,-7-2 13 16,-8 0 30-16,-7-1-8 0,13-7 51 0,-13 0 4 15,-5 0 19-15,-7 5-28 0,-1-3 21 0,-1-1-22 16,-3 6-19-16,-7 1-41 0,2-13-13 0,-4 9-44 0,-6 1-66 15,-5-4-86-15,-4-2-157 0,-3 1-160 0,1 3-248 16,6 5 128-16,-12-1-185 0,-7 1-1099 0</inkml:trace>
  <inkml:trace contextRef="#ctx0" brushRef="#br0" timeOffset="24695.96">25070 4024 1837 0,'0'-11'1203'0,"0"-7"-564"0,0 7 229 0,0 0-1 15,0 4-655-15,4-1-112 0,-8 8-7 0,8 0-41 0,-8 0-39 16,4 0-14-16,4 2-4 0,1 11-3 0,-2 6 0 15,-1-3 4-15,2 21-2 0,-1-3 3 0,-3 3 1 16,3-5 0-16,-1 19 2 0,-4-1 6 0,-1 19-1 16,0-30 2-16,-1 14 2 0,2 0 5 0,-1 0 1 15,0 3-2-15,3-14-19 0,6 8-16 0,-4-10-72 16,5 0-60-16,-4-14-13 0,2 3-122 0,4 6-233 16,-6-25-41-16,0-5 53 0,3 4-220 0,-3-7 12 15,9 3 68-15,-12-8 56 0,12-7-254 0</inkml:trace>
  <inkml:trace contextRef="#ctx0" brushRef="#br0" timeOffset="25047.02">25508 4010 118 0,'10'-15'2299'0,"-5"4"-1534"15,-5 9-184-15,0 2 181 0,0 0-256 0,7-11-336 16,-7 8-93-16,0 3-36 0,0 0-16 0,0 0-11 16,-3 3-10-16,-4 10-1 0,2 5-10 0,-2-1 5 15,2 9 12-15,2-10-2 0,1 21 7 0,2-11-6 16,2 9-6-16,-2-12 3 0,3 14-1 0,-3 6-3 15,3-1-1-15,-1-13-2 0,-2 6 1 0,0 2 2 16,4-1-7-16,-4-3 0 0,3 4-2 0,0-4-4 0,-3 2-50 16,2-13-27-16,-2 17-256 0,-2-12-99 0,2-6-112 15,-3-5 54-15,3-5-284 0,-9-4 46 0,6 4-500 16</inkml:trace>
  <inkml:trace contextRef="#ctx0" brushRef="#br0" timeOffset="25231.53">25606 4412 75 0,'-3'-13'1006'0,"0"6"-154"0,-3-4-177 16,-9 0 7-16,10 7-106 0,-22-13-117 0,3 10-265 16,1 1-87-16,6 3-74 0,-14 3-8 0,-9 0-3 0,10 5-13 15,10-1-13-15,-12 0-8 0,-2 5-14 16,0 2-52-16,12-4-75 0,2 4-197 0,-1-1-116 0,13-7-164 15,-9 5 119-15,13-5-330 0,-7 4 178 0,7-1-266 16</inkml:trace>
  <inkml:trace contextRef="#ctx0" brushRef="#br0" timeOffset="26026.44">25754 4638 619 0,'0'0'1061'0,"0"0"-336"15,0 0 51-15,5 7-4 0,-2-4-166 0,-3-3-186 16,-3 0-207-16,3 0-133 0,-8-14 5 0,-4 7-55 16,6 1 39-16,-6-3 1 0,1-2 38 0,2 0 26 15,-3-2 18-15,6 4-43 0,0 2 30 0,0-10-47 16,4 10-28-16,2-4-14 0,0-2-18 0,2 2-15 0,1 4-9 15,6-4-4-15,-3 1 0 0,-4 1 0 0,17 2-3 16,-11 3-1-16,21-3-6 0,-5 1-4 0,-4 6-1 16,7 0-2-16,-12 0-13 0,11 6-24 0,4-3-45 15,-9 1 1-15,-1 2-1 0,1 3-58 0,-3-2-11 16,6 6-32-16,-19-10 77 0,10 7-35 0,-6-1 14 16,3 4 30-16,-7-6 42 0,5 6-30 0,-8 4 37 15,-2-4 23-15,0-8 17 0,-6 17-3 0,-5-7 9 0,2-4 7 16,-6 2 1-16,0 3 1 0,-6-5 5 0,1 7 13 15,5-7-3-15,-2 2 4 0,-2 0-3 0,9 3-3 16,-9 0-4-16,7-6-2 0,1 9-5 0,7-14-1 16,-10 14 3-16,14-14 5 0,-8 24 12 0,10-10 1 15,1-6-3-15,0-2-2 0,3 15 4 0,6-2 0 0,-4-3-9 16,-5-6-3-16,9 9-2 0,0 0-2 0,0 3-4 16,-3-6 1-16,2 6 4 0,1-1 0 0,0-2-8 15,-3-3 4-15,-1 11-3 0,-1-6 6 0,-4 1-1 16,-1-3-3-16,-4-6 4 0,-4 17 8 0,-3-11-1 15,-3 0 1-15,0-9-2 0,-8 9 0 0,-4-1 1 16,-3-1 3-16,7-7-1 0,-6 2 22 0,-1-4 31 16,0-3 43-16,3 1 36 0,-1-3 27 0,4-3 15 0,-3-5 35 15,9 2-48-15,0-4 142 0,1-1-66 0,-7-1 16 16,19-2-47-16,-10-5 61 0,0-10 19 16,9 8-109-16,0-6-79 0,6-5 7 0,2-5-46 0,5 3-59 15,2-1-3-15,-2 9-3 0,12-16 0 0,7-4 0 16,-5 10-5-16,-6 4-1 0,11-3-4 0,10-4-20 15,-10 9-20-15,-5 9-3 0,5-8-66 0,3 3-74 0,7-2-156 16,-22 11 78-16,10-2-175 0,-7-2-108 0,-3 4-137 16,-2 7-136-16,-3-9-87 0,-5 9 17 0,5-7 96 15,-12 5 274-15,2-7-618 0</inkml:trace>
  <inkml:trace contextRef="#ctx0" brushRef="#br0" timeOffset="27759.77">15229 6566 104 0,'0'14'733'0,"0"-14"-367"0,0 0-23 0,0 0 9 15,0 0-19-15,0 0-141 0,0 13-63 0,0-13 12 16,0 0 41-16,0 0 17 0,0 0 74 0,0 0-35 16,0 0 18-16,0 0-29 0,0 0 182 0,2 0-75 15,10-5 13-15,-12 5-81 0,12-8 99 0,0 3-39 16,6-12-82-16,-6 7-92 0,2-3-11 0,4-11-24 0,3 3-54 16,-9 5-23-16,3-8-2 0,2 0-9 0,-2 0 9 15,0 0 10-15,-3 6-17 0,0-8 9 0,5-1 9 16,-5 1-9-16,-4 4-7 0,1-7-2 0,-3-5-14 15,3 2-2-15,-9 8-7 0,3-4 1 0,-3 1-4 16,-3-3-8-16,3 17 4 0,-5-5 2 0,1 5-2 16,-2-5 3-16,4 9 1 0,-5-6 4 0,2 2 5 0,2 4-3 15,-4 1 0-15,7 8-4 0,-2-3-2 0,-6-1-4 16,8 1-17-16,0 6-10 0,-7-1-5 0,-2 6-3 16,-2 13 6-16,4-6 15 0,2 9 4 0,-4 9 19 15,1-2 2-15,4 6 4 0,1 9 4 0,0-4-9 16,-2 6-3-16,5-6-4 0,-4 21-2 0,1-10 6 15,1 5-3-15,-1-15-1 0,-7 25 1 0,5-6 3 0,-4-2 3 16,3-17-5-16,-3 23 5 0,-3 2 3 0,0-7-1 16,7-21-4-16,-5 10 0 0,5 16-1 0,-2-15-1 15,5-12-5-15,-1-10-5 0,3 11-2 0,3-3 0 16,-3-18 0-16,2-14 2 0,2 19-2 0,-1-11 1 16,0 0 6-16,-1-13-2 0,8 5 2 0,-1 4-1 15,2-7-4-15,1-4-2 0,12-9-4 0,3-2-15 0,-5-1-19 16,0-1 9-16,7-9-9 0,3-3 2 0,4-10-5 15,-9 16 20-15,2-8 1 0,0-2 21 0,1-9-8 16,-18 18 0-16,2-10-31 0,-2 3-14 0,-6 0-4 16,-4-8-32-16,-4 22 35 0,-4-9-16 0,-3 8 5 15,4 5 26-15,-22-2 6 0,3 8 2 0,0 2 14 16,-3 3 5-16,7 3 8 0,-21 4 1 0,9 2 9 16,3-4 6-16,5 3 0 0,-8-1 16 0,5-1 1 15,9-1 5-15,12-5-2 0,-9 6 19 0,10-6 17 0,-7 2-10 16,12-2-20-16,0 0 11 0,26-8-3 0,-3 3-22 15,11-3-19-15,-2 3-19 0,12-6-51 0,24-2-151 16,-12 0-100-16,-15 2-69 0,18-5-335 0,-3 1-242 16,5-7-267-16,-25 9 467 0,8-3-1286 0</inkml:trace>
  <inkml:trace contextRef="#ctx0" brushRef="#br0" timeOffset="28626.46">16289 7144 886 0,'0'0'1256'0,"-2"2"-651"15,-6 5 5-15,1-1-240 0,2 1-109 0,-2 10-180 0,2-1-39 16,5-11-18-16,-7 25-4 0,2-8 38 0,2 8 97 16,-4-3-27-16,7 6 41 0,-5 2 2 0,5 5 3 15,0-1 4-15,-3 1-60 0,1-3-52 0,-2 0-20 16,1-5-19-16,3-8-8 0,-3 8 1 0,1-1-9 15,2-9-6-15,0-9-2 0,0 0 1 0,0-2 1 16,0 5 5-16,0-16 17 0,0-3 67 0,0 6 59 0,0-3 18 16,0-3 7-16,-7 3 3 0,-5-8-2 0,7-10-37 15,2 5-77-15,-6-11-17 0,3-3-32 0,0 3-8 16,3-2 6-16,0 4 4 0,-2-15 13 0,1 3-6 16,1 0 15-16,1 7 7 0,-8-21 31 0,8 9-22 15,-4-1-13-15,2 11-11 0,2-10 0 0,2-12-24 16,0 14-25-16,2 11 3 0,5-9-15 0,-2 4-5 15,10-4-9-15,-6 17 16 0,9-9 7 0,-1 6 18 16,7 0 3-16,-9 5 6 0,9 2-19 0,0 4-7 0,-4 2 2 16,4 6-18-16,-4 4-15 0,-3 1-2 0,-5 2 9 15,9 3 20-15,-9 5 5 0,3 3-3 0,-7 1 4 16,4-2 3-16,-3-2 2 0,-1 11-15 0,-1-8-2 16,-4-3 1-16,-3 5 10 0,-3 4-6 0,-6 2 9 15,3-9 19-15,-3 1 6 0,-3 0 10 0,-3 3 2 0,-14-6 1 16,12-5-15-16,-5 6-9 0,-7-10-9 0,0 7-3 15,-1-6-25-15,1 1-70 0,5-4-116 0,1-2-167 16,2-6-282-16,18 6-22 0,-21-9-524 0,16-4 199 16,2 2-1108-16</inkml:trace>
  <inkml:trace contextRef="#ctx0" brushRef="#br0" timeOffset="29212.88">17810 6911 671 0,'12'-4'1070'16,"-9"4"-416"-16,-3 0 45 0,12-5-12 0,-7 5-149 0,-5 0-172 15,0 0-195-15,0-4 70 0,4-7-78 0,-4 11-39 16,0 0-33-16,0 0-37 0,-12-6 5 0,3 6-37 16,-3 0-11-16,0 3-6 0,-14 0 8 0,-4 2 8 15,0 3-9-15,10-6-6 0,-6 3-1 0,-1 4-6 16,-2-1-4-16,5-3-4 0,13-3-8 0,-10 4 3 16,11-3-3-16,-4-1-28 0,14 0-128 0,-6-2-103 0,-3 3-151 15,9-3-17-15,0 0-258 0,4-3-98 0,11-1-141 16,7-2 274-16,0 1 164 0</inkml:trace>
  <inkml:trace contextRef="#ctx0" brushRef="#br0" timeOffset="29396.39">18017 7054 153 0,'5'13'1248'0,"-5"-13"-877"0,3 11 198 0,-3-7 58 0,-6 1-129 15,0 4 33-15,0-9-233 0,-8 4 59 0,-4 0-1 16,6-2-60-16,-5 1-58 0,-4-3-41 0,13 0-32 15,-14 2-21-15,10-2-60 0,-2 0-7 0,-4 3-36 16,4-6-31-16,11 3-31 0,-12-2-88 0,15 2-153 0,-18-9-421 16,18 9 119-16,-6-7-335 0,1-4-27 0,5-2 42 15,0 11 94-15</inkml:trace>
  <inkml:trace contextRef="#ctx0" brushRef="#br0" timeOffset="30292.01">18736 6424 66 0,'2'0'1128'0,"-2"0"-607"0,-2 0-37 16,4 0-61-16,-2 0-58 0,-6 10-194 0,3-7-68 16,-9-1-76-16,4-2-10 0,-7 3 4 0,-3 5 1 15,-5-6 47-15,6 1 14 0,-2 5 74 0,-10-3 47 16,5 1-8-16,6-1-37 0,-4-3 69 0,-2 4-27 15,-3-3 2-15,10-3-89 0,-7 2 55 0,14-2-7 16,-7 0-18-16,5-2-53 0,1-1 62 0,-3 3-45 0,14 0-25 16,0 0-38-16,-12 0-11 0,8 0-1 0,8 0-19 15,-4 0-12-15,0 0-1 0,-4 0-4 0,8 0-4 16,-8 0 3-16,8 0 2 0,1 11 3 0,-5-9-1 16,15 9 2-16,-13-6-1 0,10 6-2 0,-5 0-7 15,-2-4-1-15,5 6 1 0,-5 6-6 0,-2-8 4 16,6 12 0-16,-6-6 5 0,-3-13 4 0,9 29 3 15,-6-15 3-15,-1-5-1 0,-2 5 0 0,3-5 0 16,-3 11 1-16,0-5-3 0,0-5 1 0,-3 10-3 0,3-17 1 16,0 17 3-16,-2-16-1 0,2 13 3 0,-3-13-1 15,3 0 0-15,0 0 0 0,0-2 0 0,-3 3-1 16,3-5 1-16,0-4 0 0,0 0 13 0,0 0 41 16,0 0 70-16,0 0 0 0,0 0 56 0,0 0 19 15,3-11 48-15,0 5-116 0,-1-4-1 0,8 0-63 0,-5-1-52 16,10-5-21-16,-6 5-16 0,8-4-3 0,1 6 1 15,-6-1 14-15,5 2 0 0,7 0-39 0,-3 3-7 16,-1-1-7-16,-10 6 10 0,16-5-16 0,-6 5-10 16,0 3-6-16,-10-3 36 0,26 11-55 0,-14-7 16 15,0 5 5-15,-7-2 27 0,-3-1-17 0,13 14 20 16,-6-9 36-16,-7 0 19 0,2 2 3 0,-3 6 1 0,4-1 7 16,-6-7-8-16,-2 0-3 0,1-1-14 0,-6 11-2 15,2-8-1-15,-1-2-1 0,-3 5 5 0,0-5 5 16,-7 2 9-16,5 2 12 0,-4-4 23 0,0 0 16 15,-12 2 6-15,6 0 11 0,-5 1-1 0,-3-6 5 16,-1 2 1-16,1-4-34 0,-17 1 14 0,13-1-23 16,2-9-36-16,4 3-112 0,-3 0-100 0,-3-3-253 15,19 3-137-15,-15-5-31 0,10 0-352 0,-2-1-46 16,-2-7 157-16,11 6-464 0</inkml:trace>
  <inkml:trace contextRef="#ctx0" brushRef="#br0" timeOffset="32342.51">19596 6518 51 0,'20'-7'873'15,"-5"-1"-356"-15,-10 5-203 0,7-5 112 0,-12 8-100 0,0-2-236 16,10-9-77-16,-10 11-37 0,-3 0-38 16,6 0-51-16,-3 0-18 0,0 0 50 0,0 0-18 0,0 0 31 15,-3 0-1-15,-6-5-14 0,9 3-95 0,0 2-57 16,-10 0-117-16,0 0 141 0,10 2-69 0,-10-2-229 15</inkml:trace>
  <inkml:trace contextRef="#ctx0" brushRef="#br0" timeOffset="32955.87">19360 6538 1042 0,'-7'-9'960'16,"5"4"-321"-16,2 5-151 0,0-3 162 0,-3-7-188 16,3 10-197-16,0-6-143 0,5-5 0 0,-1 2-21 15,2 5-20-15,3-3-37 0,6-4-24 0,-10 3-12 16,12 1-2-16,2-7 2 0,-2 6-1 0,1 0 1 0,3 0-1 15,-1 2 0-15,4 2-1 0,-4 1 2 0,2 1-3 16,-8 2-4-16,-6-4-1 0,11 4 0 0,-4 4-1 16,-5-2-1-16,-6-2 1 0,8 7 1 0,-4 4-1 15,-1-5 1-15,1 7-1 0,-5-2-1 0,1-1-2 16,1 9-4-16,-2-8 4 0,-3 2 0 0,-3 5 3 16,0 1 5-16,1-14-2 0,-10 17 6 0,5-9 7 0,-1-4 0 15,-13 13 2-15,15-17-2 0,-8 8 11 0,4-7 11 16,-7 7 66-16,0-2-32 0,2-6 29 0,3 1 19 15,0-1 25-15,-5-1-23 0,7 2 15 0,5-3-60 16,5-3-9-16,0 0-24 0,0 0-6 0,-4 0-34 16,-4 11-3-16,8-11-3 0,0 0-26 0,8 2-14 15,1 0 6-15,6 1 9 0,-6 0-9 0,26 2 4 0,-8 0 20 16,-1 1 30-16,-8-1-1 0,11-3 8 0,4 7 13 16,-10-1-11-16,-4-6-12 0,1 7 1 0,0 0-3 15,-8-3-1-15,2 2-8 0,-2 0-6 0,-2 0 2 16,4 8-2-16,-11-9 1 0,0 4-2 0,-9 11 3 15,0-12 4-15,-2 11 2 0,-4-8 0 0,-3 4 1 16,-6-2 4-16,6-1 0 0,-5 1 7 0,0 1-4 16,-1 1 4-16,1-4 14 0,1-4 38 0,2 2 20 0,5-2 3 15,-8-5 7-15,10 2-11 0,-7-1 23 0,5 0-30 16,9-5-47-16,3 0-17 0,-14 0-19 0,11 0-155 16,3 0-154-16,0-7-25 0,3-4-288 0,14-15-449 15,-2 8 44-15,-1-4 275 0,16-4-401 0</inkml:trace>
  <inkml:trace contextRef="#ctx0" brushRef="#br0" timeOffset="33273.03">20394 6604 2219 0,'0'-14'1044'16,"-9"4"-321"-16,6 10-196 0,-12-11-257 0,1 6-154 15,2 3-78-15,-11-2-10 0,2 4 7 0,-2 4-5 16,2 3-11-16,-6 1-5 0,12 3-6 0,-5 5 6 0,-4 4 1 15,9 2-1-15,3-3-4 0,0 7 4 0,4 1-1 16,4 6 0-16,4-14-4 0,0 10 8 0,10-5 3 16,-1 3 0-16,3-9 7 0,-1 3 22 0,10-8 36 15,-1 1 15-15,7-6-13 0,2 2 23 0,1-10 1 16,3 0 9-16,-4 0-44 0,9-8 2 0,-5 0-30 0,-4-5 1 16,-2-3 20-16,-4 3-2 0,3-5 30 0,-7 1 25 15,-4-1 21-15,-7 7-35 0,4-13 66 0,-10 6-65 16,1 8-24-16,-6-4-37 0,-5-12-16 0,-1 7-35 15,-6 6-33-15,1 3-41 0,-8-3-52 0,-10-4-138 16,6 10-66-16,6-4-1 0,-7 5-246 0,3-1-119 16,-5 1-336-16,23 3 344 0,-15-1-157 0,13-2-124 15</inkml:trace>
  <inkml:trace contextRef="#ctx0" brushRef="#br0" timeOffset="33755.73">20806 6254 2001 0,'4'-13'1039'0,"-4"-6"-241"0,3 14-206 0,-3-8-183 0,0 13-123 15,0-16-12-15,2 16-141 0,-2 0-22 0,0 0-59 16,0 0-23-16,3 5-20 0,4 6-7 0,1 5 3 16,-1-6-1-16,1 12-1 0,1 4 3 0,-1 3 0 0,1 6 0 15,-2-9-3-15,-2 8 2 0,-2 1 2 16,4 7 4-16,-5-13-5 0,1 8 0 0,-3-2-3 16,3-1 3-16,-3 4-5 0,0-16-4 0,0 11 2 0,0-7 3 15,-3 1 3-15,0-9-2 0,-3 6-14 0,3-5-30 16,0-10-68-16,1 8-14 0,-5-10-96 0,4 4-198 15,1-5-15-15,-5-1 36 0,7-5-191 0,0-2-107 16,-3-12 5-16,3 1 65 0,3 2-37 0</inkml:trace>
  <inkml:trace contextRef="#ctx0" brushRef="#br0" timeOffset="34059.93">21257 6368 386 0,'21'-13'1585'0,"-9"5"-797"16,6-1-146-16,-10 5-212 0,4-1-128 0,-12 5-167 15,0 0-29-15,0 0-74 0,0 0-17 0,0 0-11 16,-20 9-5-16,-2 0 5 0,-4 6 4 0,-4 5 20 0,1-5 16 16,-6 3 23-16,6-1-14 0,-12 3 38 15,5 2-23-15,1-6 1 0,11-3-32 0,-5 5 4 0,-3 1 4 16,10-3-13-16,10-6-11 0,4-1 1 0,-1 4-11 16,4-3 3-16,2-2 5 0,3-8 27 0,8 13 7 15,4-4 10-15,-3-2-14 0,17 6 41 0,0-5-15 16,1 3-8-16,-3-4-20 0,8 4 17 0,9 5 5 0,-9-5-13 15,4 2-6-15,-12-5-14 0,8 8 3 16,12 3-9-16,-14-9-13 0,-9 0-6 0,8 6-1 16,3 1-1-16,-5-4 0 0,-7-6-4 0,-1 6-11 0,3 1-49 15,-7-6-97-15,-6-6-59 0,9 9-396 0,-1-11-117 16,-7 0-157-16,-5-2 223 0,4-9-240 0,-6 3-805 16</inkml:trace>
  <inkml:trace contextRef="#ctx0" brushRef="#br0" timeOffset="35095.15">21613 6614 281 0,'0'0'1408'15,"0"0"-700"-15,0 0 27 0,0 0-204 0,0 0 75 0,0 0-107 16,0-3-330-16,10-4-103 0,-8 7-13 16,5-9-23-16,1 2-8 0,1-1-7 0,1 3 5 0,-2-4-1 15,10-4-4-15,-12 11-9 0,20-22 0 0,-8 8-1 16,3 3-3-16,-6 0-3 0,2-6 1 0,3-5-1 16,-5 3 0-16,-6 4 2 0,0-3 1 0,-3-4 1 15,-6-5-7-15,0-3 0 0,-3 14 1 0,-4-9-1 0,-1-1 0 16,-4-2 3-16,-5 3 10 0,2 1 5 0,-3 2-2 15,-2 1 3-15,2 4-4 0,-8-8-4 0,4 9-11 16,5 2-10-16,2 8 2 0,-5-2 2 0,-4 1 2 16,3 4 2-16,16 3 7 0,-15-2 3 0,10 4 5 15,-4 0-2-15,2 6-6 0,9-1-2 0,-4 6-1 0,4 8 0 16,3-3 1-16,0 10 1 0,7-2 0 16,1 3 6-16,7 1 3 0,-3-6-2 0,9 9 2 0,2 6-3 15,4-5-2-15,-10-6-8 0,4 11-11 0,-1-2 0 16,2 9-4-16,-8-14 12 0,1 8 6 0,0-2 5 15,-3 1 17-15,-4-2 3 0,-2 2-3 0,0-6 2 16,-4 4-8-16,2-11-9 0,-8 13-3 0,4-6-11 16,-2-7 0-16,2-6 4 0,-6 4-3 0,6-3 2 15,-6-9-1-15,3 9 4 0,0-14 3 0,1 3 5 16,-1-6 10-16,-4 7 64 0,7-9-8 0,0 0 41 0,-12 0 4 16,7-4 2-16,5 4-19 0,-9-7 12 0,6 7-58 15,-2-19-30-15,1 14-18 0,4-6-1 0,0-4-4 16,4 1-2-16,-2 6 0 0,1-12 3 0,2 6-3 15,7-10-2-15,-2 14 2 0,2-6-8 0,2-1-10 0,6 4-24 16,-8 6-30-16,3-2 14 0,9-1-28 16,-7 2-15-16,1 0-23 0,-9 6 3 0,15-7 21 0,-13 7 13 15,1-1-2-15,2 3 16 0,-11 0-43 0,9 0 49 16,-8 3-4-16,-4-3 17 0,0 0-23 0,0 0 6 16,0 0 27-16,5 2 22 0,1 4-3 0,-6-6 9 15,0 0 11-15,0 0 15 0,0 3 6 0,6 7-3 0,-8-12-2 16,4 4-3-16,10 6 6 0,-12-8-3 15,8 8-7-15,2-6 2 0,-5 4 2 0,-1-3 3 0,11 4 2 16,-15-7-6-16,10 8-3 0,-6-3 1 0,2 1 0 16,-1-3-2-16,-5-3-3 0,4 8-3 0,-1-6-1 15,-3 1 1-15,0-3 0 0,0-3 0 0,0 8 8 16,2 6 4-16,-2-11-1 0,0 0 5 0,0 8-6 16,0 0 0-16,0-8-2 0,-2 3-8 0,-1 7-8 0,3-10-24 15,-7 6-61-15,5-1-32 0,2-5-165 0,0 0-134 16,0 0-337-16,0 0 263 0,0 0-162 0,0 0 66 15,-10-8-338-15</inkml:trace>
  <inkml:trace contextRef="#ctx0" brushRef="#br0" timeOffset="35841.16">22291 6643 264 0,'0'0'972'0,"0"0"-249"0,0-2 153 16,0-9-171-16,0 11-225 0,-3-11 70 0,3 9-115 16,-2-11-53-16,-1 7-169 0,3 3 72 0,0-12-3 15,-3 1 2-15,3 10-95 0,0-10-19 0,0 1-59 0,3 5-31 16,0-3 2-16,-1 0-55 0,-2 6-14 0,10-3-11 15,-10 6-3-15,14-7 1 0,-4 4-4 0,-2 3-4 16,13 0 12-16,-9 2 6 0,5 0-18 16,6 2-11-16,-11 3-32 0,0-3-10 0,15 9-59 0,-13-5-31 15,4 1 5-15,-4 2 36 0,-2-5-58 0,3 10 19 16,6-1 14-16,-18-7 61 0,5 7-15 0,1 0 20 16,-6-6 21-16,1 7 27 0,-4-1 3 0,-4-2 3 0,1 8 9 15,-9-4 2-15,10-6 3 0,-22 14 1 16,6-13 1-16,-6 6-1 0,10-5 0 0,-4 4-2 0,-8 0-3 15,6-2-1-15,5-3 2 0,0 6-3 0,3-8-2 16,-2 5-2-16,7-7 6 0,-4 9 1 0,7-4 1 16,2 2 1-16,2 3 4 0,2-3 0 0,2 0 1 15,4 11 3-15,2-10-4 0,4 4 1 0,4-2-5 0,-4 2-16 16,4 0-20-16,-6-1-4 0,12 14-58 16,-12-7-3-16,5 3 0 0,-8-9 28 0,3 8-17 0,-1 7 15 15,-2-2 22-15,-6-10 38 0,0 6 10 0,-3-3 1 16,0 0 3-16,-3 0 7 0,-2-4 1 0,-2-1 11 15,-8-5 7-15,3-5 2 0,-10 8 37 0,-2-4 23 16,0-2 48-16,4-6-22 0,-10 6 68 0,-2-4 118 16,3-4 47-16,10 0-70 0,-7-6 111 0,0-3 56 0,5-1-123 15,1-1-48-15,8-1-114 0,2 5-49 0,-4-14-41 16,8-2-62-16,0 2-4 0,6-6 0 0,2 0 0 16,10-13-4-16,-2 13-57 0,7-7-156 0,5-4-139 15,7 0-164-15,-6 7-61 0,10-1-302 0,-1-6-200 16,0 6-23-16,-5 8 374 0,9-8-125 0,1 2-749 0</inkml:trace>
  <inkml:trace contextRef="#ctx0" brushRef="#br0" timeOffset="36240.08">23446 6601 1127 0,'15'-6'782'16,"-9"4"-206"-16,2 2-127 0,-4-3 185 0,7-3-326 16,-11 6-123-16,0 0-96 0,0 0 28 0,0 0 15 15,0 0-45-15,0 0-30 0,0 0 14 0,0 0 15 0,-8 0 57 16,-4 0-25-16,-5 4-26 0,-5-2 49 0,0 3-3 16,-2 1 5-16,2-3-57 0,2 1-19 15,-4 2-13-15,-2-1-18 0,11-2-28 0,0 3-12 0,-5-4-19 16,6 3-59-16,4 1-27 0,-7-4-176 0,14-2-273 15,3 0-51-15,-9 5 73 0,6-1-270 0,3-4 38 16,12 0 79-16,-6 2 166 0</inkml:trace>
  <inkml:trace contextRef="#ctx0" brushRef="#br0" timeOffset="36405.65">23546 6770 639 0,'-3'0'1023'0,"-2"11"-387"16,2-8 236-16,-6-1-354 0,0 0 6 0,-3 4-110 15,-3-9-135-15,7 6-73 0,-24-3 43 0,11-3-85 0,-3 6-27 16,1-3-37-16,2-3-26 0,-2 3-33 0,8 0-18 16,-3-3-18-16,12 1-25 0,-15 2-201 0,6-2-260 15,10-1-281-15,-4-3 106 0,9 6-222 0,-8-13-66 16</inkml:trace>
  <inkml:trace contextRef="#ctx0" brushRef="#br0" timeOffset="37945.53">24050 6235 53 0,'15'-7'938'0,"-15"7"-378"0,9-2 15 0,-3 2 35 16,-6 0-48-16,0 0-236 0,2-4 35 0,8-1-93 16,-10 5-105-16,0 0-79 0,0 0-2 0,0 0-15 15,0 0-32-15,0 0-23 0,0 0-10 0,0 0-1 16,-15-2-1-16,3 2-2 0,9 2 2 0,-11-2 0 0,4 3 2 15,-2-1 2-15,-8 4 4 0,-1-4 7 0,10-2 1 16,-15 5 0-16,4-5-3 0,2 4 12 16,-6-2 19-16,8 1 0 0,4-3-9 0,-8 0 40 0,14 0 18 15,-10 0 34-15,3 0-53 0,3 0 39 0,-3 0-1 16,-2-3-1-16,12 3-33 0,-7-2 21 0,0-2-16 16,9 4-8-16,3 0-25 0,-9-5-18 0,3 5 6 0,6 0-21 15,0 0-11-15,0 0-5 0,0 0-6 0,0 0 2 16,0 0-2-16,0 0 3 0,0 0-1 0,0 0 0 15,6 9 0-15,-4-4 3 0,-2-5-1 0,0 13 0 16,0-5-1-16,4-1-2 0,-4 13 4 0,6-11-2 16,0 13 2-16,-3-11 2 0,2 15 1 0,-2-8 1 15,-3 1-5-15,4 5-2 0,-1-8 2 0,-3 8-2 0,2 0-6 16,-2-6 1-16,3-5 3 0,-3-2 4 0,0 15 1 16,3-17-4-16,-3 6 2 0,0-4 1 0,0-4 1 15,0 6 0-15,4-10-2 0,-4 8 2 0,2-9 4 16,-2-2 11-16,0 0-2 0,0 0 12 0,0 0 12 15,0 0 11-15,0 0-12 0,3-2 12 0,9-6-1 16,-4-2-14-16,-1 1-11 0,10-6-2 0,-5-1-12 16,15 3-3-16,-7 0-7 0,-8 4-1 0,12-2-5 15,-4 4-2-15,6-1-7 0,-8 3 3 0,8 1-1 0,1 2-2 16,2 2 2-16,-10 0 2 0,13 0-12 0,-5 6 1 16,-7-4-2-16,-14-2 7 0,12 8-3 0,-4 0-7 15,-2 0 14-15,-4 6 6 0,-4-10 2 0,7 7 1 16,-4 7 5-16,-5-9 1 0,1 6-1 0,0 1 4 15,-3-8 1-15,0 16-1 0,-3-13-3 0,0 7-2 0,-2-7 4 16,-2 2 0-16,-1 5-2 0,-4 4-1 0,-2-7 3 16,2-2 5-16,5-7 2 0,-8 8 3 0,-7-1 1 15,7-6 7-15,3-3-6 0,0 0 4 0,-8 1-5 16,8-1-18-16,0-2-55 0,-3-2-98 0,9-2-211 16,-2-2-218-16,1-3 11 0,4-4-555 0,1 3 226 15,4-13-176-15</inkml:trace>
  <inkml:trace contextRef="#ctx0" brushRef="#br0" timeOffset="38294.6">24533 6391 358 0,'10'-13'1529'0,"-10"13"-959"0,5-13 249 0,-5 0 263 15,0 8-367-15,0-6-303 0,0 9 25 0,-5-7-22 16,5 2 74-16,0 1-232 0,0-5 45 0,-3 11-30 15,6-5-63-15,2-8-104 0,-5 13-60 0,12-11-22 16,-5 9-8-16,1-3-7 0,6-1 0 0,1 4-12 16,6-7 10-16,-6 7 0 0,12 0-13 0,-19 2-1 0,21 0 0 15,-8 2-1-15,-6 0 5 0,0 4-7 0,5 2 0 16,-6 0 0-16,-7-6 0 0,13 9-10 0,-11 2 3 16,-3-4-7-16,0-2 5 0,0 1-10 0,-4 6-4 15,5 1 7-15,-7-2-1 0,0 1-5 0,0 14 2 16,-7-4 10-16,5-10 6 0,-4 7-5 0,-3-3 5 15,-3 6 13-15,1-8-5 0,-1 3-14 0,-2-1-16 16,-8 4-18-16,2-7 0 0,2-2 5 0,-2 1-36 16,2-1-35-16,-6 0-72 0,10-5 9 0,2-3-81 0,0 1-121 15,9-6-139-15,-12 5 66 0,15-5-449 0,0 2 77 16,0-2-42-16,3-7 265 0,6 1-129 0,11-7-453 16</inkml:trace>
  <inkml:trace contextRef="#ctx0" brushRef="#br0" timeOffset="39021.65">24737 6628 466 0,'0'0'840'0,"0"0"-357"0,0 0 193 0,0 0 160 16,0 0-276-16,0 0-238 0,0 0-29 0,3-11-168 15,6 5-83-15,-1 3-37 0,2-1-3 0,-2 1 6 16,6-3 3-16,8 4 2 0,-13 2 0 0,8-3 1 0,-2 1 1 15,-7 4-8-15,8-2-8 0,-1 0-1 0,-7 0 1 16,6 3-4-16,-4-3 2 0,-2 0-2 0,8 2 7 16,-8 7 1-16,-5-7-2 0,-3 0 0 0,12 12 3 15,-3 1 4-15,-6-9-1 0,2 7 2 0,-5 3-1 16,4-5 8-16,-4 18-1 0,0-21 1 0,-7 16-2 16,2-6 0-16,-2-5 1 0,-3 9 9 0,-2-4-2 15,-3-3 0-15,3 5 5 0,0-10 1 0,-6 6 41 16,-6 2 38-16,0-5 4 0,7-2-15 0,-6 0 42 15,2 0-1-15,-14-4 16 0,17-1-84 0,-5-6 16 0,4 2-30 16,11-2-22-16,-10 0-19 0,7-2-61 0,2-1-157 16,9-3-246-16,-6-4-29 0,6 2-348 0,0-5-182 15,8-13 9-15,-1 13-174 0</inkml:trace>
  <inkml:trace contextRef="#ctx0" brushRef="#br0" timeOffset="39404.62">25523 6479 84 0,'7'-3'1424'0,"5"-5"-831"0,-7 3-185 0,-2-3 263 0,-3 1-348 16,-3-2-198-16,3 9-77 0,-17-7-14 0,-1 3-2 16,6 4-2-16,-12 4-4 0,0 1 17 0,-1 3 5 15,-6-1 11-15,11 4-23 0,-4 2 12 0,-5 3-20 16,6 3 2-16,5-6-8 0,-9 14 30 0,10-3 36 15,2-4 11-15,7-7-16 0,-1 9 38 0,6 2 40 16,3-4-10-16,3-9-9 0,2 0-52 0,7 11 36 16,0-13 24-16,15 4-47 0,-13-7-38 0,10-3 12 15,6-1-12-15,-1-4-5 0,0-1-25 0,3 1 3 0,-2-9 5 16,-4 0 12-16,-4 3-12 0,12-8 37 0,-7 3 8 16,-3 2 31-16,-7-2-8 0,4-5 84 0,0 5-19 15,-9-3-34-15,-4 3-48 0,-1 0 12 0,-5-9-28 16,-2 14-63-16,0-10-23 0,-6 10-12 0,3-3-26 15,-9-5-94-15,-11 9-69 0,4-1 10 0,2 5-120 0,-6 1-87 16,-3-2-156-16,7 4 74 0,4 4-100 0,-2-2-3 16,9-2-67-16,-8 5 158 0,16-5-288 0,-5 13 276 15,5-13-199-15</inkml:trace>
  <inkml:trace contextRef="#ctx0" brushRef="#br0" timeOffset="39787.61">26215 6347 1394 0,'10'-13'744'16,"-4"4"-42"-16,-3 7 6 0,-3-1-223 0,0-10 44 0,-9 5-363 16,-3 5-108-16,0 3-48 0,-8 0-2 0,-10 9-13 15,4-4-7-15,8 3 6 0,-3 3-1 0,-2 2 3 16,2 5 5-16,6 0 0 0,-2 1 4 0,5 5 5 15,3 0-2-15,3-6 0 0,1 11 7 0,1-7-3 16,11 2 2-16,-5-11-1 0,4 2 14 0,8 7 21 16,-7-17-6-16,17 8 7 0,-9-5-11 0,7-3 11 0,8-2 11 15,3-3-6-15,-13 0-14 0,9-5 13 0,1 2 29 16,-4-5 22-16,-2 0 14 0,-1-2 30 0,1-1 35 16,-2-4 42-16,-5 4-10 0,0-8 47 0,-2 1-34 15,-6 4-20-15,-3 4-79 0,-6-8 31 0,-3 9-91 16,0-6-25-16,1 4-33 0,-5 0-10 0,-8-5-7 15,-2 6-9-15,10 7-14 0,-15-8-29 0,0 9-77 16,-1 2-172-16,9 0-9 0,-5 0 35 0,11 2-163 16,-13 7-114-16,6-2-307 0,10-5 391 0,-5 9-216 15,10-8-39-15,-2 7 10 0,2-4 242 0,12 2-136 0,5-2-32 16</inkml:trace>
  <inkml:trace contextRef="#ctx0" brushRef="#br0" timeOffset="40139.68">26705 6281 834 0,'-3'-9'1209'0,"1"-4"-756"0,2 11 153 0,-15-9 69 15,8 9-464-15,-5-1-170 0,2 3-12 0,-2 0-25 16,-15 7-9-16,20-1 1 0,-7 2-5 0,3 8-4 16,2-2 3-16,-1 10 3 0,5-6 3 0,-2 8 14 15,5-2 6-15,2 2 10 0,0-8-3 0,2 17 9 0,5-13-15 16,2-2-8-16,-1-4-12 0,4 3-5 0,8-1-5 15,-1-5 1-15,-7-4 5 0,5-1 4 0,1-3 0 16,6-3-2-16,-7 1 3 0,-2-6-1 0,14 1 1 16,-5-7 0-16,-7 5 1 0,15-12 5 0,-10 3 24 15,-2-3 8-15,-6 2 13 0,5-7 44 0,1-5 78 16,-8 2 11-16,-4 2 32 0,-1 4-45 0,-2-6 63 16,-8 0 1-16,3-2-34 0,-2 10-93 0,-8-5 2 0,2 0-35 15,-4 2-29-15,-5 1-15 0,1 5-5 0,-1 2-3 16,9 9-7-16,-11-7-6 0,-1 7 0 0,-1 2-3 15,13 2-13-15,-4 4-38 0,2-1-101 0,-7 13-147 16,12-5-199-16,-2 1 31 0,-5 7-293 0,4-8-122 16,5-2 44-16,-1 2-109 0,2 1-254 0</inkml:trace>
  <inkml:trace contextRef="#ctx0" brushRef="#br0" timeOffset="40709.14">27336 6342 939 0,'0'0'1200'0,"5"-13"-496"0,-2 9 179 15,-6-9-230-15,6 11-415 0,-8-1-145 0,-10-8-48 16,-12 9-43-16,1 2-9 0,8 2 2 0,-8-2-1 16,-4 5 5-16,1 4 2 0,2 1 7 0,3 4 3 0,2 1 1 15,-2 4 1-15,12-3 1 0,-3 13 12 0,6-5 6 16,3 2 19-16,4-4 4 0,2 1 30 0,2 9 36 15,8-14-22-15,2-1-26 0,-2 1 16 0,24 0 2 16,-8-5-34-16,0-5-19 0,10 3-3 0,-2-2-9 16,8-5 2-16,2 1-4 0,-20-5-10 0,8-2-1 15,1-1 7-15,4-5 50 0,-15 3-8 0,-2-6 39 0,4 1 18 16,-3-4 30-16,-10 4-25 0,-5 0 1 0,2-1-40 16,2-10-72-16,-8 10-68 0,-4 4-104 0,-16-13-163 15,1 5-197-15,-2 4-12 0,-13-5-492 0,3 1-33 16,-3-1 92-16,11 3-595 0</inkml:trace>
  <inkml:trace contextRef="#ctx0" brushRef="#br0" timeOffset="41088.12">27409 6259 140 0,'10'-15'2406'16,"-5"10"-1302"-16,0-1 217 0,-5 3-561 0,12-5-99 15,-12 6-254-15,4 2-100 0,4-8-142 0,-10 8-67 0,4 0-50 16,-2 0-13-16,0 0-9 0,0 0-6 0,7 3-14 15,-2-1-6-15,1 9 4 0,-2 7 3 0,4 6 3 16,-6 5 3-16,5-8-6 0,-4 11 3 0,2 2 2 16,2 12-4-16,-5-20-9 0,5 14-4 0,-4 0-3 15,2 2-4-15,2 6-6 0,-2-17-9 0,0 4-17 16,-1-9-19-16,4 0-56 0,-5-8-9 0,6 12-181 0,-6-22-34 16,4 11-82-16,-2-12 33 0,2 1-214 15,-2 6-113-15,-5-14-325 0,3 0 416 0,9-6-135 0,-12 6-418 16</inkml:trace>
  <inkml:trace contextRef="#ctx0" brushRef="#br0" timeOffset="41339.47">27802 6230 485 0,'5'-24'2014'0,"-2"9"-1362"0,1-4 280 0,1 5 239 15,-2 7-546-15,-3 7-351 0,0 0-1 0,0 0-57 16,0 0-40-16,0 0-116 0,0 0-16 0,12 7-39 15,-3 2-5-15,-4-1 0 0,5 8-1 0,-2 5 0 16,-2 6 17-16,6 6 21 0,-9-6-7 0,2 10 0 16,-2 0-15-16,-3 8-8 0,4 0-19 0,-1-5-26 0,-3-3-16 15,2 3-5-15,-2-14 16 0,3 20-39 0,0-15-46 16,-3-7-4-16,6-4 19 0,0 8-69 0,-2 3-129 16,-2-9-10-16,-2-13 40 0,3 2-152 0,0 0-156 15,3 4-92-15,-6-15-303 0,0 0 428 0,3 0-114 16,14 4-214-16</inkml:trace>
  <inkml:trace contextRef="#ctx0" brushRef="#br0" timeOffset="41509.01">28060 6569 446 0,'0'0'1588'0,"-2"-7"-660"0,-1-2-37 16,3 1 245-16,-4 3-555 0,4 3-316 0,-11-9-14 15,5 8-80-15,-6-3-55 0,-8 4-67 0,-2 0-13 0,-3 2-14 16,-2 0-9-16,-2 4-10 0,-4-1-4 0,3 3-22 15,-4-1-10-15,10 1 2 0,-20 7-62 0,12-6-97 16,2 4-123-16,9-3-15 0,-6 3-287 0,4-4-420 16,14-4 118-16,-6 3 262 0,15-6-728 0</inkml:trace>
  <inkml:trace contextRef="#ctx0" brushRef="#br0" timeOffset="42274.96">28275 6674 711 0,'0'-2'1216'16,"0"4"-396"-16,0-2-181 0,0-9 463 0,4 5-345 15,-1-3-278-15,-1-4-168 0,4-4-139 0,-2 4 20 16,4-11-55-16,-6 15-26 0,5-10-49 0,1-1 1 0,-1 7-29 15,2-4-1-15,-1 4-12 0,2-2 1 0,2 0-6 16,-2 2-4-16,-3 8-6 0,5-7-2 0,0 7-12 16,-4 3 1-16,4 0 1 0,-3 0-4 0,-1 3-2 15,7-1 2-15,-8 4 5 0,1-1 3 0,6 3-11 16,-2 5-13-16,-5-8-27 0,4 8 1 0,-2-4-38 16,-2 4-52-16,1 5-16 0,-6-7 50 0,5-3-35 15,-4 10 26-15,-3-5-5 0,-3-7 65 0,0 10 12 16,-3-5 15-16,-2-4 12 0,-4 6 6 0,2-2-4 0,1 0 11 15,-11 2-1-15,15-11 2 0,-26 14-8 0,23-10-2 16,-19 10 8-16,22-12 7 0,-14 7-11 0,7 0 2 16,2-3 2-16,0 6 7 0,8-7 7 0,-5 6-6 15,4 6-2-15,3-12 11 0,0 2 0 0,7 6 3 16,-2 2-1-16,7 4-3 0,-4-8-1 0,7 2 3 16,4 5-6-16,3 4-3 0,-7-11-2 0,6 7-2 0,-3-1-1 15,8 8-8-15,-14-12 3 0,3 9-3 0,-3-2-2 16,-4 4-1-16,-4-10 6 0,-1 15-5 0,-6-4 6 15,-4-1 2-15,-1-7 2 0,-10 10 2 0,-2-5-2 16,-4 0 0-16,-3 0-2 0,4-8 2 0,-18 8 3 16,8-9 32-16,0-2 69 0,9-2 17 0,-16 0 114 15,7-6 15-15,6 0 32 0,7-2-58 0,-9-3 83 0,0 0 24 16,5-3-115-16,12 0-68 0,4 1-7 0,-14-16-10 16,10 5-64-16,7 7-38 0,2-21-21 0,3 6-6 15,8-6 0-15,-1 12 0 0,5-6 0 0,8-3 0 16,9-6 0-16,-5 10 0 0,-1 4 0 0,10-3-6 15,5 1-57-15,7-6-94 0,-20 11-1 0,11 0-199 16,-1 2-140-16,1-2-172 0,-4 8-213 0,-2-4-136 16,-1 5-59-16,2-5 99 0,-17 7 346 0,-3-2-891 15</inkml:trace>
  <inkml:trace contextRef="#ctx0" brushRef="#br0" timeOffset="45806.52">29999 8725 92 0,'4'-2'1572'0,"-4"-11"-913"0,5-3-43 15,-2 8 14-15,3-6-176 0,0 6-259 0,-4-2 60 0,8-6-4 16,-5 6-19-16,-1 4-45 0,-4 4 38 0,5-12-44 15,-5 14 12-15,0 0-96 0,0 0 12 0,0 0-37 16,0 0-41-16,0 0-9 0,10-2-16 0,-5 2-5 16,-2 7-2-16,3 2-1 0,0 12-3 0,3 2-2 15,-4-1 2-15,2 4-1 0,-2-2 1 0,1 7 1 16,3 9 0-16,-4-5 2 0,2-9 0 0,-2 9-1 16,2 2 0-16,1 7-3 0,-1-15 0 0,1 6-1 0,-2-6 1 15,0 6 2-15,0-9 0 0,-3 6 1 0,0-11 2 16,-3 3 2-16,0-6 1 0,0-10-1 0,-3 11 0 15,0-11-4-15,-3 0-1 0,-2-3 1 0,-2-3-2 16,-22-2-4-16,8-2 2 0,3 2 5 0,-11-5 1 16,-3-1 3-16,-9-1-1 0,20-2 0 0,-8 1 2 15,-1 1-1-15,4-4-2 0,11 3-1 0,-8-6-4 16,16 10 1-16,-7-7 1 0,12 8 9 0,2 1 6 0,-9-9-4 16,15 11-4-16,-3 0-1 0,0 0 5 0,-3 0 0 15,6 0-16-15,-3 0 10 0,9 11-2 0,-1-9 5 16,7 9 4-16,3 0 3 0,-10-6-1 0,10 6 1 15,-4 4-2-15,-2-4 0 0,-9-6-3 0,9 12-1 16,-12 1-6-16,0-8-3 0,-8 8 1 0,-1-2 1 16,-6 3 0-16,-5-6 0 0,5-2 1 0,-11 2 1 0,-4 3-1 15,-11-3-4-15,7-4-1 0,-10 0-33 0,0 0-99 16,-2-1-146-16,-2-3-255 0,4-3-248 0,2 1-103 16,5 0-6-16,-2-6 0 0,13-2-367 0</inkml:trace>
  <inkml:trace contextRef="#ctx0" brushRef="#br0" timeOffset="46001.99">28685 9617 572 0,'-15'11'2307'0,"15"-11"-1696"0,-3 0 308 16,-9 4-205-16,12-4-475 0,0 0-123 0,0 0 36 15,0 0-10-15,15-2 4 0,-15 2-55 0,12-2 28 0,0-3-9 16,8-1-44-16,-11 3-54 0,23-5-7 0,-13 3-17 15,4 0-71-15,-9 2-46 0,5 0-167 0,-4 1-290 16,-1-3-81-16,4-1-228 0,-13 4 207 0,7-9-166 16,-5-2-857-16</inkml:trace>
  <inkml:trace contextRef="#ctx0" brushRef="#br0" timeOffset="46536.56">28759 9210 814 0,'0'0'489'0,"-18"-6"-23"15,18 6 2-15,-12-7-17 0,9 7-197 0,3 0-124 16,-15 0-75-16,13 0-57 0,-1 2-18 0,0 9-12 16,-3-1-9-16,6-2-1 0,-3 0 21 0,0 2-2 15,1 1-12-15,2 10-4 0,-4-5 11 0,4-8 5 0,-8 16 0 16,5-8-5-16,-1-14 7 0,-1 20 37 0,-5-11 28 16,-2-4 13-16,2 6-8 0,-2-7 19 0,-15 1 20 15,0-1 9-15,1-1 12 0,8-5-19 0,-8 0 67 16,-1 0 31-16,-8 0 92 0,14-5-105 0,-3-1 78 15,-1-1-5-15,-5-6-18 0,6 2-19 0,0-2-19 16,4-4-13-16,-4 2-12 0,9 1-64 0,-5-1 24 0,6 2-38 16,4 4-43-16,-4 0-24 0,7 3-12 15,-1-5-8-15,5 8 2 0,-6-5-3 0,9 8 1 0,0-2-1 16,-12-1-2-16,12 3 2 0,-3 0-1 0,-14 9 2 16,8-2 2-16,-9 4 0 0,4 2 0 0,-5 6 2 15,-1-3-2-15,-4-1-1 0,7-2-1 0,-3 3-1 16,-10 3 0-16,6-6-3 0,7-5 0 0,-10 2 0 0,6 1 4 15,-8-2-3-15,14-7-1 0,-8 0-1 16,2-2 1-16,1-8 4 0,5 3 0 0,3-3-2 0,-6-8 87 16,0-2 84-16,6-1 26 0,1-5 29 0,2 1 45 15,0-7 29-15,1-1 1 0,4 2-129 0,-2-14-19 16,4 7-40-16,2-1-37 0,0 7-49 0,0-23-15 16,0 11-7-16,0 2-2 0,0 8-3 0,-3-15 0 15,-1-1 0-15,-1 4 0 0,2 14 0 0,0-10 0 16,-9-7 0-16,3 13 0 0,0 10 0 0,3-14 0 15,-3 12 0-15,-2 0 0 0,5 12 0 0,-2-4 0 0,4 12-13 16,-4-4-108-16,-7 2-349 0,15 8 89 0,0 0-192 16,-9 11-112-16,6-6-203 0,0 21-91 0,3-2-28 15,3 0 204-15,5 0 106 0,1-8-215 0</inkml:trace>
  <inkml:trace contextRef="#ctx0" brushRef="#br0" timeOffset="46703.12">28196 8998 564 0,'0'10'2247'15,"0"-10"-1519"-15,-2 3-3 0,-8 8-216 0,8-11-438 0,-17 4-121 16,11 2-59-16,1-3-15 0,-13-3-236 0,8 2-110 16,3 2-35-16,-8-4-157 0,11 2 172 0,-11 3-120 15,-2-3-699-15</inkml:trace>
  <inkml:trace contextRef="#ctx0" brushRef="#br0" timeOffset="46874.66">27020 9572 288 0,'-15'8'2263'0,"1"2"-1612"0,8-4-220 0,3-6-1 16,-9 8-599-16,12-8-214 0,-2 0 115 0,-10 6-138 15,12-6-58-15,0 0 41 0,0-6 113 0,2-8-69 0,8-4 65 16,-2 8 26-16,-2-1 104 0,7-13-206 0</inkml:trace>
  <inkml:trace contextRef="#ctx0" brushRef="#br0" timeOffset="46972.4">26988 9432 157 0,'-6'-11'1317'0,"0"0"-857"0,-6 1 209 16,9 5 7-16,-5-4-114 0,-4 2-156 0,5 1-142 16,-3 1-59-16,-5-3-100 0,11 8-68 0,-8-2-16 15,1-1-48-15,2 3-38 0,0 0-84 0,-2 3-221 0,-1-1-143 16,-7 2-358-16,9-2 335 0,0 0-214 15,-7 1-761-15</inkml:trace>
  <inkml:trace contextRef="#ctx0" brushRef="#br0" timeOffset="49425.84">10919 9757 223 0,'0'-5'796'0,"2"-5"-326"15,-2-4 41-15,0-1 48 0,3 9-163 0,-3-16 48 16,-3-7 86-16,3 9-142 0,0 3-87 0,-2-3 79 15,2 11-8-15,0-9-43 0,2-1-48 0,-2 8-28 0,7 2-30 16,-7 5-47-16,3-5-71 0,-1 9-42 0,-4 0-31 16,4 0-22-16,-2 0-14 0,0 0-8 0,-2 0-5 15,2 9-3-15,-3 10-8 0,-1-14 15 0,4 22-1 16,-3-6-1-16,1 6 11 0,2-1 11 0,0 9 7 16,0-4 12-16,-3 6-9 0,3-10-8 0,-3 12 11 15,-1 9-8-15,4-6-11 0,-2-9-4 0,-1 3-4 0,3 4-11 16,0 0-11-16,0 4-27 0,0-20 23 0,0 3-15 15,3-1 3-15,-1-8 3 0,2-9 19 0,-1 4 2 16,0 0 16-16,-1-2 4 0,-2-11 4 0,0 0 4 16,0 0 2-16,0 0 2 0,0 0 4 0,0 0 0 15,0 0-2-15,0-11-4 0,0 6-7 0,0-19-3 16,-2-5-6-16,2 8-3 0,0-1 2 0,-3-7-2 16,0-5 2-16,-1 5 2 0,4 2 2 0,-2-21 0 0,4 9 1 15,-2-3-2-15,0-3-1 0,4 13 2 0,-1-12-2 16,2-2 2-16,2-7 0 0,-2 22 1 0,5-9 0 15,-5 3 2-15,7 2 0 0,-7 9-1 0,14-14-7 16,-8 16 0-16,3 3-2 0,-4 8 2 0,-5 5-5 16,14-5-5-16,-11 7-1 0,-2 1 0 0,14 5 1 15,-10 0-7-15,2 3-22 0,2 5 8 0,4-1-12 0,-4 7-1 16,1 7-14-16,0-8 14 0,-3 1 20 0,2 1 5 16,6 4 6-16,-1 2 0 0,-2-2 1 0,4-1-4 15,0 1-34-15,-1-1-9 0,-1-5 15 0,-2 3-19 16,3 8-19-16,-8-11 19 0,-3-4 25 0,-6 4 11 15,6 7 11-15,-6-5 1 0,-3-8 10 0,-9 6-3 16,3-7 2-16,-12 10 1 0,3-9 9 0,-8 4 1 16,-3-1 4-16,-4-5 3 0,9 4 0 0,-6-1 3 0,2 3 2 15,-11-4 2-15,12 1 2 0,6-3-3 0,10-5 2 16,-16 11 6-16,10-9 5 0,7 1-8 0,-4 3 4 16,11-6-6-16,-9 13 5 0,9-8 1 0,5 8-1 15,7 3-2-15,3 0 0 0,2-2-2 0,5 1 7 16,12 7 9-16,0-7-3 0,-8-4-5 0,9 2 7 15,1 3 0-15,11 2 0 0,-20-7-12 0,5 2 3 0,-3 0-4 16,-2 0-3-16,-1 1-1 0,-2-4-1 0,-6 1-4 16,-1 2-5-16,0-2-12 0,-10-6-5 0,8 8-108 15,-3-2-220-15,-7-9-153 0,-5-2 8 0,12 14-330 16,-12-14-23-16,0 0-223 0,0 0-383 0</inkml:trace>
  <inkml:trace contextRef="#ctx0" brushRef="#br0" timeOffset="49939.47">11806 10192 112 0,'8'9'1909'0,"-4"-5"-1293"0,-4-4 94 15,0 0 73-15,5 9-284 0,-5-9-373 0,0 0-84 16,0 0-37-16,9 4-1 0,-3-2 3 0,-6-2 15 0,9 0 40 16,-4 0 8-16,-2-6 2 0,16-1 1 15,-11-6-1-15,1 5-4 0,8-8-24 0,-11 11-35 16,10-19-1-16,-11 9 0 0,7-5-1 0,-9 16 9 0,2-18 58 16,-1 4 28-16,-4-4 49 0,3 18-46 0,0-16 52 15,-3 5 17-15,0 4-19 0,2 0-48 0,-2 9-3 16,0-9-13-16,3 11-18 0,-3 0-33 0,0 0-6 15,0 0-7-15,0 0-22 0,7 8-8 0,-5-5-7 0,4 8-5 16,3 15 1-16,0-8 20 0,-3-1 4 0,0 1 2 16,0 6-6-16,3 18-11 0,-6-21-4 0,2 3-65 15,2 3-91-15,-5-7-92 0,-2 2 0 0,6 2-337 16,-4-9-42-16,2-6-129 0,-1 6 107 0,2-10-178 16,-1 4 86-16,-1-7-58 0</inkml:trace>
  <inkml:trace contextRef="#ctx0" brushRef="#br0" timeOffset="50445.11">12986 9913 72 0,'0'0'1241'0,"0"0"-626"0,0 0-191 0,-17 9 211 16,9-5-119-16,-1-1-301 0,-3 8-123 0,-6-1-73 16,4 4-20-16,-13 1 0 0,12-2-3 0,-2 7-8 15,-7-2 0-15,-3 1 7 0,7 1 2 0,-4-4-1 16,0 5 1-16,4-1 2 0,6-11-1 0,-8 4-59 16,10-2-110-16,-2-2-110 0,8-7-5 0,-9 0-246 15,15-2-30-15,-12-4-319 0,12 4-56 0</inkml:trace>
  <inkml:trace contextRef="#ctx0" brushRef="#br0" timeOffset="50619.64">12666 9898 131 0,'3'-20'2531'0,"2"16"-1920"0,-1-5 236 15,-4 9-50-15,6-5-370 0,-4 1-267 0,-2 4-2 16,10 0-83-16,2 2-39 0,-2 3-31 0,0 1-1 16,19 14 8-16,-8-1 3 0,-1 2 1 0,-5-8-4 0,6 9 5 15,5 9 2-15,-8-7-8 0,0 0-7 0,2-3-3 16,1 3-9-16,3 3-74 0,-4-9-159 0,7 6-309 15,-3-9-232-15,-4-1-91 0,-3-6 220 0,7 3-969 16</inkml:trace>
  <inkml:trace contextRef="#ctx0" brushRef="#br0" timeOffset="51038.52">13932 9474 956 0,'0'-22'1401'0,"0"4"-668"0,0 16-171 0,0-17 165 16,-5 3-314-16,-1 5-236 0,0 4-90 0,-9-1-14 15,10 5-31-15,-19-1-13 0,9 4-10 0,0 0 14 16,-14 4 43-16,2 5 51 0,10-2-23 0,-7 6 67 16,-8 14 88-16,3 1-39 0,5-4-21 0,-3 14 32 15,-2 4-33-15,-3 19 42 0,10-19-118 0,0 12 35 16,3-1-3-16,4-3-54 0,3 10-15 0,7-17-32 0,8 2-8 15,6-6-11-15,3 1-21 0,5-5-7 0,10-4 0 16,5-5 0-16,7-2-1 0,-7-11-2 0,16 7-1 16,1-5-26-16,2-10-70 0,-17-3-53 0,13 2-187 15,-6-2-191-15,7-10-559 0,-21 6 229 0,8-7-286 16,-11-4 68-16,-7 0-126 0,-5 3-96 0</inkml:trace>
  <inkml:trace contextRef="#ctx0" brushRef="#br0" timeOffset="51406.55">14256 10223 2067 0,'0'5'1087'0,"0"-5"-208"16,0 0 12-16,0 0-321 0,0 0-251 0,0 0-82 15,0 0-103-15,0 0-20 0,0 0-33 0,0 0 49 16,0 0-26-16,0 0-19 0,4-8-24 0,-1-2 5 16,2-1-22-16,5-2-15 0,-5 5-11 0,7-5-19 0,0-4-11 15,0 8-16-15,3-4 14 0,-7 4 6 16,4-2 5-16,0-7 24 0,0 8 5 0,-10 4-6 0,10-4 11 16,-9 4 3-16,4 1 15 0,-5 3-39 0,13-4-43 15,-15 6-6-15,17 2-11 0,-7 4 19 0,-5-3-20 16,7 7-3-16,0 1 25 0,-4 7 24 0,-1 0 3 15,-5 4 2-15,1-7 4 0,4 12 0 0,-5-8-13 0,-2 5-12 16,3-4-7-16,0 2-43 0,-3-4-30 0,4 12-181 16,-4-10-83-16,0-11-192 0,-4 6-5 0,8-4-377 15,-4 5-210-15,0-5 12 0,2-9-290 0</inkml:trace>
  <inkml:trace contextRef="#ctx0" brushRef="#br0" timeOffset="51775.55">15414 9995 74 0,'10'-5'999'16,"-8"5"-98"-16,-2-2 91 0,15-7-139 0,-15 9-256 0,0 0 51 16,-3-7-194-16,3 1-102 0,-9 1-202 0,1-1-13 15,-13 1-60-15,10 3-31 0,-13 2-17 0,-8 0-1 16,5 0-17-16,0 2-6 0,3 1-5 0,-5 5 0 15,-12-3-8-15,14 3 0 0,10-3 1 0,-10 6-5 16,0 0-4-16,1 0-70 0,18-7-100 0,-11 5-73 16,11-4-263-16,-7 1-190 0,1-4-275 0,14-2 184 0,0 0-60 15,0 0 77-15,0 0-255 0</inkml:trace>
  <inkml:trace contextRef="#ctx0" brushRef="#br0" timeOffset="51953.08">15392 10210 97 0,'5'10'1657'0,"-5"-7"-963"0,3 10 200 0,-3-11-316 0,-6 4 21 16,-3 2-237-16,-6-5 8 0,-2 0-28 0,-3-1-29 15,-4-2-86-15,0 0-72 0,4 0-70 0,-16-2 5 16,9 2-48-16,0-3-5 0,7 3-17 0,-6-3 3 16,8 0-63-16,9 3-78 0,-8-2-100 0,5-1-291 15,0-3-435-15,4 2-151 0,-2-12 130 0,10 10 209 0,0-12-1079 16</inkml:trace>
  <inkml:trace contextRef="#ctx0" brushRef="#br0" timeOffset="52653.23">16101 9638 354 0,'-5'-8'1487'0,"-2"1"-820"0,-1-10 40 0,4 12-192 0,-1-13 1 16,-4-3-115-16,6 10-132 0,3 0-109 0,3-7 3 15,-3 10-38-15,6-10-17 0,2-4-33 0,4 6-23 16,3 3-14-16,2 0-19 0,-1 2-8 0,4 0 1 16,15 1-1-16,-11 2-10 0,3 6-2 0,5-2 0 15,1 4 3-15,11 0 10 0,-21 4 12 0,7-2 14 16,2 3 3-16,0-2 0 0,-5 3 0 0,-7-2-7 15,11 7-3-15,-11 2-25 0,0-2-5 0,-8 2-2 0,0 5-2 16,-3 6 0-16,-1-2-2 0,-4-6 2 0,-4 5-1 16,-4 3 2-16,-1-1-1 0,-7-1 3 0,-6-4 0 15,1 3 0-15,-7-5 1 0,7 1-1 0,-5 1-4 16,-10-3 4-16,8-2 0 0,10-2 0 0,-6 2 0 16,-4 1 1-16,0-6 1 0,16-3 1 0,-7 3-4 15,6-5-1-15,-3 5-2 0,12-8-4 0,-3 2 1 16,-6 6-2-16,9-11-1 0,0 6-1 0,4 0 1 0,4 7-12 15,16 1-7-15,-4-3-14 0,-8-3-1 0,12 6-29 16,8 2-30-16,-3-2 17 0,-5-3 23 0,0 2-11 16,3 3 5-16,7 8 8 0,-10-7 28 0,3 1 3 15,-4 1 10-15,3 3 2 0,-8-3 7 0,8 8 9 16,-11-6 5-16,0 1 3 0,-6-4 2 0,-3-1 5 16,3 14 16-16,-12-8-3 0,3-2 2 0,-6-5-3 0,-2 2 7 15,-7 7 6-15,-9 2-7 0,9-13-13 0,-9 2 4 16,1-2 2-16,-6 2-1 0,2-6 2 0,-2 4-9 15,2-11-2-15,3 2 0 0,4-2-7 0,-16 0-12 16,12-2-19-16,7 2-67 0,5-2-74 0,-3-7-229 16,-5-4-246-16,8 2-211 0,3-4 249 0,6-6-189 15,6 2-116-15</inkml:trace>
  <inkml:trace contextRef="#ctx0" brushRef="#br0" timeOffset="53321.43">17486 9559 864 0,'0'-6'1390'0,"7"-1"-933"15,-7 7 154-15,0 0-87 0,-4 0-371 0,-8-4-108 0,-3 4-38 16,10 0-21-16,-10 4-8 0,3-4 4 0,-18 5-7 16,10 0 24-16,-1-2 9 0,6 0 3 0,-5-1 5 15,-1 3-1-15,1-2 14 0,11-3 6 0,-9 5 20 16,-3-2 35-16,13-3 27 0,-7 3-11 0,3 0 109 16,10-1-19-16,-8-2-5 0,5 2-55 0,5-2 25 15,0 0 27-15,0 0-62 0,0 0-39 0,-4 0-35 0,-7 0 7 16,11 0-6-16,0 0-34 0,0 0-20 0,0 0 5 15,0 0 2-15,0 0-5 0,0 11 1 0,3-2-1 16,-3 4 6-16,0-4 1 0,0 0-7 0,0 15-2 16,0 2-2-16,0-4 2 0,0-4-1 0,-3 6 0 15,-1 5 1-15,2 5 1 0,-4-16 2 0,0 9 1 16,0-1 2-16,0-2-1 0,0 5 0 0,1-7 0 16,-2-1 0-16,5-5 0 0,-1-5-1 0,0 4 1 15,-3 1 8-15,6-14-1 0,-3 7 1 0,3-5-1 0,0-4 25 16,0 0 72-16,0 0 23 0,0 0-9 0,0 0 50 15,0 0 4-15,0 0 31 0,0 0-72 0,5-4-32 16,5-5-42-16,4 0-39 0,-2 0-9 0,-2-2-12 16,15-2-12-16,-4 2-9 0,-3 4 2 0,-12 7-4 15,24-11-12-15,-10 11-2 0,1 3-21 0,-1-3 18 16,-3 5 15-16,10 3-1 0,-3-3 14 0,-7 3 3 0,5-3 0 16,3 9 26-16,-6-6-17 0,-4 0-4 0,2-1 2 15,-5 2-2-15,5 6 7 0,-2-2 1 0,-6-4 1 16,3 4-1-16,-6-2-5 0,3 9-2 0,-4 4 0 15,-7-8 3-15,-8 5-1 0,2-7 0 0,-10 10 3 16,-9 4 1-16,2-6-4 0,-9-4-6 0,8-2 0 16,-9 5 0-16,-9 1 3 0,10-7-7 0,9-10 4 15,-8 6 6-15,6-5 3 0,0-1-23 0,19-5-11 0,-16-3-56 16,12 1-137-16,2-4-86 0,-2-7-86 0,2 0-351 16,5 2-92-16,8-10-138 0,-3 13 269 0,8-21-104 15,1 5-703-15</inkml:trace>
  <inkml:trace contextRef="#ctx0" brushRef="#br0" timeOffset="53589.7">18090 9876 1910 0,'12'-13'1226'0,"-4"8"-361"0,2-3 15 0,-1-3-317 0,-9 11-159 15,8-13-98-15,-1 10-2 0,-7 3-95 0,0 0 97 16,0 0-97-16,0 0-44 0,0 0-79 0,-15 6-27 16,-4 1-46-16,-1 7-5 0,-1-4 0 0,-2 8 9 15,-6 6 2-15,-15 6-3 0,20-7-9 0,-3 7 1 16,-5 1-4-16,-1 7-15 0,7-12-18 0,8-10-2 16,0 5-35-16,1 1-68 0,-4-2-150 0,15-9 49 15,-3-3-161-15,-3 0-119 0,4 0-230 0,8-6 112 0,0-4-503 16,-15-4 251-16,15 6 90 0,-6-10-194 0</inkml:trace>
  <inkml:trace contextRef="#ctx0" brushRef="#br0" timeOffset="53775.21">17757 9900 84 0,'4'-5'1117'0,"1"-3"-200"16,-2 8-190-16,9-13 203 0,-12 13-433 0,0 0-57 16,12 0-161-16,-7 0-80 0,2 2-32 0,3 4-8 15,6 4 12-15,-5 0 8 0,4 7-45 0,-1 1 25 16,8 0-26-16,-5-1-41 0,-2-7-38 0,6 9 8 15,-4-1-12-15,10 6-13 0,-4-9-10 0,-7-1-4 16,1 5 15-16,3 5-25 0,-3-9-28 0,-1-4-33 16,-5 0-121-16,1 2-167 0,-2-3-356 0,4 1-37 0,-11-11-246 15,6 6 1-15,-6-4-230 0,-3-2-234 0</inkml:trace>
  <inkml:trace contextRef="#ctx0" brushRef="#br0" timeOffset="65966.61">19260 9347 203 0,'-24'0'1012'0,"0"2"-475"0,1 2 25 0,5-2-126 15,-5-2 69-15,-4 0 9 0,3 0-166 0,10 0-121 16,6-2 35-16,-14 2-2 0,2-4 20 0,14 4-66 16,-14 0-6-16,8-2-32 0,9 2-4 0,-4-3-54 15,-7 3 110-15,18 0-25 0,-4 0 50 0,-12-8-7 16,8 8-39-16,4 0 29 0,0-2-24 0,0 4-42 0,-3-4-71 15,-9 2-13-15,12 0-22 0,0 0-4 0,-8-3-20 16,-1 3-11-16,-3 0-18 0,-6 0-3 0,16 0-5 16,-22 5-1-16,4-1-2 0,8-2 0 0,-6 3 0 15,4 1 0-15,-1-4 0 0,-7 7 0 0,10-7 0 16,4 0 0-16,-10 1 0 0,12-1 0 0,-3-2 0 16,6 0 0-16,-11 4 0 0,14-4 0 0,-12 2 0 0,12-2 0 15,-3 0 0-15,-12 0 0 0,15 3 0 16,0-3 0-16,0 0 0 0,-9 2 0 0,4 4 0 0,5-6 0 15,-6 7 0-15,2-1 0 0,4-6 0 0,-2 3 0 16,-10 10 0-16,9-2 0 0,3-2 0 0,-3 0 0 16,1 6 0-16,2 2 0 0,0 3 0 0,0-6 0 15,0 10 0-15,0-3 0 0,0 3 0 0,2 3 0 0,-2-12 0 16,3 9 0-16,-3-3 0 0,0 5 0 0,0-7 0 16,3 2 0-16,-3 0 0 0,0 3 0 0,0-8 0 15,0-3 0-15,0 6 0 0,0-12 0 0,0 9 0 16,0-5 0-16,4-9 0 0,-4-2 0 0,0 0 0 15,0 11 0-15,2-9 0 0,-4-2 0 0,2 0 0 16,2 0 0-16,4-9 0 0,0 3 0 0,5-10 0 0,1 5 0 16,9-13 0-16,-3 6 0 0,-1-1 0 15,-8 12 0-15,9-12 0 0,6-2 0 0,-19 13 0 0,10-8 0 16,6 1 0-16,2 2 0 0,4 2 0 0,-10 5 0 16,7 3 0-16,0 1 0 0,8 4 0 0,-17 1 0 15,-6 0 0-15,18 7 0 0,-13 1 0 0,-8-9 0 16,15 13 0-16,-16-6 0 0,-2 0 0 0,9 17 0 15,-15-13 0-15,3 5 0 0,-6 4 0 0,-2 2 0 16,-2-3 0-16,-4 8 0 0,-6-2 0 0,-2-1 0 0,0-2 0 16,-9 2 0-16,2 1 0 0,-1-1 0 0,10-10 0 15,-16 5 0-15,10-3 0 0,0-2 0 0,7-5 0 16,-1 0 0-16,3-5 0 0,10-4 0 0,-7 0 0 16,14-2-1-16,-18 0-36 0,18 0-183 0,-2-10-99 15,-5 1-332-15,14-11-583 0,-5-2 24 0,10 4-1 16,-4 5 336-16,11-9-676 0</inkml:trace>
  <inkml:trace contextRef="#ctx0" brushRef="#br0" timeOffset="66269.8">19534 9683 339 0,'0'-5'2396'0,"2"-8"-1257"0,-4 10-107 0,-4-10-26 15,6 13-297-15,-18-6-458 0,10 4-116 0,-16 4-11 0,9 4-54 16,-15 4 80-16,6 3-3 0,-1 4-14 0,6-4-27 15,-18 18 61-15,10-7-64 0,6 5-24 0,6-5-39 16,1 11-7-16,-6 7-4 0,13-5-27 0,4-11-2 16,3 6-1-16,6 8-10 0,3-17 0 0,6-1-1 15,-3-7-2-15,12-4-14 0,5 2-11 0,0-8 7 0,-6 1 3 16,8-6-29-16,6-2-46 0,-3-2 1 0,-12-3 24 16,14-4-25-16,-4 0 0 0,4-9-3 0,-13 7 64 15,4-9 21-15,-6-2 55 0,4-2 53 0,-13 10-6 16,-2-8 58-16,-5 0 0 0,2-2 27 0,-5 8-80 15,-2-6 1-15,-2 2-22 0,-8-2-38 0,-2 6-25 16,-2-1-14-16,-6 3-55 0,-4-2-88 0,-6 8-192 16,-2-1-179-16,3 4-338 0,-4 1-317 0,3 3-9 0,10 3 339 15,-7 0-1120-15</inkml:trace>
  <inkml:trace contextRef="#ctx0" brushRef="#br0" timeOffset="66633.83">20562 9685 1288 0,'3'-5'976'0,"6"3"-173"0,-9 2-188 16,0 0 171-16,0 0-189 0,-12 5-154 0,3-3-285 0,1 2-76 16,-14 7 29-16,-4 4 26 0,3-2-1 15,8-5 1-15,-9 5 53 0,0 8 8 0,-5 1 19 0,9-4-65 16,-4 1 0-16,0 4-39 0,1 3-66 0,2-2-21 15,4-2-27-15,-1-4-36 0,6 4-136 0,3-9-7 16,1-2-263-16,-1-1-88 0,-3-2-241 0,9-6 94 16,0-4-348-16,-6-1 108 0,6-2-366 0</inkml:trace>
  <inkml:trace contextRef="#ctx0" brushRef="#br0" timeOffset="66802.37">20203 9683 1114 0,'0'0'1442'0,"8"-16"-565"0,-8 16 4 0,0 0-29 0,0 0-404 15,15 9-58-15,-8-5-134 0,1 1 1 0,4 10-31 16,9 5 184-16,-4-4-88 0,3 5-50 0,2 1-63 16,0 2-68-16,5-1-66 0,2 3-56 0,-2-2-19 0,0 0 0 15,5 2 0-15,-3-2 0 0,2-2-16 0,-11-12-64 16,9 9-397-16,-5-6-189 0,-1 0-371 0,-11-8 127 16,-6-1-303-16,17 3-405 0</inkml:trace>
  <inkml:trace contextRef="#ctx0" brushRef="#br0" timeOffset="67256.16">21286 9810 461 0,'12'11'1930'0,"-12"-11"-1083"0,15 2 6 0,-12-2-28 15,-6 0-333-15,10 0-224 0,1 3-131 0,-8-3-60 16,0 0 71-16,0 0 89 0,0 0 31 0,14-8 42 16,-14 8-62-16,12-13 146 0,-5 5-127 0,4-8-63 0,-2 3-103 15,0-9-3-15,-1-2-72 0,7 4-26 16,-6 1 0-16,3-8 0 0,3-1 0 0,0 4 0 0,-7 3 0 15,4-3 0-15,-3-8 0 0,-4 8 0 0,2 8 0 16,-2-5 0-16,-2 5 0 0,4 3 0 0,-4 10 0 16,-3 1 0-16,5-9 0 0,-5 11 0 0,0 0 0 15,0 0 0-15,4 13 0 0,-4-4 0 0,-4 22 0 0,4-15 0 16,0 10 0-16,0 4 0 0,0 10 0 0,0-12 0 16,0 10 0-16,4-5 0 0,-1 2 0 0,-1 2 0 15,1 0 0-15,4-5 0 0,-2 0 0 0,-2-14 0 16,9 12 0-16,-3-10 0 0,-4-9-27 0,2 5-30 15,1 3-253-15,-1-12-154 0,1 9-180 0,-6-13-283 16,5 0 79-16,-2 2-339 0,5-10-200 0,2-1-519 0</inkml:trace>
  <inkml:trace contextRef="#ctx0" brushRef="#br0" timeOffset="67603.23">21985 9659 382 0,'15'-18'3068'0,"-10"5"-1994"0,5 4 45 0,-1 2-190 15,-6-4-442-15,-3 9-169 0,0-9-119 0,-3 0-63 16,-6 0-56-16,9 9-20 0,-15-6-20 0,6 8-8 0,-6 0-13 16,-5 3 0-16,8 2-4 0,-15 11-2 0,13-6-5 15,-8 12 3-15,5 7-8 0,2 0-14 0,3-5-2 16,4 10-3-16,-4 8 15 0,10-9 5 0,-2-10-4 16,4 14 7-16,4-2 13 0,1-7 3 0,4-1-16 15,-1-8-9-15,14 7-4 0,-2-12 0 0,4-1-5 16,-4-6 2-16,6 4-2 0,8-5-3 0,-5-4-10 0,-9-2-4 15,7-2-16-15,2-4-9 0,-5-5 12 0,-9 6 10 16,5-8-4-16,1 0 13 0,2-9 17 0,-14 9 9 16,9-5 6-16,-6-4 30 0,0-6 37 0,-7 8-21 15,-1-2 18-15,-1-5-2 0,-6 1-3 0,-1-7-9 16,-1 2-33-16,-5 5-15 0,-2-9-12 0,-2-2 0 16,5 19 0-16,-5-6 0 0,-4 2 0 0,2 1 0 0,2 5 0 15,8 11 0-15,-6-8 0 0,0 2-19 16,7 9-59-16,-7 2-260 0,0 2-171 0,7-2-203 0,-7 5-48 15,6 1-443-15,-6-1-282 0,3 8-411 0</inkml:trace>
  <inkml:trace contextRef="#ctx0" brushRef="#br0" timeOffset="68271.45">22359 8987 696 0,'0'3'549'0,"4"7"-97"0,-4-12 40 15,-4 4-102-15,-11 6 134 0,3-5-236 0,4-1 11 16,-4-2-90-16,-2 6 53 0,-13-3 19 0,7 1-50 0,5 0-71 15,-3-2 62-15,0 1-33 0,6-1-22 0,0 2-11 16,-5-2-28-16,17 1-17 0,0-3-39 0,0 0-33 16,0 0 11-16,0 0-24 0,0 0-2 0,0 0-2 15,0 0-7-15,0 0 9 0,12-3-9 0,2-3-2 16,4 1-1-16,3-5 4 0,2 7-2 0,4-5 2 0,-13 3-10 16,8-1 4-16,-5 4-7 0,-8-1-5 0,14 3-1 15,-11-5 2-15,-3 2 6 0,3 3 10 0,-12 0 9 16,11-3 25-16,-7 3 10 0,-4 0 17 0,0 0-3 15,-4 0 25-15,-11 6 23 0,-14-1-39 0,6-2-12 16,5 3-24-16,-14-4-19 0,0 0-121 0,8 1-89 16,6-1-56-16,-3-2-320 0,1 4-267 0,10-4-287 0,-10 0 232 15,11-6-48-15,1 3-777 0</inkml:trace>
  <inkml:trace contextRef="#ctx0" brushRef="#br0" timeOffset="70882.46">22937 8564 561 0,'9'-10'920'0,"-6"4"-285"0,6-2 223 15,-9 8-341-15,8-10 52 0,-8 10-147 0,0-3-79 0,9-8-77 16,-9 11 21-16,0 0-56 0,0-2-1 0,0-11-49 15,0 13 176-15,0 0-103 0,-6-6-31 0,3-1-28 16,3 9-48-16,0-2-3 0,0-2-69 0,-3 4-47 16,-9-2-5-16,0 8 16 0,7 0-10 0,-15 11-15 15,1-6-24-15,-1 5-3 0,-7 13-11 0,3-3-17 0,7-5 15 16,-7 11-6-16,7 4 15 0,-10 6 25 0,15-14-9 16,-8 10-1-16,8-3-2 0,-3 2-12 0,6-16 7 15,4 7-3-15,-1-3 2 0,9-3 6 0,0-6-1 16,2 3 0-16,4-5 1 0,3-3-2 0,3-2 6 15,0-9 7-15,14 9 1 0,-8-9 4 0,5 1 0 16,0-3-8-16,-2 0-8 0,3-5-1 0,0-1-14 16,-7 1-2-16,7-6 0 0,-10 4 27 0,4-4 17 0,-6 1 1 15,-3 1 11-15,3-9 3 0,-10 7-1 0,2 1-20 16,-5-11-14-16,-4 8 0 0,-8-6-1 0,8 14-6 16,-20-17 9-16,-4 12 8 0,-1 2 7 0,2 2 0 15,-2 4-12-15,-7 2 2 0,-10 2 5 0,15 7-12 16,2-4 0-16,-2 5-11 0,2 4-66 0,-2 1-196 15,17-4 22-15,-5 8-261 0,2-9-242 0,10-2-150 0,-5 8 130 16,1-3-513-16,6-5 390 0,1 8-292 0</inkml:trace>
  <inkml:trace contextRef="#ctx0" brushRef="#br0" timeOffset="79364.78">13008 5820 350 0,'-15'0'1507'0,"-14"0"-736"16,14 0-86-16,0 6 146 0,-9-4-224 0,0-2-66 0,-2 5-228 16,6-2-135-16,-19 0 140 0,12 0 0 0,-7-1 52 15,10 3-114-15,-11 1 125 0,6-4-111 0,2 1-42 16,5-1-101-16,0 4-16 0,0-6-83 0,10 2-27 16,2-2-1-16,-6 0 0 0,10 3 0 0,-3-3 0 15,9 0 0-15,-5 0 0 0,-7 2 0 0,12-2 0 16,0 0 0-16,-8-2-26 0,-2-1-157 0,13 6-152 0,-3-3-26 15,-5-7-317-15,1 1-551 0,4 6 24 0,0 0 41 16,0 0 331-16,0 0-1225 0</inkml:trace>
  <inkml:trace contextRef="#ctx0" brushRef="#br0" timeOffset="79688.92">13142 6212 146 0,'0'0'1937'0,"0"3"-628"0,0 8-412 0,-2-11 28 15,-6 4-433-15,-2-1 30 0,1-1-138 0,-11 2-27 16,5-4-99-16,-11 2 132 0,6-2-141 0,-4 3-70 15,2-3-104-15,-12 0-20 0,2 2-39 0,2 0-16 16,6 2 0-16,-2 1 0 0,-6-3 0 0,5 4 0 16,6-3 0-16,-2-1 0 0,-1-2 0 0,4 0 0 0,11 0 0 15,-6 0 0-15,6-2 0 0,-6 2 0 0,18 0 0 16,-9-3-6-16,-3-3-115 0,9 6-265 0,0 0-316 16,-3-7 10-16,3-1-441 0,3-6-81 0,6 6 14 15,-6 3-389-15</inkml:trace>
  <inkml:trace contextRef="#ctx0" brushRef="#br0" timeOffset="80166.64">12696 5524 327 0,'0'0'2634'0,"0"0"-1708"15,0 0-223-15,0 0 205 0,0 0-333 0,-3 0-348 16,-9-5-161-16,12 5-30 0,-19 11-7 0,5 2-9 16,-7-2-15-16,1 2 2 0,-4 5 16 0,-2 3 28 0,-4-5 24 15,-2 0 20-15,2 5 19 0,-5 0 17 0,-9 11 65 16,17-16-75-16,-9 8 36 0,2 7-18 0,2-1-16 15,2-4-1-15,6-8-8 0,3 0-29 0,4 1-26 16,14-14-22-16,-12 14 4 0,10-8-9 0,5-6-20 16,0 8-11-16,3-2-1 0,-1-4 0 0,8 6 0 15,-5-4 0-15,7 2 0 0,8 10 0 0,-1-8 0 0,-5-3 0 16,4 1 0-16,11 8 0 0,-5-3 0 0,-1 2 0 16,-5-5 0-16,5 8 0 0,4 3 0 0,-1 0 0 15,-8-8 0-15,6 10 0 0,5 6 0 0,0-2 0 16,-7-12 0-16,3 10 0 0,2-1 0 0,2-1 0 15,-10-7 0-15,10-1 0 0,-6 4 0 0,6 0 0 16,-7-9 0-16,2 0 0 0,-2 0 0 0,2-3 0 16,-12-4 0-16,0 2 0 0,-1-3 0 0,4 0-19 15,-15-2-183-15,0-3-136 0,0 0-269 0,6-3-344 0,4 0-235 16,-20-4 124-16,4-4-263 0,0 3-712 0</inkml:trace>
  <inkml:trace contextRef="#ctx0" brushRef="#br0" timeOffset="82332.86">1661 5053 945 0,'0'0'629'15,"-6"-11"-244"-15,4 1 133 0,-5-1-66 0,4 6-134 0,-2-6-82 16,-4 3-91-16,9 8-40 0,-10-13-30 0,8 10-8 16,-1 1-21-16,0-7-4 0,3 9-27 0,0 0-10 15,-6-7-1-15,3-1 24 0,3 10 16 0,0-4 43 16,0 2-26-16,0 2 38 0,0-2 3 0,0-2 4 16,0 4-36-16,0-2 9 0,0-2-30 0,0 4-12 15,0-2-19-15,0 0 7 0,0 0 8 0,0 0 3 0,0-2 4 16,0 4-6-16,-5 9 22 0,5-9 2 0,0-2 5 15,0 0-31-15,-7 4 8 0,-1-2 2 0,4-2 11 16,-7 0-10-16,11-2 5 0,-18 4 12 0,10 1 22 16,-2-1-18-16,-4 1 14 0,-1 3 2 0,-6 7-19 15,6-8-22-15,-8 5 12 0,2 4-16 0,-2-1-4 16,5-2-9-16,-5 7 7 0,-4-2 0 0,6 0-1 16,4-3-15-16,-7 5 4 0,6 1-5 0,1-3-4 0,12-11-6 15,-7 12-2-15,8-10 0 0,-7 12-1 0,4 1 1 16,7-14 0-16,3 8 0 0,4 1 0 0,1 3-1 15,4-1 1-15,6-4 0 0,-3 3 0 0,5 2-2 16,-5-1 1-16,11 3 0 0,1-4-1 0,-10 3 0 16,1-6 1-16,3 3 0 0,3 3 1 0,5-4 1 15,-14-1 0-15,2 4 0 0,3-3 2 0,-1-4-2 0,-4 0 1 16,-5 4-1-16,2-1-1 0,-5-6-2 0,-2 3-2 16,2 0 0-16,-7 2-2 0,0-4 0 0,-4 19 0 15,1-12 3-15,-5 4 2 0,-4 12 4 0,-2-3 5 16,2-5-1-16,-6 3 7 0,4 7 8 0,-2 0 6 15,-2-2 7-15,6 2 0 0,2 1-3 0,-2-3-2 16,9-5-11-16,-4 9-2 0,7-12-13 0,0 2-7 0,3-2-4 16,1-2 0-16,4 2-2 0,9 4-1 15,2-6 6-15,-8-4 2 0,10 6 2 0,6 2 3 0,2 1 11 16,-5-9 0-16,8 14 16 0,-3-3 19 0,1 3 18 16,-1-3 20-16,-2 5 18 0,0 3 11 0,-3 3 14 15,-10-10-42-15,12 16 36 0,-8-2-22 0,-3-2-8 16,-3-11-19-16,-1 14 63 0,1 8 30 0,0-13-33 0,-6-9-39 15,2 15 10-15,-1 4-3 0,-7-2-48 0,3-6-52 16,-3-11-3-16,-3 12 0 0,3 7 0 0,-4-13 0 16,1-5 0-16,1 2 0 0,-4 1 0 0,6-1 0 15,-4-16 0-15,4 6 0 0,0-6 0 0,0-3 0 16,4-6 0-16,-1 0 0 0,2 2 0 0,-5-11-12 16,0 0-111-16,12 4-230 0,-12-4-27 0,15-4-195 15,-12-2-84-15,3-8-420 0,5-4-123 0,5 3-85 16,-1-9-748-16</inkml:trace>
  <inkml:trace contextRef="#ctx0" brushRef="#br0" timeOffset="84518">2427 4478 452 0,'-8'11'1600'0,"5"-11"-480"0,-1 11-254 0,4-11-21 16,0 0-420-16,-3 0-119 0,6 0-92 0,-6 0-122 15,3 0-60-15,3 0 3 0,-3 0 5 0,0 0 42 16,0 0 25-16,0 0 69 0,-3 0 48 0,6 0 32 16,-3 0-3-16,-3 0 9 0,6 0-27 0,-3 0-40 15,-3 0-55-15,6 0-62 0,-3 0-8 0,0 0-19 0,9-11-25 16,-6 6-18-16,12-16-7 0,-3 3-1 0,2-1 0 15,-2 1 0-15,6-11 0 0,3 1 0 0,-6-1 0 16,-3 11 0-16,2-3 0 0,4-8 0 0,-6 10 0 16,-4 3 0-16,1-2 0 0,0-1 0 0,-3 6-2 15,-4 6 1-15,1-7-1 0,1 14 1 0,-4 0-5 16,0 0 0-16,0-6-7 0,3-1-9 0,-3 7-5 0,0 0-2 16,0 5 9-16,0 3-3 0,5 10 2 0,-2-4 10 15,1 7 13-15,-2 6 2 0,4-3 0 0,-2 4 3 16,-2-10-3-16,1 6 1 0,2 5-4 0,-1-7-5 15,-1-3 2-15,0-1 0 0,-3 6-2 0,2-6-26 16,1-10-39-16,-3 8-154 0,0-3-111 0,0-4-85 16,4 4-46-16,-4-11-380 0,0 3-184 0,3 3-310 15,-3-8 396-15,0 0-389 0</inkml:trace>
  <inkml:trace contextRef="#ctx0" brushRef="#br0" timeOffset="84833.16">3114 4880 730 0,'12'11'536'15,"-12"-11"-71"-15,14 6 85 0,-11-3 26 0,-3-3-80 16,0 0-164-16,-5 10 126 0,5-7 26 0,-15 5 73 15,8-3-123-15,-7 3-106 0,2-5 111 0,-18 8-15 0,-2-7 32 16,12 5-216-16,-16-7 42 0,1 5-66 0,-13 2-79 16,2-1-90-16,-1 2-43 0,2 7-4 0,-2-7 0 15,6 0 0-15,-6 1 0 0,8-3 0 0,5 3 0 16,7-6 0-16,-12 6 0 0,10-4 0 0,8 1 0 16,15-3 0-16,-11 1-6 0,10-4-203 0,-4-2-149 15,7 3-179-15,4-3-43 0,0 0-473 0,0-3-160 0,4-10-247 16,2 8-127-16</inkml:trace>
  <inkml:trace contextRef="#ctx0" brushRef="#br0" timeOffset="86502.7">2445 5800 283 0,'0'-4'1345'0,"12"8"-741"16,-12-4-130-16,0 0 158 0,0 0-141 0,0 0 4 16,15-9-216-16,-12 9-108 0,-1-5 34 0,10-5 1 15,-4-7 5-15,-4 12-65 0,4-6 25 0,-1-7 2 0,1-1 19 16,-1 6-30-16,5-10 94 0,-2 1-35 0,0-2 10 16,-5 6-68-16,-1-12 79 0,1 2-26 0,-2 4-51 15,-6 6-53-15,3-4-1 0,-5-7-18 0,5 0-33 16,-7 10-24-16,2-5-8 0,-7-2-16 0,3-1-7 15,1 12-5-15,-2-1 0 0,2 8 0 0,-4-5 0 16,-2-3 0-16,10 14 0 0,-4-7 0 0,-7 4 0 16,15 5 0-16,-9-2 0 0,3-2 0 0,0 10 0 15,-2-3 0-15,1 8 0 0,2-7 0 0,-2 16 0 0,-1 6 0 16,5-13 0-16,-1 11 0 0,2 3 0 0,4 6 0 16,-2-9 0-16,4 5 0 0,2 6 0 0,-1 0 0 15,2-7 0-15,5 7 0 0,0-6 0 0,-4 5 0 16,1 9 0-16,3-19 0 0,-4 12 0 0,1-1 0 15,3 4 0-15,0 1 0 0,-1-3 0 0,4 3 0 0,-3-1 0 16,-3-4 0-16,8 9 0 0,-7-9-4 0,2 2-2 16,-4-13 1-16,6 14-5 0,1-14 2 0,-3-4-2 15,-3-1 0-15,3-1-1 0,-1-7-11 0,-2 0 9 16,9 0 7-16,-4-4-5 0,-4-5 6 0,10-2-1 16,-11 0 8-16,3-2 4 0,5-5-4 0,-5-2-5 15,-2 3-2-15,4-9 0 0,6-3-3 0,-8-2-2 0,0 7-10 16,-9 0 2-16,6-5-7 0,-6-1-15 0,-3 6 3 15,3 3 8-15,-9-12-10 0,6 7-1 0,-14-4 14 16,2 5 10-16,5 10 1 0,-20-16-12 0,2 7 1 16,10 6 23-16,-6-1 4 0,1 3 3 0,-7-4 11 15,15 7 5-15,-5 0 20 0,8 2 36 0,-11 0-4 16,4 0 13-16,16 2-39 0,-11-2 9 0,2 0-3 16,9 0-9-16,0 0-43 0,0 0 0 0,5-16 0 0,7 6 0 15,3-6 0-15,3-3 0 0,-3 1 0 0,8-1 0 16,-5 3 0-16,5 0 0 0,-6-3-41 0,2 4-87 15,-2 7-85-15,7-5-413 0,-9 0-120 0,-7 5-340 16,1-3 176-16,1 4-264 0,10-7-944 0</inkml:trace>
  <inkml:trace contextRef="#ctx0" brushRef="#br0" timeOffset="88863.41">3294 5897 281 0,'2'-11'497'15,"-2"6"-217"-15,0 8 155 0,0-6 192 0,0 6-119 16,0-3-24-16,10-5-151 0,-8-1 99 0,-2 6-32 16,0 0-40-16,0 0-30 0,6-16-36 0,-6 16-61 15,0 0-22-15,0-11-67 0,2 9 67 0,-2 2 110 0,0-2-38 16,0-9-50-16,0 11 84 0,0 0-33 0,0 0-28 16,0-5-54-16,0-3-68 0,0 8-54 0,0 0-59 15,0 0-21-15,0 0 0 0,-8 0 0 0,2 0 0 16,0 0 0-16,-6 2 0 0,7 4 0 0,-4-4 0 15,-6 6 0-15,10-2 0 0,-5-4 0 0,-4 11 0 16,8-2 0-16,0 0 0 0,-2 4 0 0,-2-1 0 16,5-4 0-16,-4 4 0 0,6-7 0 0,-4 10 0 0,5 3 0 15,-1-14 0-15,3 10 0 0,0 2 0 0,0-8 0 16,5 10 0-16,2-11 0 0,-4-3 0 0,6 5 0 16,-4-6 0-16,5 0 0 0,4 1-1 0,4-6-4 15,-10 2-16-15,10-4 4 0,2 2-6 0,2-6-1 16,-2 3-1-16,-3 1 5 0,-10-1 2 0,15 1 17 15,-12-2-1-15,2 2-3 0,2 2-14 0,-14 0 3 0,0-2 5 16,0 2-2-16,0 2-10 0,0-2-7 0,10 11 25 16,-10-9 6-16,0-2 3 0,-7 9-2 0,-1 1 6 15,4-5 3-15,-7 6 3 0,5-6-10 0,-14 14-4 16,5-8 0-16,0-4-1 0,-3 9 6 0,3-6-2 16,0-1-1-16,10-7 0 0,-19 14 1 0,15-8 1 15,-6 5-7-15,7-8-2 0,1 1-16 0,-3 1-19 0,10-7-42 16,0 0-45-16,-4 4-98 0,-7 1-132 0,11-5-228 15,0-13-14-15,0-1-429 0,3-14-364 0,5 4 389 16,-4 2 14-16</inkml:trace>
  <inkml:trace contextRef="#ctx0" brushRef="#br0" timeOffset="89440.84">3688 4450 425 0,'8'-5'663'0,"-1"5"-261"15,-7 0-70-15,0 0 116 0,0 0 13 0,12 2-97 16,-12-4-77-16,0 2-88 0,3 2 56 0,6 5-22 16,-9-7-3-16,0 0-137 0,0 0 1 0,0 0-32 15,0 0-17-15,0 0-22 0,0 0-3 0,0 0 2 0,0 0 6 16,0 0 0-16,0 0 18 0,0 0 21 0,-12 6 3 15,8-3-9-15,1-3 40 0,-9 8 31 0,-5 3 14 16,12-6-36-16,-22 10 20 0,10-6-14 0,-2 4-18 16,-1-6-33-16,3-1-32 0,7-6-10 0,-10 5-12 15,2 1-16-15,12-4-3 0,-11 3-10 0,2 1 2 16,15-6-5-16,-6 3-5 0,-2 1-50 0,8-4-86 16,0 0-276-16,0 0 26 0,0 0-345 0,-15-4-101 0,15 4 16 15,3-9-455-15</inkml:trace>
  <inkml:trace contextRef="#ctx0" brushRef="#br0" timeOffset="89662.25">3886 4738 272 0,'5'10'1176'15,"-5"-10"-714"-15,0 3 391 0,0 10-114 0,0-13-103 16,-2 0-84-16,-4 11-190 0,2-11 154 0,-13 8-82 15,12-3 19-15,-2-1-154 0,-5 0 116 0,1 5-55 16,-1-7-96-16,-5 5-108 0,5-3-19 0,-9 3-71 16,-6 2-41-16,16-9-49 0,-1 2-117 0,-3 0-158 15,-3 1-336-15,18-3 49 0,-11-3-431 0,7 3-167 0,4 0 18 16,0 0 376-16,-8-10-1109 0</inkml:trace>
  <inkml:trace contextRef="#ctx0" brushRef="#br0" timeOffset="97983">4725 4730 262 0,'0'0'285'0,"0"0"-69"0,0 0 157 0,0 0-80 16,-8 0-33-16,1-2-90 0,7 2 3 0,0 0-87 16,-12-11-42-16,10 11-18 0,-1-6-17 0,-6-3-1 15,1-2-2-15,1 2-4 0,4 5-3 0,-2-7-2 16,1 11-16-16,-1-9-19 0,-1 5-17 0,6 4-70 0,-14-9-168 15,14 9-15-15,-10-7 66 0,8 7-68 0,2 0-195 16</inkml:trace>
  <inkml:trace contextRef="#ctx0" brushRef="#br0" timeOffset="99711.38">4269 4537 59 0,'0'0'1040'0,"0"0"-256"16,0 0-133-16,0 0 43 0,0 0-222 0,0 0-6 15,0 0-14-15,0 0-230 0,0 0-95 0,0 0-3 0,0 0-54 16,12 0-36-16,-10 0-23 0,-2 0-3 0,-2 0-6 16,4 0 12-16,-2 0 3 0,0 0 11 0,0 0 28 15,0 0 6-15,0 0-9 0,0 0 21 0,15-2-8 16,-15-2 10-16,0 4-32 0,17 0 4 0,-17 0-15 16,0-2-9-16,15-3-3 0,-8 5 2 0,5-13-5 15,-7 10-2-15,10-7-1 0,-6 4-1 0,-1-4 11 0,4-1-4 16,0 0-3-16,-7 9-6 0,7-15 0 0,0 10-1 15,6-15-5-15,-6 15-4 0,0-10 4 0,0-3-2 16,0 7 2-16,-4-4 0 0,1-1 1 0,-6 5-1 16,0 2-2-16,3 0-4 0,-6-7 1 0,3 5 1 15,-3 5 1-15,-3-6-1 0,3 10 0 0,-6-10 0 16,-2 4 1-16,8 10-3 0,-7-5-1 0,2-4 0 0,2 7 1 16,-6-6-1-16,9 8 3 0,-3-3 3 15,-9-2 0-15,12 5 0 0,0 0-3 0,-3-6 0 0,-6 2-1 16,12 4-6-16,-3 0 0 0,0 0-3 0,0 0 0 15,0 0 2-15,0 0 2 0,-3 0-1 0,6 0 0 16,-3 0-1-16,-3 0 1 0,6 0-1 0,1 4 1 16,-2 5 0-16,-2-9-1 0,0 0 4 0,8 7 2 15,-1-1 0-15,-2 5 0 0,2-6 1 0,-4 5 0 16,9 4 0-16,-7 1-2 0,-2-9 1 0,3 10 0 0,-3-5-1 16,0 2 1-16,3 10 1 0,-3-13-1 0,2 10 2 15,2-5 0-15,-7-6 0 0,11 19 1 0,-7-20-3 16,1 11-1-16,0-8 0 0,-1-2-2 0,4 19-1 15,-1-21 1-15,-4 9 2 0,-1-8-2 0,5 5 3 16,-4 3-4-16,-3-3-2 0,2-2 3 0,1 2-1 16,-3-7-1-16,3 7 1 0,1-6 2 0,-4 4 2 0,5 0 2 15,-5-11 0-15,3 7-2 0,-1-1-2 0,8 5-5 16,-8-9 2-16,-2 1 1 0,10 8-1 16,-13-11-2-16,8 4-13 0,1 5-17 0,-9-9-76 0,6 0-139 15,-3 0-189-15,0 0 13 0,0 0-329 0,-8 2-202 16,1 1 133-16,4-3-133 0,-5-5-126 0</inkml:trace>
  <inkml:trace contextRef="#ctx0" brushRef="#br0" timeOffset="102547.8">5171 4351 164 0,'5'-13'696'16,"-2"3"-363"-16,1 0 147 0,-4-1-119 0,0-5 90 15,0 8-101-15,0-8-44 0,0 5-77 0,-4-2 145 0,1 0-82 16,-2 2-57-16,5 6-64 0,-12-5 13 0,2-1 13 16,5 6-51-16,-7 3-45 0,7-2-12 0,-8 4-47 15,-1 0-23-15,2 6-17 0,0-4-1 0,-12 9 0 16,13-4 1-16,-10 13 2 0,9-10 0 0,-3 6 1 16,0 0 0-16,1 3-3 0,8-4-3 0,-8 12-5 15,2-3-1-15,2 0-2 0,5-6 2 0,-2 8-2 0,2 11 2 16,0-8 3-16,1-7 1 0,4 2-3 15,0 2 3-15,0 1 0 0,4-3 0 0,1-4 0 0,0-1 3 16,5-1-1-16,-1-2 1 0,6 3-2 0,-10-14-1 16,16 8 1-16,-3-7 0 0,4-1 3 0,2-5 4 15,-2-3-1-15,7-3 2 0,-9-1 5 0,12-1 0 16,4-8 0-16,-6 3-10 0,-9 0 3 0,4-6 4 0,2-2 0 16,6-5 1-16,-18 10 5 0,5-5 12 15,1-6 10-15,-6 6 30 0,-4 3 7 0,1-9 29 0,-6 3-9 16,-6 5 0-16,3 3-24 0,-6-2 19 0,-3-8-17 15,-2 9-35-15,-4 8-15 0,-3-8 0 0,-6 7-10 16,-11-3-14-16,8 7-5 0,4 1-2 0,-4 3-8 16,-3 2-3-16,-5 0-9 0,15 0 14 0,7 0-5 15,-14 2-18-15,14-2-76 0,-3 3-48 0,-8 1-383 16,21-4-88-16,-15 6-176 0,13-6 158 0,-4 3-199 0,-6-1-462 16</inkml:trace>
  <inkml:trace contextRef="#ctx0" brushRef="#br0" timeOffset="102860.96">5539 3674 100 0,'0'0'1329'0,"0"0"-391"0,0 0-272 15,-7-10 14-15,4 5-163 0,-9 5-295 0,2 2-114 16,0-2-34-16,-7 9-1 0,2-5-16 0,-21 7 82 16,12 0 10-16,-1 0 18 0,1-2-37 0,-3 5 39 15,-2-1-11-15,-3 4-5 0,17-13-100 0,-6 10-17 0,13-10-26 16,-13 10-14-16,11-8-24 0,0-2-109 0,0 5-217 15,10-7-215-15,0-2-18 0,-12 0-290 0,10 0 4 16,7-13-1192-16</inkml:trace>
  <inkml:trace contextRef="#ctx0" brushRef="#br0" timeOffset="103509.23">5668 3516 730 0,'0'0'981'0,"0"0"-313"0,-3-2 6 15,-3-9 167-15,6 11-444 0,0 0-38 16,0 0-190-16,-3-11-49 0,3 9-28 0,0 2 64 0,0 0-65 16,0-3-40-16,3-8-12 0,-3 11-13 0,0-3 3 15,14-7-18-15,-7-3-13 0,-4 13-1 0,9-11-3 16,-3 3 1-16,-4 1 5 0,10-4 1 0,0 2 4 15,9 2 2-15,-16 4 1 0,13 0-3 0,-6 1 0 0,9-3-2 16,-9 1-2-16,-5 2 0 0,2 2 0 0,-5 0 0 16,4 2 1-16,-11-2-1 0,12 14 1 0,-6-6-1 15,-3 0 2-15,-3 2-1 0,3-2 0 0,-3 8 1 16,-8 6 3-16,-2-4-1 0,4-5-2 0,-5 6-2 16,-4-1 3-16,3 1 0 0,-2-3-1 0,4-3-1 15,5-2 0-15,-4 0-1 0,-4-4-3 0,11 1-5 16,-8-1-3-16,10-7 1 0,-2 4 3 0,-4 6-2 0,6-10 1 15,0 0 7-15,0 0 6 0,8 8 3 0,-1-3-1 16,5-5 2-16,-4 0-3 0,2 3 4 0,10-3-2 16,-2 0-6-16,-7 3-3 0,8-3 0 0,-5 0-2 15,6 5 1-15,-2-3-1 0,-9 2 0 0,0-2 1 16,11 5 0-16,-10 2-1 0,-2-1 0 0,4-1-2 16,-3 4 4-16,-4-3-2 0,2 10 2 0,-7 2 1 15,0-7 3-15,0 10 1 0,-4-17-1 0,1 15-1 0,-5-5 0 16,4-3-1-16,-10 0-1 0,8 0 0 0,-14 5 4 15,4 2 1-15,6-5 1 0,-2 1-3 0,2-3-8 16,2-2-77-16,-4 7-165 0,10-12-114 0,-8 7-303 16,8-13-161-16,-10 7 1 0,12-3-104 0</inkml:trace>
  <inkml:trace contextRef="#ctx0" brushRef="#br0" timeOffset="106097.31">6838 3844 56 0,'0'0'975'0,"0"0"-420"16,9-8-16-16,-6 5-43 0,-3 3 118 0,0 0-204 16,0-3-89-16,0-7-60 0,0 10-88 0,-3-3 71 15,-6-4-45-15,9 3-75 0,0 4-49 0,-15-7-18 16,15 7-27-16,-2 0-17 0,-10 0-5 0,12 0 14 16,-15 3-1-16,6-1 0 0,1 6-3 0,-4 0 10 15,2-2-4-15,-7 14-9 0,8-9-10 0,-3 2 4 16,4 3 3-16,-4-6-6 0,2 6-2 0,8-8-10 0,-4 8-3 15,-3 1-1-15,6-15-2 0,1 11 0 0,2-2 7 16,0-6 5-16,0 6 13 0,0-11 0 0,14 13 2 16,-3-8-2-16,-2 1-5 0,13-4-3 0,-2 1-7 15,6-1-6-15,-2 2 1 0,-9-4 2 0,5 0-3 16,1 2 0-16,9 0-1 0,-20-2 5 0,12 3 2 16,-8-1 0-16,-2 2 0 0,0-2 1 0,-1 3 0 0,1 1-298 15,-3-4-484-15,1 6 196 0,-8-2-718 0,6 4-1010 16,-1 0 2315-16,-7-2 0 0,3 6 0 0,-1-1 0 15,-2-5 0-15,0 13 0 0,-2-15 0 0,-1 14 0 16,-6-1 0-16,3-8 0 0,-3 5 39 0,0 2 127 16,1-8-54-16,-4 6-11 0,2-8-18 0,2 1 3 15,-6 0-15-15,4-3-4 0,5-1-16 0,-7 1 12 0,9-3-9 16,-6-1-6-16,4 3-15 0,-7-5-2 0,2 3-33 16,2-3-37-16,-4 0-50 0,-2 0-102 0,-1 0 34 15,-6-6-266-15,13 4 319 0,-11-3 104 0,7-6 0 16,4 5 0-16,-9-7 0 0,10 8 0 0,-8-5 0 15,6-1 0-15,6 8 0 0</inkml:trace>
  <inkml:trace contextRef="#ctx0" brushRef="#br0" timeOffset="107424.76">6989 4153 208 0,'0'-2'380'0,"0"4"-73"0,0-2-63 0,-10 0 83 15,4-2-22-15,6 4 25 0,0-2-179 0,0-2 32 0,0 4-8 16,0-2 1-16,-11-2 52 0,7 2-41 0,4 0 35 15,0 0-42-15,0 0-29 0,0 0-44 0,0 0 32 16,0 0-8-16,0 0-54 0,0 0-34 0,0 0 6 16,0 0-21-16,0 0-16 0,0 0-11 0,0 0 5 15,0 0 0-15,0 0-1 0,0 0 2 0,0 0 28 16,0 0 3-16,0 0 11 0,0 0-13 0,0 0 18 0,0 0 0 16,0 0 6-16,0 0-25 0,0 0-12 0,0 0-5 15,0 0-6-15,0 0-12 0,0 0-2 0,0 0-5 16,0 0-4-16,0 0-1 0,0 0 2 0,0 0-3 15,0 0 9-15,0 0 6 0,0 0 1 0,4 11 3 16,-1-7 7-16,2 7 34 0,-2-2 43 0,-3-2-1 16,6 4 3-16,-3 2 7 0,0-8-17 0,1 11 75 0,-2-5-39 15,1-6-25-15,2 8 0 0,-5-4-25 0,7-2 14 16,-7 12 5-16,3-9-52 0,-1-4-17 0,-2-4 8 16,3 11 1-16,-3-13 8 0,4 9-2 0,-4-7 12 15,0-2-5-15,0 0 3 0,0 0 3 0,3 7 23 16,-3-1 13-16,0-6-6 0,0 0-12 0,0 0 20 15,0 0 7-15,0 0 34 0,-7 11-54 0,4-9 25 0,-2-2-4 16,-4 3 4-16,3-1-25 0,-8 7-22 0,-1-1-26 16,6-3-2-16,-6 8-10 0,0-2-13 0,10-4-7 15,-7 4 0-15,-7-3 3 0,17-5 1 0,-10 10-4 16,-6-5 2-16,13-3 4 0,-14 3-2 0,11 0 0 16,-4-2-7-16,-2-2-35 0,4-1 28 0,2 0 18 15,-4 0 13-15,12-3 3 0,-14 2 0 0,11-2 1 0,-6 5 26 16,-1-1-21-16,10-4-22 0,-5 4-12 0,0 1 1 15,5-5-1-15,0 0 9 0,0 0-3 0,0 0-10 16,0 0-22-16,0 0-15 0,0 0 12 0,0 0-18 16,0 0-20-16,0 0-51 0,0 0-23 0,0 0-109 15,0 0-150-15,0-5-222 0,-4-5 55 0,4 2-370 16,0-2-250-16,0-14 321 0,0 8-199 0</inkml:trace>
  <inkml:trace contextRef="#ctx0" brushRef="#br0" timeOffset="110175.41">2684 7489 1103 0,'0'4'1747'0,"0"3"-976"0,3-5 124 15,-6-4-151-15,6 4-339 0,-3-2-200 0,-3-2-23 0,6 4-107 16,-3-2-30-16,0 0-17 0,-3-2 12 0,6 4 23 16,-6-4 32-16,6 4 21 0,-3-2-21 15,0 0 28-15,0 0 26 0,0-7-36 0,2-1-44 16,-2 8-23-16,6-18-29 0,0-1-13 0,4 3 1 0,-5 0-2 15,4-5 1-15,6-6 11 0,-4 9-15 0,1-8 7 16,0 0 8-16,2-4-17 0,1-2 5 0,-3 4 6 16,0-5-23-16,3 4 10 0,-6 8-3 0,6-13-15 15,-5 10 18-15,-3 3-16 0,-2 7 2 0,2 4 9 16,-4-4-3-16,-1 1 2 0,-2 13 12 0,3-7 12 0,-3-4 17 16,0 11-4-16,0 0-4 0,0 0-17 0,-3-5 3 15,-2-1-20-15,5 6-10 0,0 0 6 0,0 0-6 16,0 0 0-16,0 11 14 0,3-2 0 0,-1 6-4 15,-2-4 2-15,3 20-3 0,0-13 5 0,1 10-5 0,-2-2 5 16,1 5 6-16,0-7-2 0,3 5-5 16,-3 0-6-16,0-5-18 0,6 2-74 0,-4 1-52 0,2-3-72 15,1-3-73-15,-1-3-91 0,-5-4-52 0,4 1-281 16,0 2-327-16,-6-10 191 0,6 4 263 0,0-3-678 16</inkml:trace>
  <inkml:trace contextRef="#ctx0" brushRef="#br0" timeOffset="110439.7">3391 7646 955 0,'3'3'737'0,"-3"10"-265"0,0-13 375 0,-3 16-156 16,-6-12-161-16,3 5-208 0,-12 2-118 0,-2-1 116 15,-12 11-111-15,-2-4 43 0,12-4-59 0,-14 7 65 16,-11 7 79-16,-6 3 10 0,14-12-102 0,-13 8 66 16,-8-2-44-16,-14 7 11 0,28-12-157 0,-10 5-1 15,2-6-31-15,1 0-30 0,18-7-35 0,-1 2-33 16,7-2-19-16,12-8-54 0,11 0-71 0,-8 0-277 0,14-1-181 16,0-2-262-16,0-2-241 0,0-9 228 0,10-5-246 15,12-8-1242-15</inkml:trace>
  <inkml:trace contextRef="#ctx0" brushRef="#br0" timeOffset="111157.78">3164 8538 1808 0,'0'13'782'0,"0"-13"-99"15,0 10-6-15,0-7-205 0,0-3-349 0,0 0-64 16,-4 14-45-16,4-14-13 0,0 0 1 0,0 0 0 16,4 13 10-16,-4-11 18 0,0-2-11 0,0 0 29 15,0 0 22-15,11-11 29 0,-7 9-23 0,11-11 56 16,-1-6-18-16,-2 3 3 0,-4 0-44 0,7-2 16 0,-3-6-13 15,0 0 52-15,-7-2-10 0,-1 7-28 16,-1-4 41-16,0-5 35 0,-3 6 42 0,-3-2-63 0,3 0 1 16,-3 0-22-16,-3-3-6 0,0 14-41 0,-3-13-1 15,4 12-39-15,-5 4-4 0,5-1-13 0,-10-2 1 16,9 8-15-16,-6-6-12 0,-3 9 7 0,10-1-1 16,-5 3-1-16,8 0-26 0,-16 3 13 0,12 1 10 0,-2 5 4 15,-2 6-8-15,8-6-2 0,-8 17-17 0,5 5 37 16,2 2-9-16,3 0-18 0,0-6-2 0,0 8-6 15,3 15 8-15,0-10 13 0,-1-9-12 0,2 17-3 16,-1-6 19-16,2 17 28 0,-2-25-8 0,4 13 6 16,-5 1-2-16,4-8-14 0,-2-8-26 0,4 13-10 15,-2-1-4-15,2-9 18 0,-1-11 2 0,-4 2-28 0,6-2 8 16,-1-2 56-16,-5-15-8 0,3 9-7 0,-3-8-16 16,0-6 17-16,3 9 38 0,-3-8-21 0,-3-3-15 15,0 0-14-15,0 0 3 0,0-3 0 16,12-8-22-16,-9 1 5 0,-1 0-6 0,8-9 6 0,2-3 8 15,-4-4-4-15,4-3-22 0,-3 11 15 0,-4-6-26 16,5 2-22-16,-2 4-16 0,-2-1-9 0,-6 12-22 16,3-12 4-16,-3 6-10 0,3 10 31 0,-6 1-13 0,0-9-17 15,-3 11 6-15,-6-2 20 0,1 4 31 16,-13 6-6-16,-3 3 21 0,3 2 36 0,4-3 15 0,-4 1 72 16,-2 2 53-16,3-2 44 0,8-3 11 0,1-1 70 15,-1 2-12-15,11-7 3 0,1-2-86 0,-9 9 17 16,12-9-7-16,0 0-74 0,0 0-40 0,12-4-11 15,-5-1-19-15,22-16-6 0,-17 11-12 0,11-7-7 16,4-1-6-16,2-3-24 0,-5 5-27 0,8-10-83 0,-3 8-90 16,-5-2-138-16,0 0-163 0,-6 3 9 0,-1-1-478 15,0-1-200-15,-10 12 199 0,1-4 239 16,-1 0-1095-16</inkml:trace>
  <inkml:trace contextRef="#ctx0" brushRef="#br0" timeOffset="112260.83">3756 8720 114 0,'0'8'2227'0,"3"-2"-1453"0,-3-6-193 0,0 2 185 0,0 3-227 15,0 6-368-15,0-5-116 0,3 1-45 0,-3 4-12 16,0-7 2-16,9 10-4 0,-6-4-2 0,2 7 4 16,5 1 4-16,-1-2 1 0,-1-1 1 0,4 5-1 15,-3 4 2-15,-1-4-1 0,-1-3-3 0,1 3-2 16,-1 4-3-16,1 3-1 0,-2-8 5 0,-3-1 1 15,0 0-2-15,3 1 1 0,-6-12 4 0,3 12 5 0,-3-16-1 16,5 8-5-16,-5-9-1 0,0-2 1 0,0 0 12 16,0 0 65-16,0 0 25 0,0 0-16 0,0 0 33 15,0-2 5-15,-5-9 31 0,-2-2-82 0,5 4-18 16,-13-17-37-16,6 5-16 0,3 0-4 0,-3-3-6 16,-2 0 1-16,2 3 0 0,4 2-1 0,-2 1-1 15,-5-8 1-15,4 2-4 0,1 2 0 0,-1-7-8 16,2 5 2-16,0-2 9 0,3 2 2 0,-3 4 3 15,6-2 2-15,0 14 9 0,0-13 1 0,2 10-4 0,2 1-9 16,-1-4-2-16,-3 14 0 0,6-7 0 0,0 1-9 16,-6 6-4-16,0 0-5 0,6-5-2 0,-1 3-18 15,-5 4-10-15,0-2-17 0,0-2 16 0,0 4-9 16,-3-4 13-16,6 2 10 0,1 0 20 0,8 0 4 0,-12 0 11 16,0 2 5-16,0-2 1 0,0-2-3 0,0 4 5 15,0-4-7-15,0 2-3 0,0 0 2 0,0 2 1 16,0-4 2-16,0 4 1 0,0-2-1 0,0-2 4 15,0 2 0-15,0 2-1 0,0-2-5 0,0-2-7 16,0 4 6-16,0-4 1 0,0 2 0 0,0 0-2 16,0 0-2-16,0 0 11 0,0 0-3 0,0 2-6 15,0-4 1-15,0 4 1 0,0-2 5 0,0-2 5 16,0 2 0-16,0 2 1 0,0-4-4 0,0 4-3 0,0-2 0 16,0-2-3-16,0 2 0 0,0 0-4 15,0 2 1-15,0-4 6 0,0 4 2 0,0-2-2 16,0-2-2-16,0 2-3 0,0 0 1 0,0 0 3 0,0 0 0 15,0 2-3-15,0-4 1 0,0 4 3 0,0-2 3 16,0-2-5-16,0 2-5 0,0 0 1 0,0 2-2 16,0-2 1-16,0 0-3 0,0 0 3 0,0-2 2 15,0 2 4-15,0 2-2 0,0-4 5 0,0 2 0 0,0 2 4 16,0-4-2-16,0 2-2 0,0 2 1 0,0-4 4 16,0 2-4-16,0 2-6 0,0-2-2 0,8-2 3 15,-1 2 6-15,-7 0-2 0,0 0-3 0,10-6 4 16,-6 6 5-16,-4 0 4 0,15-5-3 0,-12 5-2 15,5-8 0-15,-4 8 0 0,-4-3-5 0,12-1 2 16,-10 0-3-16,13 2-3 0,-7-3 2 0,-4 1-3 0,13 10-2 16,-5-6 0-16,-6 3 0 0,3-1 1 15,-6 2 0-15,9 5-1 0,-10-5 2 0,4 3 0 0,3 4 0 16,-4 2-1-16,-1-2-8 0,-4 0 0 0,0 11-6 16,0-11 6-16,-4 11 8 0,2-9 2 0,-4 9 6 15,-8-4 17-15,2-3 4 0,2-4-1 0,-2 2 15 16,-2 0-1-16,-9 1 14 0,14-12-9 0,-9 6-13 0,6-5 5 15,-5 3-9-15,-4-6-31 0,13-4-74 0,-11 2-156 16,2-9-232-16,8 6-232 0,-5-16 51 0,2-3-227 16,0-5-247-16</inkml:trace>
  <inkml:trace contextRef="#ctx0" brushRef="#br0" timeOffset="113169.4">4230 7183 20 0,'3'0'376'16,"-3"0"-51"-16,-3 0 63 0,3 0-48 0,3 0 281 16,-6 0-110-16,6 0 0 0,-3 0-169 0,0 0 102 15,-3 0-57-15,6 0-2 0,-11-6-174 0,1 1 52 16,-8 10-67-16,1 4-48 0,-4-5-62 0,-8 10 65 15,6-4-19-15,-4 1-23 0,0 0-28 0,6-4-35 0,1 6-2 16,-10 1-3-16,10-4-27 0,10-4-23 0,-10 2-32 16,8-2-8-16,-2-2-43 0,11-1-4 0,-9 5-99 15,9-5-127-15,0-6-167 0,0 3 33 0,0 3-474 16,0-6 107-16,0 6 43 0,0-3 247 0,5-8-342 16</inkml:trace>
  <inkml:trace contextRef="#ctx0" brushRef="#br0" timeOffset="113379.84">4307 7376 204 0,'0'0'1022'0,"0"14"-502"0,0-12-102 0,0 3 207 16,0 3-22-16,-9-3-68 0,4 3-201 0,-7-3-128 15,5 1 61-15,-5-1-37 0,-5 6-54 0,9-9-72 0,-7 9-17 16,0-3-20-16,3-5-23 0,-2 8-37 0,-1-7-42 15,6-1-136-15,-3 5-210 0,6-8-109 0,-6-2-305 16,-5-7-15-16,5 1 13 0,3 1-801 0</inkml:trace>
  <inkml:trace contextRef="#ctx0" brushRef="#br0" timeOffset="123854.94">4925 7175 526 0,'0'-3'917'0,"0"6"-264"0,0-3-114 16,0 0 204-16,0 0 3 0,0 0-143 0,0 0-276 15,0-3 12-15,0 6-38 0,0-3-46 0,0 0-72 16,0 0 78-16,0 0-99 0,-3 0-10 0,-2 8-48 16,2-5 18-16,3-3 2 0,0 0-36 0,0 0-15 0,0 0 14 15,0 0-29-15,0 0-13 0,0 0-20 0,0 0 15 16,0 0-3-16,0 0-9 0,0 0 11 0,0 0 0 16,0 0 18-16,0 0 0 0,0 0-3 0,0 0-13 15,0 0 23-15,0 0-20 0,0 0-10 0,0 0-15 16,3-11-6-16,0 2-8 0,9-13-6 0,-4 8-3 15,1-5-3-15,0 4-1 0,3-9-3 0,-4 8 1 0,4-6-4 16,0 7 1-16,0-3 3 0,-4 7 3 0,4-11-4 16,-5 14-3-16,8-15 3 0,-13 4 9 0,4 6 0 15,0 0-10-15,-3-11-1 0,0 16 2 0,-3-13 11 16,2 3-6-16,-2 9-3 0,0-6 3 0,0 4 7 16,0 3 1-16,0-2 0 0,-2 2-5 0,2 8 1 15,2 0-1-15,-2 0-1 0,0 0-1 0,0 0 4 0,0 0-1 16,-2 0 8-16,4 0 6 0,-2 0-4 15,-2 0 3-15,4 0 0 0,5 4-8 0,-2 5-13 0,2 4-1 16,-2-2-4-16,1-4-2 0,13 23-15 0,-11-17 13 16,1 5 7-16,-4-9 4 0,17 17-2 0,-17-15 3 15,10 7-2-15,-9-7 11 0,5 2 1 0,-2 5-5 16,3 6-2-16,-9-16 2 0,9 10-3 0,-9-12 0 16,3 12-8-16,0-2-18 0,-4-8-20 0,1 3-43 15,1-4-127-15,-4 2-70 0,3 4-190 0,-3-5 91 0,2-5-353 16,-2-3-144-16,0 10-70 0,3-5 55 0,-3-5 275 15,0-2-1044-15</inkml:trace>
  <inkml:trace contextRef="#ctx0" brushRef="#br0" timeOffset="124086.32">5512 6974 276 0,'12'-3'1186'0,"-12"3"-558"0,0 0 62 0,0 0 28 15,0 0-131-15,0 0-158 0,0 0-116 0,0 0-155 16,0 0 31-16,0 0-75 0,0 0-51 0,0 0-30 16,0 0 10-16,0 0 10 0,0 3 44 0,8 7-37 15,-4 1 27-15,-4 0 3 0,0 13-1 0,3-4-17 0,-3 2-15 16,0-3-25-16,2-1-9 0,-2 6-6 0,3-4-8 16,0 7-4-16,1-8-10 0,-4-1-17 0,5-5-46 15,-2 6-132-15,1-14-270 0,4 11-276 0,-8-16 112 16,9 8-265-16,-6-3 15 0,-3-5-473 0</inkml:trace>
  <inkml:trace contextRef="#ctx0" brushRef="#br0" timeOffset="125406.81">5846 6678 217 0,'8'-8'998'0,"-11"5"-356"0,3 3-133 16,3-2 204-16,3-7-49 0,-6 9-24 0,0 0-325 0,0-8-34 16,-4 3-84-16,2 3-31 0,-4-7-14 0,-6 1 13 15,10 6-17-15,-8-6 7 0,1 0-6 0,6 6-40 16,-2-4 67-16,-5 1-66 0,-2 0-19 0,10 1-31 15,-10 2-4-15,-6 2-14 0,6 6-9 0,0-4-12 16,-2 1 5-16,6-1-16 0,-14 9 8 0,5-3 7 16,8-3-36-16,-2 6-13 0,-4 2-13 0,11-8 12 0,-10 17 5 15,6-12-34-15,4 8 10 0,-2-7 26 0,4 0 12 16,-1 5 5-16,6 3-1 0,-3-10 4 0,5 5 2 16,-2-6 0-16,3 8-10 0,2-6-14 0,-1-1-9 15,5-2-16-15,-4-1-3 0,-1-4-10 0,7-2 10 16,-2 0-19-16,-4 0 4 0,14-2 1 0,-14-2 18 15,1 2-18-15,8-9 8 0,-5 6 6 0,-2 1 18 0,12-10-17 16,-12 4 21-16,-1 1 14 0,9-6 11 0,-16 6 2 16,10-2 2-16,0-9 2 0,-9 9-1 0,2-2-3 15,-1-5-3-15,-4 7 2 0,0-13 7 0,0 18 1 16,-4-12 8-16,2 10 4 0,-1 1 7 0,3 7 1 16,-9-11 27-16,9 11 10 0,-3-5-15 0,0-3-18 15,3 8 7-15,0 0-4 0,0 0-14 0,0 0-21 0,0 0-2 16,0 0-3-16,0 0 1 0,0 0 1 0,0 0 0 15,12 8 8-15,-4-3 1 0,-1-3 2 0,8 7-4 16,-3-2-1-16,-4-1 1 0,21 12-3 0,-20-12-5 16,9 7-1-16,0-2 1 0,0 2 1 0,-4-3 3 15,9 9-1-15,-2-1 0 0,-3-3 0 0,-1-4-2 16,2 6-1-16,-2 1-1 0,0 0 0 0,-7-1 1 16,2-2 1-16,-4 1 4 0,1 6 0 0,-4-7 4 15,-1 7 5-15,-1 4 8 0,0-5 1 0,-6 0 1 0,3-8-4 16,-7 5 6-16,-1 2 0 0,-6-2 10 0,2-5-17 15,-3 0 6-15,0-2-1 0,-2 4-2 0,1-4-3 16,5-5 1-16,-13 1-9 0,15-1-4 0,-3-1-6 16,-5-5-35-16,9 0-59 0,-4-5-205 0,0-3-59 15,0-10-355-15,2-4-242 0,2 1-5 0,8 3 178 16,0-9-1417-16</inkml:trace>
  <inkml:trace contextRef="#ctx0" brushRef="#br0" timeOffset="126274.48">6770 6527 965 0,'3'0'807'0,"3"-3"-124"0,0-3-159 16,-6 6 287-16,2-7-292 0,5 1-153 0,-7 6-181 15,3-13 4-15,-3 13-36 0,0 0 49 0,0 0-84 16,0 0 17-16,0 0-18 0,0-13-28 0,0 13-5 0,0 0-42 16,0 0-11-16,0 0-9 0,0 0-12 0,0 0-9 15,-3 8-1-15,0-3-3 0,6 1-1 0,-3 7 1 16,0 0-2-16,-3 1-2 0,3 1 4 0,-4-6-1 16,2 0-2-16,2 13 1 0,-3-9 2 0,0-2 3 15,1 9 0-15,-2-9-3 0,-4 11 2 0,8-18 2 16,-7 18 0-16,2-4-2 0,-2-10-4 0,2 10 1 0,-1-7 1 15,0 6-8-15,0 1-31 0,-3-7-39 0,6-6-18 16,-9 8-68-16,7-5-75 0,-2 3-183 0,2-4-14 16,5-7-166-16,-12 9-116 0,12-7-24 0,0-2 208 15,-9-2-107-15,1-4-536 0</inkml:trace>
  <inkml:trace contextRef="#ctx0" brushRef="#br0" timeOffset="126537.76">6631 6538 274 0,'-2'-3'1371'0,"-1"-11"-713"0,3 14-152 16,0-5 179-16,0-3-95 0,0 8-168 0,0 0-311 15,0 0-35-15,0 0-19 0,0 0-19 0,0 0-21 0,0 0-8 16,0 0-8-16,0 0 0 0,0 0-1 0,8 3 6 16,1 0 4-16,-6-3-4 0,9 10 5 0,-3-7-2 15,-1 5 2-15,4 2-4 0,0 3-6 0,-6-7 0 16,12 10 6-16,-3-3-1 0,0 2 3 0,-13-9-1 15,16 10 13-15,-4-3 5 0,-4-8-2 0,10 12-4 16,-2-8 2-16,-6-3 0 0,6 5-8 0,-4-6-15 16,6 6-6-16,-5-6-17 0,-3-3-90 0,9 2-178 15,-18-2-39-15,12 0-219 0,2-2-224 0,-5-2-57 0,0 2 289 16,0-6-121-16,-4 4-216 0</inkml:trace>
  <inkml:trace contextRef="#ctx0" brushRef="#br0" timeOffset="128009.83">7272 6490 100 0,'-4'8'1973'0,"1"-3"-1417"16,3-5 224-16,0 2 11 0,-3 9-197 0,3-11-346 15,0 0 74-15,0 0-155 0,-2 0-38 0,2 0-55 16,2 0 19-16,-4 0 26 0,4 0-31 0,-2 0-19 16,0 0 28-16,-2 0 6 0,4 0-2 0,-2 0-8 15,-2 0-5-15,4 0-11 0,-2 0-11 0,0 0-19 16,0 0 32-16,0 0-7 0,0 0 9 0,6-11-9 0,-2 6-28 15,1-5 27-15,0-6-18 0,2 5-12 0,-2-7-21 16,2-1-5-16,4-5 6 0,-5 6-6 0,0-1-7 16,0-2 1-16,0-3 2 0,3-2-8 0,-6 2 2 15,6-2-1-15,-4-3 13 0,1 5 8 0,-2 5-6 16,1-15 10-16,-2 5-4 0,-1-1-2 0,-2 10-7 16,0-10-8-16,0 3-15 0,-2 1 2 0,2 6 3 0,0 6 1 15,-3 1-1-15,3-6 2 0,-3 3 0 0,1 3 6 16,-2 2 3-16,1-2-7 0,0 13-11 0,1-11 1 15,2 9-7-15,0 2-1 0,0-2-7 0,0 4 4 16,0-2 0-16,5 11 9 0,2-6 2 0,-5 5 3 16,1 1 0-16,0 2 4 0,-1 1-7 0,2-1-1 15,-1 0 2-15,6 13 0 0,-3-2 1 0,3-6-2 0,-6-1 2 16,9 6 0-16,2 1 3 0,1 8 0 0,-7-16 2 16,4 10-2-16,0 6-2 0,3-6-2 0,-3 4-13 15,-3-1-20-15,-1-3-9 0,4 7-10 0,-3-13-8 16,6 9-98-16,-7-3 15 0,-1-7-20 0,-2-3 11 15,2 6-100-15,-5-15-103 0,6 14-93 0,-4-10 51 16,-1 0-200-16,-3 2-91 0,0-10-66 0,0 1 189 16,0 5-303-16,0-9 305 0,0 0-176 0</inkml:trace>
  <inkml:trace contextRef="#ctx0" brushRef="#br0" timeOffset="128521.46">7940 5942 63 0,'0'-16'1096'0,"0"8"-560"0,0 0-148 16,-9-3 297-16,9 11-210 0,-8-9-156 15,8 5-131-15,-7 2 8 0,-5-3 5 0,7 5-75 0,-7 0-60 16,4 2-12-16,-2-2-28 0,-2 5-21 0,7-1-4 16,-5-2-4-16,1 11-1 0,1-6 1 0,5 2 3 15,-9 15 3-15,6-9 2 0,0 7 3 0,4-4 3 16,2 6 6-16,-3 7 4 0,3 2-6 0,0-12 1 0,0 10 7 16,3 1 5-16,-3 8 1 0,0-11-5 15,5-8-7-15,2 9 3 0,-2-4-8 0,4-2-7 0,-3-6-8 16,6-2-1-16,0-1-3 0,-7-9-2 0,7 10 4 15,6-8-1-15,-9-3 10 0,11 3 9 0,-11-5-3 16,6-1 10-16,12-2 8 0,-10-5-4 0,-12 5-2 16,19-8 3-16,-6-3-5 0,3-2 7 0,-9 0 1 15,3-3 22-15,-3-2 31 0,-2-3 6 0,0-3 4 16,-1-3 3-16,-4-2 11 0,2 3 17 0,-7-4-14 0,3 7-49 16,-6-14 28-16,-1 5-25 0,-1 3-8 0,2 5-28 15,-9-3-23-15,-5-6-10 0,-2 5-2 0,4 13 4 16,-5-3-2-16,-4-2 0 0,7 11 4 0,8 3 2 15,-21-5-1-15,13 6-7 0,8 3-26 0,-9 2-31 16,1 2-156-16,5-2-113 0,-5 11-186 0,7-9-143 16,5 3 49-16,-10 1-215 0,3-1-121 0,5-3-350 15</inkml:trace>
  <inkml:trace contextRef="#ctx0" brushRef="#br0" timeOffset="129100.91">8020 5580 251 0,'3'0'909'15,"9"-4"-158"-15,-10 2-167 0,13-3 12 0,-15 5-187 16,8-8 15-16,-4 5-61 0,-8 3-182 0,4 0-46 15,4 0 41-15,-4 0-26 0,-4 0-39 0,-4-8-61 16,-1 8 0-16,1 6-15 0,-4-4-21 0,5 1-5 16,-10 3-5-16,-7 3 2 0,9-3 7 0,4 2-2 15,-15 0 8-15,2 3 6 0,6-6 3 0,9-3 4 0,-6 4-14 16,6-4 3-16,3 1 2 0,6-3 2 0,0 0-11 16,-12 0-7-16,10 0 8 0,2 0 0 0,-3 0 0 15,8-3-1-15,7 1-4 0,0-6 3 0,-6 5-1 16,23-8-5-16,-10 4-3 0,1-4-1 0,-5 5-3 15,6-1-3-15,-4-4-7 0,-2 9-4 0,-3-6 6 16,3 3-4-16,-10-1 2 0,10 1 4 0,-13 3 0 16,10-4 7-16,-9 6-1 0,-6 0 2 0,6 0-1 15,-3 0 0-15,-3 0 0 0,1 0 0 0,-10 0 2 0,4 6 3 16,-2-4 5-16,-7 9-2 0,2 2 0 0,9-11-3 16,-14 12 2-16,5-10-4 0,0 2-6 0,1 5 0 15,7-8-5-15,2-1-20 0,5-2-49 0,-7 2-60 16,-1 4-134-16,8-6-190 0,0 0-122 0,0 0 33 15,0 0-246-15,3-8-129 0,2 0-469 0</inkml:trace>
  <inkml:trace contextRef="#ctx0" brushRef="#br0" timeOffset="129576.64">8467 5058 128 0,'14'-13'592'0,"-7"8"-208"0,8-8 34 16,-13 7-52-16,4-7 180 0,-2-5 65 0,-2 9-261 0,-2 2-145 15,0-4 38-15,0 9-23 0,-6-7-86 0,0 7-83 16,1 0-18-16,-7-2 0 0,-3 4-4 0,6 0-4 16,-3 0-9-16,-3 4-6 0,3-2-2 0,-5 3 1 0,5 3-5 15,4-3 0-15,-11 11-13 0,9 0-1 0,3-11 6 16,-1 22 2-16,4-8-2 0,-1 1 2 0,-2 2 2 15,4 7 6-15,-2-1 2 0,5 2-2 0,0-12-2 16,0 11 0-16,0 6 0 0,3-6-2 0,2-10 0 16,2 5 8-16,-2 5-4 0,4-3-5 0,3 1 2 15,0-3-2-15,3 0 2 0,-4-4-2 0,7 2-8 0,-6-7 4 16,6 9 4-16,2-8 1 0,1-1 4 0,-9-1 2 16,5-4 3-16,8 1 11 0,-8-2-3 0,-2-7-4 15,-7 0 6-15,10 3-7 0,0-5-3 0,-9 0-1 16,8 0 0-16,1-2 11 0,-6-1 24 0,0-1 17 15,-7-2 61-15,4-2 89 0,-1-2-21 0,-8-1-39 16,0 2 43-16,-2-6-20 0,-4 2-21 0,-3 8-90 16,-8-12-31-16,-5 7-14 0,0 2-14 0,-14 3-8 15,16-1-2-15,-12 4 1 0,1 2-3 0,5 2-8 0,2 1 4 16,-2 5-9-16,8 0-2 0,-3 0-72 0,9-2-48 16,-3 3-183-16,7 0-176 0,-4 1-413 0,7-1 261 15,5-7-217-15,-9 5 75 0,9-1-26 0,0-6 41 16</inkml:trace>
  <inkml:trace contextRef="#ctx0" brushRef="#br0" timeOffset="130623.84">9042 5688 446 0,'5'-11'848'0,"2"4"-334"0,-5 1-86 15,1 1 204-15,-3-1-55 0,7-7-63 0,-7 13-247 16,2-13 73-16,-2 13-35 0,-2 0-38 0,-2-11-77 15,4 9-8-15,0 2-51 0,0 0-25 0,0 0-47 16,0 0-5-16,-11 0-25 0,11 2-26 0,-12 4-2 16,0 1-1-16,-5 12-1 0,-2 3-1 0,4-6-3 15,5-3 1-15,-2 5-1 0,2 3-1 0,5-5 1 0,-4-3 0 16,3 11 0-16,2-11 2 0,2 1 1 0,2-4 2 16,0 4-13-16,0-4-2 0,0-7-1 0,2-1 1 15,5 11-6-15,5-2-4 0,-7-8 8 0,7 5 12 16,-2-6-1-16,-2 3 7 0,13 4 9 0,-10-9-8 15,1 2-3-15,12-2 4 0,-10 2 2 0,13-2 2 16,-15 4-6-16,3-4-3 0,-1 2 12 0,6-2 4 16,-13 3-8-16,8-1 4 0,5 4-3 0,-11-3 1 15,-1 1 1-15,1 5 1 0,-6-7-1 0,7 9-2 0,-10-6-1 16,2 16 2-16,-2-7-4 0,-2-1-3 0,-8 5-6 16,5-1 2-16,-7-2 0 0,6-8 6 0,-6 7 1 15,-5 0 9-15,-2-1 0 0,5 0 4 0,-1-5-4 16,10-6 4-16,-19 11-6 0,6-2-18 0,1 0-51 15,8-6-39-15,-3-2-139 0,4 0-238 0,-11 4-405 16,4-7 224-16,-11-3-213 0,11-1 50 0,0 1-341 0</inkml:trace>
  <inkml:trace contextRef="#ctx0" brushRef="#br0" timeOffset="131207.28">7596 7234 1212 0,'-24'7'1808'0,"2"6"-554"0,0-7-204 0,15-4-332 16,-13 3-157-16,11-2-276 0,3 0-112 0,6-3-61 15,0 0-92-15,-2-3-38 0,4 6-18 0,4-9-5 0,8-1 7 16,13-4-9-16,2-2 20 0,5-3 21 0,-5 3 21 16,8-6 4-16,19-7-6 0,-8 2-12 0,-16 8-18 15,22-8-2-15,-2-5-9 0,19-6-36 0,-26 15 26 16,14-6-24-16,-3-2-52 0,2 2-20 0,-14 5-3 16,15-3-154-16,-8 3-108 0,-10 5-70 0,-12 5-130 15,-9 6 72-15,-5 3-269 0,-3-6-36 0,-5 5-93 0,-7 3 441 16,-4 0-501-16</inkml:trace>
  <inkml:trace contextRef="#ctx0" brushRef="#br0" timeOffset="131402.76">7774 7252 324 0,'-29'24'1341'0,"2"-6"-789"16,13-5-134-16,-1 4 242 0,7-4-367 0,1-8-161 0,-1 5-88 15,8-10-20-15,0 0-12 0,11 11-1 0,-2-11-9 16,18-6 0-16,-3-1 8 0,5-4 7 0,-6 0-7 15,28-13-12-15,-2 6-6 0,2-3 0 0,-16 3 0 16,18-4-12-16,3 1-28 0,12-8-47 0,-29 13 6 16,10-8-124-16,-8 6-24 0,-2 1-86 0,5-1-268 15,-20 8 213-15,-1 1-113 0,-9 4 68 0,1-5-320 16</inkml:trace>
  <inkml:trace contextRef="#ctx0" brushRef="#br0" timeOffset="163014.28">15548 10927 648 0,'0'0'1062'0,"12"7"-347"15,-10-7 44-15,-2 0-198 0,12 0 134 0,-9 3-102 16,-3-6-226-16,9 1-110 0,-3 2 64 0,-9 0 108 15,6 0-66-15,-3 0-108 0,2-5 66 0,8 2 2 16,-10 3-92-16,-3 0-82 0,3 0-81 0,3 0-23 16,-6 0-18-16,6 0-25 0,-3 0-2 0,0 0 0 0,-12 3 0 15,0 2 0-15,-3-3 0 0,-5-2 0 0,-4 6 0 16,-3 2 0-16,1 0 0 0,-6-3 0 0,-4 1 0 16,6 1 0-16,10-5 0 0,-7 7 0 0,1-7 0 15,2 1 0-15,13 0 0 0,-8 2 0 0,7-5 0 16,-2 6 0-16,-1-4-32 0,12-2-52 0,3 0-174 15,-12 0-55-15,10 0-131 0,2 0 60 0,0 0-316 0,0 0-273 16,6-8-88-16,-3 0 326 0,-3 8-166 0,17-8 132 16,-7 6-228-16</inkml:trace>
  <inkml:trace contextRef="#ctx0" brushRef="#br0" timeOffset="163220.73">15548 11128 532 0,'17'13'502'0,"-8"-7"-252"0,-3-1 91 0,-4-3-7 16,10 6-45-16,-12-8-102 0,0 0 187 0,0 0-13 16,-5 8 48-16,5-5-68 0,-3 0 128 0,-13 4 109 15,-1-1-154-15,14-4-97 0,-23 11 68 0,-1-4 52 16,-2-4-24-16,5 1-79 0,6-2-128 0,-4-1 38 16,-5-1-48-16,17 2-115 0,-10-4-54 0,6 0-27 0,-1 0-44 15,-6-4-72-15,11 2-52 0,2-3-213 0,-4-3-282 16,10 8-532-16,2-14 312 0,0 6-296 0,14-8 60 15,1 1-910-15</inkml:trace>
  <inkml:trace contextRef="#ctx0" brushRef="#br0" timeOffset="163882.97">16177 11156 722 0,'-5'11'1157'0,"2"0"-422"0,1-3 47 0,2-8 44 0,-7 14-185 15,7-14-150-15,0 0-206 0,-8 9 79 0,8-5-22 16,-9 3-58-16,6-3-111 0,3-4 34 0,-7 4-39 16,2 1 6-16,5-5-68 0,0 0 16 0,0 0-11 15,0 0 5-15,0 0 10 0,0 0-58 0,9 9 10 16,-1-9-27-16,2-3-11 0,4-3-22 0,-2 4-14 16,11-11-4-16,1-1 0 0,-9 4 0 0,11-14 0 0,-2 8 0 15,-1-2 0-15,-4-1 0 0,3-8 0 0,2-1 0 16,-4 4 0-16,-1 3 0 0,1-9 0 0,0-1 0 15,-1 9 0-15,-11 7 0 0,4-7 0 0,2 4 0 16,-7 7 0-16,-2 3 0 0,-5 6 0 0,12-6 0 16,-12 8 0-16,0 0 0 0,0 0 0 0,0 0 0 15,0 0 0-15,0 0 0 0,3 5 0 0,-3 4 0 0,0 6 0 16,3-4 0-16,1 9 0 0,1 2 0 0,-2 2 0 16,-3 2 0-16,6-4 0 0,-3 4 0 0,-3 3 0 15,3-5 0-15,-3-6 0 0,2 11 0 0,-2-5 0 16,0 2 0-16,-2-10 0 0,2 8 0 0,0 0-22 15,-3-5-50-15,3 2-58 0,-3-8-25 0,-1 11-283 16,4-16-87-16,0 10-193 0,-2-9 65 0,2-2-395 16,0-7-295-16,0 11 311 0,0-9-575 0</inkml:trace>
  <inkml:trace contextRef="#ctx0" brushRef="#br0" timeOffset="164085.42">16911 11186 991 0,'9'0'1572'0,"-3"0"-687"16,0 3-71-16,-6-3-225 0,3 2-187 0,4 9-12 16,-5-6-148-16,-2 8-69 0,0-2 82 0,-6 15 38 15,6-7-33-15,-3-5-119 0,-2 6 1 0,-2 2-15 16,-1 6 6-16,1-12-85 0,-1 6 6 0,2-1-10 16,-2 0-15-16,4 3-51 0,1-18-40 0,3 9-98 15,0-8-149-15,0 4-378 0,0-11 95 0,3 3-473 0,9 5-30 16,-12-10-29-16,14-4-803 0</inkml:trace>
  <inkml:trace contextRef="#ctx0" brushRef="#br0" timeOffset="164735.68">17300 10847 397 0,'-9'3'1687'0,"4"0"-758"0,5-3-159 0,0 0 96 15,-10 7-177-15,8-1-229 0,2-6-218 0,0 0 93 0,0 0-133 16,0 0-45-16,0 0-54 0,14-8 8 0,-2 5-23 16,-2 1-65-16,7-9-17 0,7 0-1 0,-4 4-9 15,7-1-8-15,-7-1 3 0,13 0 19 0,-3-2 12 16,-4 5 5-16,-6 1-6 0,10-6 6 0,6 0 5 16,-10 4-26-16,-3-1-24 0,-8 3-1 0,6 1-15 15,-4 2-9-15,-7 0 8 0,4 2-1 0,-14 0-3 0,11 4-3 16,-7 0-10-16,-4-4 25 0,8 10-9 0,-5-7 0 15,-6 10 21-15,0-3 5 0,-2 12 14 16,-2-9 6-16,-5 16 4 0,2-10-4 0,0 10 13 0,-2 8 35 16,0-11-3-16,4-4-4 0,-1 11 37 0,4 5 35 15,-2 7 35-15,2-11-34 0,2-8-36 0,3 11 32 16,0-2-2-16,0 2-13 0,0-19-51 0,5 6 14 16,-5-2-18-16,6-4-11 0,-2-5-12 0,-2 0-11 0,-2 1-12 15,6 1-25-15,-6-6-1 0,2 4-57 0,2 0-97 16,2-5-144-16,-6-5 0 0,0 2-291 0,9 3-472 15,-9-8 26-15,0 0 212 0,0 0-190 0,0 0 90 16,12-8-608-16</inkml:trace>
  <inkml:trace contextRef="#ctx0" brushRef="#br0" timeOffset="164937.14">17861 11114 453 0,'-7'-10'1878'0,"7"10"-1099"15,-15-8 6-15,-2 8 170 0,8 3-667 0,-18-1-87 16,4 1-67-16,-3 3-6 0,2-4-23 0,1 3 34 16,-4 3-1-16,-2 1 6 0,5 0 0 0,0 0-4 0,4-1-22 15,1-1-27-15,11-7-47 0,-9 6-18 0,17-3-74 16,-12-1-99-16,9-2-49 0,3 0-252 0,0 0-436 16,0-13-65-16,6 8 219 0,8-12-200 0,4 2-979 15</inkml:trace>
  <inkml:trace contextRef="#ctx0" brushRef="#br0" timeOffset="165567.46">18432 10826 1762 0,'12'-8'1083'0,"-12"6"-77"16,5-12-82-16,-1 12-187 0,-4 2-429 0,3-8-70 0,-3 0-51 15,0 8-82-15,-7-6-71 0,-1 2-15 0,-1 0-8 16,-1 2-10-16,2-1-2 0,-1 3 2 0,-3 0 5 16,-5 3 23-16,9-3 2 0,-4 6 5 0,-10-2 2 15,14-1 2-15,-6 3 7 0,-5-1-21 0,11-3-10 16,-21 6-5-16,7-8 11 0,17 3 4 0,-14 3 10 16,2-6 4-16,5 2 10 0,-3 1 19 0,13-3 3 0,-10 2 2 15,12-2-10-15,0 0-20 0,-15 2 24 0,15-2-30 16,0 0-16-16,0 0-7 0,0 9-8 0,-3-4-10 15,3-5-9-15,0 3-3 0,3 7-3 0,0 3-4 16,1-2 5-16,-4 0 0 0,2 2 13 0,-2 2 20 16,3-1 1-16,-3 7-2 0,0-12-20 0,0 13-1 15,0 6-2-15,0-8-11 0,-3-6-9 0,3 5-7 0,0 1 33 16,-2 4 30-16,-2-11-11 0,4 3 8 0,-3-3 5 16,0 4 17-16,3-1-16 0,-2-6-26 0,-1 0-1 15,3-6 1-15,0 9-3 0,0-13 2 16,-4 2 2-16,4 9-1 0,0-11 1 0,0 0-4 0,0 0 6 15,0 0 7-15,0 0 6 0,0 0 2 0,0 0 12 16,0 0 4-16,0 0 0 0,7-6-16 0,-2 1 2 16,2-3-14-16,1 3-8 0,4-3-11 0,0 0-23 0,-3 2 2 15,11-7 4-15,-11 13 4 0,14-13-19 0,4 8-12 16,-1-1 13-16,-8 4 15 0,6-3-10 0,5 5-6 16,0-2 18-16,-14 2 15 0,9 2-1 0,-4 0 5 15,4 3 5-15,-12-1 2 0,0 1 0 0,-4 3 0 16,7 5-2-16,-6 0 1 0,-6-8 1 0,-1 22 9 15,2-12 0-15,-1-4 9 0,-3 5-6 0,3 0 6 0,-9 7 8 16,0-6 21-16,3-6-6 0,-12 9 42 0,1-4 21 16,-4 3 6-16,-3-6-2 0,1 3-10 0,-1-3-17 15,-9 0-24-15,10-4-37 0,-6 1-16 0,-1-2-26 16,0-8-59-16,3 2-97 0,7-4-110 0,9 2-198 16,-8-8-342-16,11-5-316 0,2 10 245 0,6-21-241 15,6 1-1467-15</inkml:trace>
  <inkml:trace contextRef="#ctx0" brushRef="#br0" timeOffset="165903.56">19324 11057 395 0,'7'-4'1662'0,"-2"2"-1091"0,-5 2 296 0,0 0-44 16,0 0-281-16,0 0-323 0,0 0-112 0,-15 0-69 15,13 0-14-15,-4 2-4 0,-10 9 13 0,6 2 16 16,0 0 49-16,-7 9 55 0,8-9-35 0,-3 9 43 15,-3-2-6-15,-2 4 33 0,5-8-86 0,-6 8-8 16,1-3-63-16,-4 3-11 0,9-10-29 0,-6 4-80 16,4-5-84-16,4-5-133 0,-4 3-129 0,6-6-194 0,-4 3-209 15,0-11-96-15,9 3 295 0,0-3-414 0</inkml:trace>
  <inkml:trace contextRef="#ctx0" brushRef="#br0" timeOffset="166067.12">18995 11064 2128 0,'14'-7'1495'0,"-4"3"-402"0,-2 2-260 0,4 2 315 0,2 0-541 16,1 2-376-16,6 4-115 0,2 1 16 0,4 7 16 16,2 2-52-16,-10-2-31 0,3 4-7 0,8 1-28 15,3 4-22-15,-10-7-6 0,3 5-1 0,1 3-16 16,2 0-121-16,-5 0-118 0,-4-6-45 0,4 6-246 16,-9-3-276-16,5 3-528 0,-8-10 463 0,3 4-204 15,0-5-160-15</inkml:trace>
  <inkml:trace contextRef="#ctx0" brushRef="#br0" timeOffset="166499.97">19940 11112 1521 0,'0'0'655'16,"-2"0"-38"-16,2 0 2 0,0 0-250 0,2 0-54 16,-4 0-47-16,4 0-92 0,4 0-52 0,3-2 26 15,-6 2-10-15,9-9 53 0,-7-2-73 0,2 7 43 0,5-5-8 16,-7-4-5-16,7-3-8 0,-3-2 34 0,-1-1-42 16,-1-2-7-16,-2 5-43 0,1-4 30 0,0-13 24 15,-3 9-40-15,-3 9-32 0,3-9 3 0,1 6-18 16,-2-6 7-16,1 8-24 0,0 10-11 0,-1-10 14 15,5 3 2-15,-2 5-6 0,-2 1-18 0,-3 7-3 16,12-3 4-16,-9 3-4 0,9 5-17 0,-3 0 5 16,0 6 0-16,2 5 6 0,-7-11 0 0,11 30-7 0,-10-9-1 15,1 3 7-15,0-5-6 0,0 7 0 0,-6 11 2 16,6 2-11-16,-6-16-1 0,3 10 7 0,-3-4 1 16,3 11 15-16,-1-14-3 0,-2-9-2 0,7 6 12 15,-4-4 6-15,-1 5-7 0,1-18-13 0,1 6-12 16,-1-10-43-16,5 6-85 0,-8-13-51 0,12 11-300 15,-12-11-142-15,14-2-245 0,-7 2 99 0,13-11-255 16,4-5-206-16,0-3-548 0</inkml:trace>
  <inkml:trace contextRef="#ctx0" brushRef="#br0" timeOffset="166814.12">20786 10768 123 0,'0'-5'2103'16,"0"-8"-1176"-16,0 13-87 0,-15-9-109 0,3 4-54 0,0 5-463 15,-14 0-133-15,8 0-35 0,-8 5-3 0,-9 6 14 16,8 2 8-16,6-2-1 0,-8 7 41 0,-6 17 57 16,8-6-29-16,6 3 4 0,6-3-38 0,-5 24 33 15,8-14-45-15,3 9-38 0,6-17-23 0,1 17 16 16,2 0-2-16,5-14-5 0,4-4-10 0,6 4 4 16,6-2 14-16,2-14-30 0,-2-5-11 0,9 3-4 0,4-3 1 15,5-5-1-15,-12-5 1 0,2-3-3 0,3-5 2 16,9-6-12-16,-17 0-6 0,8-2-8 0,-5-5 1 15,5-6 22-15,-5-8 15 0,-12 14 14 0,6-11 41 16,-6-3 30-16,-1-8 40 0,-8 16-53 0,0-5 1 16,-3-2-8-16,-6-6-26 0,-1 8-51 0,-4-1-60 15,-6-4-34-15,-1 4-59 0,-6 2-93 0,1 1-84 0,-7 3-132 16,3 6-170-16,6 3 5 0,-6-5-481 0,-5 5 26 16,9-1 208-16,8 10 243 0,5-1-614 0</inkml:trace>
  <inkml:trace contextRef="#ctx0" brushRef="#br0" timeOffset="167142.25">21081 10504 559 0,'5'-9'1190'0,"-5"9"-432"0,0 0-164 0,0 0 233 16,0 0-55-16,-2-5-146 0,-1-3-212 0,-4 8-144 15,-7-11-57-15,2 9-40 0,9 2-90 0,-24 0-26 0,7 2-33 16,-4 2 2-16,7 1-14 0,-7-3 5 15,-11 4 0-15,-1-4-4 0,10 1-6 0,0 5-4 0,2-3-46 16,3 0-30-16,13-2-86 0,-14 2-136 0,17-2-188 16,-2 3-237-16,5-12-222 0,-4 1 242 0,9-4-215 15,2-4-1299-15</inkml:trace>
  <inkml:trace contextRef="#ctx0" brushRef="#br0" timeOffset="167649.9">21413 10295 727 0,'-5'-11'1158'0,"5"9"-276"0,-7-4-338 0,2 3 175 0,5 3-175 16,-6-5-224-16,2-1-164 0,4 6 38 0,0 0-34 15,0 0-3-15,0 0-24 0,0 0-44 0,0 0 63 16,0 0-65-16,0 0-16 0,0 0-35 0,0-10-4 15,4 7-12-15,-4 1-18 0,11-7-5 0,-4 7-1 16,7 0 6-16,1-4 3 0,-6 6 1 0,6-3 6 16,0 1 2-16,-7 2 0 0,6 0-5 0,-2 0 1 0,-2 0-1 15,2 2-1-15,-4 1-1 0,1 3 2 0,-3-2-1 16,3 2-2-16,-9-6-2 0,5 18-4 0,-5-9-4 16,0 2-6-16,-2 7-4 0,-4-10 5 0,0 5-2 15,-9 8 1-15,7-11 1 0,-7 4 3 0,-4-1 4 16,5 0 3-16,8-7 3 0,-8 12-1 0,4-13 7 15,2 3 2-15,-1 3 0 0,9-11-3 0,-5 5 2 0,1 1-2 16,4-6-3-16,0 0-6 0,0 0-1 0,-3 2 0 16,-2 9-2-16,5-11 1 0,0 0-1 0,5 5 0 15,2 6 2-15,7-7 1 0,-6 0 1 0,-1 1 7 16,10 3 6-16,-5-1-1 0,-4-1-2 0,14 2 4 16,-14 0-3-16,1-3 0 0,6 6-9 0,-6-3-3 15,-1-3 1-15,-8-3 1 0,12 11-1 0,-12-4 1 0,3-1-2 16,-3 5 3-16,-3-5 0 0,1 0 1 0,-13 10 7 15,6-7 2-15,-9 4 1 0,1-1-7 16,-7-1-11-16,0-5-9 0,9 3-15 0,-10 0-110 0,1-4-111 16,2-5-243-16,8 2-226 0,6-2 59 0,-4 1-274 15,-12-1-194-15,9-9-560 0</inkml:trace>
  <inkml:trace contextRef="#ctx0" brushRef="#br0" timeOffset="168435.79">22366 10945 1193 0,'5'-8'1785'0,"2"-8"-822"0,-5 16-238 0,1-11 389 16,-3 9-644-16,0-5-270 0,-3-2-103 0,3 7 3 15,-9-11-15-15,9 13-18 0,-12-6-20 0,9 3 22 16,-11 1 12-16,-1 2 13 0,6 2-18 0,-11 1 7 16,2-3-1-16,-3 6-7 0,4 1-34 0,-1 1-22 0,0 3-25 15,0 2-17-15,3-8 3 0,1 11-14 0,-4 1 7 16,12-13 16-16,-2 10 5 0,1-6-3 0,2 10 2 15,2 1 1-15,3-9 3 0,0 1 1 0,3 4 0 16,2-4 4-16,-1 0 6 0,4 0-1 0,1-7 3 16,9 10 5-16,6-4-4 0,-12 1-1 0,8-2-1 15,-3 0-5-15,-2 0 5 0,-3-5 0 0,12 10 6 0,-19-11 0 16,17 7 2-16,-8 1-4 0,-6-3 10 0,11 5-6 16,-11 3-5-16,-1-8-6 0,1 10 3 0,-2-2-1 15,-6-5-5-15,0 8 4 0,-6 1 11 0,-2 2 7 16,-4-4 12-16,-3 1 3 0,0-1 4 0,-6 1 31 15,1-3 1-15,-4-3 1 0,9-5-25 0,-14 2 24 16,2 1-22-16,-5-9-15 0,8 4-19 0,-13-6-11 16,3 3-9-16,2-3 0 0,6-3 0 0,-4 1 0 0,4-7-1 15,2 1-43-15,13 1-78 0,-4-6-195 16,6-7-269-16,0 0-327 0,3 1-210 0,4 1 214 0,2-4-262 16,0 4-669-16</inkml:trace>
  <inkml:trace contextRef="#ctx0" brushRef="#br0" timeOffset="169151.88">17927 11975 1224 0,'-5'5'1723'0,"5"-5"-728"0,-5 2-398 0,-2-2 4 16,7 4-416-16,0-4-171 0,15-6-24 0,6 3-6 15,6-3-3-15,2 1 3 0,-2 3 7 0,25-9 4 0,-1 3 13 16,-2 1 1-16,-10 1 4 0,11-2 11 0,21-2 39 15,-12 1 23-15,-13 4-19 0,10-5 29 0,3-1 1 16,16-2 16-16,-17 5-41 0,-16 2-50 0,4-1-86 16,-4-1-133-16,5 3-323 0,-23 1-5 0,5 2-331 15,-9 0-29-15,-5 2 23 0,-6 0-308 0</inkml:trace>
  <inkml:trace contextRef="#ctx0" brushRef="#br0" timeOffset="177985.19">11272 12472 612 0,'-15'-8'998'0,"15"8"-211"0,0 0-302 0,-2 0 130 16,-10-6-121-16,12 6-127 0,0 0-180 0,0 0 36 15,0 0-26-15,0 0-27 0,0 0 6 0,0 0-57 16,0 0 11-16,0 0 10 0,0 0-41 0,-3-4-24 15,-4-2 24-15,7 6-31 0,0 0-4 0,0 0-29 0,0 0 3 16,0 0-15-16,0 0-16 0,0 0-8 0,0 0-3 16,0 0 2-16,0 13-3 0,0-10 3 0,0 13 2 15,-2 8 5-15,-1 0 0 0,3-4-2 0,0 7 1 16,0-1-4-16,3 1-2 0,-1-1-5 0,-2 6 0 16,7-3 2-16,-7-2 2 0,3 1 3 0,-3-4 0 15,0 16 6-15,0-10 0 0,0 1-1 0,0-13-2 0,0 6-2 16,0 6-1-16,0-20-1 0,0 9 0 0,2-1-1 15,-2-10-1-15,3 0 3 0,-3 5 0 0,4-10 1 16,-4 5 0-16,0-2 0 0,0-6 1 0,0-9 0 16,3-2 1-16,-3 1 4 0,0 0-2 0,-3-12 2 15,3 1 0-15,-4-8-1 0,1-2-5 0,1 9 1 16,-1-13-3-16,-4-4-1 0,2 2 0 0,5-3 0 16,-7-4 1-16,2 2 5 0,5-2-5 0,-3 13 1 15,-3-14 2-15,0 0-1 0,4 10-2 0,2 11-2 0,0-9-1 16,0 0 6-16,2 0 1 0,1 14-2 0,6-5 2 15,-1 3 2-15,2 2 4 0,2 12-4 0,2-10-5 16,7 7-1-16,-9 7-3 0,0 0 0 0,14-1-9 16,4 8-13-16,-6 2 8 0,-2 4 0 0,-3 1 4 15,4 4-5-15,3 9 0 0,-2 0 10 0,-6-8 3 16,-1 6-2-16,4-1 0 0,-6 2-1 0,-3-6-2 0,0 7-15 16,-4-4 4-16,-5 2-2 0,-3-7 3 0,-6 7-9 15,-8 7-4-15,-1-8 18 0,0-5 5 0,-6 10 2 16,-6-5 4-16,2 0 10 0,-6-1 3 0,2-5 8 15,-3 1 28-15,3-3 23 0,-1-2 52 0,9-4 5 16,1 4 16-16,2-3 4 0,12-3-12 0,-5 6-52 16,4 0 25-16,7-7-68 0,3 2-20 0,4 2 8 0,13 8 10 15,7-2-1-15,2-1 2 0,-5-6-5 0,15 6 11 16,10 9-6-16,-8-9-16 0,-11-2-2 0,8 2 5 16,4 0 2-16,-1 5 3 0,-18-9 6 0,10 6 9 15,-4 1-31-15,-2 1-17 0,2 1-64 0,-14-5-62 16,5 2-136-16,-8 1-197 0,0 3-304 0,-7-10 55 15,5 9-619-15,-8-14 316 0,1 10-568 0</inkml:trace>
  <inkml:trace contextRef="#ctx0" brushRef="#br0" timeOffset="178550.67">12033 13128 2583 0,'0'5'1625'0,"-3"12"-544"0,3-17-25 0,0 0-575 0,0 0-103 15,0 0-308-15,0 0-58 0,0 0-17 0,0 0-3 16,0 0 0-16,0 0-4 0,8-6-2 0,1 1-13 15,6-14 0-15,-3 3 3 0,-4-8-3 0,1 8 9 16,6-8 1-16,-6 0 10 0,-1 4 12 0,-1 4 0 16,-2-14 5-16,5 12-2 0,-8 10-2 0,-2-5-1 15,3 2 0-15,-3-5-6 0,3 14-1 0,-3-9 1 0,4 9-1 16,-4 2 3-16,0-3 0 0,0 6-1 0,0-3-2 16,8 5 0-16,-6 1-1 0,8 9 0 0,-5 1-2 15,4 8-6-15,-2 2-18 0,-2 1 13 0,1-8 16 16,0 10 1-16,0-3 3 0,3 5 1 0,-6-7 0 15,-1 3 21-15,5-1-15 0,-4-2-38 0,-1-2-18 16,1-2-32-16,0-3-55 0,1-8-70 0,-2 2-19 0,1 2-124 16,-3-9-198-16,7 6-12 0,-7-7 71 0,0 0-152 15,0-3-27-15,14-3-12 0,-11 3 87 0,5-6-69 16,1-1 212-16,3-4 51 0</inkml:trace>
  <inkml:trace contextRef="#ctx0" brushRef="#br0" timeOffset="178687.31">12401 13231 63 0,'20'-2'1113'0,"-11"-1"-450"0,6 0 175 0,-3 3-334 16,-12 0 111-16,0 0-148 0,0 0-137 0,0 0-125 0,12 0 46 15,-10 0 66-15,-2 0 99 0,-9 8-58 0,1 3 247 16,-4 0-157-16,-9-2-57 0,6 5-156 0,-8 0-10 16,-10 2-96-16,6-6-111 0,7 0-18 0,-9 1 0 15,0 0 0-15,11-3 0 0,-3-3 0 0,16-3 0 16,-17 4-2-16,22-3-41 0,-17-6-355 0,14 0 41 16,-3-7-286-16,0-9-433 0,16-2-138 0,-5 5 306 0,19-22-2021 15</inkml:trace>
  <inkml:trace contextRef="#ctx0" brushRef="#br0" timeOffset="178993.49">13093 12768 2408 0,'0'0'1270'0,"0"2"-251"15,0-2 6-15,0-2-297 0,-12-3-455 16,12 5-142-16,-15 5-84 0,10-3-45 0,-4 4-10 0,-3 5-7 16,4-4-6-16,-14 15 3 0,10-9 5 0,-2 11-2 15,-1-6 8-15,3-2-17 0,-5 3-30 0,2-8-10 16,0 9-89-16,6-14-27 0,-11 12-77 0,8-9 8 15,-3-2-154-15,6-4-79 0,-6 5-292 0,5-6 236 0,0 2-210 16,-4-4 0-16,2-11 89 0,9 5 193 0</inkml:trace>
  <inkml:trace contextRef="#ctx0" brushRef="#br0" timeOffset="179162.04">12754 12810 90 0,'0'-7'1578'0,"0"-6"-726"0,0-7 96 0,0 16-203 16,3-7-6-16,0 0-248 0,1 9-222 0,-4 2-152 15,5-9-10-15,4 7-11 0,2 2 25 0,-2 6-6 0,3-1 70 16,23 8 56-16,-14-2-54 0,-3-1-45 0,8 6 24 15,-6 0-63-15,11 8-40 0,-14-9-51 16,6 9 1-16,-2-2 0 0,-3-4-16 0,3 3-45 0,-1-3-141 16,1 2-144-16,-3-2-237 0,-10-8-48 0,6 4-416 15,10 1-325-15,-14-12 268 0,7 5-940 0</inkml:trace>
  <inkml:trace contextRef="#ctx0" brushRef="#br0" timeOffset="179577.93">14092 12533 678 0,'8'-22'964'0,"2"9"-621"16,-1-5 130-16,-4 10-53 0,1-21-220 0,-2 13-131 0,-2-3 35 15,-4 8 11-15,2-12 36 0,-4 15 32 0,-4-14 42 16,-2 9 21-16,-2 4 11 0,7 0-77 0,-22-2 87 16,13 9-88-16,-13-4-43 0,12 6-53 0,-12 4 32 15,7 0-38-15,2 2 7 0,0 4 23 0,4 3-5 16,-6 6 119-16,5 2-13 0,-4 9 15 0,11-6-55 15,-13 23 121-15,9-5-82 0,4 1-42 0,1-6-72 0,2 13 16 16,0 8 0-16,5-16-40 0,5-2-36 0,4 5-1 16,6 10 8-16,2-15-13 0,-5-14-16 0,8 12 0 15,7-1-2-15,12-6-1 0,-19-17-5 0,6 4-2 16,4-4-3-16,11-10-51 0,-9-8-41 0,-8 1-32 16,12-5-250-16,-4 1-216 0,3-10-467 0,-8-1 67 15,6-1-114-15,-4 1-37 0,-2-4-986 0</inkml:trace>
  <inkml:trace contextRef="#ctx0" brushRef="#br0" timeOffset="179945.94">14631 13054 1428 0,'0'0'2011'0,"0"16"-1077"16,0-16 0-16,0 0-319 0,0 0-345 0,0 0-173 16,0 0-71-16,0 0-20 0,0 0-2 0,0 0-4 15,0 0-5-15,0-3-7 0,5-8-15 0,5 4 4 0,-5-2-16 16,7-11-2-16,0 3-4 0,-3 2 9 0,2-6-5 16,-1 2 13-16,2-3 10 0,-3 7 10 0,2-1 5 15,1 1 16-15,-3 4 11 0,-4 2 6 0,10-4 27 16,-8 8 0-16,1-1 5 0,-8 4 11 0,9-3-18 15,-6 5 19-15,9 5 8 0,-10 1 42 0,8 7-11 16,-2 8 86-16,1 0-33 0,-2 1 4 0,-2-2-49 0,0 7 22 16,5 10-34-16,-1-5-50 0,-4-11-22 15,1 13-1-15,3-2-11 0,0-2-13 0,-3-10-24 16,0 2-84-16,0-14-131 0,3 15-152 0,-4-20-66 0,7 11-426 16,3-7-530-16,-3-5 271 0,-4-2 11 0,4-2-573 15</inkml:trace>
  <inkml:trace contextRef="#ctx0" brushRef="#br0" timeOffset="180407.71">16155 12707 98 0,'8'0'1681'0,"6"0"-894"0,-14 0-3 0,15 0-40 0,-11 0 60 16,-4 0-315-16,0 0 11 0,0 0-166 0,0 0 59 15,-19-5 33-15,11 5-155 0,-4 2-105 0,-8-2 20 16,-4 3-52-16,-8 0 13 0,1 2-53 0,9-2-41 15,-8-1 3-15,-6 4-15 0,4-1-38 0,11 1-3 16,-4-1 0-16,1-3 0 0,-3 6 0 0,24-5 0 16,-18-1-3-16,13 2-31 0,-1 1-172 0,6-5-205 15,-6 2-195-15,6-2-230 0,6 0-242 0,-3 0 176 16,0 0-278-16,14 0-352 0</inkml:trace>
  <inkml:trace contextRef="#ctx0" brushRef="#br0" timeOffset="180595.21">16187 12985 1566 0,'-12'16'1119'0,"9"-14"-472"0,-9 7 235 15,-8-1 81-15,1-1-430 0,-6-4-207 0,10 0-114 16,-9 2 39-16,-5-3 13 0,5 1-89 0,6 0-71 16,-6 0 2-16,16-1-70 0,-13 3-147 0,13-1-34 15,-1-2-155-15,2 0-178 0,-4 1-315 0,11-3 62 0,0-5-559 16,3-8 340-16,0 0-981 0</inkml:trace>
  <inkml:trace contextRef="#ctx0" brushRef="#br0" timeOffset="181200.59">17035 12384 1036 0,'-8'-2'1456'0,"8"2"-947"0,0-5 166 15,-7-6-96-15,7 11-309 0,0-8-245 0,3-2-19 16,-6 10 3-16,6-4-3 0,4-9 14 0,-7 13 3 15,8-13 0-15,1 8 2 0,0-3 3 0,6 1-5 16,12-4 15-16,-10 2-11 0,6 2 0 0,-2 4-6 16,3 0 8-16,1 1 1 0,6 2-2 0,-11 0-8 15,4 2 8-15,-4 4-1 0,4 1 1 0,-4 2-6 0,1 2 2 16,-3 2-4-16,-6 5-1 0,-7-7 1 0,10 10 22 16,-11-3-10-16,-8 0 7 0,1 4 22 0,0-7-9 15,-9 5 27-15,3 4 13 0,-6-4 10 0,5-7-17 16,-9 9 31-16,-1-4 0 0,-7 6 63 0,10-11-27 15,-7 6 59-15,4-3 3 0,-7-3 36 0,13-5-112 0,4-3 21 16,-7 6-35-16,8-6-67 0,1-3-37 0,-4 4-20 16,12-3 4-16,-4 5 7 0,4-3 3 0,9-3 11 15,0 7-6-15,9-5-15 0,-6 2 1 0,10 2-4 16,0-6-6-16,-2 6-7 0,1-5-2 0,-1 3 6 16,7-1 16-16,-3 1 1 0,0 1-2 0,-7-1-2 15,6 3 7-15,-7 0-2 0,-8 2-1 0,4-4-6 16,3 10-1-16,-10-4 4 0,2-4 3 0,-7 8-3 0,0 1 5 15,-7 1 21-15,-4 2 46 0,-1-6-22 0,-5 9 34 16,-5-2-3-16,-7 2 20 0,12-8-48 0,-13 2-7 16,1 1-21-16,-2-1-14 0,-1-1-17 0,15-8 0 15,-10 4 0-15,1-2 0 0,-4 0 0 0,16-6 0 16,-4-2-1-16,4 0-17 0,-1-1-83 0,3-4-115 16,9-1-209-16,-6-5-151 0,9 8-269 0,0-16 35 0,5-8-652 15,5 0 384-15,4 0 119 0,-4 6 237 0</inkml:trace>
  <inkml:trace contextRef="#ctx0" brushRef="#br0" timeOffset="181784.03">18037 12456 900 0,'2'-5'1296'0,"2"-3"-468"0,-1-1-144 0,-3 9-234 16,-3-2-232-16,-3-9-86 0,0 11 25 0,-6-5-68 15,3 1 22-15,-3 0-2 0,-5 4 35 0,5 0-27 16,4 0 76-16,-11 4-11 0,11-2-2 0,-1 0-13 16,-9-2-11-16,9 3-3 0,1-1-57 0,-7-2-54 0,1 4 18 15,2-2-23-15,-3 1-1 0,8 1-11 0,-5 2 3 16,-5-1 12-16,9 1-11 0,1-3-10 0,-5 1 0 16,10-1-4-16,-13 3-3 0,12-4-1 0,1 1-6 15,-10 3-2-15,9-4-4 0,-4 5-3 0,7-7 1 16,-5 11 1-16,5-5-4 0,-3 7 4 0,3-6 2 15,0 13 4-15,3-7 0 0,0 2 6 0,-3 3-8 0,0 4 0 16,0-6-2-16,0 0-1 0,-3 7 0 0,0-4 0 16,-1-1-3-16,2 2 11 0,-1 0 3 0,0-1 0 15,1 2 3-15,-2-5 5 0,1 7 11 0,3-17-4 16,-5 10 19-16,5-8 3 0,-3 3-5 0,-1-15-9 16,8 8-7-16,-4-4-5 0,-4-4-10 0,8 8-11 15,-4-4 1-15,-4-4 21 0,8 8 9 0,-4-4-1 16,0-4 0-16,15 2-8 0,-1-3-20 0,4-6-19 0,8 1-36 15,-6-1-9-15,7-2-4 0,-10 8 11 0,19-4-38 16,-6-1 35-16,-4 5 10 0,6 2 8 0,-5 1 19 16,8-4-16-16,-5 6 18 0,-7 0 5 0,-2 0 7 15,0 0 1-15,5 2 1 0,-16 2 4 0,4 3 4 16,-6 2-2-16,4 1-7 0,3 4 3 0,-12-1-4 16,1 7-2-16,-2-7 1 0,-2 7 26 0,-2-2 15 0,-5 1 41 15,-1 4 22-15,-11 1 45 0,7-3-6 0,-8 3 44 16,-4 5-7-16,4-3 6 0,-4 1-19 0,-5-3-23 15,-3-3-24-15,5 0-30 0,-2-4-22 0,5-4-29 16,-3-4-29-16,10 0-2 0,2-4 0 0,3-2 0 16,0-6-29-16,7 3-80 0,-5-8-225 0,10 8-99 0,-5-19-514 15,5 6-147-15,3-3-118 0,6-2 328 16,6-3-535-16</inkml:trace>
  <inkml:trace contextRef="#ctx0" brushRef="#br0" timeOffset="182031.37">18744 12581 305 0,'2'-11'1303'16,"-2"11"-668"-16,-10-6 187 0,0 4-152 0,1 4-241 16,1-2-180-16,-4 6-47 0,-5-1 64 0,10 1-81 15,-16 9 78-15,5-1 16 0,-2 4 116 0,2-8-175 16,-6 10 37-16,0 0-43 0,2-4-33 0,-5 5-37 15,3 3-31-15,0 0-62 0,4 0-17 0,5-6-9 0,-6 4-20 16,6-4-74-16,10-3-128 0,0-9 15 0,-5 8-275 16,4-4-73-16,6-7-202 0,-6 2 85 0,1-3-309 15,5-4 77-15,-7-14-129 0,7-2 222 0,-2 12 37 16</inkml:trace>
  <inkml:trace contextRef="#ctx0" brushRef="#br0" timeOffset="182196.94">18322 12638 93 0,'7'-10'1620'0,"-4"10"-967"0,-3 0 151 15,9-5 8-15,-1 7 92 0,1 1-538 0,-3 5-31 16,3-3-114-16,3 8-32 0,5 11 62 0,-7-11-95 16,0 9 44-16,2-4-46 0,12 17-28 0,-9-17-70 15,9 6 4-15,-4-3-27 0,4 3-14 0,-4 0-20 16,4 3-24-16,-7-7-14 0,1 4-47 0,-2-2-69 16,-2 2-217-16,-6-4-175 0,2-7-261 0,-10-7 53 0,5 10-253 15,-5-14-518-15</inkml:trace>
  <inkml:trace contextRef="#ctx0" brushRef="#br0" timeOffset="211708.13">4171 2662 119 0,'-9'7'1588'0,"9"-1"-192"0,-3-6-516 0,-9 0-7 16,12 0-190-16,0 0-300 0,-14-6-3 0,14 6-143 16,-3 0 9-16,3-3-51 0,-12 3 53 0,12-2 23 15,0 4-84-15,0-2-68 0,0 0 19 0,0-2-12 16,-5-6-61-16,5 8-36 0,0-3-5 0,0 6-20 0,0-6-4 15,0-5 0-15,0 5 0 0,0 3 0 0,14-13 0 16,-8 11 0-16,12-11 0 0,-3-3 0 0,2 3 0 16,7-6 0-16,-6-5-3 0,4 3-6 0,2-5-12 15,0-1-14-15,-4 6-1 0,4-10-17 0,-4 1-1 16,-1 3 3-16,-8 7 15 0,7-17-4 0,-3 10 20 16,-7 1 6-16,1 4 9 0,1-2 5 0,-2 0 1 0,-1 6 3 15,-7 16 0-15,5-15 4 0,-5 17 0 0,3-16 0 16,-3 16-4-16,0 0-4 0,0-2-4 0,-3-6-6 15,3 8 3-15,0-3-7 0,0 6-4 0,0-3 0 16,-5 13-1-16,1-10 10 0,4 7-2 0,0 3-1 16,0 4 1-16,0-1 6 0,0 8 0 0,0 2-1 15,4 0 2-15,-4 3-1 0,2-2-5 0,1-3-32 0,4 2-43 16,-5-10-43-16,6 14-161 0,-1-12 1 0,5 3-62 16,-7-8 45-16,7 5-149 0,-6-9-107 0,8 6-39 15,-7-6 134-15,1-2-295 0,11 4-28 0,-11-9 82 16,1 1-791-16</inkml:trace>
  <inkml:trace contextRef="#ctx0" brushRef="#br0" timeOffset="211895.63">4781 2495 75 0,'9'11'1303'0,"-9"-11"-599"0,0 0 182 16,0 0-352-16,0 0 46 0,0 0-148 0,0 0-86 16,3 4-97-16,0 5-69 0,-6-7-7 0,-6 14-19 15,-2-5-24-15,-4 2-17 0,-3 0 29 0,0-2-31 16,-2 7-41-16,6-5-34 0,-10 9 15 0,-8 2-4 15,10-4-38-15,5-4-6 0,-4 3-1 0,-2-4-49 0,11-4-136 16,-3 0-1-16,9-6-210 0,-5 3-162 0,11-10-199 16,-12 4 90-16,9-2-427 0,3-13 313 0,3 2-44 15,9-13 30-15</inkml:trace>
  <inkml:trace contextRef="#ctx0" brushRef="#br0" timeOffset="212155.93">5227 2098 316 0,'5'-11'1337'0,"2"4"-709"0,-5-2 58 16,-2 1 17-16,0 8-263 0,0-16 70 0,0 16-243 16,0 0-50-16,0 0-77 0,0 0-8 0,-9-8-25 0,6 8-76 15,3 0-25-15,-5 6-6 0,-7 5-2 0,-3 2 3 16,6 0 1-16,-8 11 2 0,-1-4 2 0,-6 13 3 15,12-15-3-15,-5 14 0 0,2-1-6 0,-6 4-14 16,9 2-50-16,4-16-6 0,-7 8-91 0,6-3-68 16,3 4-249-16,2-14 98 0,2-1-156 0,-1-4-60 15,-2 0-63-15,1 0 174 0,4-9-244 0,0-2 288 16,0 0-231-16</inkml:trace>
  <inkml:trace contextRef="#ctx0" brushRef="#br0" timeOffset="212355.4">4940 2179 1001 0,'-11'-13'1584'0,"-4"2"-638"16,3 4-27-16,10 5-249 0,2 2-142 0,-12-9-62 16,12 9-157-16,0 0-118 0,0 0 5 0,0 0-74 0,0 0-83 15,0 0-23-15,-7 11-7 0,11-6-7 0,1 3-6 16,7-1 3-16,-4-1-5 0,19 12-6 0,-3-1 1 16,-4-4 4-16,7 5-8 0,2-2-2 0,4 3 2 15,5 5 8-15,-14-14-7 0,8 7-21 0,4 1-97 16,5 0-176-16,-14-5-46 0,8-2-254 0,-3-1-252 15,1-1-134-15,-13-4 254 0,16-3-408 0,-7-4-469 0</inkml:trace>
  <inkml:trace contextRef="#ctx0" brushRef="#br0" timeOffset="213456.46">5871 1843 1353 0,'4'0'919'0,"-4"0"-251"0,11-7 5 0,-7 7-152 0,-4 0-293 16,0 0-143-16,0 0-24 0,0 0-45 0,0 0-31 15,-7 7 0-15,4 2 5 0,1 6 1 0,-13 4 17 16,8-5 9-16,2-1-6 0,-10 5 4 0,13-10 0 16,-10 5-5-16,9-2-1 0,-6-1 4 0,3 3-4 15,-1-2 2-15,7-9-4 0,-2 2 0 0,-4 5-10 16,9-9 2-16,-3 0-2 0,0 0-20 0,-3 0 1 0,6 0 19 15,-3 0 8-15,-3 0 4 0,6 0-8 0,-3 0 9 16,0 0 9-16,0 0 9 0,0 0-25 0,-3 0-3 16,3 11-3-16,0-8-11 0,0-3-7 0,0 0-4 15,0 0-32-15,0 0-8 0,0-3-58 0,0 6-27 16,0-3-65-16,0 0-21 0,0 0-191 0,0 0 87 16,0-3 14-16,0 3 104 0,0 3-52 0,-9-13 38 0,9 6 140 15,0 4 35-15,0 0 3 0,-3 0 29 0,6 0 22 16,-3 0 39-16,-3 0 26 0,6 0 32 0,-3 0 18 15,-3 0 29-15,6 0 9 0,-3 0 56 0,-3 0 2 16,6 0 16-16,-3 0-66 0,0 0 49 0,0 0 11 16,0 0 1-16,0 0-81 0,-3 0 2 0,6 0-16 15,-3 0-6-15,0 0-29 0,0 0 47 0,0 0-64 0,-3 0-13 16,3 0-18-16,3 0 3 0,-6 0 13 0,6-2-17 16,0-9-13-16,-1 11 1 0,5-9 0 0,-4 5 4 15,6-3 2-15,2-6 0 0,-4 7 21 0,7-8 4 16,-2-1 6-16,-6 10-5 0,8-21 23 0,-2 2-11 15,-2 4 21-15,-2 2-29 0,4-10 30 0,2-5 28 16,1-6 3-16,-6 15-43 0,-1-10 22 0,4-1-13 16,-2 3 2-16,-1 9-29 0,-1-20 21 0,-1 12-5 0,-2-4 5 15,0 14-19-15,-1-5 17 0,-1-2 0 0,0 10-20 16,-3 14-18-16,0-16 0 0,-3 7-6 0,6 11-9 16,-6-11-12-16,3 10-7 0,0 3-2 0,0 0-8 15,0 0-11-15,0 0 6 0,0 0-1 0,0 0-6 16,0 0 5-16,0 11 7 0,3 9 3 0,-3 0-6 15,2 2 1-15,1 2 0 0,-3 6-3 0,4 2-5 0,1-4 0 16,-2-6 3-16,1 7 0 0,1 13-5 0,1-10 7 16,0-10 2-16,0 11 7 0,3 2 1 0,-1 5 4 15,-4-11 2-15,1-5-2 0,2 13-1 0,-2-2-2 16,1-2-65-16,0-9-78 0,0 5-113 0,3-3-119 16,-6-9-191-16,-1-12 70 0,8 13-510 0,-5-7 144 15,2-5 61-15,1-1 261 0,-8-5-102 0,14-5-207 0</inkml:trace>
  <inkml:trace contextRef="#ctx0" brushRef="#br0" timeOffset="213838.43">6597 1566 403 0,'5'-11'1653'0,"2"0"-981"0,-2-9 60 0,-5 9-72 0,0 3-233 16,0-5-214-16,0 8-25 0,-3-4-50 0,1 7-40 15,-10-6-51-15,12 8-19 0,-18 0-2 0,6 2-10 16,-2 2-5-16,-5 3-7 0,-1 6-7 0,-7 6-8 16,7-1 3-16,5 1 0 0,-6 10-6 0,4 2 4 15,2 7 2-15,6-12 7 0,1 11 4 0,-2-2-2 16,8-6 4-16,2-5 2 0,0 13-3 0,5-11-5 0,4-2 0 16,-3-10 0-16,6 1 0 0,5 3-1 0,2-7 0 15,1-3 5-15,-6 0 1 0,7-5 1 0,9 0 4 16,-7-9 2-16,-6-2 3 0,7-2 8 0,3-4-2 15,2-12 13-15,-11 10 9 0,6-10 22 0,-4-2 8 16,6-8 34-16,-11 12-38 0,-3-15 35 0,3 9 19 16,-6-1-3-16,-4-4 23 0,-1 1-6 0,-4-1-15 15,-4 4-10-15,-1 4-32 0,-7-9-40 0,-5 6-45 0,-7 3-33 16,6 14-2-16,-11-5-38 0,-3 10-9 0,1 8-38 16,2 0-56-16,6 6-56 0,-6 7-236 0,2 0-107 15,0-2-124-15,13-2 79 0,-8 5-237 0,2 2-16 16,8-6-276-16</inkml:trace>
  <inkml:trace contextRef="#ctx0" brushRef="#br0" timeOffset="214211.44">7009 1021 404 0,'0'0'1673'0,"-10"-11"-968"0,10 9 6 0,-10-4 124 16,3 4-562-16,-5-1-138 0,-11 3-83 0,-6 3-35 15,5 1-16-15,-3 2-1 0,-5 5 3 0,-4 2 0 0,7 1-2 16,9-5 1-16,-16 4 3 0,9 4 0 0,5-4-4 16,10-2-1-16,0-4-11 0,-3 2-94 0,3 2-90 15,9-11-253-15,-6 7 81 0,6-7-407 0,6 0 74 16,-3 0 37-16,-3 0 56 0,9-3-298 0</inkml:trace>
  <inkml:trace contextRef="#ctx0" brushRef="#br0" timeOffset="214689.17">7111 782 974 0,'-2'-2'1597'15,"-1"-9"-867"-15,3 11-155 0,-3-18 255 0,3 18-569 0,-6-13-56 16,6 13-114-16,0 0 39 0,0 0-50 0,0 0-22 16,0 0-39-16,2-8 2 0,-2 3-5 0,0-1-5 15,10-1-8-15,-10 7-6 0,14-17-3 0,-4 12 0 16,4 0-4-16,-6 2 4 0,11-5-4 0,-7 6 4 16,-4-4 11-16,14 4 7 0,-8 2 3 0,1-3 4 15,12 3-4-15,-19 0-10 0,6 0-1 0,4 3-19 16,-2-3-5-16,-16 0 7 0,8 8-9 0,-2-8 9 0,-3 13-2 15,-3-8 9-15,0 8-1 0,-3 5 1 0,-1-9 2 16,-1 6 2-16,0 2 4 0,-5-1 0 0,-2 2 0 16,3-5 0-16,4-7-2 0,-7 9 2 0,6-4-3 15,4-4 1-15,-5 4 0 0,7-8 0 0,-3 7 1 16,3-7-2-16,0-3 2 0,6 11-2 0,-2-9-1 16,6 6 0-16,-6-8-1 0,4 9 0 0,10-4-1 0,-9-3 1 15,0 0 3-15,11 2 23 0,2-4 13 0,-12 0-6 16,12 0-1-16,-8 0 0 0,1 0 7 0,-3 0-28 15,3 0-13-15,-15 0 1 0,12 10-2 0,-10-10 0 16,10 8 1-16,-12 0 4 0,3 0 7 0,-6 5 5 16,1-2 12-16,-2-3 3 0,-16 16 28 0,8-6-6 15,-8 6 9-15,8-13-24 0,-12 12 16 0,6-4-27 16,-3 2-24-16,13-7-63 0,-13 1-185 0,6-2-113 0,3 3-205 16,4-8 6-16,-7 13-541 0,1-2 241 0,2-3-493 15</inkml:trace>
  <inkml:trace contextRef="#ctx0" brushRef="#br0" timeOffset="-213991.75">7674 1406 430 0,'-8'4'1790'16,"-4"-4"-1012"-16,0 0-166 0,-2-4 400 0,4 2-516 15,-4 0-152-15,14 2-159 0,-8-5 26 0,1 1-55 16,7 4-56-16,0 0-60 0,-3-2-10 0,1-5-26 16,2 7-7-16,0 0-3 0,0 0-2 0,8-4 3 15,1 4-3-15,3 4 4 0,-7-4 1 0,22 7 3 0,-6 1 1 16,-3-1-1-16,-4-3-1 0,9 3 1 0,8 2-8 16,-2-1-19-16,-14-8-1 0,14 2-17 0,3 3-13 15,4-2-24-15,-6 3 13 0,2-4-6 0,0 3 11 16,4-2 8-16,-14 0 13 0,12 2 0 0,-2-3 8 15,-6 2 13-15,-8-2 9 0,3 0 0 0,-16 1-1 0,10 3 9 16,-6 1-1-16,-6-1-7 0,2 7 1 0,-1 3-1 16,-10 2 0-16,-2 3 5 0,-8 6-2 0,-4 4 8 15,0-1 11-15,-4-6-1 0,-15 16 9 0,0-1 9 16,2-2 29-16,10-10-5 0,-11 6 21 0,3 2 11 16,-6 2 33-16,19-16-45 0,-1 3 15 0,2 0-25 15,6-5-15-15,1-6-9 0,11-6-16 0,-9 15-13 0,9-11-4 16,3 0-5-16,0-2-16 0,3 2-36 0,0-5-58 15,6-4-36-15,-4 3-191 0,10-2-257 0,12-11-338 16,-3 0-60-16,-7 1 351 0,13-4-1211 0</inkml:trace>
  <inkml:trace contextRef="#ctx0" brushRef="#br0" timeOffset="-213275.67">8762 1103 288 0,'2'-9'1214'0,"-2"2"-639"0,0-10 39 0,0-1 211 16,0 10-350-16,-2-2-117 0,-4-3-96 0,4 7-35 15,-8-5 3-15,-2 7-135 0,3-1-5 0,4-1-57 16,-13 3-1-16,12-1-13 0,-2 0 10 0,-7 4-2 0,-6 0-3 15,15 4-6-15,-8 0-1 0,-8 10-2 0,8-1-9 16,-1 5-2-16,7-7-3 0,-4 8-4 0,0-4-4 16,0 9 2-16,9-10 4 0,-4 10-3 0,5-6 8 15,-1 0 5-15,3-8-9 0,0 7-8 0,0 4-5 16,5-8 7-16,5 6 1 0,-1-9-10 0,6 11-1 16,0-5 13-16,-7-5 3 0,10-5-1 0,0-2-9 0,-6-1 2 15,17-6 3-15,-9 1 2 0,4-4 8 0,-4-5 4 16,4 2 0-16,-3-5-1 0,5 1 5 0,-5-8-1 15,6-8-3-15,-15 13-1 0,5-14 9 0,-5 4-1 16,-4-5 8-16,-1 15-10 0,-5 2 12 0,-2-7-6 16,0 6 21-16,-2 9-15 0,2-10 15 0,-10 3-6 15,2 0 11-15,2 8-20 0,-12-8-6 0,9 4-22 0,1 3-6 16,-11 1-4-16,11 3-18 0,-6 0-67 0,2 2-27 16,-6 0-96-16,12 4 26 0,-12 1-276 0,1 12-31 15,5-4-186-15,9-8 237 0,-9 14-208 0,3-6-137 16,9-10 277-16,0-3-136 0</inkml:trace>
  <inkml:trace contextRef="#ctx0" brushRef="#br0" timeOffset="-212901.67">9227 1034 89 0,'0'0'746'0,"0"0"-327"0,0 0 86 15,7-13 42-15,-4 13-167 0,-3 0-25 0,0 0-4 16,0 0-126-16,0 0-66 0,0 0-73 0,0 0-64 16,0 0-28-16,0 0-3 0,0 13-1 0,2-3 0 15,-2-2 3-15,0 6 3 0,0-1 3 0,0 11 1 16,-2-3 1-16,2-5 0 0,-3 8 4 0,3-1 2 16,-4 1 0-16,1-7-2 0,1 14 8 0,2-7-2 0,-6-4-2 15,2-1-9-15,-1 5-7 0,-2 0-142 0,4-6-173 16,-2-2-70-16,2-10-15 0,-3 14-173 0,3-11 8 15,0-4-616-15</inkml:trace>
  <inkml:trace contextRef="#ctx0" brushRef="#br0" timeOffset="-212389.04">9310 584 1029 0,'-17'-2'1726'0,"10"2"-900"0,2-4 251 16,5 4-535-16,-15 6-116 0,12-3-226 0,3-3-56 16,-9 15-10-16,9-15-85 0,0 0-6 0,0 0-52 15,0 0-20-15,12-4 8 0,0-5-18 0,5-6 4 16,7 4-13-16,-9 0 14 0,12-9-18 0,5-2-18 16,-10 4-9-16,5 1 5 0,6-3-29 0,-1-2 8 15,-5 11 14-15,-12 1 34 0,11 5-1 0,-11 2 24 16,0 1 7-16,-15 2 10 0,14-4-8 0,-11 4 6 0,-3 0 0 15,3-9-5-15,1 9 4 0,-4 0-10 0,0 0 7 16,-4 0-2-16,-2 13 5 0,0 10-3 0,3-2 5 16,-2 12 1-16,2-15 5 0,-4 13 1 0,5-1 3 15,-1-4 1-15,6-2 3 0,-3 12 2 0,2-3 1 16,1-2-2-16,1-12-3 0,1 16 2 0,-2-9-3 16,-3 3-3-16,3-11 0 0,-6 15-1 0,0-7 0 0,3-2 0 15,-2 7 0-15,2-13-6 0,0 10-74 0,0-2-93 16,0 5-238-16,2-15 64 0,1 3-190 0,0 2-287 15,1-13 101-15,-2 5 231 0,-2-13-222 0,0 0-104 16</inkml:trace>
  <inkml:trace contextRef="#ctx0" brushRef="#br0" timeOffset="-212217.5">9751 878 784 0,'-2'-10'1229'0,"2"-1"-583"0,0 8 250 0,0 3-17 16,-6-6-284-16,-3 4-382 0,-6 2-27 0,6 2-75 15,-6-2-47-15,-5 3-53 0,-1 3 0 0,-8-1-4 16,-1 1-9-16,1 4 6 0,2-5-1 0,-5 4-20 16,6-2-50-16,2 4-104 0,16-9-128 0,-19 17-306 15,18-16-86-15,-9 10-115 0,13-8 9 0,-4 1 69 0,9-6-267 16</inkml:trace>
  <inkml:trace contextRef="#ctx0" brushRef="#br0" timeOffset="-211892.36">10314 653 1053 0,'0'0'807'0,"-2"-3"-92"15,-10 1 229-15,12 2-403 0,0 0 34 16,0 0-159-16,0 0-151 0,0 0-134 0,0 0-60 0,0 0-67 16,0 0-41-16,0 11-31 0,0-2-2 0,-3 5-23 15,-9 7 31-15,7 1 42 0,-7-4 6 0,0 11 2 16,0-8 5-16,-3-3 3 0,-5 15 9 0,-4-5 1 16,-5 12 2-16,11-18-3 0,-8 9-20 0,-1 4-59 15,6-7-94-15,3 1-126 0,6-12 10 0,-2 3-290 0,8-9 32 16,-11 8-229-16,10-19 290 0,-5 10-227 0,10-12 275 15,-6-6-250-15</inkml:trace>
  <inkml:trace contextRef="#ctx0" brushRef="#br0" timeOffset="-211721.82">9988 782 404 0,'0'-7'1721'16,"0"-6"-654"-16,2 13-415 0,-2-4 396 0,0 8-481 15,0-8-264-15,0 8-234 0,0 9-19 0,0-13-44 16,12 3 0-16,0 1 2 0,-6-1 3 0,23 8 2 15,-8-5-2-15,-3 1-2 0,11 6 2 0,0 0-5 16,5 3-7-16,-17-5 0 0,22 5-5 0,-10 0-10 16,3 0-102-16,-8-6-48 0,5 11-371 0,-2-8-86 15,-4 0-369-15,-6 2 117 0,4-6 49 0,-11-3-640 0</inkml:trace>
  <inkml:trace contextRef="#ctx0" brushRef="#br0" timeOffset="-211359.79">10745 817 1634 0,'-4'-15'997'0,"2"6"-117"0,-1 1 18 16,0-2-242-16,1-1-443 0,-2 3-84 0,4-3-60 16,-3-4 3-16,3 12-49 0,3-12 4 0,1-7-5 15,-2 4-1-15,1-1-1 0,2-3 1 0,5-7 2 0,-8 1-4 16,5-5-4-16,-4 2 0 0,2-11-2 0,-2 7-4 15,1-4-2-15,-2 17-6 0,1-12 1 0,0 4 2 16,1 4 0-16,-4 10 2 0,2-4 0 0,1 9 3 16,-3-8-5-16,0 8-4 0,0 4-4 0,0-1-1 15,0 0-4-15,0 8 1 0,0 0-13 0,0 0 1 16,12 8-3-16,-4 0 10 0,1 8-10 0,3 8 6 0,3 10 2 16,-6-13 12-16,2 16-2 0,4 3-2 15,-6-3 0-15,8 13-1 0,-7-26 3 0,4 18-5 0,-2 0 0 16,3-2 2-16,-7-14 2 0,4 9-5 0,-3 0-25 15,-3-6-51-15,3-3-84 0,-4 0-82 0,2 7-200 16,-4-13-35-16,-1 4-89 0,5-5-121 0,-4-11 3 16,5 11-61-16,-2-10 334 0</inkml:trace>
  <inkml:trace contextRef="#ctx0" brushRef="#br0" timeOffset="-211008.72">11338 512 2235 0,'2'-13'1189'0,"1"6"-481"0,-3 1 500 0,0 6-599 16,0 0-142-16,0-5-264 0,-3-3 109 0,3 8-152 16,-2 0-85-16,-13-3-65 0,11 3-4 0,-11 9-7 0,3-4-18 15,4 3 0-15,-7 2-2 0,3 3-8 0,-2 17-2 16,2-6-4-16,6-6 15 0,-3 13-7 0,6 1 7 16,-3 3-7-16,6-14 13 0,4 13-5 0,1-5 10 15,0-2-3-15,2-12 6 0,8 15 2 0,-1-20 2 16,13 7-1-16,-15-10 1 0,11-4 0 0,1 2 2 15,3-5 4-15,-3-2 1 0,1-4-1 0,8-7-1 0,-10-1 1 16,4-6-1-16,-6 7-3 0,6-14-2 0,-13 1 1 16,6-6 3-16,-10 10 3 0,4-12 9 0,-6 8 22 15,-1-9 42-15,-4 17-20 0,-3-12 31 0,-6 6 0 16,-3 1 1-16,0 7-36 0,-2-2-16 0,-16-6-25 16,6 10-11-16,-2 1-6 0,-1 2-13 0,-5 4-21 15,2 1-30-15,3 4-57 0,-2-1-93 0,-1 3-193 0,4 3-25 16,-3 5-274-16,11 2 183 0,0 4-275 0,-6 7-318 15,10-2 312-15,7-4 52 0</inkml:trace>
  <inkml:trace contextRef="#ctx0" brushRef="#br0" timeOffset="-210732.47">11923 174 572 0,'0'-2'988'16,"12"-1"-309"-16,-12 3-170 0,0 0 415 0,5 7-307 16,2-1-161-16,-10-3-148 0,3 12 26 0,-4-12-7 15,-4 14-151-15,8-17-90 0,-26 9-6 0,8-5-58 16,-15-4-17-16,13 2-2 0,-7 3-4 0,-14 1-4 15,14-4 0-15,7 1 2 0,-6 5-6 0,4-3-27 16,0-3-106-16,15 1-14 0,-10 0-334 0,-1 0-120 0,6-3-161 16,7 0-315-16,5 0 468 0,0 0-349 15,-12-3-157-15</inkml:trace>
  <inkml:trace contextRef="#ctx0" brushRef="#br0" timeOffset="-210224.82">12071 119 191 0,'0'0'819'16,"0"0"-292"-16,0 0-39 0,0 0 94 0,0 0 89 16,8 5-149-16,-5-5-252 0,1 0 137 0,-8 0-174 15,8 0-1-15,1-5-130 0,1 2 43 0,-6 3-60 16,12-6-10-16,-12 4-35 0,9-6-15 0,3 5-8 15,0-2-15-15,-1 2-4 0,-2 3 2 0,3 0 5 0,3 6 1 16,-3-1-3-16,-7-3-2 0,7 6-1 0,3-2 2 16,-6-3-3-16,-1 2-3 0,4-5 1 0,0 6-1 15,-3-6 0-15,2 4 0 0,-4 5-6 0,1-4 3 16,4 5 6-16,-6 1-3 0,-3-8-1 0,-3 4-3 16,3-1 6-16,-6-4 0 0,3 11-4 0,-7-2-4 0,2-2 4 15,2 4 0-15,-9 2 0 0,7-4 0 0,-4-1 1 16,-1 3 3-16,2-9 1 0,-1 3 0 0,4-1 1 15,-5-1 0-15,8-3 1 0,-8 6-1 0,10-8-2 16,0 0-1-16,-2 5-1 0,2 4-2 0,0-9 1 16,0 0 0-16,0 13 1 0,0-11-1 0,9 7 4 15,-9-7 2-15,5 6 1 0,7 0 0 0,0-2-7 0,0 1-2 16,-4-1-2-16,2-6-2 0,4 2-7 0,-6 1-7 16,-1-1 6-16,8 4 5 0,-10-1 1 0,2-3 9 15,-2 4 14-15,7 1 1 0,-12-4 12 0,3 11-3 16,-6-1 7-16,0-8-9 0,-9 22 11 0,3-6-1 15,-6 6 9-15,1-9-15 0,-6 6 8 0,-7 4 3 16,6-4-20-16,1-2-40 0,-4-2-93 0,-3 13-238 16,7-9-135-16,-7 5-328 0,15-11 223 0,-8 1-201 15,-1 5-114-15,6-6-199 0</inkml:trace>
  <inkml:trace contextRef="#ctx0" brushRef="#br0" timeOffset="-209164.66">14595 13585 335 0,'-5'6'506'0,"-7"-3"-302"0,12-1 64 0,0-2-27 15,0 0-190-15,0 0-175 0,0 0-143 0,-3 0-5 0,3 0-111 16,-12 2-137-16</inkml:trace>
  <inkml:trace contextRef="#ctx0" brushRef="#br0" timeOffset="-207988.8">25191 12641 106 0,'0'0'473'16,"-7"-10"-176"-16,7 7-55 0,0-5 184 16,0 2-91-16,0 2-75 0,0-7-76 0,0 11 101 15,7-11 83-15,-4 9 7 0,2-3-120 0,-1 1 68 0,-1 2-14 16,9-5-48-16,-12 7-80 0,8-9-60 0,-8 9-11 16,0-2-4-16,4-9-24 0,-2 9 80 0,-2-1-26 15,3-8 17-15,0 11-39 0,-3 0 72 0,0 0 9 0,0 0-17 16,-6-6-79-16,4-4 17 0,-2 7-32 15,-4-4-22-15,-7-1-46 0,8 5-11 0,-15-8 16 0,-2 9 12 16,-6 0-21-16,9-2-19 0,-11 4-10 0,-3 4 5 16,-3 0 0-16,2 1-18 0,-6 6-1 0,5 2 27 15,1 4 39-15,6 1 8 0,-8 11 19 0,3-3-6 16,8 4-1-16,10-9-13 0,-12 18 20 0,10 1-35 16,8-5-6-16,5-9-7 0,3 16 11 0,8 1 2 0,10-7-7 15,4-1-4-15,-2-11-4 0,18 13 4 0,3-10-8 16,4-9 8-16,-10-5 7 0,21 4 24 0,1-8 3 15,-10 0-7-15,-8-7-21 0,8 0-28 0,-10-2-109 16,8 0-277-16,-21-2 7 0,4 2-374 0,-10-5-264 16,-6-1-55-16,3-1 296 0,-2-4-1509 0</inkml:trace>
  <inkml:trace contextRef="#ctx0" brushRef="#br0" timeOffset="-207436.28">25562 13178 1041 0,'0'0'1341'0,"0"0"-341"16,6 5-197-16,0-1-150 0,-6-4-327 0,12-4-89 0,-4-1-149 16,6-3 21-16,-7 6-18 0,13-16 51 0,2 1 22 15,-5 1-2-15,0 3-57 0,2-5-9 0,4-4-50 16,6-4-13-16,-10 10-27 0,1-3 21 0,1 1 6 16,-1 0 10-16,-15 12-1 0,17-5 17 0,-10 1 16 0,-7 2 16 15,2-7 12-15,-2 4-32 0,-2 9 20 16,-3-7-10-16,2 1-1 0,-2 8-30 0,0 0-12 0,0 0-17 15,0 0-9-15,4 8 0 0,-1-3 0 0,-3 14-4 16,0-6 0-16,3 9-1 0,-6 4 7 0,3-3-5 16,-3 4-9-16,-1-6-3 0,4 14-7 0,-5-9-3 15,0 1-75-15,1-7-81 0,-2 8-168 0,-11 1-361 0,2-9-168 16,-6 2-192-16,1-9 242 0,-7 0-199 0,-5 0-445 16</inkml:trace>
  <inkml:trace contextRef="#ctx0" brushRef="#br0" timeOffset="-206242.47">19377 12680 56 0,'0'0'976'0,"-14"4"-448"16,11-4 60-16,-14 0-100 0,7-4-7 0,1 2-116 15,-11-3-19-15,11-1-83 0,-3 4-12 0,-6-14-13 0,10 8-35 16,-1-5 21-16,0-3-61 0,3 3-14 0,0-11-17 15,3 11-26-15,3 8-40 0,0-22 37 0,0 11-43 16,7 6-55-16,-5-1-6 0,10-13-2 0,3 6-8 16,-3 1 5-16,-1 8 0 0,-2 3-8 0,20-16-39 15,-14 13 6-15,0 5 12 0,-3 2-7 0,5-6-5 16,12 5-2-16,-19 3 34 0,7 6 12 0,4-1 5 0,-8 1 2 16,9 7-2-16,-7-6-2 0,0 10 3 15,-9-12-1-15,6 23-5 0,-12-14 0 0,-4 5 1 0,2 1-5 16,-1 4-1-16,-9 3-2 0,3-3 2 0,-6 2 2 15,-2-2 1-15,2 2 1 0,-12 9 3 0,-2-6 5 16,-3 2 3-16,8-4 2 0,-18 16 10 0,10-10-2 16,0 0-1-16,11-15-1 0,-8 8 6 0,2-2 3 15,12-11-8-15,13-10-5 0,-18 8 2 0,13-5-1 16,2-4-4-16,5-2-5 0,0 0-3 0,0 0-8 0,0 0 0 16,0 0 3-16,12-2 2 0,-4-2-1 0,24-6 0 15,1-3 4-15,-13 7 4 0,9-1-2 0,1 1-2 16,-4 1 2-16,4 5 1 0,-6 3 1 0,-3-1 2 15,2 4-1-15,-6 1-1 0,10 9 4 0,-8 1-3 16,-2 1-1-16,-5-5-4 0,8 16-8 0,-11-5 2 16,3 0-1-16,-1-6-1 0,-4-2 3 0,-2-6-1 0,7 7 7 15,-7-10 10-15,-1-3 36 0,-4-2 91 0,0-2 127 16,12 5 10-16,-9-3-19 0,-3-2 111 0,3-2 96 16,9-3-172-16,-7-1-127 0,2 1 3 0,15-16-40 15,-10 10-97-15,-9 6-26 0,24-13-4 0,-10 1 0 16,4-1-4-16,-6 7-22 0,2 1-80 0,1-4-111 15,12 4-249-15,-10 2-112 0,-5 6-31 0,9-2-358 0,3 4-152 16,-2 0 37-16,-4 0 230 0,3 0-82 0,-1 0-85 16</inkml:trace>
  <inkml:trace contextRef="#ctx0" brushRef="#br0" timeOffset="-205709.89">20562 12641 559 0,'5'-5'968'16,"2"-3"-331"-16,-2 3-172 0,-5 2 171 0,-2-16-116 16,-4 8-164-16,2 7-180 0,-4-12 17 0,-1 8-28 15,1-3-54-15,-23-2-10 0,14 8-58 0,-3-4-10 16,-4 7-11-16,-3-3-2 0,1 2-1 0,-1 3-3 0,2 3-2 16,-6 0 2-16,11 1-8 0,-9 7 1 0,5 2-6 15,6 3 2-15,6 1 0 0,0 12 3 0,0-3 1 16,7 5 2-16,2-7-3 0,-3 16 5 0,6-1 0 15,0-4-2-15,4-11-3 0,6 7 2 0,6-1 0 16,4-1 4-16,-5-11-7 0,9 6 4 0,5-5 0 0,10 4-2 16,-10-10-2-16,-6-4-5 0,10-1 2 0,5-3-3 15,3-3 0-15,-14-4-1 0,9 0 2 0,-2-4-4 16,8-4 2-16,-18 2 0 0,2-8 3 0,-3-3 6 16,-6-4 16-16,-1 6 20 0,2-14 60 0,-6 5 11 15,-4-3 45-15,-2 7-39 0,2-13 78 0,-8 7-66 16,0-1-37-16,-8 10-35 0,-4-5-8 0,-9-5-48 15,4 8-13-15,-10 0-2 0,12 5-7 0,-17-5-55 16,6 7-47-16,2 1-47 0,4 5 14 0,-4 3-136 16,1 3-211-16,7 2-44 0,5 0 91 0,-7 4-225 0,12-1-71 15,-3 10 15-15,1-2 103 0,8-9-16 16</inkml:trace>
  <inkml:trace contextRef="#ctx0" brushRef="#br0" timeOffset="-204683.64">26900 12744 75 0,'5'0'996'0,"14"-2"-186"0,-11-1-172 16,4-3 137-16,2 1-204 0,-14 5-126 0,12-10-106 15,-2 5-7-15,1-4 18 0,-11 9 1 0,9-7 7 16,-6 7 8-16,-3 0-107 0,0 0 154 0,0 0-157 15,-3 0-48-15,6 0-37 0,-9-6-55 0,0-1-30 0,-9 3-25 16,3 4-36-16,-11-2-20 0,-9-3-9 0,5 5-5 16,-2 3-7-16,-2-1-11 0,-15 0-69 0,11 2 1 15,6 1-27-15,5-3-4 0,-6-2-76 16,4 3-181-16,16 0 2 0,-2 0 40 0,-2-3-223 0,11 2-151 16,3-4-263-16,0 2 298 0,0 2-169 0,0-2 90 15,3-13-590-15</inkml:trace>
  <inkml:trace contextRef="#ctx0" brushRef="#br0" timeOffset="-204456.23">26885 12908 537 0,'8'5'842'0,"-4"-1"-320"15,-4-4 53-15,-4 0 10 0,8 0-112 0,-4 0 9 16,-4 0 15-16,8 0-71 0,-4 0 99 0,-4 0-81 15,-13-4-50-15,11 2-144 0,-26-1 78 0,8 3-156 16,3-2-33-16,1 2-51 0,-12 0 23 0,5 0-29 16,6 2-29-16,16-2-24 0,-22 0-29 0,7 0-148 15,11 3-155-15,-1-3-220 0,2-5-52 0,-1-1-454 16,0-1-90-16,6-4-307 0,3 6-474 0</inkml:trace>
  <inkml:trace contextRef="#ctx0" brushRef="#br0" timeOffset="-203521.74">28134 12316 359 0,'6'0'492'0,"-6"0"-120"0,18 0 132 16,-21 0-90-16,6 0-73 0,-3 0-161 0,0 0 58 15,0 0 77-15,0 0-49 0,0 0-46 0,-3 0 85 16,6 0 91-16,-6 0-86 0,3-3-101 0,-15 3 9 0,6 0-21 16,-6-2 1-16,-11-1-73 0,-1 3-5 0,-2-3-8 15,6 3 10-15,-4 0-8 0,1-3 6 0,-1 3 4 16,15-2 16-16,-3 0-36 0,-5-4 79 0,2 3-47 15,3-8-8-15,10 9-57 0,-7-11 9 0,2-3-41 16,10 8-12-16,-2-5-31 0,4 2-9 0,2-5-28 16,4 3-4-16,7 0-9 0,-3 2-6 0,17-5-68 0,-11 6 13 15,8 2-25-15,-2 2 0 0,6-1-54 0,2 1-60 16,-3 1 61-16,-8 5 59 0,9 0-31 0,6 5 13 16,-16-2 78-16,-3 5 31 0,4 3-5 0,-6 4 15 15,0 1-3-15,-13 0 18 0,4 5-3 0,-6 1-3 16,-6 4-4-16,-6 5-1 0,0-9 18 0,-8 7-2 15,-6-3 1-15,-9 9 3 0,-4-9 8 0,-11 3 5 0,3 0 6 16,-6 1 4-16,-3 1 10 0,-3-2 33 16,-2 1 40-16,7-7 35 0,18-4-20 0,-13 3 64 0,5-2 11 15,10-7-35-15,17-7-56 0,9-1-4 0,-8 3-25 16,5-3-36-16,11-2-15 0,0-3-7 0,0 0-5 16,0 0-1-16,0 0-2 0,0 0 0 0,0 0 0 15,0 0-5-15,3-3-16 0,12-5 2 0,-3 5-8 16,10-1-1-16,2-5-9 0,-9 9 14 0,2-2-2 0,5 4 14 15,-2 7 4-15,1-5-5 0,-1 7-4 0,2 5-6 16,0 3 0-16,0 1 2 0,4 7-4 0,1-3 9 16,-2 2 75-16,-6 1 20 0,16 7 111 0,-9-10 5 15,4 0 33-15,-9-8-18 0,4 8 138 0,2-8-79 16,-3-8-72-16,3-1-47 0,-10-4-58 0,7 0 15 0,0-6-83 16,-4 0-25-16,-11 3-1 0,14-15 0 0,1-3-15 15,-7-4-81-15,-5 6-109 0,3-8-260 0,0 0-275 16,-3-7-657-16,-3 14 487 0,-1-1-289 0,1-1-1360 15</inkml:trace>
  <inkml:trace contextRef="#ctx0" brushRef="#br0" timeOffset="-203160.71">29042 12397 922 0,'3'-9'379'0,"-6"3"-116"0,-1-2 113 0,2 2-32 16,-13-4-105-16,-9 7-101 0,9 1-38 0,-8-1 76 16,-3 6 34-16,-10 2 17 0,13 3-115 0,-10 0 21 0,1 10-3 15,5 6-11-15,4-6-64 0,-7 17-7 0,10-8-10 16,2 7 1-16,6-10-8 0,3 12 11 0,-3 8 9 16,9-13-18-16,1-7-9 0,4 7-3 0,5-1-5 15,8 1-9-15,-3-15-8 0,2 8-5 0,6-3-1 16,4-3-1-16,3-1 7 0,0-10 15 0,2 2 17 15,-4-4 42-15,6-5 21 0,-11-3-4 0,16-8 92 16,-7 4 17-16,-3-6 21 0,-8 2-43 0,5-8 43 0,7-7 85 16,-9 5-23-16,-6 4-66 0,5-3 62 15,-4-4-9-15,-2-5 25 0,-6 10-139 0,-1-10 10 0,-4 3-64 16,-3-9-45-16,-3 15-66 0,-6-7-35 0,-1 0-83 16,0 4-96-16,-6-1-171 0,5 8-60 0,-8-3-285 15,2-1-248-15,0 0-84 0,5 10 324 0,-6-4-171 16,1-1-938-16</inkml:trace>
  <inkml:trace contextRef="#ctx0" brushRef="#br0" timeOffset="-202390.77">30179 12377 387 0,'12'-19'1745'16,"-10"11"-1070"-16,8-2 44 0,-8 1-285 0,1-4-22 0,0 0-4 15,-3 13-146-15,0-11-66 0,4 9 44 16,-4 2-36-16,0 0-7 0,0 0-66 0,0 0-11 0,-4 0-49 16,8 0-36-16,-4 0-33 0,-4 0-11 0,8 0-1 15,-4 0-1-15,0 0 3 0,-7 10-2 0,4 4-2 16,3-1 10-16,0 6 2 0,0 1 2 0,-2 2 2 16,2 4 2-16,0-2 2 0,0-10-2 0,0 4-1 15,0-10-1-15,0 18-1 0,-3-10-1 0,3-5-2 16,0 10-1-16,-9 0 1 0,6-8 0 0,-6 0 0 0,1 0 0 15,-14 9-3-15,8-11 0 0,-6 2-1 0,-4-2 3 16,-3-2 1-16,10-3 0 0,-7 2 36 0,4-5 31 16,8 0 9-16,-10-1 18 0,14 0 53 0,-10-2 16 15,0-4 19-15,6-2 10 0,4 3-85 0,-6-8 26 16,7 4-19-16,-1-4-48 0,1-2-1 0,5 5-25 16,-1-5-13-16,0-3-4 0,6 11-3 0,0-12-1 0,2 4-13 15,-5 6-10-15,9-1-2 0,1-3-2 0,-8 11 0 16,4-5-2-16,0 0 3 0,-6 5 1 0,0 0-3 15,12-3 4-15,-9 0 0 0,-3 6-4 0,3 5-15 16,-1 3-8-16,-2 4 14 0,-2 3-2 0,-1 4-3 16,0 7 2-16,-3-8 23 0,3-3 6 0,-2 9 7 15,-2-1-3-15,-1 7 6 0,-1-15-10 0,-6 6-4 16,3 4 0-16,-8 10-1 0,11-19-8 0,-9 10 2 0,-3-1-4 16,1 5 9-16,1-4 11 0,-1-3-4 0,-7 3 2 15,1-3 8-15,11-4-5 0,-12 4-12 0,7-8-87 16,6 4-109-16,2-9-36 0,0 3-269 0,6-6-477 15,-3 4-72-15,4-4-63 0,2-7 334 0,6-3-457 16</inkml:trace>
  <inkml:trace contextRef="#ctx0" brushRef="#br0" timeOffset="-201777.41">31231 11956 949 0,'3'0'566'0,"9"-5"-40"0,-12 5 12 15,0 0 30-15,0 0-347 0,0-9-15 0,-3 2-82 16,-3 7-50-16,-6-3-10 0,-6 0-5 0,6 3-1 16,-17 0-13-16,5-5-27 0,4 5-4 0,-7 0 18 15,3-2 8-15,1 2 34 0,9 0 2 0,-10-4 71 16,14 4-6-16,-10 0 16 0,11-2-37 0,-3 2 67 16,-3 0-35-16,13-2-41 0,-6 2-37 0,4 0 5 0,1 0-21 15,6 0-34-15,-3 0-18 0,0 0-9 0,-11 8-5 16,7-1-5-16,1 2 6 0,1 6 0 0,-1 3-1 15,0 4-1-15,3 7 0 0,0-8 1 0,0 8-2 16,-4 6 4-16,4 9 49 0,0-14-9 0,0 10 19 16,-2 2 15-16,2 0 19 0,-3 3 2 0,3-3 1 0,0 6-35 15,-3-3-5-15,3-16-15 0,-4 21 9 0,4-13-17 16,0-2-1-16,-2-6-13 0,2-3 1 0,0 11 5 16,0-10-5-16,0-8-5 0,0 4-1 0,0 3-5 15,0-7-9-15,2-1-101 0,-2-14-88 0,0 14-281 16,0-2-300-16,0-14-239 0,0 6 327 0,0-3-293 15,0-5-870-15</inkml:trace>
  <inkml:trace contextRef="#ctx0" brushRef="#br0" timeOffset="-201580.93">31231 12557 99 0,'3'0'1705'0,"-3"0"-855"0,9-11-27 16,-6 9 45-16,-3 2-115 0,-7-9-412 0,5 4-63 0,-4-1-80 15,-3-4-35-15,-8 7-53 0,5-2-1 0,-24-3 36 16,10 8-43-16,0 0-41 0,-13 0 3 0,-3 0-29 16,-11 2-54-16,18 2-47 0,-13 1-62 0,-1 0-133 15,5 5-180-15,-15 1-394 0,18-5 196 0,-7 1-310 16,1 2 52-16,1-2-210 0,10-1-160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C2CC55-5351-4FAB-9733-D952B7D43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509A5A3-415E-4478-9803-9056D15B8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31B0AE-19D7-4D52-922C-ABDC7A2D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1B4D8B-231E-469E-8801-6D5C0643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A1B733-FF8D-4126-ADA3-EDC24DDE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45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0EE97-488D-4401-B8B9-F34035891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1D2C89-704B-4041-B771-9290BFB0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1873B9-1256-49A9-A9D8-2D14B305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52037D-5F53-4205-9017-60B79073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377B07-0FC9-4DBD-96F2-D1CC0212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48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059CC6-77D9-4288-8567-AC15C4DCC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F41DC5-265D-4F43-A648-05CC6E5BA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2825AC-8D61-4A9E-BC04-88DA9C87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FE8DED-DC6C-4D5A-A27B-533AF2DE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BBD690-4010-41C3-A8F1-9478C5D0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2226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5003BB-00C3-4486-93EF-E4338FC3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CB6846-0206-4962-BE63-7728D327D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C6ECEB-274D-42BE-B037-445C97C5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5A8D18-3118-4326-9579-8F0D3022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5BE932-0E12-4F39-B1C6-49C17686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591130-3A9A-4CFA-9D46-859B4C3C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07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D5ECDC-77CC-4B95-B0D2-3080102E5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938371-FEBC-49CF-8ACC-3B846B4E1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DCA4DC-2433-439F-85B6-F3DE0768B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D499759-EED5-4408-A495-4D5938ABB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DC8B2EC-06D6-4E49-861B-B427AA6C4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799F449-6C3F-4C2C-8AA2-68616F39F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ED5EA5D-36FB-4B8B-8072-5781AA51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41FC367-E089-4EFB-861E-65B932949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066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636DCA-FC29-4A00-AF47-DE83E0F1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634AB6A-5F6A-4D92-8C0C-1B5C3D8C9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248EABF-C047-44BE-9420-3E996BB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179E3B1-4C06-47DC-849B-330E0314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27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01BFCF4-029D-489A-85DA-C0A20F4E6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1C44BB3-6A97-463E-B2C8-1F5F2BF0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F03672-F2B2-4A1D-846A-0D241D98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847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681BC4-E548-4D26-BF75-D6A6BC28D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DD49F1-D01F-4070-98DC-6435D3F88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9F980C-4FB6-4B8E-8372-E75877C76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313D92-6547-47B8-956F-4FB2D870A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89C2A1-6EC8-48E5-9E4A-17E6E4A2F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0CFCCF-1070-4068-9CF6-9A5A0ADF0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0166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BBBCFD-8930-4538-BCFD-7FF1416CD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262DD24-6BFB-4BEC-99CE-7EE40ACD7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F06C359-12CE-4BC7-8D9B-7BE3ABDDA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079443-5D12-4C53-B4BA-185733025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F5C79B-B7C6-4530-9454-2D8B1A9F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F84A12-BFDB-4147-ACAE-E6556E46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4021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C568F5-1B61-41D3-BBA3-3471BB96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A3FD8DC-4C69-47F6-B614-32C2BF3CE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261438-9A2D-47EA-A22A-14B8EC95A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4BE54E-2E13-4BDD-A7ED-2729DE2A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198C96-B4BC-4CA7-98C4-0E76FD936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11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07A5359-6E0C-4864-8ED1-7D2E4AC22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486B41-A426-49FA-A76B-EE7C4938D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8096C6-F9D0-41A3-8082-360341788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CDA1-6907-440D-9F56-D0017B9C9FD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767149-EF81-45EF-B8D3-FC099B4D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A5F83F-5E8B-453C-9BCD-8028CFA7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695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0DB9F7F-EB3E-4F92-9430-DC935C09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A500FF-D5AC-4658-A46D-292E5A6CC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56240E-320E-4EE3-9D2B-802D56289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5CDA1-6907-440D-9F56-D0017B9C9FD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FB3149-9859-4EAE-91AA-F54F41564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220FB1-6475-4905-A4AB-57FF443AB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C2A67-A33A-4A48-93D0-5272249C3C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9099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customXml" Target="../ink/ink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customXml" Target="../ink/ink16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F0983DE-93FC-4AEC-AB92-69721F2BE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2" y="0"/>
            <a:ext cx="11987092" cy="6686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4E5197-F8F6-46D6-86B5-3154A5D795DB}"/>
              </a:ext>
            </a:extLst>
          </p:cNvPr>
          <p:cNvSpPr/>
          <p:nvPr/>
        </p:nvSpPr>
        <p:spPr>
          <a:xfrm>
            <a:off x="4362450" y="6172200"/>
            <a:ext cx="7671814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362649-E0EA-4E06-B35A-CB53AD6A32E2}"/>
              </a:ext>
            </a:extLst>
          </p:cNvPr>
          <p:cNvSpPr/>
          <p:nvPr/>
        </p:nvSpPr>
        <p:spPr>
          <a:xfrm>
            <a:off x="1758462" y="2559001"/>
            <a:ext cx="1453014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10D96C-0214-42F3-8B49-7E6A6F3B9388}"/>
              </a:ext>
            </a:extLst>
          </p:cNvPr>
          <p:cNvSpPr/>
          <p:nvPr/>
        </p:nvSpPr>
        <p:spPr>
          <a:xfrm>
            <a:off x="1487927" y="2505670"/>
            <a:ext cx="17235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MA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2018</a:t>
            </a:r>
            <a:endParaRPr lang="fr-FR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9C154A-16C5-488C-8101-8AFE32E4AEEF}"/>
              </a:ext>
            </a:extLst>
          </p:cNvPr>
          <p:cNvSpPr/>
          <p:nvPr/>
        </p:nvSpPr>
        <p:spPr>
          <a:xfrm>
            <a:off x="658838" y="4077872"/>
            <a:ext cx="30691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D6ACB4D-CEDC-4F8B-9CD1-60ED5DD08F69}"/>
              </a:ext>
            </a:extLst>
          </p:cNvPr>
          <p:cNvSpPr txBox="1"/>
          <p:nvPr/>
        </p:nvSpPr>
        <p:spPr>
          <a:xfrm>
            <a:off x="467069" y="4064567"/>
            <a:ext cx="3368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MA" sz="2800" dirty="0">
                <a:solidFill>
                  <a:srgbClr val="0070C0"/>
                </a:solidFill>
              </a:rPr>
              <a:t>استقبال موجة مضمنة الوسع</a:t>
            </a:r>
            <a:endParaRPr lang="fr-FR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77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C62C4B4-E259-435E-B91E-27666A961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89" y="53075"/>
            <a:ext cx="10844213" cy="65024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DADDE1FD-73EE-42E2-9BE7-19A6C2B47AB7}"/>
                  </a:ext>
                </a:extLst>
              </p14:cNvPr>
              <p14:cNvContentPartPr/>
              <p14:nvPr/>
            </p14:nvContentPartPr>
            <p14:xfrm>
              <a:off x="1558800" y="2364840"/>
              <a:ext cx="9676080" cy="353628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DADDE1FD-73EE-42E2-9BE7-19A6C2B47A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9440" y="2355480"/>
                <a:ext cx="9694800" cy="355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286644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4A36B0-9799-455E-A5D8-86F1935CD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30" y="579852"/>
            <a:ext cx="11728370" cy="53780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C085E1-2EFD-4C57-8330-BD0BCF51CF07}"/>
              </a:ext>
            </a:extLst>
          </p:cNvPr>
          <p:cNvSpPr/>
          <p:nvPr/>
        </p:nvSpPr>
        <p:spPr>
          <a:xfrm>
            <a:off x="5934624" y="1636689"/>
            <a:ext cx="5486400" cy="857250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99C0C3BA-0D87-4B61-A095-6DCDFDAA5261}"/>
                  </a:ext>
                </a:extLst>
              </p14:cNvPr>
              <p14:cNvContentPartPr/>
              <p14:nvPr/>
            </p14:nvContentPartPr>
            <p14:xfrm>
              <a:off x="2595240" y="688680"/>
              <a:ext cx="7556760" cy="350568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99C0C3BA-0D87-4B61-A095-6DCDFDAA52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5880" y="679320"/>
                <a:ext cx="7575480" cy="352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886452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80357B-4227-4842-9E63-AF864C9550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60" t="51918" r="67365"/>
          <a:stretch/>
        </p:blipFill>
        <p:spPr>
          <a:xfrm>
            <a:off x="3688080" y="344302"/>
            <a:ext cx="4815840" cy="532497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78474FBF-BBA6-4D4D-BBCC-6D5614DD87BB}"/>
                  </a:ext>
                </a:extLst>
              </p14:cNvPr>
              <p14:cNvContentPartPr/>
              <p14:nvPr/>
            </p14:nvContentPartPr>
            <p14:xfrm>
              <a:off x="4452840" y="802800"/>
              <a:ext cx="3936240" cy="343584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78474FBF-BBA6-4D4D-BBCC-6D5614DD87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3480" y="793440"/>
                <a:ext cx="3954960" cy="345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215605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4A36B0-9799-455E-A5D8-86F1935CD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30" y="579852"/>
            <a:ext cx="11728370" cy="53780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C085E1-2EFD-4C57-8330-BD0BCF51CF07}"/>
              </a:ext>
            </a:extLst>
          </p:cNvPr>
          <p:cNvSpPr/>
          <p:nvPr/>
        </p:nvSpPr>
        <p:spPr>
          <a:xfrm>
            <a:off x="5934624" y="2419642"/>
            <a:ext cx="5486400" cy="777683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D55F532C-D65B-47EA-BA51-F894B7375745}"/>
                  </a:ext>
                </a:extLst>
              </p14:cNvPr>
              <p14:cNvContentPartPr/>
              <p14:nvPr/>
            </p14:nvContentPartPr>
            <p14:xfrm>
              <a:off x="9226800" y="2783880"/>
              <a:ext cx="1141920" cy="41580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D55F532C-D65B-47EA-BA51-F894B73757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17440" y="2774520"/>
                <a:ext cx="1160640" cy="43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642631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F09E7B45-C113-4D62-A727-C7BDB47FA391}"/>
                  </a:ext>
                </a:extLst>
              </p14:cNvPr>
              <p14:cNvContentPartPr/>
              <p14:nvPr/>
            </p14:nvContentPartPr>
            <p14:xfrm>
              <a:off x="2706480" y="482400"/>
              <a:ext cx="8308080" cy="606924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F09E7B45-C113-4D62-A727-C7BDB47FA3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7120" y="473040"/>
                <a:ext cx="8326800" cy="608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220501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4A36B0-9799-455E-A5D8-86F1935CD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30" y="579852"/>
            <a:ext cx="11728370" cy="53780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C085E1-2EFD-4C57-8330-BD0BCF51CF07}"/>
              </a:ext>
            </a:extLst>
          </p:cNvPr>
          <p:cNvSpPr/>
          <p:nvPr/>
        </p:nvSpPr>
        <p:spPr>
          <a:xfrm>
            <a:off x="5655212" y="3212597"/>
            <a:ext cx="5751744" cy="1528214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412547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24650966-F1C1-4334-B26F-3811DBB4D413}"/>
                  </a:ext>
                </a:extLst>
              </p14:cNvPr>
              <p14:cNvContentPartPr/>
              <p14:nvPr/>
            </p14:nvContentPartPr>
            <p14:xfrm>
              <a:off x="3009240" y="24480"/>
              <a:ext cx="7737840" cy="563004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24650966-F1C1-4334-B26F-3811DBB4D4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99880" y="15120"/>
                <a:ext cx="7756560" cy="564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239691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4A36B0-9799-455E-A5D8-86F1935CD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30" y="579852"/>
            <a:ext cx="11728370" cy="53780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C085E1-2EFD-4C57-8330-BD0BCF51CF07}"/>
              </a:ext>
            </a:extLst>
          </p:cNvPr>
          <p:cNvSpPr/>
          <p:nvPr/>
        </p:nvSpPr>
        <p:spPr>
          <a:xfrm>
            <a:off x="3193366" y="4754879"/>
            <a:ext cx="8213590" cy="422029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5C15F3E5-C5D1-4C74-9F37-014D2FCC6BD7}"/>
                  </a:ext>
                </a:extLst>
              </p14:cNvPr>
              <p14:cNvContentPartPr/>
              <p14:nvPr/>
            </p14:nvContentPartPr>
            <p14:xfrm>
              <a:off x="862200" y="1785960"/>
              <a:ext cx="2089800" cy="413316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5C15F3E5-C5D1-4C74-9F37-014D2FCC6B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2840" y="1776600"/>
                <a:ext cx="2108520" cy="41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B603E574-EFA7-4E40-8CCF-ACB2341B06FA}"/>
                  </a:ext>
                </a:extLst>
              </p14:cNvPr>
              <p14:cNvContentPartPr/>
              <p14:nvPr/>
            </p14:nvContentPartPr>
            <p14:xfrm>
              <a:off x="2295000" y="5120640"/>
              <a:ext cx="2466360" cy="1161360"/>
            </p14:xfrm>
          </p:contentPart>
        </mc:Choice>
        <mc:Fallback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B603E574-EFA7-4E40-8CCF-ACB2341B06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5640" y="5111280"/>
                <a:ext cx="2485080" cy="118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155384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27926F5C-7AD8-436C-A8AD-D5BEF69DD985}"/>
                  </a:ext>
                </a:extLst>
              </p14:cNvPr>
              <p14:cNvContentPartPr/>
              <p14:nvPr/>
            </p14:nvContentPartPr>
            <p14:xfrm>
              <a:off x="2229120" y="414360"/>
              <a:ext cx="8093880" cy="443376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27926F5C-7AD8-436C-A8AD-D5BEF69DD9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9760" y="405000"/>
                <a:ext cx="8112600" cy="445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F0B2A49C-6BCD-4672-8F66-64A5B7B66CC3}"/>
                  </a:ext>
                </a:extLst>
              </p14:cNvPr>
              <p14:cNvContentPartPr/>
              <p14:nvPr/>
            </p14:nvContentPartPr>
            <p14:xfrm>
              <a:off x="3924360" y="5139360"/>
              <a:ext cx="6488280" cy="639360"/>
            </p14:xfrm>
          </p:contentPart>
        </mc:Choice>
        <mc:Fallback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F0B2A49C-6BCD-4672-8F66-64A5B7B66C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15000" y="5130000"/>
                <a:ext cx="6507000" cy="65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331159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4A36B0-9799-455E-A5D8-86F1935CD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30" y="579852"/>
            <a:ext cx="11728370" cy="53780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C085E1-2EFD-4C57-8330-BD0BCF51CF07}"/>
              </a:ext>
            </a:extLst>
          </p:cNvPr>
          <p:cNvSpPr/>
          <p:nvPr/>
        </p:nvSpPr>
        <p:spPr>
          <a:xfrm>
            <a:off x="3193366" y="5148775"/>
            <a:ext cx="8213590" cy="422029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584995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B4617DA-8402-4444-9B36-08BD0E3637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62" t="14067" r="57534" b="27863"/>
          <a:stretch/>
        </p:blipFill>
        <p:spPr>
          <a:xfrm>
            <a:off x="2419643" y="355048"/>
            <a:ext cx="7984303" cy="57925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B2FA9763-66F4-4EDA-9F21-0E7089D7709F}"/>
                  </a:ext>
                </a:extLst>
              </p14:cNvPr>
              <p14:cNvContentPartPr/>
              <p14:nvPr/>
            </p14:nvContentPartPr>
            <p14:xfrm>
              <a:off x="3624480" y="1587600"/>
              <a:ext cx="1400040" cy="3882600"/>
            </p14:xfrm>
          </p:contentPart>
        </mc:Choice>
        <mc:Fallback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B2FA9763-66F4-4EDA-9F21-0E7089D770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5120" y="1578240"/>
                <a:ext cx="1418760" cy="390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6219984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C06C518F-4FA5-4D32-8602-E3AD14F84098}"/>
                  </a:ext>
                </a:extLst>
              </p14:cNvPr>
              <p14:cNvContentPartPr/>
              <p14:nvPr/>
            </p14:nvContentPartPr>
            <p14:xfrm>
              <a:off x="3538440" y="649440"/>
              <a:ext cx="7324200" cy="502668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C06C518F-4FA5-4D32-8602-E3AD14F840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9080" y="640080"/>
                <a:ext cx="7342920" cy="504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911555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4A36B0-9799-455E-A5D8-86F1935CD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30" y="579852"/>
            <a:ext cx="11728370" cy="53780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C085E1-2EFD-4C57-8330-BD0BCF51CF07}"/>
              </a:ext>
            </a:extLst>
          </p:cNvPr>
          <p:cNvSpPr/>
          <p:nvPr/>
        </p:nvSpPr>
        <p:spPr>
          <a:xfrm>
            <a:off x="3193366" y="5514536"/>
            <a:ext cx="8213590" cy="422029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73248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4CC5771F-AA5A-4720-AA93-C4813D66BA08}"/>
                  </a:ext>
                </a:extLst>
              </p14:cNvPr>
              <p14:cNvContentPartPr/>
              <p14:nvPr/>
            </p14:nvContentPartPr>
            <p14:xfrm>
              <a:off x="2611080" y="221760"/>
              <a:ext cx="8925840" cy="531180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4CC5771F-AA5A-4720-AA93-C4813D66BA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1720" y="212400"/>
                <a:ext cx="8944560" cy="533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696969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6C3EC7E-0356-4FCB-BED1-DC06442EF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2" y="345377"/>
            <a:ext cx="11795220" cy="62101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C085E1-2EFD-4C57-8330-BD0BCF51CF07}"/>
              </a:ext>
            </a:extLst>
          </p:cNvPr>
          <p:cNvSpPr/>
          <p:nvPr/>
        </p:nvSpPr>
        <p:spPr>
          <a:xfrm>
            <a:off x="661182" y="4797084"/>
            <a:ext cx="10661368" cy="1195753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210737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cre 1">
                <a:extLst>
                  <a:ext uri="{FF2B5EF4-FFF2-40B4-BE49-F238E27FC236}">
                    <a16:creationId xmlns:a16="http://schemas.microsoft.com/office/drawing/2014/main" id="{DD5EC98C-0F68-4291-AD9C-B4716DB18345}"/>
                  </a:ext>
                </a:extLst>
              </p14:cNvPr>
              <p14:cNvContentPartPr/>
              <p14:nvPr/>
            </p14:nvContentPartPr>
            <p14:xfrm>
              <a:off x="312480" y="724320"/>
              <a:ext cx="11253240" cy="5922360"/>
            </p14:xfrm>
          </p:contentPart>
        </mc:Choice>
        <mc:Fallback>
          <p:pic>
            <p:nvPicPr>
              <p:cNvPr id="2" name="Encre 1">
                <a:extLst>
                  <a:ext uri="{FF2B5EF4-FFF2-40B4-BE49-F238E27FC236}">
                    <a16:creationId xmlns:a16="http://schemas.microsoft.com/office/drawing/2014/main" id="{DD5EC98C-0F68-4291-AD9C-B4716DB183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120" y="714960"/>
                <a:ext cx="11271960" cy="594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613675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14A7F89-AC28-4169-96F5-C4483585A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78" y="334217"/>
            <a:ext cx="11822444" cy="34533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FDC518-DA4E-45C3-930E-31530F79520A}"/>
              </a:ext>
            </a:extLst>
          </p:cNvPr>
          <p:cNvSpPr/>
          <p:nvPr/>
        </p:nvSpPr>
        <p:spPr>
          <a:xfrm>
            <a:off x="9439422" y="6555545"/>
            <a:ext cx="2264898" cy="302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C085E1-2EFD-4C57-8330-BD0BCF51CF07}"/>
              </a:ext>
            </a:extLst>
          </p:cNvPr>
          <p:cNvSpPr/>
          <p:nvPr/>
        </p:nvSpPr>
        <p:spPr>
          <a:xfrm>
            <a:off x="365756" y="390489"/>
            <a:ext cx="10863976" cy="861536"/>
          </a:xfrm>
          <a:prstGeom prst="roundRect">
            <a:avLst/>
          </a:prstGeom>
          <a:solidFill>
            <a:srgbClr val="FFFF00">
              <a:alpha val="3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52D582FF-7EBA-40C7-B438-DC6419C77CB5}"/>
                  </a:ext>
                </a:extLst>
              </p14:cNvPr>
              <p14:cNvContentPartPr/>
              <p14:nvPr/>
            </p14:nvContentPartPr>
            <p14:xfrm>
              <a:off x="4898880" y="4312800"/>
              <a:ext cx="3629160" cy="2021400"/>
            </p14:xfrm>
          </p:contentPart>
        </mc:Choice>
        <mc:Fallback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52D582FF-7EBA-40C7-B438-DC6419C77C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9520" y="4303440"/>
                <a:ext cx="3647880" cy="20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939EFC76-2E92-42B4-AE7A-0FEB692985A6}"/>
                  </a:ext>
                </a:extLst>
              </p14:cNvPr>
              <p14:cNvContentPartPr/>
              <p14:nvPr/>
            </p14:nvContentPartPr>
            <p14:xfrm>
              <a:off x="3808800" y="3689640"/>
              <a:ext cx="1094760" cy="158400"/>
            </p14:xfrm>
          </p:contentPart>
        </mc:Choice>
        <mc:Fallback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939EFC76-2E92-42B4-AE7A-0FEB692985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99440" y="3680280"/>
                <a:ext cx="1113480" cy="17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179049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D6978ADF-130B-4211-9883-68127CF4D5FD}"/>
                  </a:ext>
                </a:extLst>
              </p14:cNvPr>
              <p14:cNvContentPartPr/>
              <p14:nvPr/>
            </p14:nvContentPartPr>
            <p14:xfrm>
              <a:off x="430200" y="32040"/>
              <a:ext cx="11054160" cy="4863600"/>
            </p14:xfrm>
          </p:contentPart>
        </mc:Choice>
        <mc:Fallback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D6978ADF-130B-4211-9883-68127CF4D5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0840" y="22680"/>
                <a:ext cx="11072880" cy="488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52015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5</Words>
  <Application>Microsoft Office PowerPoint</Application>
  <PresentationFormat>Grand écran</PresentationFormat>
  <Paragraphs>2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mohamed.ez-ziymy</dc:creator>
  <cp:lastModifiedBy>mohamed.ez-ziymy</cp:lastModifiedBy>
  <cp:revision>23</cp:revision>
  <dcterms:created xsi:type="dcterms:W3CDTF">2026-02-25T15:02:35Z</dcterms:created>
  <dcterms:modified xsi:type="dcterms:W3CDTF">2026-03-01T00:04:49Z</dcterms:modified>
</cp:coreProperties>
</file>