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58" r:id="rId5"/>
    <p:sldId id="261" r:id="rId6"/>
    <p:sldId id="262" r:id="rId7"/>
    <p:sldId id="260" r:id="rId8"/>
    <p:sldId id="263" r:id="rId9"/>
    <p:sldId id="264" r:id="rId10"/>
    <p:sldId id="266" r:id="rId11"/>
    <p:sldId id="265" r:id="rId12"/>
    <p:sldId id="267" r:id="rId13"/>
    <p:sldId id="268" r:id="rId14"/>
    <p:sldId id="269" r:id="rId15"/>
    <p:sldId id="270" r:id="rId16"/>
    <p:sldId id="271" r:id="rId17"/>
    <p:sldId id="272" r:id="rId18"/>
    <p:sldId id="276" r:id="rId19"/>
    <p:sldId id="273" r:id="rId20"/>
    <p:sldId id="275" r:id="rId21"/>
    <p:sldId id="274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D6C6C"/>
    <a:srgbClr val="A80303"/>
    <a:srgbClr val="0D28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400" units="cm"/>
          <inkml:channel name="Y" type="integer" max="15875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2208.69556" units="1/cm"/>
          <inkml:channelProperty channel="Y" name="resolution" value="2204.86108" units="1/cm"/>
          <inkml:channelProperty channel="F" name="resolution" value="0.00114" units="1/dev"/>
          <inkml:channelProperty channel="T" name="resolution" value="1" units="1/dev"/>
        </inkml:channelProperties>
      </inkml:inkSource>
      <inkml:timestamp xml:id="ts0" timeString="2026-03-01T13:22:38.94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12718 5558 40 0,'4'3'700'0,"-4"-3"-419"0,-4-3 147 15,8 6-88-15,-4-3-49 0,0 0-154 0,0 0-13 16,0 0-31-16,0-3 49 0,3-5-5 0,-3 6 49 16,0-1 57-16,0 6-50 0,0-3-2 0,0 0-63 15,0-3-13-15,0 6-23 0,0-6-23 0,0 3-30 16,0 3 3-16,0-3-13 0,0 0-17 0,0 0-13 0,0 0-2 15,0 0-4-15,15 8 5 0,-15-8 9 0,0 0 10 16,0 0 1-16,0 0 3 0,0 0-2 0,0 2 24 16,9 7-7-16,-9-9-9 0,0 0-8 0,0 0 17 15,0 0 7-15,0 0 0 0,3 0-11 0,9 0 20 16,-12 0 25-16,10-4-19 0,0 2-4 0,2-1-23 16,-7 3 4-16,7-2-3 0,0-4-18 0,-9 6-9 0,6-5 0 15,6 3-1-15,-3-4-1 0,-12 6-1 0,12-5 2 16,-4 5 0-16,4-2-2 0,2 2 0 0,-11 0 3 15,6-4 0-15,3 2 0 0,6-1-4 0,-6 1 0 16,-4-1 3-16,10 0-2 0,-15 0 0 0,12-1-3 16,2 1 1-16,-5-3-1 0,0 4 5 0,3-3-3 15,-1 1-2-15,-4 0-3 0,10 1 4 0,-18 1 0 0,10-2-4 16,3-1-5-16,-6 5 5 0,-3-2 2 0,6-4-1 16,-10 6 0-16,10-2 6 0,-9 2 3 0,0-3 5 15,9 3 2-15,2-2 4 0,-10-1-6 0,7 3 2 16,-2-6-9-16,1 4-12 0,0 2-5 0,-10 0 2 15,15-2-2-15,-6-2 3 0,-2 4-1 0,-2 0 9 16,10-2 6-16,-3-1 1 0,-6 3-3 0,8-2-7 16,-2-1-2-16,-5 3-1 0,8 0 2 0,-10-3 0 0,4 3-5 15,-1-3 2-15,4 1 8 0,-12 2 2 0,18 0 4 16,-6-2 3-16,-3 2 0 0,-1 0 2 0,1-3 2 16,6 0-2-16,2 0-9 0,-7 1-3 0,-1-1 3 15,8 3 1-15,-5 0-3 0,0-2-3 0,3 2 2 16,-7-4 4-16,4 2-1 0,3 0-5 0,-6-1 0 15,-4 3 2-15,10-2 3 0,-3 2-2 0,-3-4 1 0,9 4 0 16,-6-2 0-16,0-1 0 0,5 1-2 16,0 0-1-16,-5-4-1 0,6 1-1 0,-9 5 2 0,11-6-1 15,1 1-1-15,-10 3 1 0,1-1 0 0,9-5 0 16,-3 5 1-16,-4-3 1 0,1 4-2 0,-3 2-2 16,5-5 1-16,5 2 5 0,-10 0 1 0,-4 3 4 15,6-5 9-15,-4 5 2 0,5-6-5 0,-3 4-5 0,-7 2-2 16,10-2 1-16,-1-1-8 0,-7 3-5 0,8 0 0 15,-7 0 9-15,1 0 0 0,3 0 2 0,0 0-6 16,-7 0 0-16,7 0 0 0,-4 0-2 0,2 3-1 16,2-3 1-16,0 0 5 0,-10 0 3 0,13 0-5 15,0 0-1-15,-10 0 11 0,11 2-3 0,-11-2-1 16,5-2-4-16,7 4-2 0,-17-4 6 0,15 2-2 0,-10 2-7 16,7-2-2-16,3 0-2 0,-13 0 7 0,10 2 1 15,0-2 3-15,3 4 2 0,-3-4 0 16,0 0 3-16,-4 0 0 0,1 2 0 0,6-2-1 0,-6 0-3 15,2 0 5-15,-2 0 2 0,-2 3-11 0,10-3-1 16,-9 0-2-16,2 0-3 0,2 0 3 0,-4 0-6 16,8 0-2-16,-6 0 12 0,2 0-1 0,-5 0 3 15,10 0 0-15,-2-3-1 0,-10 3-2 0,-1 0 1 16,16 0-1-16,-2 0 3 0,-6 0-1 0,0 3 2 0,0-3 5 16,0 0-4-16,8 0 1 0,-3 0 0 0,-5 0 0 15,10 0-7-15,-5 0-6 0,-12-3 0 0,14 3 2 16,-8-2-1-16,-2 2-2 0,6-6 2 0,-1 4 4 15,-8-1 0-15,12 3-3 0,-3-6 1 0,-10 4 1 16,10-1-2-16,-15 1 2 0,19 0 1 0,-19 2 3 16,10-4 2-16,-3 4 2 0,-7 0 2 0,5 4-5 0,2-2 4 15,-7-2-6-15,11 7 1 0,-5-3 3 0,-6-4-6 16,6 2-4-16,0 3 9 0,-6-5-6 0,8 2 4 16,-1 2-2-16,-7-4 0 0,5 2 8 0,5 3 0 15,-10-2-6-15,12 3 3 0,-12-6-5 0,10 8-2 16,-10-8-2-16,0 0-4 0,15 5 0 0,-15-3 5 15,0-2 3-15,12 11 4 0,-12-11 2 0,4 5-1 16,1 3 1-16,-5-8-1 0,6 5-1 0,0-1-2 16,2-2 0-16,2 0 1 0,-10-2 0 0,14 0 2 0,-14 0-1 15,18 0-1-15,-14 0-2 0,4 0-2 0,1 0-1 16,6 3 4-16,-3-1-2 0,-10-2 8 0,13 4 5 16,-10-2 2-16,5 1 7 0,10-1-7 0,-11 0-7 15,3 2 1-15,8-4-10 0,-11 2-4 0,6-2 1 16,0 0-1-16,-3 3 4 0,-3-3 4 0,6 0 3 0,-5 0 0 15,0-3-1-15,7 3-2 0,-7 0-1 0,7-2-4 16,4 2-4-16,-10 0 2 0,4-4 2 0,6 4 2 16,-4-2 1-16,-5 0 0 0,3 2 3 0,-3 0-1 15,12 0-4-15,-4 0-1 0,-5 0-2 0,-6 0 2 16,11 0 0-16,-3 2 5 0,-2-2 3 0,4 0-1 16,-11 0 4-16,13 0-1 0,2 0 1 0,-14-2-3 15,8 2-4-15,7-3 0 0,-4 3 0 0,-4 0 5 0,4 0 3 16,-8 0-4-16,20-2 4 0,-14-2-3 0,-4 4 4 15,17-7-6-15,-11 1-5 0,-5 1-2 0,11-3 0 16,-8 1-4-16,6-2-7 0,-7 4 1 0,5-1-16 16,0-1-80-16,5-1-168 0,-10 5-95 0,-5 1-63 15,-2-2-248-15,7 0-11 0,-2 4-135 0,-13 0 263 0</inkml:trace>
  <inkml:trace contextRef="#ctx0" brushRef="#br0" timeOffset="7670.49">27236 9320 370 0,'-19'9'291'0,"2"-7"-39"0,12-2-40 16,-17 0 80-16,10 3 21 0,4-6-137 0,-4 3-72 16,12 0 84-16,-14 0 81 0,11 0 78 0,3 0-122 15,-12-5 84-15,9 5 22 0,3 0 27 0,-2-3-39 16,4 6-70-16,-2-3-22 0,-2-3-36 0,4 6 3 0,-2-3-108 16,-2-3-19-16,4 6-41 0,-2-3-18 0,-2-3-12 15,7 3-7-15,7-3-1 0,0 1-1 0,-9 2 6 16,26 0-7-16,-12 0 5 0,5 0 2 0,-5 0 5 15,7 0-1-15,11 2 3 0,-3 1 1 0,-8 0 2 16,8 0 4-16,16-1 5 0,-11-2-1 0,-8 3-2 0,10-1-1 16,0 2-5-16,7-2-8 0,-19 0-2 0,9-2-8 15,-1 3-4-15,1-3-3 0,1 0-9 0,-13 0 10 16,6-3-27-16,-1 3-20 0,3 0-64 0,-8-2-16 16,0 2-114-16,-7-2-109 0,-7 2-38 0,4-4 66 15,-2 2-308-15,-6 2 65 0,-6 0-7 0,5-3 218 16,4-2-55-16</inkml:trace>
  <inkml:trace contextRef="#ctx0" brushRef="#br0" timeOffset="19439.02">1034 11440 65 0,'0'0'548'16,"0"0"-356"-16,-3 0 69 0,6 0 8 0,-3 0-23 0,-3 0-21 16,6 0-28-16,-3 0 66 0,-3 0 16 15,3 0-63-15,3 0 69 0,-6 0 44 0,6 0-110 0,-3 0-84 16,0 0-64-16,-3 0-12 0,6 0-3 0,-6 0-17 15,3 0-10-15,3 0-7 0,-3 0-7 0,0 0-3 16,0 0-10-16,0 0-2 0,-3 0-1 0,6 0 1 16,-3 0 0-16,0 0-2 0,0 0 1 0,0 0-1 15,5 3 0-15,2 0 0 0,-4-3 3 0,9 2 2 16,-12-2 15-16,2 0 13 0,13 2 10 0,-15-2 2 0,0 0-13 16,15 6 18-16,-18-6-28 0,8 0-32 0,7 3-5 15,-12-3-1-15,15-3-7 0,-6 3 2 0,-1-6 22 16,2 6 25-16,-5 0 14 0,14-2 7 0,1-3-8 15,-11 2-9-15,8-2 8 0,3 0-21 0,10 1-15 16,-16 0-1-16,10-5 0 0,-6 4-3 0,3-1-1 16,-1-1 0-16,7-1 5 0,-3 1 1 0,-4-2 0 0,-6 1-1 15,13 1 0-15,-3-4-2 0,-7 6 2 0,-10-1-1 16,18-5 1-16,-3-2 1 0,2 8 4 0,-4-3 2 16,-3 3-2-16,4-1 1 0,9 1-5 0,-6 0-1 15,-7 2-4-15,6 0 2 0,-4-1-3 0,7-2 2 16,-6 3 2-16,2 1 4 0,-5-1 1 0,3 3 2 0,-5-6-5 15,18 2 6-15,-10-1-4 0,-6 1-1 16,2-1-2-16,13-3-6 0,-6 6 4 0,-6-3 5 0,-8 5 0 16,3-6-4-16,12 3 0 0,-13 1 2 0,8-6 3 15,-17 8-5-15,16-8-5 0,2 2-8 0,4-4-7 16,-15 7 3-16,0 1-6 0,0-1-1 0,20-5 0 16,-15 8 26-16,-10-2 15 0,15 2 12 0,-7-3 1 15,6 1-8-15,-3-2 15 0,-3 2-17 0,-3-1-19 16,0 1-6-16,5 0-1 0,-5-2 7 0,8 4 5 0,-13 0-4 15,7 0 6-15,1 0 3 0,-3 0 8 0,-1 0-7 16,1 0 0-16,-6 0 1 0,12 0 0 0,6 0 4 16,-19 0-5-16,10 0-2 0,-1 0 0 0,1-2 3 15,-3 2-4-15,0-3 2 0,-4 3-1 0,7 0-2 16,-3 0-2-16,0-2-1 0,2-1-4 0,-4 3-4 16,-8 0 2-16,8-3-5 0,0 0-7 0,-6 3-9 0,8-2 3 15,-12 2-18-15,15 0-9 0,-10 0-79 0,5-2-41 16,-5 2-120-16,-5 0-105 0,0 0-174 0,0 0-225 15,0 0 320-15,0 0-89 0,0 0-321 0</inkml:trace>
  <inkml:trace contextRef="#ctx0" brushRef="#br0" timeOffset="28529.85">29557 13207 300 0,'0'0'473'0,"-3"3"-167"0,-6 3 94 16,9-6-116-16,-3 0-113 0,-6 2-15 0,9-2-65 0,0 0-16 15,-8 2-27-15,1-2 30 0,7 0 15 0,-2 0 42 16,-10 3-32-16,9-3 64 0,-5 0 18 0,-1 0-8 15,9 0-25-15,-15 3 40 0,15-6-17 0,-15 6 4 16,15-3-44-16,-12 0 60 0,10 0-41 0,-8 0 1 16,2 0-34-16,4-3 40 0,-13 0-33 0,17 3-28 15,-12-4-22-15,9 4 12 0,-9-6 0 0,10 6-34 0,-4-5-6 16,0 2-16-16,3 1 8 0,-14-2-11 0,2 2-18 16,11 0-10-16,-16 2 3 0,5 2-8 0,3-2-10 15,-5 2 2-15,5-2-1 0,-8 6 10 0,-4-3 10 16,9-3 1-16,-6 2 14 0,1 1 27 0,-4-3 31 15,7 3-20-15,-3-3 46 0,-4 3 24 0,-3-1 15 16,7 0-41-16,-7-2-8 0,0 0-11 0,-2 3-20 16,-10-3-29-16,15 0-28 0,-8 0-4 0,3 3 0 0,-10-3 5 15,17-3-4-15,-12 3 0 0,8 0-6 0,-12 0-3 16,17 0-5-16,-8 0-8 0,-1 0-5 0,4 0 0 16,2-3 1-16,-2 3 2 0,2 0 1 0,0-4 7 15,7 4 10-15,-7-3 6 0,-3 0 0 0,7 3 0 16,3 0 1-16,-13 0 6 0,6 0-5 0,0 0-5 15,4 3-4-15,-4 0-4 0,-2 1-2 0,3-1 1 0,-1-3-1 16,9 3 3-16,-17 2 7 0,11-2 3 16,-3 3-1-16,7-4-6 0,-10 3-1 0,4-3 0 0,-1 4-4 15,7-3-3-15,0-3-3 0,-7 2 8 0,14 0 7 16,-12 2 0-16,7-2 5 0,-12 1 6 0,6 2 2 16,6-5-9-16,7 3 2 0,-25 2 3 0,16-5-3 15,11 2-9-15,-12-2-2 0,6 4-4 0,1-2-7 0,-8 3 0 16,8-2 0-16,2-3-4 0,-12 6-4 0,-2-4 8 15,8 0 8-15,9-2 4 0,-12 3 2 0,-11 0 13 16,20 0-5-16,-2-1 5 0,-1-2 0 0,-9 5-1 16,6-5-8-16,-12 0-11 0,5 4-8 0,3-2-1 15,-4-2-2-15,2 0-1 0,-2 2-1 0,5-2 4 16,10 3 9-16,-22-3 0 0,9 2 3 0,1-2 3 16,-1 4 1-16,1-2 2 0,-4-2-1 0,0 3-1 15,4-3-1-15,2 2-3 0,-6 0-2 0,0-2 1 0,2 6 2 16,7-3 3-16,-12 2 4 0,3-2-4 0,4 0-1 15,1-1 0-15,9 0-2 0,-24 1-4 0,12 0 0 16,7 0 0-16,-6 2 4 0,-6 1 3 0,7-2 0 16,3-1-1-16,-7 0-2 0,-3 0-5 0,-5 2-1 15,11-3 1-15,-6-2-3 0,4 0 2 0,-10 0 6 16,6 0 10-16,7 0-1 0,-6 4 3 0,-4-4 6 0,-4 2 0 16,15-2-11-16,-10 0 1 0,6 0-4 0,-10 2 2 15,13 1-1-15,-5-1 3 0,5-2 2 0,-4 4 5 16,4-4-8-16,-1 0-13 0,4-4-4 0,7 4-2 15,-22-2-6-15,11-1-2 0,6 1 0 0,5 0 4 16,-2 2 14-16,-10-4-4 0,10 4 3 0,2-2-1 16,-9-1 0-16,11 1-4 0,1-1-2 0,2 3-5 0,-10-3-39 15,15 3-19-15,-2-3-102 0,-10-1-37 0,9 4-87 16,-9-9-52-16,9 9-445 0,-6-13 32 0,6 5-68 16,-1-2 234-16,2 4-138 0,-1-5-603 15</inkml:trace>
  <inkml:trace contextRef="#ctx0" brushRef="#br0" timeOffset="29895.24">21729 10080 360 0,'35'-2'566'0,"1"-1"-234"15,1 0 6-15,-7 0-84 0,23 1 96 0,-14-1-185 0,-7-3-43 16,-3 4-24-16,15 2 67 0,-8-2-52 0,-9 2-24 15,-5 0-47-15,14 0-4 0,3 0-7 0,-7 0-35 16,-8 2 1-16,8-4 14 0,12 4 15 0,-12-4 4 16,-5 2-7-16,9 0 1 0,-1-3-6 0,9 1-2 15,-8 2-8-15,8-4-19 0,0 2-13 0,0 2-6 16,12-5 1-16,-6 3 5 0,0-4 11 0,3 1 23 0,6-1 19 16,-11 1-4-16,4-1 12 0,-1 1 8 15,-2 0 2-15,2-1-26 0,-1 2-13 0,0-2 21 0,-4 1 0 16,-10 2-16-16,18-5-1 0,2 6-5 0,-10-3 23 15,-9 1-19-15,9-1-13 0,16 3-6 0,-18 0 6 16,-8 2-1-16,13 0 1 0,11 0-3 0,-1 0 1 16,-22 0 4-16,19 0 1 0,0 2-1 0,12 0-13 15,-9 3-32-15,-18-1 18 0,15-2-30 0,3 1-12 16,1-1-28-16,-23-2-14 0,11-2-112 0,-4-1-116 0,-5-3-105 16,-14 1 109-16,14-5-218 0,-7 2-129 0</inkml:trace>
  <inkml:trace contextRef="#ctx0" brushRef="#br0" timeOffset="40911.75">21269 14411 78 0,'0'0'273'0,"12"3"-97"0,-7-3-16 15,-5 0 27-15,0 0-52 0,12 5 31 0,-12-5 3 16,0 0 1-16,0 0-1 0,0 0-48 0,0 0 18 0,3-2 47 15,9-4-9-15,-12 6-47 0,0 0 50 0,0 0 63 16,0 0-29-16,0-3-39 0,9-1 24 0,-6 4-6 16,-3 0 29-16,3-3-44 0,6 3 5 0,-9 0-39 15,3 0-28-15,6 7-36 0,-6-7 27 0,-1 3-51 16,10 3-29-16,-12-6-12 0,15 2 8 0,-3-2-8 16,-4 0-6-16,13 0 1 0,-11 0 7 0,10-2 1 15,9-4 10-15,-8 3 2 0,-13 3 13 0,14-4 42 0,10 1 16 16,-8 6-25-16,-7-3-19 0,3 2 16 15,4 0-1-15,-4 1-31 0,-4-3-8 0,-1 0 14 0,0 0 5 16,7 0 1-16,-3 0-3 0,10 0-6 0,-6 0-5 16,-2 0-25-16,-3 3-11 0,8-3 0 0,-2-3-2 15,-16 3 3-15,10 0 0 0,-6 0-5 0,14 0-2 0,-16-3-10 16,4 3-53-16,-8-4-14 0,3 4-157 0,-4-6-240 16,5-2-129-16,-8 8 20 0,5-15-255 0,-4 6 46 15,-1-1-297-15,-2-4 146 0</inkml:trace>
  <inkml:trace contextRef="#ctx0" brushRef="#br0" timeOffset="53109.12">22519 15692 38 0,'0'0'507'0,"0"0"-73"0,-7 0-95 15,-5 0 34-15,12 0-105 0,0 0-137 0,-8-6 11 16,4 6-89-16,4 0-48 0,0 0 3 0,0 0 15 16,0 0 69-16,-14-4 110 0,14 4 1 0,0 0 89 15,0 0 35-15,0 0 20 0,0 0-7 0,0 0-66 16,0 0-70-16,0 0-48 0,0 0-73 0,0 0 8 16,0 0-46-16,0 0-14 0,0 0-17 0,0 0-2 0,0 0-8 15,4-3-3-15,6 0 3 0,-10 3 2 0,12 10 3 16,0-4 4-16,-5-1-1 0,4 4-3 0,-2-5 2 15,0 5-6-15,9-4-1 0,-16-5-2 0,13 4-5 16,9 5-4-16,-1-7-3 0,-5 1 2 0,5 3-4 16,8-2-5-16,-6-1 5 0,-6 0 4 0,3 0 1 15,5 2 5-15,-6-3-3 0,-3 2 5 0,2-2 6 16,6 0 4-16,1 3-4 0,-5-5 0 0,3 4 3 0,14 1 11 16,-7-3-9-16,4 2-6 0,-16-2-1 0,21 5 4 15,-8-3-2-15,-3-2-5 0,-8 3-3 0,8 3 2 16,3-3-2-16,-1 1 0 0,-11 1-3 0,14 4-8 15,-6-2 3-15,-2 0 1 0,-7 0 2 0,11 4-1 16,6-2 1-16,-4-1 4 0,-7-5 2 0,13 1 1 16,2-1-2-16,-2-5 2 0,-13 0-1 0,12 0 0 0,15-2-1 15,-9-1 3-15,4-3-1 0,-16 4 0 0,21-7 0 16,-6 5-6-16,0-1 1 0,-9 1 0 0,9 2 0 16,-8-3 3-16,-1 5-1 0,-11 0 2 0,15 0 6 15,-8 0-1-15,-2 0 0 0,-8 0-8 0,18-4-17 16,-6 4-23-16,-2 0-19 0,-10-2 7 0,20 0-72 15,-9-7-9-15,1 4-5 0,-9 1 25 0,22-10-125 0,-16 4 50 16,2-1-63-16,-14 0 31 0,14 0-123 0,-3-2-103 16,-11 2 39-16,-6 4-40 0,-10 5 92 0,13-7-134 15,-2 4 84-15</inkml:trace>
  <inkml:trace contextRef="#ctx0" brushRef="#br0" timeOffset="54287.97">17415 15308 185 0,'-3'-2'94'0,"-23"-11"-31"0,6 4-31 15,-2-1-52-15,8 2-62 0,2 0 29 0,-15-5-123 16</inkml:trace>
  <inkml:trace contextRef="#ctx0" brushRef="#br0" timeOffset="55325.2">14119 15790 29 0,'-15'2'508'16,"15"2"-103"-16,-12-4-65 0,12 2-82 0,0-2 70 15,0 0-19-15,-9 0-66 0,0 2-73 0,9-2 18 0,0 0 69 16,-11-4-43-16,7 4-9 0,4 0-60 0,-3 0 52 16,6 0-82-16,-8-4-22 0,-1-1-49 0,6 5-2 15,0 0-20-15,0 0-10 0,0 0-10 0,0 0-8 16,0 0-4-16,11 3-1 0,-7-1 4 0,7 4-1 16,13 5 3-16,-12-6 1 0,2-1-4 0,25 10-12 15,-7-6-5-15,4 0 5 0,-11-3 3 0,14 0-14 0,17 3-6 16,-9-3 35-16,6-1 24 0,-12-4-2 0,33-4 12 15,-6 2-9-15,-3-5 14 0,-13 1-14 0,40-8-11 16,-21 1-15-16,2 0 3 0,-14 6 3 0,33-10-8 16,-21 6 0-16,-3 4-3 0,-22 1 7 0,23-1-9 15,-11 1-5-15,-4 6 3 0,-17-3 16 0,26 6-11 16,-14-3 9-16,-5 0-3 0,-5 0-4 0,7 3-16 16,8-3-6-16,-10 0 4 0,-6-3-2 0,-6 3-5 0,10 0-27 15,-9-3 16-15,-8 3-7 0,-3-2-7 0,7 0-122 16,-5 2-37-16,-9 0-74 0,-3 0 5 0,5 0-233 15,1 0-62-15,-6 0 88 0,-10 0 191 0,-2 0-127 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400" units="cm"/>
          <inkml:channel name="Y" type="integer" max="15875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2208.69556" units="1/cm"/>
          <inkml:channelProperty channel="Y" name="resolution" value="2204.86108" units="1/cm"/>
          <inkml:channelProperty channel="F" name="resolution" value="0.00114" units="1/dev"/>
          <inkml:channelProperty channel="T" name="resolution" value="1" units="1/dev"/>
        </inkml:channelProperties>
      </inkml:inkSource>
      <inkml:timestamp xml:id="ts0" timeString="2026-03-01T14:10:26.03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15029 8422 33 0,'0'-4'580'0,"0"4"-260"0,0 0-11 0,0-5-41 16,2-6 36-16,-2 11-139 0,0 0-89 0,0 0-38 15,-2-7-6-15,2 1 3 0,0 6 22 0,0 0-5 16,-3-13 23-16,6 13 13 0,-3 0 26 0,0-13 15 16,0 10 48-16,0 3 4 0,5-10 9 0,-5 5-45 0,7-1 91 15,-5-1-68-15,-2 9 16 0,0-2-70 0,7-8 32 16,-4 3 10-16,-3 5 12 0,0 0-21 0,0 0-33 16,0 0 17-16,0 0-18 0,0 0-5 0,0 0-30 15,0 0-11-15,0 0-8 0,0 0-23 0,0 0-19 16,0 0 10-16,0 0-4 0,0 0-7 0,0 0-7 15,0 0-2-15,0 0-3 0,0 0-7 0,0 0-3 0,0 0-2 16,0 0 0-16,0 0 1 0,0 0 2 0,0 5 6 16,2 3 7-16,-4-6 2 0,2 12 3 0,0-10-2 15,0 7 9-15,2 2-8 0,-2 1-3 0,0-8-3 16,0 18-3-16,3-2-2 0,-3-2-2 0,0-5-3 16,3 7-10-16,-3 4 0 0,4-5 4 0,-4 0-3 15,0-3 0-15,2 6-1 0,1-2 9 0,-3-4 10 16,5 6 2-16,-1 2-5 0,-1-4 8 0,0-7-3 0,-1 7 3 15,5-2-1-15,-4 10-5 0,-1-14-1 0,1 6 0 16,4-4-6-16,-2 16 2 0,-2-7-4 0,1-9 2 16,1 1 3-16,-2 4 5 0,6 7 7 0,-6-12-6 15,2 3 3-15,2-3 3 0,-2 4-2 0,2-9-11 16,-5-6-7-16,4 15-3 0,0-9 3 0,0 0 0 16,3 11-2-16,-4-6 6 0,-2-9 7 0,9 9 3 15,0 9 4-15,-7-9-2 0,2-9 0 0,5 9-1 0,0 0 5 16,-1 6 5-16,1-7-2 0,-3-2 3 0,-6-12-6 15,11 23 7-15,-4-13-10 0,-5-2 0 0,10 0-9 16,-3-2 0-16,5 13-3 0,5-6 2 0,-8-6-3 16,1 4-1-16,0-1-3 0,9 2 2 0,-14-4 2 15,12-2 1-15,-5 1 0 0,4 1 4 0,-3-4 0 16,2 4 0-16,1 2 2 0,-1-2 11 0,4 0 4 0,0-4 4 16,1 2 4-16,9 1 6 0,-14-5-4 0,12 4 18 15,1-7-20-15,-4 0-2 0,-2 1-1 0,-7-1-9 16,16 2 2-16,-7-4-8 0,-2-4-2 0,-7 4-2 15,12-2 2-15,4-1-6 0,-9 3 0 0,-12-2 0 16,7 2 1-16,9-2-2 0,-11 2-1 0,-15 0 0 16,22-6-1-16,-3 3-1 0,3 3-8 0,-13-2 2 0,-8-1-8 15,18 0-3-15,0 0-5 0,-7-1-22 16,-2 1-19-16,-1-3-4 0,13-1-2 0,0-1-22 0,-15-1 36 16,8 2-14-16,-6-4 27 0,8 3 16 0,-2 1 10 15,-6-4 7-15,10 0 4 0,-9-2 9 0,2 0 0 16,13-5 0-16,-13 1 0 0,4-1-2 0,-6 7 1 15,9-7 2-15,-7 1-2 0,1-1 2 0,-6 7 0 0,5-7-1 16,5-3-4-16,-5 3 1 0,-5 5 0 0,3-4 2 16,-1 1-1-16,1 3 3 0,-7 2 5 0,4-4-3 15,3-3 1-15,-1-2-3 0,-2 5-4 0,0 4-1 16,-6-7-4-16,3-4-2 0,0 2 8 0,-3 3 2 16,-4 2-2-16,5-3 6 0,-4 1 5 0,-1 7 0 15,-2-3-1-15,0-11-5 0,-2 5 4 0,-1 3 2 0,-4-8 2 16,2 6-5-16,-7-3 4 0,7 7-3 0,-7-10 7 15,0 4-4-15,0-2 4 0,6 9-2 0,-3-11 9 16,-6-5 8-16,6 5-7 0,-2 0-2 0,2 9-6 16,-6-7 1-16,1-7-1 0,2 8-6 0,6 5-4 15,-6-8 6-15,3-5 11 0,1 5 7 0,1 9-9 16,-1-7 7-16,-1 2 1 0,-3-2 6 0,12 17-11 16,-12-19 3-16,6 3-4 0,-3 0 10 0,1 5-8 15,1-2 7-15,-5-4 2 0,4 4-5 0,-1 2-4 0,-6-5 33 16,6 8-8-16,1-1-1 0,-7-7-4 0,13 18-7 15,-14-15 6-15,-2 5-16 0,10 5-20 0,-4-3-4 16,-2-2 1-16,4 8-5 0,-2-3 2 0,4-1 3 16,-1 4 2-16,-6-5 0 0,-2 2-4 0,10 5-1 15,-13-2-7-15,6 5-30 0,-4-2-14 0,0 2 19 16,6 0-9-16,-6-3 6 0,-11 6-1 0,24-1 31 0,-17-2 18 16,14 0 3-16,-16 2-1 0,-2-2 4 0,16 0-11 15,-19 3 1-15,9-6 0 0,-7 9-7 0,18-6-1 16,-11 0 2-16,8 0 0 0,-5 0 1 0,5-3-2 15,-3 0-2-15,3 3 4 0,-3-2-3 0,10 2-2 16,-17 0-1-16,8-2 0 0,6 4 1 0,-14-2-2 16,10 0-1-16,-8 2-1 0,8 4-3 0,-5-1 0 15,8-5-4-15,-23 13-6 0,22-13 2 0,-7 5 4 0,0 4-6 16,5-7 2-16,-6 4-1 0,2-4 3 0,11 1 5 16,-7-3-1-16,-5 2 0 0,2 4 0 0,10-6 4 15,-17 3 0-15,10-1-1 0,0 0-10 0,-5-2 3 16,9 4-7-16,-4-2-1 0,-9 1-2 0,9-1 1 15,-3 1 1-15,-12 5 11 0,19-3 1 0,-4-2 7 0,-2 2 1 16,-1 0 0-16,0 3 3 0,9-5 0 0,-9 5 3 16,0-1 2-16,7-3 1 0,-4 1 3 0,3 1-1 15,-6-1 2-15,1-1-2 0,-1 5-7 0,10-9-5 16,-10 5-1-16,3 3-4 0,2-6 2 0,-4 4 1 16,6-1-1-16,-4-2 4 0,0 7 0 0,0-5-3 15,2 1-12-15,0 5-27 0,-2-4-36 0,9-1 21 0,-9 5-42 16,5-4-32-16,-1 2-18 0,-1 1 0 0,6-2-71 15,1-2-3-15,-2-2-23 0,-2 10-113 0,4-14-49 16,2 2-88-16,-10 11-134 0,10-13 47 0,-2 11 119 16,2-6-797-16</inkml:trace>
  <inkml:trace contextRef="#ctx0" brushRef="#br0" timeOffset="3066.75">16260 7063 151 0,'4'0'645'0,"-4"0"-403"16,0 0 183-16,0 0-73 0,0 0-18 0,5-9-126 16,-2 5-10-16,0-6 41 0,1 4-50 0,-4 4-16 15,2-6 59-15,-2 5-27 0,3-12 47 0,-3 15-62 0,0-14-60 16,-3 10 24-16,3-7-58 0,-6-2 6 0,3 4-40 15,-2-4 8-15,-5 0-11 0,5 4-2 0,-4-4-13 16,-9 0 24-16,9 8-36 0,-15-8-12 0,9 11-14 16,-7-4-2-16,-12 3 5 0,2-2-1 0,6 3-2 15,-16 2 2-15,5 0 0 0,-14 0 2 0,10 0 0 16,-3 5-2-16,-3-3 0 0,3 4 28 0,-12-1 14 0,20 0-17 16,-8 3 11-16,0-3 0 0,-3 3 7 0,14 1-16 15,-2-2-9-15,-3 1 0 0,-1 0-3 0,16 0-7 16,-21 5 14-16,11 0-9 0,3 7-3 0,6-7-12 15,-1 7-2-15,-2 7 2 0,3 3-3 0,10-10-4 16,-1 12 4-16,-6 8-4 0,6 0 6 0,7-12-2 16,-4 17 0-16,9 3 2 0,1 2-1 0,2 1-3 0,2-17-3 15,4 13-6-15,6 1-1 0,8 11-13 0,-8-25 6 16,9 14-8-16,2-4-1 0,7 17 2 0,-10-24 10 16,4 5 1-16,3 9 10 0,5-3 12 0,0-4 7 15,4-1 8-15,2-3 11 0,6-9 6 0,-6-2-5 16,16 3 7-16,-1-14-11 0,-4 4-1 0,-7-11-11 15,14-2-5-15,6 0-2 0,-10-1-6 0,-13-5-3 16,12-3 1-16,13-5 6 0,-13-4 3 0,-5-1 0 0,-10-4-3 16,16-4 2-16,11-14 2 0,-16 6-16 0,-15 8-14 15,16-9-11-15,10-8-13 0,-16 7 3 0,-16 6 8 16,16-9-14-16,-8 1 5 0,5-7 10 0,-12 5 19 16,2 1 19-16,-9-4 29 0,1-2 8 0,-6-5 20 15,0-1 14-15,-3 1 0 0,-7 0-12 0,-2 7-31 16,0-28-3-16,1 18-15 0,-8 0-15 0,-2 3-27 0,-3 0-7 15,-6 2 0-15,0 0-1 0,-2 6 5 0,0 16 6 16,-13-15-3-16,1 4 27 0,-7 8 6 0,7 8-3 16,-10-3 4-16,-13 3-1 0,11 0-5 0,7 8-6 15,-7-1-2-15,0 1-8 0,6 3-7 0,11 2-18 16,-5 0-72-16,9 4-69 0,-7 5-237 0,12-4 35 16,-2-1-214-16,8 5-152 0,-13-4-88 0,14 1 68 15,-4 4-416-15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400" units="cm"/>
          <inkml:channel name="Y" type="integer" max="15875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2208.69556" units="1/cm"/>
          <inkml:channelProperty channel="Y" name="resolution" value="2204.86108" units="1/cm"/>
          <inkml:channelProperty channel="F" name="resolution" value="0.00114" units="1/dev"/>
          <inkml:channelProperty channel="T" name="resolution" value="1" units="1/dev"/>
        </inkml:channelProperties>
      </inkml:inkSource>
      <inkml:timestamp xml:id="ts0" timeString="2026-03-01T13:23:46.33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17583 2954 111 0,'0'4'1475'15,"0"-4"-387"-15,0 0-314 0,0 0 178 0,0 0-526 16,0 0-180-16,0 0-104 0,10 10-10 0,-10-10-68 0,-4-3 21 16,8 6-2-16,-4-3-1 0,0 0-22 15,0 0 24-15,5 3-63 0,7 0-13 0,-12-6 3 0,12 3 9 16,-4-3-2-16,1 0 1 0,1 3-1 0,-2 0 8 15,4 0 2-15,9 3-13 0,-4 0-3 0,1 0-6 16,-1-1 1-16,4 0-6 0,6 1 0 0,-10 0-2 16,3 2-6-16,4-2 2 0,6-1-5 0,-13-2 4 0,12 4-1 15,-2-4-1-15,6 2 3 0,-7-2 5 16,15-2 1-16,-2 2 0 0,0-4 0 0,-10 2-2 0,15-1 0 16,-12-2-5-16,7-3-3 0,-13 6-1 0,4-1-6 15,2-5-7-15,4 3 1 0,-4 1 9 0,-8 0 6 16,2 1 3-16,6-3 1 0,3 1 8 0,-14 3-1 15,6-2-1-15,0 2-7 0,2 2-19 0,-12 0 3 16,3 0-11-16,4 0-3 0,-6 2-9 0,0-2 1 16,9-2-44-16,-7 2-20 0,-10 0-32 0,7 0 2 15,-2-2-196-15,-6 2-57 0,-4-3-34 0,5 1 64 0,-8 2-153 16,-2 0-208-16,0 0 5 0,0 0 145 0,0-11-354 16</inkml:trace>
  <inkml:trace contextRef="#ctx0" brushRef="#br0" timeOffset="2150.23">14078 3124 296 0,'0'-3'518'15,"-4"1"-139"-15,-2-3 10 0,6 1 22 0,0 4-124 16,0 4 75-16,0-8-140 0,0 8-33 0,0-4-59 16,0 0 53-16,0 0 31 0,0 0-61 0,0 0-64 0,0-4-7 15,0 8-8-15,0-8-34 0,0 4-24 0,0 4-6 16,0-4-3-16,15 2-3 0,-15-2-2 0,9 0-1 15,-3-2-1-15,11 4 1 0,-2-2 7 0,-9 0 3 16,12 0 4-16,-6 3-2 0,2-3 2 0,6 0-7 16,-1 0-3-16,-4 0-12 0,14 0-3 0,-6 0-2 15,-2-3-15-15,-4 6-7 0,1-3 3 0,-6 0 11 0,21 0-10 16,-18 0 3-16,5-3 4 0,-15 3 17 0,28 3 4 16,-10-6 1-16,-2 6 2 0,-1-3 14 0,-8 2 5 15,15-2 12-15,-3 3-4 0,-12 0 0 0,8-3-13 16,12 0 1-16,-5 0-21 0,0 0-4 0,-10 0 2 15,7 0-4-15,3 0 3 0,-10 3 31 0,-8-3 4 16,9-3 16-16,-9 6 2 0,11-6 23 0,-3 3-6 0,-5 0 27 16,15 0-15-16,-15 0-3 0,5 0-16 0,-5 0 2 15,-2 0 2-15,7 0-27 0,-2 0-12 0,-3 0-10 16,5 0 4-16,-2-3-2 0,11 0 2 0,-14 3-11 16,0 0 1-16,-4 0 8 0,19 0 3 0,-15 3-5 15,8-3-2-15,-1 3 6 0,-5-3 9 0,6 3 0 16,-8-3 17-16,3 0-5 0,0 0 2 0,-13 2-7 15,20-2 9-15,-8-2-19 0,-6 2-8 0,7 0-6 16,1 0 0-16,-1 2-4 0,5-2 0 0,-8 2 0 0,0-2 0 16,11 6-5-16,-9-6 2 0,-4 3-3 0,4-1-2 15,-4 1 1-15,-2-1-4 0,6 2 1 0,-14-4 2 16,15 2-31-16,-8 3-52 0,5-2-47 0,-7 0-52 16,-2-3-194-16,9 2-61 0,-12-2-270 0,0 0 236 15,0 0-199-15,-3 0 57 0,6-2-5 0</inkml:trace>
  <inkml:trace contextRef="#ctx0" brushRef="#br0" timeOffset="7498.93">3977 3532 57 0,'0'0'767'16,"0"2"-113"-16,0-2-143 0,0 0 126 0,0 0-310 15,0 0-41-15,0-2-91 0,0 4-108 0,0-2-47 16,0-2 7-16,0 4 17 0,0-2 0 0,0-2 4 0,0 4-9 16,0-2 9-16,0-2-9 0,0 4 36 15,2-2-9-15,13 6 63 0,-15-6 47 0,9 0-36 0,1 2-39 16,-10-2 40-16,17 0-16 0,0 5 3 0,-10-5-70 15,13 3 22-15,-5 0 7 0,11 2 5 0,-4 0-18 16,7 1-12-16,-6-4-30 0,6 3-14 0,-5-1-13 16,12-2-5-16,8 0-5 0,-12-2-3 0,-5-2-5 15,14 0 1-15,1-2-2 0,10-3 0 0,-14 1-3 16,-2-1-4-16,11-2-6 0,4-2 1 0,7-4 0 0,-23 4 12 16,16-2 18-16,5-3 11 0,-4 3 11 0,-14 2-8 15,28-7 24-15,-10 5-11 0,-7 2-15 0,-13 3-21 16,18-2-1-16,4-1-10 0,-11 1-3 0,-8 7 0 15,7-5-10-15,8-1-1 0,-1 7-2 0,-18-3 5 16,11 3-2-16,2 2 1 0,-4 0 2 0,12 0 4 16,-24 0-3-16,7 0-11 0,0-4-11 0,2 8-49 0,-15-4-12 15,7 0-91-15,-4 0-107 0,-2 2-193 0,-10-2 32 16,7 0-450-16,-6 0-70 0,-1-2 164 0,-10 2 247 16,-5 0-195-16</inkml:trace>
  <inkml:trace contextRef="#ctx0" brushRef="#br0" timeOffset="14767.49">21045 4412 325 0,'0'0'459'0,"0"0"-252"16,12 11 143-16,-12-13-70 0,0 4-64 0,0-2-43 16,0 0 59-16,0 0 86 0,0 0-88 0,0-2-45 15,0 2-61-15,0 2 23 0,0-4 42 0,0 4-20 16,0-2-30-16,3 5 54 0,3 3 21 0,-6-8-2 16,8 3-68-16,4 3 38 0,-9-6-26 0,9 5-8 15,3-1-79-15,-9 0 27 0,5 3 4 0,16 2 18 16,-3-5-23-16,5 2 3 0,3-3 30 0,7 2 24 0,5-2 9 15,12-3 8-15,0 0-24 0,9 3-10 0,-11-3-38 16,42-3 16-16,-19 3-54 0,-1-3-21 0,1 3-19 16,-3 0-5-16,-4-3 4 0,-4 3-3 0,-5-2-12 15,-20 2-1-15,28 0-9 0,-20 2-58 0,-5 1-63 16,-15 0-41-16,5 0-167 0,0-1-386 0,-16 0-140 0,-6 1 142 16,0 3-225-16,-6-4 57 0,-6-2-458 0</inkml:trace>
  <inkml:trace contextRef="#ctx0" brushRef="#br0" timeOffset="15928.39">16181 4529 93 0,'0'0'172'0,"3"0"-4"0,12 8 101 16,-1-8-78-16,-4 0 67 0,19 3-26 0,-6-3 43 0,-2 0-79 15,6 0 1-15,-5-3 15 0,8 6-5 0,-12-1-50 16,17-2 106-16,-6 0-54 0,5 0-8 0,-5-5-27 15,3 8-71-15,0-3-1 0,-3-3-30 0,-2 6-2 16,0-6-31-16,19 3 38 0,-4 0 3 0,-1 0 4 16,-5-2-19-16,26-2 36 0,6-1-12 0,-12-3-10 15,-15 6-36-15,20-3 11 0,22-8 6 0,-22 7-19 16,-13-2-11-16,11 2-3 0,15-1-7 0,-9-1 5 0,-30 3-8 16,13 1 5-16,8 2-2 0,8 0 3 0,-16 4-7 15,-14-2-9-15,10 2-16 0,12 2-27 0,-5 1-123 16,-24-3-23-16,7 4-180 0,2-3-122 0,-4 1-144 15,-5 2-72-15,-4 2 24 0,1-5 106 0,-3 0-277 16</inkml:trace>
  <inkml:trace contextRef="#ctx0" brushRef="#br0" timeOffset="26897.06">12118 7067 13 0,'3'0'225'15,"-3"0"-147"-15,0 0 19 0,0 0 33 0,0 0-51 16,-3 0-15-16,3 0-27 0,3 0 5 0,-3 0-8 16,0 0 19-16,0 0-5 0,0 0 42 0,-3 0 8 15,6 0 20-15,-3 0 25 0,-3 0 6 0,6 0-14 16,-3 0-31-16,0 0-47 0,-3 0 31 0,6 0 25 0,-6 0-39 16,3 0-1-16,3 0 37 0,-3 0 14 0,0 0 63 15,0 0-35-15,0 0 12 0,-3 0 4 0,6 0-26 16,-3 0-20-16,-3-6-55 0,0 1-12 0,3 5-34 15,-4 0-1-15,2-13-10 0,2 10 16 0,0 3 19 16,-8-10 3-16,8 10-4 0,0 0 5 0,-10-11-4 16,10 8-5-16,0 3-7 0,-12-8 4 0,10 6 4 0,-4-1-9 15,-3 1-16-15,6-2 7 0,-9-1-2 0,12 5-3 16,-14-4-6-16,7 4-5 0,-4-6 3 0,-3 6 8 16,7 0-7-16,-5 2-5 0,-3 2-5 0,0 0-13 15,7-1 1-15,-10 5-5 0,10-5-4 0,-11 12 3 16,-1-2 0-16,5-2 16 0,1 7 9 0,-8-1 2 15,2-1 6-15,3 5 1 0,-2-3 0 0,5 0 0 0,-1 1-11 16,4-3-2-16,-1 3 2 0,0-1-5 0,10-9-1 16,-10 6-2-16,9-4-25 0,-4 5-17 15,7 5 10-15,-2-14 12 0,2 17 10 0,0-13 2 0,5 18 5 16,2-13 23-16,-5-6-4 0,4 1 7 0,12 16-13 16,0-1-20-16,-6-13 10 0,2 5 1 0,1 1 10 15,5-1-7-15,4-1-3 0,0-4 9 0,-1 3 8 0,3-3-2 16,-4-8-6-16,15 6-9 0,-10-6 8 0,0 3 2 15,-6-6-6-15,8 2 0 0,9-2-15 0,-9-2 5 16,-8 0 4-16,6-2-3 0,2-2-2 0,-2 0-6 16,-7-5-4-16,-8 4 10 0,12-5-3 0,-7 5 2 15,3-12-6-15,-10 7 10 0,7-6 3 0,-5 0 9 16,0 3-4-16,-3 2-7 0,2-9 0 0,-2 3-6 0,1 7-10 16,-5-3-7-16,7-11-1 0,-7 5 2 15,5 1 3-15,-8 2 6 0,1-10-1 0,4 2 9 0,-7 2 7 16,0 7 2-16,0-9-4 0,0-8 6 0,-3 8-4 15,-1 8-2-15,-1-5 7 0,-1 0 0 0,-6-3 11 16,6 1 25-16,0 1 2 0,-3 1 20 0,-6-6 34 16,1 1 6-16,6 10-24 0,-11-10 29 0,2 7-19 15,-1 1-16-15,4 4 2 0,-8-1-23 0,2 4-10 16,-4 6-15-16,7 2-21 0,-10 0-23 0,-2 6-31 0,0 3-69 16,7 1-32-16,-12 4-257 0,4 2-40 0,1 2-102 15,5-4 72-15,-3 2-156 0,4-2 63 0,-3 2-434 16</inkml:trace>
  <inkml:trace contextRef="#ctx0" brushRef="#br0" timeOffset="37890.67">4478 6878 269 0,'0'0'1161'0,"-2"-2"-580"15,4 4 1-15,-2-2-150 0,-2-2 164 0,-5-6-340 16,7 8-178-16,0 0-64 0,-3-3 20 0,1-8 45 15,2 9 32-15,-4 2-18 0,1-13 51 0,3 13 24 0,-3 0-1 16,-2-16 52-16,5 16-73 0,0 0 21 0,0-2-12 16,-4-7-10-16,4 9-43 0,0 0 43 0,0 0-34 15,-3 0-64-15,3 0-23 0,3 0-5 0,-3 0-19 16,0 0-16-16,0 0 3 0,0 0-1 0,-3 0-3 16,6 0 3-16,-3 3 9 0,0 12 0 0,4 9 5 15,4-7 0-15,-1-4 2 0,5 8 1 0,-2 3 0 0,2 5 2 16,0-5 0-16,-2-3-4 0,-2 3 2 0,-2 5-1 15,9 6-1-15,-12-15-1 0,6 7-1 0,2-1-1 16,1 6 0-16,-6-8 1 0,9 12-2 0,-3 2 1 16,-1-8 0-16,-2-10 0 0,3 9-1 0,3-3-8 15,2 2-16-15,-5-13 3 0,3 1-6 0,-3-3-1 16,5 3-1-16,-8-8 8 0,9-1-2 0,-9-1 1 16,14 3-14-16,-5-7-1 0,-12-2 4 0,28-2-42 15,-12-2-6-15,-5-3-9 0,0 1 24 0,2-7-9 0,-2-5-5 16,-2-4 14-16,-6 9 36 0,-1-13 3 0,2-1 10 15,-5-2 14-15,-5 5 1 0,3-15-3 0,-6 4 4 16,0-2-1-16,1 10 2 0,-1-4 2 0,-6-11 2 16,3 12 5-16,-3 10 8 0,0-7 10 0,-3 3 5 15,-3 0 39-15,0 3 14 0,7 8-11 0,-1-1 33 0,4 7 2 16,-5-6 27-16,1 2-35 0,9 11-7 0,-11-11-25 16,7 11-18-16,4 0-23 0,0 0-7 0,0 0-23 15,0 0-3-15,0 0 0 0,0 0-4 0,10 9 1 16,-1 9-1-16,-1-5 8 0,1 5 1 0,3 4 1 15,3 2 5-15,0 0 1 0,2 4 3 0,-5 1 0 16,5 1-3-16,-7-9-1 0,4 16-1 0,1 8-8 0,0-13-5 16,-1-1-4-16,-4-7 3 0,4 8-4 0,1-1-1 15,0 7-9-15,-7-19 10 0,1 4-15 0,1 3-45 16,4 0-106-16,-11-20-4 0,9 8-218 0,-7-10-205 16,7 5-200-16,-12-9 187 0,12-5-258 0,-6-3-386 15</inkml:trace>
  <inkml:trace contextRef="#ctx0" brushRef="#br0" timeOffset="39325.85">5471 7656 62 0,'-12'11'267'0,"12"-11"-137"0,-8 11-1 16,8-11-8-16,0 0-33 0,0 0-31 0,0 0-28 15,0 0-21-15,-12 2 15 0,12 0 17 0,0-4 8 16,0 4 65-16,-3-6-1 0,-4-5 72 0,7 9 85 16,-2-7-40-16,2-1-35 0,-3 5 89 0,3 3-17 15,0-13 23-15,0 13-140 0,0 0 26 0,-3-8-21 16,3 0 0-16,-4 6-72 0,4-9-18 0,0 11-5 15,4-17-1-15,-1 10-8 0,-3-4-17 0,3 1-12 0,-1 2-9 16,1 0-13-16,4-8 8 0,-7 6 0 0,2 5 0 16,1-10-7-16,0 11-14 0,3-7-7 0,6 4 13 15,-12 7-23-15,11-6 18 0,-4-2 9 0,5 5 10 16,-4 0 13-16,-8 3 0 0,18 0-10 0,-18 0 18 16,15 3-16-16,-10 0-11 0,7 2 0 0,-2 4 0 15,-2-5-2-15,4 7 1 0,-3 2 1 0,-4-4 0 0,7 4-15 16,-4-3-24-16,-4-2 3 0,4 3-6 0,-4-4 8 15,-1-1 29-15,0-4 6 0,6 9 18 0,-9-11 38 16,5 3-12-16,1 5-9 0,-9-12 14 0,6 8-15 16,-6-8 18-16,3 4 11 0,3 4 39 0,-3-4 19 15,0 0 33-15,4-4-34 0,6 2 15 0,-10 2-28 16,0-16-36-16,0 6-18 0,0-1-20 0,0-7-17 16,-2 7-4-16,-1-13-4 0,3 11-2 0,-3 0 1 15,1-1-2-15,2-12-1 0,0 10-2 0,0 3-1 0,0 0-5 16,0 0 0-16,0 2-1 0,0 3-3 0,0 0-5 15,0 0 3-15,0 8 2 0,0 0-4 0,0 0-1 16,0 0 3-16,0 0 4 0,8 2 0 0,-2-2 2 16,-3 6 1-16,9 2 3 0,0 2 1 0,-7-1-1 15,7 4-1-15,0 3-2 0,-6-8 3 0,11 18-2 16,-10-21 1-16,5 17 1 0,-10-11 0 0,10 2 4 0,-9-6 1 16,5 6-1-16,-4-4 2 0,2-1-1 0,3 8-1 15,-6-9-1-15,-3-4-1 0,0 2 1 0,5 6-3 16,-5-11-1-16,0 0 3 0,0 0-2 0,-3 0 7 15,6 0 4-15,-3 0 0 0,-3 0 5 0,6-6 0 16,6-4-1-16,-9 2-3 0,0-10 1 0,3 1-3 16,-3-9 0-16,-3 5-3 0,3 8-2 0,-2-13 3 0,-5 4-1 15,7 7-4-15,-3 1-2 0,1-5 0 0,-1 8-1 16,-1 2 1-16,4 0 0 0,0 7-1 0,0 2 1 16,0-16-1-16,0 16-6 0,0 0-6 0,-3 0-3 15,6 0-1-15,-3 0 0 0,9 5 2 0,-2 0-1 16,1 3 7-16,1 3 4 0,3 0 0 0,3 7 0 15,-10-13 1-15,19 14 0 0,-18-6 1 0,8 0 1 0,1-2 0 16,-6 0 0-16,3-4 2 0,0 4 3 0,3-3 1 16,-10-5-2-16,7 2 0 0,-6-3 4 0,0 2 2 15,2-2-4-15,-8-2-4 0,10 2 2 0,-1-2 4 16,-9 0 2-16,5-2-9 0,1 0-4 0,-2-2 2 16,1-3-1-16,-2-4-1 0,-1-2-12 0,2 0 6 15,-4-9 10-15,0 2-1 0,0 6-2 0,-6-7 0 0,3-1 3 16,0 7 1-16,-6-1-1 0,1-3 1 0,-4-2 3 15,8 13 1-15,-4-8 0 0,5 8 6 0,-6-2-4 16,0-3 0-16,9 13-7 0,-6-8 2 0,4 5 1 16,2 3-3-16,0 0-5 0,0 0 3 0,0 0-3 15,2 8 1-15,1 2 0 0,4 10-2 0,-2-13 6 16,0 6 7-16,5 6 0 0,-1 2 2 0,3 3 2 16,-4-11-6-16,4 8-5 0,0-7-5 0,3 1-7 0,-3-4 2 15,2 0 6-15,-11-9 3 0,14 9 0 0,-7-9 6 16,2 3 3-16,-10-5-3 0,13 4-3 0,-3-8-5 15,-9 4 2-15,6-5 0 0,-1 1-1 0,1-5 1 16,-3-2-1-16,0 1 4 0,-3-11 8 0,2 10-3 16,-5-15 2-16,0 10-2 0,-2-3 2 0,-8-5 4 15,2 6-3-15,2 3-2 0,-2-2-2 0,-10 1 0 0,-3 1-3 16,6 1-1-16,1 6-2 0,-4-3-3 0,-3 6-2 16,-2-3-4-16,17 6 3 0,-12-1 0 0,-3 14-1 15,-2 5-5-15,11-6 3 0,-2 8-6 0,4 2-4 16,2 0-14-16,2-1-17 0,-2 2-113 0,8-8-64 15,0 1-84-15,0-9-9 0,2 17-205 0,1-22-309 16,6 9 137-16,-6-5 71 0,6-4 209 0,-1-4-494 0</inkml:trace>
  <inkml:trace contextRef="#ctx0" brushRef="#br0" timeOffset="39512.33">6158 7260 1641 0,'0'0'911'16,"0"-4"-243"-16,0 4-167 0,0 4 35 0,0-8-314 0,0 8-125 15,0-4-54-15,0 0-19 0,8 5 5 0,6-3-6 16,-7-2-17-16,8 0-5 0,-3 3 1 0,17-3-2 16,-9 0-11-16,-11 0-5 0,9 0-6 0,6-3-16 15,-12 3-16-15,8 0-38 0,-3-2-49 0,-5 2-20 16,5-5-68-16,-5 1 4 0,3 0-207 0,0-1 17 16,-1-4-40-16,-7 9 57 0,10-10-127 0,-7 5 79 15,-2-4-548-15</inkml:trace>
  <inkml:trace contextRef="#ctx0" brushRef="#br0" timeOffset="39741.72">6490 6940 921 0,'0'0'1357'0,"0"0"-659"0,0 0-171 0,0 0 144 16,0 0-307-16,0 0-217 0,0 0-105 0,-8 0-22 15,4 0-11-15,-4 13-4 0,8-6-5 0,-7 12 0 0,4-6-1 16,1 11-2-16,-1-8 1 0,0 0 6 0,3-1 8 15,0 4 5-15,0-3-4 0,0 10 9 0,0-10-7 16,0-3-5-16,0 9-7 0,0-3-2 0,0-3-10 16,0-6-23-16,0 4-21 0,0-10-57 0,0 10-106 15,0-12-161-15,0 14-144 0,0-16 118 0,0 0-187 0,0 0-41 16,0 0 48-16,0-3 72 0,-6-15-262 0</inkml:trace>
  <inkml:trace contextRef="#ctx0" brushRef="#br0" timeOffset="39901.29">6363 7100 406 0,'-3'-9'1686'0,"3"9"-1145"0,-2-6 403 0,-1-1-208 16,-1 3-305-16,8 8-196 0,-4-4-111 0,0-4 8 0,5-3-80 16,-2 7-29-16,6 2-7 0,1 3 0 0,7 3 1 15,6 1 1-15,-5-4 13 0,2 3 19 0,4-1 5 16,11 2 10-16,-16-5-25 0,6 2 9 0,2-1-10 16,0 0-24-16,-1 3-23 0,-2-3-77 0,-4 1-159 15,4 5-222-15,-6-9-84 0,-1 3-301 0,-2-5-205 16,-3 0-928-16</inkml:trace>
  <inkml:trace contextRef="#ctx0" brushRef="#br0" timeOffset="40393.97">7082 6376 699 0,'7'-3'1106'0,"-5"3"-404"16,1-5 45-16,2-1-171 0,-5 6 131 0,0 0-362 15,0 0-141-15,0 0-91 0,0 0-8 0,0 0-43 16,0 0-23-16,0 0-23 0,0 0 4 0,0 0-3 15,-5 0 5-15,-7 3-9 0,-3 3 19 0,7 1 12 16,-18 10 16-16,4-8 16 0,5 2-15 0,-7 2 19 16,-3 7 15-16,7-7-31 0,6-6-28 0,-4 6-2 0,0-2-34 15,7 0-24-15,-1-3 3 0,0-1-15 0,3-1-4 16,3-1-13-16,6-5-20 0,0 0-129 0,0 0-87 16,-2-2-165-16,2 2 20 0,2 2-278 0,-2-2-103 15,-12-13-169-15,12 8 458 0,6-6-376 0</inkml:trace>
  <inkml:trace contextRef="#ctx0" brushRef="#br0" timeOffset="40661.26">7250 6472 43 0,'10'-4'763'0,"4"4"-330"0,-14 0-1 0,12 0 14 16,-12 4-16-16,0-4-182 0,0 0 11 0,0 0-29 15,0-4-60-15,0 8-36 0,-12 0 68 0,3 5-3 16,-3-2 55-16,-3 6-86 0,-2 3 60 0,0 1 25 16,-1-2 14-16,6-6-87 0,-15 6 103 0,10-4-84 15,-4-1-27-15,6-4-69 0,-2 1-12 0,2-1-44 16,0 1-30-16,-6 1-22 0,16-5-5 0,-7 5-26 16,12-8-99-16,-6 3-158 0,-3 3-84 0,9-10-355 15,0 8-161-15,0-13-22 0,0-2 249 0,-3 1-1290 0</inkml:trace>
  <inkml:trace contextRef="#ctx0" brushRef="#br0" timeOffset="42446.48">7613 6254 610 0,'0'-2'844'0,"3"9"-377"16,-3-1-101-16,0-6-215 0,0 0-96 0,0 0-99 16,0 0-20-16,0 0-1 0,0 0 22 0,0 0-12 15,0 0 16-15,0 0 115 0,0 0 72 0,0 0 127 0,0 0 28 16,12-8 9-16,-10 3-27 0,8-17 66 0,-8 4-114 16,1-3-116-16,0 2-82 0,-1-21 1 0,2 11-20 15,-1 0-14-15,2 5 0 0,-1-7 7 0,2-10 13 16,-1 13 12-16,-1 7-1 0,-1-11 15 0,-3 5 7 15,0 1 13-15,2 4-4 0,-2 15-27 0,-2-8-3 16,2 6-13-16,0 1-3 0,0 8-8 0,0-5-8 0,-3-3-4 16,-1 5-1-16,8 6-5 0,-4-3-5 0,-4-3 1 15,8 9 0-15,-1 4 1 0,-3-2-2 0,5 5-1 16,2 1 7-16,-2-1 2 0,7 13-1 0,-4-4-2 16,8-2 1-16,-8-7 1 0,4 9-1 0,0 0 0 15,0-4-1-15,-4-8 3 0,7 8 4 0,-3 2 2 16,0-5 0-16,-3-4-4 0,2 5-1 0,-5-6-9 15,7 6-43-15,-5-3-79 0,-2-7-37 0,2 4-292 0,-1-2-73 16,-4-5-146-16,-3-1 150 0,12 4-136 0,-12-6 42 16</inkml:trace>
  <inkml:trace contextRef="#ctx0" brushRef="#br0" timeOffset="43042.89">8193 5635 730 0,'0'0'516'0,"0"0"-127"0,0 0-90 0,0 0 79 0,0 0-178 15,0 0-128-15,0 0-36 0,-6 0-22 0,-5 5-21 16,7-3-9-16,-7 7 11 0,5-7 29 0,-2 4 24 15,4-6 39-15,-11 3-11 0,3-3 92 0,4 2-4 16,-4-2 2-16,0-2-24 0,9 2-40 0,-6-3 22 16,1-5-40-16,-4-1-30 0,12 7-18 0,-9-9 9 15,1-4 5-15,4 7-15 0,1 0-10 0,0 6 6 0,3-12-17 16,0 12-21-16,3-6-4 0,-3-1-9 0,9 4-4 16,-1-5-7-16,-1 7 4 0,5-3-4 0,0-1-13 15,-7 7-3-15,10-2 6 0,-3 2 0 0,-7 0 0 16,7 2 4-16,-2 0 14 0,-2 3 8 0,4 4 6 15,-3 1-3-15,-6 1 4 0,6 10 2 0,-6 9-3 16,-3-4 0-16,0 3-8 0,-3-5 17 0,-4 15 11 0,2 1-2 16,-2-5 6-16,2-6-6 0,0 15 6 0,-5 6 13 15,5-10-25-15,-2-16 0 0,5 8 3 16,2-9 2-16,-3-6 3 0,3-7-5 0,-4-13 3 0,8 9 4 16,-1 5-2-16,-3-15 9 0,0 8 8 0,5-10-2 15,4 1 2-15,11-16 8 0,-8 7-12 0,3-7 6 16,0-2-14-16,-1-5-8 0,-2-3 1 0,6 5-1 15,-4-1-4-15,-2 3-4 0,-2 9-3 0,4-4-4 0,-8 11-2 16,6-2-1-16,-10 10 1 0,5-3-3 0,-2-3 0 16,-5 6 9-16,10 4 3 0,2 1 4 0,2 3 6 15,4 2 4-15,-13-7-5 0,16 13 3 0,-3-5 5 16,-9-7 3-16,8 10 1 0,-5-8-8 0,0-2 7 16,8 5 0-16,-5-4-1 0,-8-5-12 0,10 0-1 15,-5 0-12-15,-4-3-22 0,4 3-40 0,-9 0-166 0,9-11-182 16,-5 11-165-16,-7-2 126 0,5-9-142 0,-8-4-264 15</inkml:trace>
  <inkml:trace contextRef="#ctx0" brushRef="#br0" timeOffset="44908.9">8618 5447 46 0,'-6'-11'793'0,"6"11"-409"0,-9-10 14 0,6 10 92 16,-3-8 30-16,0 3-227 0,4 2 59 0,-10-5 1 15,9 6-42-15,-9-6-107 0,5 5-10 0,11 3-84 16,-18-6 4-16,14 6-66 0,0 0 0 0,0 0-13 16,0 0-13-16,0 0-5 0,0 0-10 0,0 0-4 15,0 0-4-15,0 0-2 0,0 0-2 0,0 0 2 16,0 0 0-16,0 0 1 0,2 0 2 0,13 9 0 0,8 1 2 16,-5 1-1-16,-3-4 0 0,0 7 1 15,14 7 0-15,-5-5-3 0,-7-3 0 0,10 9 0 0,0-2-1 16,5 4 1-16,-8-5 0 0,8 2 4 0,-6-2 0 15,-3-1 1-15,10 3 9 0,-13-7-1 0,7-1 1 16,0 0-7-16,-1-2-1 0,-3-4 1 0,4-1 2 16,-3-1-9-16,-4-3-6 0,-8 2 8 0,2-2 4 15,5-2-1-15,-8-2-4 0,-5 2 0 0,-6 0 4 0,8-6-5 16,-1 3-2-16,-7 1 0 0,5-11 0 0,2 2-2 16,-7 3 2-16,0-6 1 0,0 4 2 0,-7-6 8 15,5-15 0-15,-1 15 2 0,0-5 11 0,-1-3 8 16,-1 0 22-16,2-8 15 0,1 11-18 0,-5-3 30 15,2-3 44-15,-2-6 63 0,4 11-69 0,-2-7 50 16,-4 3 16-16,6-4 11 0,-6 1 16 0,3 9-38 16,0-2-13-16,3-4-20 0,-2 10-40 0,-2-5 6 0,2 12-42 15,2-9-34-15,0 12-19 0,-3-7-9 0,6 8-20 16,-3-6-16-16,3 11-8 0,0 0-94 0,0 0-146 16,0 0-80-16,0 0-131 0,0 0 19 0,0 0-296 15,0 0-378-15,0 0 277 0,-9 6 291 0,1-3-133 16,4 12-323-16</inkml:trace>
  <inkml:trace contextRef="#ctx0" brushRef="#br0" timeOffset="45394.6">9183 6024 374 0,'15'-13'566'0,"-3"2"-336"0,-3 0 160 15,-3 4-88-15,6-6-104 0,-12 7-115 0,8-1 27 0,-8 7 28 16,0-9 57-16,4 4-60 0,-4 5 39 0,-4 0-22 16,-7 5-41-16,2 4-58 0,-4-2-19 0,-11 8-36 15,2 0-23-15,4-6 14 0,-12 8 19 0,-12 12 83 16,5-9-11-16,-4 13 17 0,2-9-14 0,-17 9 47 15,-20 21 39-15,8-9-17 0,15-10-13 0,-23 17 87 16,-2-1 70-16,-25 9 128 0,45-25-136 0,-16 13 94 16,6-9-44-16,-2 3 4 0,28-20-185 0,1-4-14 0,9 3-63 15,11-5-97-15,6-11-13 0,7 1-59 0,-4 1-73 16,9-7-122-16,3 0-38 0,3 0-293 0,-6 0-286 16,6 0-29-16,12 0 1 0,-7-10 295 0,10-14-926 15</inkml:trace>
  <inkml:trace contextRef="#ctx0" brushRef="#br0" timeOffset="61855.49">12071 13510 139 0,'3'-15'104'0,"-3"15"-37"0,0 0 55 15,-3-2-7-15,-3-9-4 0,6 11-50 0,0 0 13 16,0 0 15-16,0 0 54 0,-6-10 69 0,6 10-1 16,0 0 45-16,-4-3 25 0,-6-2 62 0,10 5-92 15,-15-8 87-15,6 8-125 0,-3-3-39 0,4 3-56 16,-2 0 11-16,-2 3-57 0,-2-3-33 0,8 0-19 15,-9 6-2-15,6-2-5 0,-3-1 12 0,-3 5-5 0,3 1 1 16,0-2-1-16,-5 6 0 0,9-5 9 0,-1 1 22 16,-6 6 3-16,6-7 5 0,3 2 0 0,-6 4-4 15,3-6 27-15,4-1-27 0,-2 10-23 0,4-12-15 16,-2 6 2-16,5 4 0 0,0-4-6 0,0 0-14 16,0 4-7-16,0-1-2 0,3-4 6 0,2 6 8 15,-1-10-9-15,1 10 1 0,7-1 14 0,-9-12-2 16,12 10 2-16,-1-5-3 0,-4-1-6 0,19 7 9 0,-12-4-6 15,1-1-5-15,-9-2 1 0,6 1 4 0,9 8 2 16,-4-3-2-16,-1-2-3 0,-2-3-8 0,-2 0 1 16,14 2-8-16,-12-7 0 0,-5 5-3 0,-2-3 6 15,10-1 1-15,-8-2 10 0,0-2 4 0,-4 0 1 16,1 0 4-16,3-2 0 0,5-2 1 0,-14 2-6 16,9-3-1-16,0-1 1 0,0 1-5 0,-7 0-1 0,5-6 0 15,-5 9 1-15,4-6-2 0,6-3-4 16,-12 6-1-16,9-6 7 0,0-4-3 0,-4 9-3 0,4-8 3 15,0-1 2-15,-3 6 2 0,-1-4-6 0,1 0 1 16,-3 0 5-16,3 0 2 0,-6-8-8 0,-1 15 4 16,2-12 18-16,-1-1 13 0,-3 12-20 0,0-12-7 15,0 1 6-15,-3 7 17 0,-3-16-7 0,3 12-19 0,-9-4-1 16,0 3 10-16,-3-2 2 0,-5 1-12 0,6 2-7 16,-4 1-2-16,-3-4 5 0,1 3 5 0,8 6 2 15,-5 1 11-15,-2 1 5 0,4 4 3 0,-11-3 4 16,8 6-1-16,4 0-6 0,-13 3 0 0,24-3-9 15,-26 6-7-15,20-4-5 0,-14 11-4 0,11-4-2 16,-9 0-9-16,3 8-21 0,4-4 2 0,8-5-8 0,-6 5-93 16,3-5-68-16,1 3-258 0,1-4 130 0,7-3-170 15,0-4-84-15,-9 7-8 0,6-5 88 0,3-2-158 16</inkml:trace>
  <inkml:trace contextRef="#ctx0" brushRef="#br0" timeOffset="63529.01">12045 7495 36 0,'0'0'623'0,"0"0"-395"15,-7-8 43-15,2 5 37 0,5 3-56 0,0 0-144 16,0-2-33-16,-12-6-48 0,12 8 21 0,-3 0 6 0,6 0-15 16,-3 0-8-16,-3 0-11 0,3 0-16 0,-3 0 14 15,-9-5-40-15,12 7-2 0,0-2 23 0,0 0 9 16,0-2-4-16,0 4-2 0,0-4-14 0,0 4 10 16,-12 1-5-16,12-3-27 0,0 0-26 0,0 0 13 15,0 0-11-15,-12 8-9 0,12-6-12 0,-2 1 18 16,-1 8-15-16,3-9-15 0,-4 9 12 0,4-11 18 15,-3 0-3-15,6 13 11 0,-6-13-7 0,3 0 24 16,3 2-7-16,-3-2 12 0,-3-2 13 0,6 4 3 16,-3-2 2-16,-3-2 9 0,10 4 4 0,4 2 0 0,-11-4 4 15,9-11 8-15,-9 11 2 0,9-13 14 0,-6 7 3 16,2-7 27-16,2 8 19 0,-4-1 24 0,-3 6-41 16,0 0 18-16,0-10-18 0,2 7-32 0,-2 3-36 15,-2-3-158-15,4 6-56 0,-2-3-20 0,-8-3 60 16,-1 1-78-16,-6 2-221 0</inkml:trace>
  <inkml:trace contextRef="#ctx0" brushRef="#br0" timeOffset="67829.5">13809 13848 1 0,'0'0'10'16,"3"0"-2"-16,-3 7-4 0,0-3-2 0,0-4-3 0,0 0-2 16,0 0-2-16,0 0-5 0</inkml:trace>
  <inkml:trace contextRef="#ctx0" brushRef="#br0" timeOffset="68068.87">13809 13859 39 0,'0'2'28'0,"0"9"-11"15,3-11 10-15,-6 0 2 0,6 0 5 0,-3 0-14 16,-3 0 7-16,6 0 5 0,-3 0-1 0,0 0-8 16,0 0 13-16,0 0 1 0,-3 0 20 0,6 0 16 15,-3 0-19-15,-3 0 31 0,6 0-21 0,-3 0-5 0,0 0-24 16,-3 0-8-16,6 0-23 0,-6 0-7 0,3 0 0 15,3 0-9-15,-3 0-24 0,0 0-35 0,0 0-16 16,0 0-35-16,-3 0 1 0,3-4-41 0,-9-3-44 16</inkml:trace>
  <inkml:trace contextRef="#ctx0" brushRef="#br0" timeOffset="72419.23">13803 13712 147 0,'0'0'208'15,"0"0"15"-15,0 0-16 0,0 0 17 0,0 0-73 16,0 0 22-16,0 0-12 0,0 0-54 0,0 0-37 16,0 0 4-16,0 0-13 0,0 0-8 0,0 0-28 0,0 0-18 15,0 0-24-15,0 0-31 0,0 0-97 16,0 0 28-16,0 0-102 0,0 0-52 0,0 0 4 0,0 0 20 15,0-13-208-15</inkml:trace>
  <inkml:trace contextRef="#ctx0" brushRef="#br0" timeOffset="73201.14">13795 13679 195 0,'0'0'137'16,"0"0"12"-16,0 0 10 0,0 0 21 0,0 0-69 16,0 0-14-16,0 0-26 0,0 0 10 0,-4 7 3 15,4-1 2-15,0-6 14 0,0 0 11 0,0 0-5 0,0 0-33 16,0 0-13-16,0 0-23 0,0 13-27 0,0-13-17 16,0 0-9-16,0 0 16 0,0 0 3 0,0 0-3 15,0 0 3-15,0 16 22 0,0-16-3 0,0 0-16 16,0 13-5-16,4-13-2 0,-4 13-10 0,2-13-11 15,-2 5-16-15,3 6-7 0,0 0-8 0,3-1-17 16,-3-5 27-16,0 6-20 0,-1-3 17 0,1 2 6 0,1 1 12 16,-4-8 5-16,0 11-2 0,0-10 6 0,0 1 16 15,-4 1 1-15,8-3-2 0,-4-3 2 16,0 4 1-16,0 5-5 0,0-9-5 0,-4 0-1 0,8 11 2 16,-4-9 1-16,0-2 1 0,0 16-6 0,3-16 1 15,-3 0-6-15,-3 8 0 0,3-3-1 0,0-5-3 16,0 0 6-16,0 2 0 0,5 9 1 0,-5-11 7 15,0 0 6-15,3 6-1 0,4-1 2 0,-7-3 1 0,0-2 3 16,0 0 11-16,2 11-8 0,1-9-1 0,-3-2-2 16,0 0 4-16,0 0-1 0,0 9-1 0,0-4-1 15,0-5 1-15,0 0 2 0,0 0-2 0,0 0-4 16,0 8-1-16,0 0 2 0,0-8-3 0,0 0-2 16,0-3-1-16,3 6 0 0,6 7 6 0,-9-10 0 15,0 0-4-15,0 6 3 0,0 1 2 0,0-7 1 0,3 9-1 16,-3-1-4-16,2-8 3 0,-2 7 0 0,0 2 1 15,0-9-1-15,0 4 4 0,0 2 3 0,0-6 0 16,4 3 4-16,-8 10 1 0,8-8-4 0,-4 1-2 16,0 7 5-16,0-2 2 0,0-2 0 0,3-3-4 15,-3-6-1-15,0 0 4 0,0 11-2 0,0-6-12 16,0-5-5-16,0 0-4 0,0 0-3 0,0 0-3 16,3 5 7-16,2 3-3 0,-5-8 4 0,0 0 9 0,0 0 2 15,0 3 8-15,9 7-1 0,-11-12 6 0,4 4-1 16,-2-2 7-16,-2-2 2 0,4 4-5 0,-2-2-7 15,0-10 4-15,7 2-7 0,-11 0-4 0,4 3-6 16,0 2-4-16,0-11 0 0,0 1 13 0,4 11 22 16,-4-3-7-16,0-6-10 0,0-2 3 0,-4 2-7 15,4 0-18-15,-5-2-23 0,2 6-24 0,-4-6-5 0,2 0 30 16,-2 4-15-16,5-2 5 0,-4 1 22 0,6 5 11 16,-2-6-4-16,-5 0 3 0,7 9 5 0,0-3 6 15,-3-6 4-15,3 9-5 0,0-9-2 0,0 11 0 16,-2-11-3-16,4 9-12 0,-4-11-5 0,2 7-4 15,2 9-13-15,-2-14-32 0,0 3-35 0,-2-3-51 16,-1 2 40-16,-1-2-39 0,1 5 12 0,3-5-58 16</inkml:trace>
  <inkml:trace contextRef="#ctx0" brushRef="#br0" timeOffset="80216.39">5332 12733 189 0,'0'0'862'0,"0"0"-234"0,0 0 77 15,0 0-210-15,0 0 139 0,0 0-145 0,0 0 55 16,0 0-282-16,0 0 85 0,0 0-7 0,0 0-12 0,0 0-68 15,0 0 63-15,0-13-67 0,0 11-48 0,0 2-52 16,0 0-45-16,-3-14-26 0,3 14-19 0,0-2-31 16,0-11-16-16,3 10-42 0,0-10 3 0,1 5 11 15,1-5 0-15,0 2-4 0,11-13 2 0,-1 8 17 16,-4 1 13-16,3-3-11 0,5-4-25 0,-4 4-5 16,-1 4 3-16,-2-2-30 0,-1 11-11 0,10-10-39 15,-15 9 40-15,12-2-29 0,-7 2-24 0,-2 4-4 0,3-3-32 16,0 5 55-16,-4 0-15 0,7 3 5 0,0 1 27 15,-9-1 30-15,14 16 7 0,-13-14 34 0,13 16 18 16,-11-7-3-16,3 14 11 0,-1 1-3 0,1 4-5 16,-3-12-6-16,1 10 4 0,4 11-1 0,-6-13-2 15,2-5-5-15,2 3-2 0,0-6 2 0,2 3 2 0,-8-8-3 16,6-5 0-16,3 2 0 0,-6-8 1 0,6 5 1 16,-1-4-3-16,4-3-1 0,-4-3-2 0,1-3-1 15,12-3-4-15,-7-1-2 0,6-6-3 0,-4-4 0 16,-5 6 2-16,12-11 0 0,-5 2-3 0,-6 2 2 15,-4 3-1-15,4-2-19 0,-4 4-59 0,-4 0-70 16,-5 5-38-16,4-5-192 0,-9 13-196 0,12-11-280 16,-12 11 124-16,0 0-80 0,0 0 83 0,0 3 6 0,-6 8 72 15</inkml:trace>
  <inkml:trace contextRef="#ctx0" brushRef="#br0" timeOffset="80551.5">6012 12768 998 0,'-8'2'1227'0,"2"-2"-447"0,-5 6-146 0,11-6-259 16,-12 0-228-16,12 3-72 0,-15-3-24 0,11 2-24 16,4-2-20-16,-8 3-8 0,2-3-7 0,6 0-7 15,0 0 4-15,-6 10-5 0,4-7 7 0,4 5 3 0,1 1 5 16,0 6 5-16,1-2 2 0,-2 5 2 0,1-1-4 15,0 6-1-15,3 9 2 0,0 0-2 0,3 0-4 16,-4-12 0-16,5 15 3 0,7 7 10 0,-5-5 6 16,3-10-2-16,-1 8 20 0,4-1 13 0,3 0 7 15,-1-8-18-15,-3 4 2 0,5-9-8 0,-2-6-9 16,-2-4-19-16,12 5-13 0,-8-8 0 0,0-2 0 16,-2-6 1-16,6-3 3 0,6 0-4 0,-2-8 5 15,-9 4-1-15,8-4-17 0,1-4-51 0,6-7-169 0,-7 1-146 16,-11 7 15-16,2-10-246 0,-2 4-45 0,0-2 13 15,-6 2 51-15,0 1-272 0</inkml:trace>
  <inkml:trace contextRef="#ctx0" brushRef="#br0" timeOffset="81154.88">6843 13056 178 0,'7'-7'777'0,"-7"4"-287"0,3-10 118 0,-3 13-158 15,5-11 128-15,-1 11-79 0,-4 0-72 0,0-2 13 16,0-11-134-16,0 13-18 0,0 0-66 0,0 0-76 15,-4-4-60-15,-1-5 15 0,5 9-10 0,0 0-51 16,-6-4-33-16,-6 2-5 0,8 4-2 0,-10 6 4 16,3-3 4-16,2 4 4 0,-3 1 2 0,-3 4 3 15,10-12-5-15,-10 14 3 0,3-3-4 0,9-10-8 0,-6 7-6 16,9-10-17-16,-5 11-21 0,5-9-38 0,0-2-134 16,0 0-1-16,0 0-217 0,0 0-109 0,0 0-74 15,0 0 95-15,0 0-237 0,0 0-110 0,0-5 308 16,2-5 148-16</inkml:trace>
  <inkml:trace contextRef="#ctx0" brushRef="#br0" timeOffset="81382.27">7077 12996 375 0,'-3'0'547'15,"3"0"-340"-15,3 0 69 0,-3 0-23 0,-3 0-113 16,6 0-95-16,-1 5-23 0,1 1-14 0,-3-1-3 15,0 3 2-15,0-6 18 0,-5 9 13 0,5-8 38 0,-7 1 15 16,-1 2 93-16,5-3 69 0,-9 2 30 0,-2 3 32 16,7-6-66-16,-1 7 4 0,-4-2-65 0,3 1-58 15,-3 1-84-15,4-2-11 0,-7 1-9 0,3 0-25 16,5-8-18-16,-1 6-120 0,6-6-129 0,-10 2-176 16,12-2-137-16,-7-2-27 0,-1-4 5 0,-1-8-561 15</inkml:trace>
  <inkml:trace contextRef="#ctx0" brushRef="#br0" timeOffset="98031.75">25954 8628 24 0,'9'0'321'0,"-3"0"-98"0,8 0 34 15,-8 0 47-15,-6 0-93 0,12 0 48 0,-10-4 72 0,10 0 27 16,-12 1-31-16,7-5-109 0,-4 5 6 0,2-1-23 16,-1-5 7-16,-4 9-124 0,5-6 10 0,1-1-21 15,0 5-33-15,0-4-31 0,-6 3-8 0,12-5-7 16,-3 5 1-16,-1 1 0 0,7-3 7 0,-6 2 3 15,3-2 0-15,3 2 4 0,-3 3 2 0,-4-2 0 16,6 2-5-16,-10 0-5 0,11 2-2 0,2 1 3 16,-9-1 2-16,2 1-2 0,-1 5-2 0,-1 3-5 0,1-6 4 15,-3 5-1-15,-2-5-10 0,1 6-15 0,-5-7-11 16,3 11 0-16,-6-8 13 0,3 2-7 0,-3 12-8 16,-3-5 49-16,6-11-2 0,-15 21 19 0,7-9 5 15,5-10 9-15,-18 12-10 0,16-9 10 0,-10 3-20 16,8-4-10-16,-5 4 0 0,2-5-3 0,6-3-6 15,-2 6-2-15,6-11-3 0,-6 0 1 0,-2 11 0 16,8-14-1-16,0 6 0 0,0-3 2 0,0-3 0 0,0 6 4 16,0-3 0-16,0 0 0 0,2-3 1 0,10-5-1 15,-12 5 2-15,12-3-3 0,-4 4-3 0,4-3-1 16,3 2-2-16,-12 0 1 0,11 1 0 0,2-3-18 16,-8 1-3-16,2 4 17 0,2-2-3 0,-4 4 0 15,6 2-3-15,-4-2 8 0,-5-2 19 0,2 3-1 16,1-3-12-16,-1 8 12 0,-2-1-3 0,-2 4 2 0,1-5-2 15,4 7-10-15,-6 3 5 0,-2-9-1 0,7 10-9 16,-7-1 1-16,0-9 5 0,-7 12 15 0,5-1 15 16,-4-7 3-16,-3 4-4 0,4-4 52 0,-10 5-5 15,8-3 4-15,2 0-21 0,-13 0 15 0,9 4 26 16,-6-1-26-16,3-5-33 0,-5-1 5 0,8-5-12 16,-14 4-2-16,11-5-19 0,0-1-22 0,-3-3-61 0,3 0-186 15,3-3-130-15,9 3-24 0,-8-13-229 16,1 0-35-16,2-9 15 0,5 7 72 0</inkml:trace>
  <inkml:trace contextRef="#ctx0" brushRef="#br0" timeOffset="99181.68">26676 8844 1278 0,'0'-2'878'0,"0"-12"-408"0,2 14 162 16,-2-4 32-16,3-7-434 0,-3 11-162 0,4-13 11 0,-1 4-32 16,2-2 30-16,2-2-18 0,-2 4 33 0,4-5 1 15,-1-5 10-15,-1 12-29 0,1-10 1 0,4 2-24 16,-5 10-24-16,7-4-15 0,1-1-6 0,-7 5-6 15,7 2-1-15,-3 0 0 0,2 0 1 0,1 3 1 16,-15 0 2-16,15 3-1 0,-6-3 0 0,3 6-2 16,3 5-1-16,-6-7-2 0,-1 5 0 0,4 0-2 0,-3 2-1 15,2-2 0-15,1 4 2 0,-5-5-2 0,5 8 3 16,-4 4 0-16,-8-14-1 0,7 10-2 0,-5 2 1 16,1-1 4-16,0-10 1 0,-3 6-4 0,0-5 0 15,0 6 3-15,0-1-3 0,0-11 4 0,-3 7 3 16,0-5 3-16,3-4 2 0,0 0 11 0,0 0 3 15,-12 9 8-15,9-7 7 0,3-2-11 0,-2-2 6 16,-8-7-5-16,4-4-4 0,6 8-9 0,-3-5 0 0,0-8-5 16,3 9-5-16,0-9 0 0,0-6 6 0,0 13-3 15,0-15 0-15,0 13-2 0,3 2 1 0,-3-11-3 16,3 4-4-16,1 12-2 0,4-12 0 0,-2 5-7 16,0 8 0-16,3-8 1 0,-9 13-4 0,12-8-10 15,-9 5-5-15,12-5 6 0,-10 8 10 0,7 0-3 16,3 8 5-16,-9-5 5 0,9 2 10 0,-7 3 0 0,1 0 1 15,3 6-3-15,-6-10 0 0,0 5-1 0,0 9-2 16,-1-3 1-16,-1-9-1 0,1 10-4 0,1-3-2 16,-2-2-5-16,-2 5 5 0,1-8-3 0,0-1 1 15,-3 4 1-15,0-9 5 0,0 9 3 0,2-5-1 16,-2-6 1-16,0 0 1 0,0 10 0 0,4-10 3 16,-8 0-3-16,8 0-1 0,-4 0 2 0,0 0-4 0,8-13-11 15,-8 13-6-15,4-11-4 0,-4-2-30 16,6-3 3-16,3-2-6 0,-4 2 14 0,1-8-19 0,3 3 17 15,-4 3 8-15,5 5 7 0,-1-7 0 0,-1-4 5 16,-1 17 15-16,-2-4 5 0,2 1 3 0,3-4 16 16,-10 14 0-16,12-8-16 0,-9 8 7 0,-3 0-13 15,15 8-7-15,-6-3-4 0,-2 4 13 0,-5 4 8 0,6 6 6 16,2 4 2-16,-1-6 0 0,-1 3 5 0,1 4-3 16,-1 2-12-16,2-4-2 0,-4-2 1 0,0 4 6 15,-1-2-4-15,2-4-1 0,-5-10-1 0,13 10-4 16,-10-9-24-16,5-1-27 0,7-3-189 0,-8-7-139 15,1-1-182-15,0-5 60 0,-3 3-188 0,8-21-184 16,-3 6-405-16</inkml:trace>
  <inkml:trace contextRef="#ctx0" brushRef="#br0" timeOffset="99802.02">27926 8233 48 0,'-7'5'955'0,"2"3"-676"0,-7-3 98 0,5 1-3 16,-4 5-68-16,-3-6-182 0,-13 10-20 0,12-4-47 16,-6 0 52-16,13-3 1 0,-1-3 59 0,-9 6 73 15,6 2-49-15,6-6-3 0,3 4-52 0,-5 0-7 0,8 2-10 16,0-2-51-16,0 2-32 0,0-4 10 0,8 0 1 16,-1 4-14-16,-5-7-21 0,10 5-11 0,0-1 1 15,-4-4-1-15,16 7-8 0,-16-11-7 0,16 12 8 16,-2-6 8-16,-8-6 0 0,9 7-6 0,1-4-6 15,-4 3 3-15,-5-3 3 0,9 0-1 0,2 3-8 16,-6 0 4-16,-1-3 4 0,-7 4 2 0,-4-5-6 16,7 7-6-16,-9-2-4 0,-3-7 2 0,2 14-3 0,-2-6 4 15,-6 4 13-15,1 1 11 0,-4-2 3 0,-6 9 15 16,-2-2 67-16,2-9-27 0,-10 8 21 0,0-3-2 16,0 0 5-16,-4-1 3 0,0 4-16 0,2-5-38 15,7-1-10-15,10-11-11 0,-10 7-9 0,2-5-19 16,10-1-50-16,-7-3-126 0,5-5-54 0,2-3-437 15,-4-10-30-15,6-4-19 0,3 4 189 0,0-6-301 0</inkml:trace>
  <inkml:trace contextRef="#ctx0" brushRef="#br0" timeOffset="100351.55">28915 8292 87 0,'6'0'1493'0,"-1"-4"-846"0,4 2-58 0,-6 4-21 16,4-4-193-16,1 0-241 0,-8-1-56 0,0 6-44 16,0-6-7-16,0 3-6 0,-11-8 14 0,11 8 22 15,-16 0 35-15,8 2 9 0,-19 7 42 0,10-7 2 16,8 0 7-16,-23 9-11 0,17-5-48 0,-14 1 17 15,10 2-42-15,-1-2-21 0,3 1-29 0,-7 1-1 16,4 0-3-16,-7 5-1 0,15-8-15 0,0-2-8 0,-8 7-19 16,8-8-24-16,0 7-85 0,-3-7-160 0,13 0-207 15,-8-3-169-15,5 3 92 0,5-3-175 0,0 0-693 16</inkml:trace>
  <inkml:trace contextRef="#ctx0" brushRef="#br0" timeOffset="100595.89">28979 8444 848 0,'0'0'807'0,"0"0"-393"0,-2 0 157 0,-4 11-54 15,6-8-120-15,-12 3-174 0,-5 1 37 16,-14 4-80-16,9-3 20 0,4 0-36 0,-8 6 59 0,-10-5 44 15,12 0-62-15,6-5-76 0,1 7 16 0,8-8-54 16,-11 5-41-16,10-8-64 0,2 2-106 0,4-2-211 16,-6 3-303-16,6-3-185 0,-4-16 80 0,5 5-202 15,3 2-756-15</inkml:trace>
  <inkml:trace contextRef="#ctx0" brushRef="#br0" timeOffset="101251.14">29640 8275 891 0,'0'4'639'0,"0"5"-279"0,0-9 130 0,0 0 57 15,0 0-300-15,0 0-141 0,0 0 1 0,0 0 46 16,0 0 22-16,0 0 11 0,0 0-41 0,0 0 66 16,0 0 13-16,5 0-28 0,4-2-92 0,1-3-20 0,-5-3-20 15,10-1-7-15,-1-4-40 0,-2-2-7 16,3-1-7-16,0-6-3 0,-3 7-1 0,0-7-2 0,0 2 1 15,5-7 1-15,-5 6 0 0,6-13 1 0,-6 2 12 16,2-3 13-16,-6 12 7 0,2-14 30 0,-5 2 40 16,-1 9 44-16,-1-1 6 0,-3 14-44 0,0-2 68 15,0-5-49-15,0 13-8 0,-3-4-62 0,3 9-16 0,-4-11-14 16,4 13-8-16,0 0-11 0,0 0-4 0,0 0-7 16,0 0-3-16,0 0 2 0,-3 7-2 0,3 1 1 15,3 19 1-15,1-14 5 0,1 5 1 0,2 4 2 16,-2 4-3-16,1 0 1 0,-2 3-2 0,1 4-2 15,-2-5-2-15,3 12-5 0,-3-16 4 0,0 7-25 16,-1-1-20-16,1 1-8 0,1-9-7 0,-4 12-98 16,3-10-34-16,-3 2-70 0,0-7 43 0,5 10-273 0,-2-13-28 15,-3-6-61-15,9 6 85 0,-6-8-189 0,1 0 46 16,1-2-62-16,4-4 117 0</inkml:trace>
  <inkml:trace contextRef="#ctx0" brushRef="#br0" timeOffset="101663.05">30364 7974 92 0,'19'-22'1576'0,"-4"7"-900"0,-7 2 14 0,-6 4-164 0,8 0-119 15,-8-11-264-15,1 13-89 0,-3-10-19 0,-3 2 16 0,1 8 36 16,-1-4 23-16,-4 2-26 0,5 5 57 0,-6 0-38 15,-5 2-10-15,-1 4-36 0,4-2-17 0,-7 6-21 16,0 1-11-16,10-1-7 0,-20 10 1 0,7 5 0 16,3 0-2-16,2-4 1 0,-3 5 3 0,0 6 0 15,1 6 1-15,5-8-1 0,3-4 1 0,3 2 7 16,4 4-7-16,2-4-5 0,0-8 0 0,5 8 0 0,2-6 0 16,1 4-4-16,-2-18-3 0,9 18 4 0,-7-11-4 15,11-4 1-15,-14-1-1 0,27 1-1 0,-11-7-2 16,2 0-3-16,-4-2-3 0,13-3-12 0,-6-6 3 15,1 3-5-15,-7-2 5 0,10-9-13 0,-1 1 7 16,-8-4 14-16,-1 4 6 0,2-6-1 0,0-8 8 16,-7 6 35-16,-6-3 19 0,-3 7 2 0,-2-9 60 15,-4-4 69-15,-10 6-28 0,1 11-34 0,-6-8 14 16,-5 4-17-16,-6-2-12 0,6 11-81 0,-11 2-17 0,6 4-20 16,-11 4-30-16,16 3 7 0,-5 3-25 0,4 2-78 15,-2 0-149-15,11 3-65 0,-12 3-445 0,16-4-21 16,-6 4 3-16,10-5 150 0,-7 7-1009 0</inkml:trace>
  <inkml:trace contextRef="#ctx0" brushRef="#br0" timeOffset="103763.44">31295 7564 47 0,'3'-3'823'16,"-3"3"-408"-16,-11-8 20 0,11 8-91 0,0 0 1 15,-12-5-178-15,10 3-85 0,-5-4-22 0,2 3-23 16,5 3 5-16,-7-2 9 0,-1 2 2 0,5 0 38 16,-9 5-2-16,3 3-7 0,4-6-19 0,-10 7 12 0,-6-2-8 15,13 1-33-15,-11 3-18 0,2 5 0 0,2-3 1 16,6-2-6-16,1 2-3 0,1-5 9 0,-5 13 6 16,1-8 8-16,4-5-13 0,-1 6 13 0,-1-4-5 15,4 0 14-15,-2 14 2 0,7-13-20 0,-3 13 7 16,3-3 1-16,3 0-3 0,0 0-2 0,1 3-12 15,1-3-1-15,4 3-1 0,-3-3-4 0,6 3-15 16,0-6-24-16,3 2-4 0,-1-5 5 0,9 9-25 0,-2-11 4 16,3-2-9-16,-4-6 17 0,4 6-5 0,6-6-69 15,-4-3-4-15,-8-2 16 0,6 0-55 0,1-2-21 16,-1-3-39-16,0-1 69 0,-7 1 67 0,1-6-8 16,6-4 11-16,-7 1 53 0,-2 4 24 0,6-4 4 15,-6-1 3-15,2-1 8 0,-12 10 6 0,10-9 42 0,-6 1 34 16,3 4 63-16,-6 1-14 0,-2-6 76 0,1 10 19 15,4-6 4-15,-6 6-72 0,5-6 94 0,1-2-90 16,-3 2-62-16,-2 7-46 0,8-11 11 0,-7 6-39 16,0 3-23-16,5-2-7 0,-5 2-3 0,4-1-6 15,3-1-14-15,-12 8-2 0,8-9-1 0,-4 7-20 16,-8 0 8-16,8 4-1 0,-4-4 12 0,8-7 6 16,-8 9 1-16,0 0 11 0,0 0-4 0,0 0-13 0,0 0 5 15,0 0-7-15,0 0 7 0,0 0-3 0,0 9 0 16,0 1 12-16,0 4 10 0,0-4 0 0,4-2 3 15,-4 11 0-15,3-12 2 0,-3 4 6 0,5 2 0 16,2-2-6-16,-4-3-1 0,5 2-5 0,1-2 4 16,-3-5-11-16,8 5-4 0,-4-6 2 0,-4-2 11 15,9-2 0-15,-7 2 3 0,-1-2-3 0,7-4 12 0,-6 1 0 16,-1-1-1-16,5-1-1 0,-4-2 58 0,-1 4 20 16,3-10 10-16,-6 9-18 0,2-5 48 0,-1-9 61 15,-1 11-52-15,-4-6-59 0,-4 4 26 0,1-7 25 16,-2 1-42-16,2 10-25 0,-9-6-32 0,3 2 14 15,-3-2 10-15,1 4-39 0,-1 4-8 0,3-3 3 16,-8 6-2-16,2 2-1 0,12 0-11 0,-15 2-5 16,6 6-8-16,-14 6-12 0,14-7 5 0,-3 6-18 0,1 1-38 15,-5 7-153-15,8-10 21 0,2 4-200 0,6-4-112 16,1 5-69-16,2-8 103 0,0 3-368 0,2-6 229 16,1-3 93-16,0-2 225 0,14-2-308 0</inkml:trace>
  <inkml:trace contextRef="#ctx0" brushRef="#br0" timeOffset="104281.04">31880 7759 533 0,'0'9'786'0,"0"-7"-480"0,0 0 139 0,0-2-9 16,0 4-171-16,-4 9-183 0,4-13-67 0,-3 0-6 16,3 13-14-16,0-13-39 0,3 10 12 0,-3-2 27 15,6 3 1-15,2 2 13 0,-4-10 25 0,4 10-39 16,2-5-6-16,4 3-17 0,-4-6 18 0,7 6-7 0,-5-9-24 15,5 7-47-15,1-5 32 0,-9-1-1 0,8 3-1 16,1-10-7-16,-9 4 10 0,11-2-7 0,-1-5 14 16,-11 3 10-16,9-1 7 0,-1-3 3 0,-11 5 3 15,13-4 9-15,-12-1 10 0,-3 8 6 0,2-9 3 16,2 2 7-16,1-4 14 0,-8 7 1 0,7-11 32 16,-7 0-5-16,0 7 10 0,2 0-7 0,-4-10 47 0,2 5 0 15,-7 4 7-15,2-6-20 0,2 4 30 0,-6-15 67 16,6 17-24-16,0-6-49 0,-1 1 44 0,-1 1-6 15,2-2-17-15,1 4-57 0,2 0-10 0,-4-2-22 16,4 13-7-16,0-22-23 0,0 22-6 0,0-7 0 16,0-1 6-16,4 3 20 0,1-1-14 0,-5 3-3 15,12-1-10-15,0-2 1 0,-7 3-1 0,7 1-4 16,0-1-24-16,-4-3-2 0,7 2 15 0,-6 4 8 0,1-3-2 16,4 3-12-16,-2 0-2 0,-4 0 0 0,7 0 0 15,-15 3-2-15,9-3 1 0,-1 4-9 0,-1 2 15 16,2-3 1-16,-6 10 0 0,0-5 6 0,-1 0 3 15,-2 7 7-15,3-4-1 0,-3 2 1 0,0 9 14 16,0-11 0-16,4-1 3 0,-4 6-3 0,0 0 14 16,0-6-2-16,3 4 6 0,-1-12 2 0,-2 6 33 0,3 0 35 15,4 0-20-15,-5-3-22 0,-2-5 21 0,18 11 8 16,-9-5-52-16,-4-4-25 0,10-2-15 0,-3 2-28 16,3-4-92-16,2 0-126 0,-5-4-35 0,0 1-196 15,12-6-116-15,-13 3-279 0,-7 5 364 0,4-10-108 16,-4 13-115-16</inkml:trace>
  <inkml:trace contextRef="#ctx0" brushRef="#br0" timeOffset="104568.27">31334 8389 666 0,'-3'-2'1016'16,"6"4"-448"-16,-3-2 10 0,-3-2-72 0,9 2-187 0,11-3-141 16,2-5-131-16,-5 3-27 0,16-6-7 15,-4 1-11-15,4-4-7 0,-4 6-2 0,12-2-6 0,3-3-29 16,3 0-62-16,-11 5 19 0,9-3-76 0,-10 0-103 15,0 0-64-15,7 2-192 0,-19 3 156 0,4 1-101 16,-15 2 2-16,8 3 70 0,-17 0 103 0</inkml:trace>
  <inkml:trace contextRef="#ctx0" brushRef="#br0" timeOffset="104722.86">31358 8543 1508 0,'-4'2'1211'16,"4"-2"-475"-16,0 0-16 0,0 0-308 0,9-2-191 15,15-7-92-15,14-4-101 0,-14 4-26 0,12-11-9 0,5 2-4 16,11-12-6-16,-16 15-13 0,17-1-96 16,-13 1-80-16,8-5-156 0,-9 10-47 0,-7 0-213 0,0 2-86 15,-10-1 23-15,-20 7 236 0,13-3-387 0</inkml:trace>
  <inkml:trace contextRef="#ctx0" brushRef="#br0" timeOffset="117726.09">25498 11233 372 0,'0'0'668'0,"0"0"-328"0,0 0 10 0,0 0-84 0,0 0 57 15,0 0-148-15,0 0 21 0,0 0-41 16,0 0 93-16,0 0 136 0,0 0-65 0,0 0-82 0,0 0 57 16,0 0-41-16,0 0 11 0,10 4-150 0,-6-4-7 15,-4 0-19-15,0 0-1 0,0 0-34 0,0 0 9 16,0 0-6-16,-4-4-4 0,4-5-5 0,-2 9-23 16,4-4-16-16,8-9-4 0,-8 8-4 0,5-3 1 15,4-3-2-15,1 1-5 0,-6 4-1 0,6-7 1 16,6 0-4-16,-10 8 1 0,13-6-2 0,-11 3 5 0,0 1 2 15,9-4 1-15,-4 2-3 0,-10 5 1 0,12-5-7 16,-5 2-32-16,-5 1-8 0,4 4 6 0,-2-1-30 16,-4 1-1-16,5-2-33 0,-1 2 52 0,3-1-14 15,-7 3-2-15,10-2-4 0,-6 2 9 0,-3 2 0 16,8 1 7-16,-2-1 3 0,-2 4-1 0,0-1 36 16,0 6 4-16,-5-6 2 0,10 5 6 0,-9 4 1 0,-3-6 3 15,4 8 4-15,-5-3 0 0,1-7 0 0,-6 20 1 16,1-19 3-16,-8 17-1 0,1-10-1 0,-3 5 0 15,-8 1 0-15,5-1-4 0,3-5 0 0,-8 4 5 16,2 1-7-16,3-4 1 0,4-4 0 0,2-6-1 16,-6 8 5-16,-2-4 1 0,10-5-3 0,2-1 4 15,5-3 3-15,0 0 6 0,0 0 0 0,0 0-6 0,0 0-1 16,0 0 1-16,3 0 2 0,11 0-2 16,-4 0-4-16,-2-7 0 0,10 1 4 0,-7 1 1 0,1-4-4 15,17 5-8-15,-10-5-8 0,-11 9 5 0,21-7-8 16,-7 7 1-16,-5-4 2 0,-2 4 8 0,2-2 4 15,7 2 7-15,-15 0-1 0,11 0 0 0,-10 0 0 16,4 0 1-16,4 2-3 0,-6 7-2 0,-7-7 4 16,12 9 3-16,-5-6 0 0,-9 3-1 0,9 3-1 15,-5-4 0-15,-2 4 3 0,2 2-3 0,-5-2 5 16,4 0 7-16,-4 15 6 0,-2-17 4 0,0 6-2 0,0-4 15 16,-5 15 4-16,-7-2 26 0,4-8-22 0,-1 2 32 15,-6 1 9-15,-12 4 26 0,13-10-45 0,-13 6 33 16,3-3-10-16,-3 0-7 0,-10 3 7 0,13-12-44 15,-8 6 12-15,0-2-11 0,-16-3-16 0,21-3-18 0,-5-2 1 16,3-3-33-16,8-3-107 0,-2-2-153 0,8-5-248 16,6-8-192-16,-1-4-82 0,2 4 199 0,-1-14-360 15,4 3-178-15</inkml:trace>
  <inkml:trace contextRef="#ctx0" brushRef="#br0" timeOffset="118261.66">26844 11676 1456 0,'2'2'772'0,"-2"-2"-215"0,7 8-143 0,-7-5-9 16,0-3-280-16,0 0-98 0,0 0-24 0,0 0 0 15,-9 7-2-15,6-4-4 0,-6-3-5 0,-3 3-7 16,-15 5 0-16,10-6 2 0,-7 9 9 0,4-3 15 15,-10 5 20-15,-8 3 37 0,-4 0 33 0,10 0-4 0,-33 13 123 16,4-2-5-16,-1 4 43 0,14-10-52 0,-31 14 121 16,-1-1-8-16,15-4-56 0,16-12-87 0,-7 8 17 15,-10 1-52-15,22-12-85 0,18-2-82 0,-1 1-101 16,2-6-119-16,6 0-233 0,7-5 66 0,1-3-276 16,7 0-203-16,-6 0 15 0,10 0 27 0,8-19-718 15</inkml:trace>
  <inkml:trace contextRef="#ctx0" brushRef="#br0" timeOffset="118761.37">26384 12752 1797 0,'4'3'1131'0,"-4"-3"-191"0,8 8-403 0,-6-5-128 15,-2-3-411-15,0 0-135 0,0-3-2 0,12-8-40 16,-5-4 32-16,-4 4 93 0,6-11 78 0,2-2 84 15,1-7 40-15,-3 2-30 0,-1-3 2 0,-1 8-39 16,-2-16-36-16,4-4-28 0,-3 7-7 0,0 6 0 0,2-7 18 16,-1-1 7-16,1-2 21 0,1 18-16 0,-3-3 15 15,3-1 2-15,-4 8-8 0,-1 12-12 0,4-10-11 16,-4 10-9-16,-1 1-8 0,-3 6-3 0,0 0-4 16,0 0 2-16,3 0 3 0,6 6 1 0,-4 1 17 15,1 17 44-15,0-2 44 0,0 2 5 0,0-4-23 16,0 13 31-16,-1 9 26 0,2-5-29 0,-5-8-45 0,1 10 21 15,4 3-5-15,-5 6 0 0,1-15-31 0,0 9 19 16,-3-5-19-16,4-4-27 0,-2 2-24 0,1-6 8 16,0-5-20-16,-3-5-17 0,2-14-9 0,-2 17-37 15,7-9-40-15,-4-11-104 0,-1 1-27 0,10 5-171 16,-9-12-347-16,6 0-73 0,-3-5 119 0,3 2-189 16,6-15 107-16,-3 7-291 0</inkml:trace>
  <inkml:trace contextRef="#ctx0" brushRef="#br0" timeOffset="119108.4">27117 12318 1119 0,'0'0'708'16,"-8"-13"-13"-16,8 13 7 0,-14-7 143 0,10 3-498 16,-11 4-122-16,0-2-125 0,-2 4-42 0,8 2-31 0,-11 3 24 15,0 6 7-15,5 0 5 0,-1 4 3 0,1 1 0 16,4 4-5-16,5 2-6 0,0-2-24 0,4 8-1 15,4 2-9-15,4-4-5 0,-4-4-10 0,8 14 2 16,2-10 0-16,2 2-4 0,-2-12 3 0,6 6 2 16,2-6-6-16,1-4 5 0,3-1-3 0,-6-7-4 15,14-4 0-15,-6-2-8 0,4-6-8 0,-9 1-8 0,4-10-14 16,6-1-7-16,-8-3 8 0,-6 3 14 0,2-8-4 16,-2-4 14-16,-8-1 15 0,-3 10 6 0,3-13 32 15,-13-2 14-15,1-1 11 0,-2 14-19 0,-7-11 23 16,-3 1 3-16,-11-2 1 0,6 15-45 0,-11-3 2 15,2 3-12-15,-1 2-6 0,-7 5-10 0,16 3-2 16,-11 8-3-16,8 0-7 0,0 6-12 0,1-1-64 16,2 3-85-16,12-1-143 0,-3 4-189 0,6-6-90 0,0 6-285 15,4-11 61-15,-5 13 75 0,7-13 79 16</inkml:trace>
  <inkml:trace contextRef="#ctx0" brushRef="#br0" timeOffset="119530.1">27940 11416 97 0,'3'0'1662'15,"-3"0"-937"-15,0 0 37 0,0 0-179 0,0 0-126 16,-12-3-267-16,7 3-36 0,-11-2 30 0,1 4-77 16,4-2 53-16,-13 6 62 0,0-3 32 0,2 1-24 15,-8 5 25-15,4 2-69 0,-4 2-27 0,6-6-62 16,-14 10-27-16,8-2-67 0,3 1-21 0,7-8 3 0,-9 6-34 16,14-7-40-16,-3 1-70 0,12-5-37 0,-11 5-192 15,17-6-150-15,-19 1-408 0,19-3 264 0,0 0-210 16,0 0 13-16,0-3-734 0</inkml:trace>
  <inkml:trace contextRef="#ctx0" brushRef="#br0" timeOffset="119728.57">27907 11596 811 0,'12'6'1173'0,"-9"-6"-450"0,-3 0-145 0,9 4-195 16,-4-4-202-16,-5 0-135 0,-2 0-15 0,-10 9-13 15,0-4 16-15,-14 1 29 0,2 1 14 0,-5 1 15 0,-3 3 11 16,1 2 6-16,6-2-11 0,4-4-36 0,-14 2 1 16,14 1-68-16,6-2-113 0,9-8-57 0,-12 6-232 15,15-6-392-15,-12-4 101 0,13 2 176 0,2-12-655 16</inkml:trace>
  <inkml:trace contextRef="#ctx0" brushRef="#br0" timeOffset="122210.94">28697 10969 49 0,'0'0'846'0,"0"0"-533"0,6 5 71 16,0 1 76-16,-6-6-87 0,-3 0-159 0,6 0-82 15,9-6 35-15,-4-5 67 0,-2 6-57 0,4-3-36 16,0 1 99-16,0-2 33 0,10-1-23 0,-14 5-110 16,4-6 48-16,-2 4-9 0,-2-2-39 0,-3 5-34 0,0 0 6 15,2-9 0-15,-5 13-10 0,0 0-15 0,0 0 21 16,0 0-21-16,-3 0-23 0,-9-7-35 0,12 3 4 15,-17 4-22-15,8 0-12 0,-2 4-3 0,-8-2-1 16,5 0-7-16,-13 3-4 0,10 4 0 0,2-3 2 16,-5 1-7-16,-9 6-10 0,5 0 4 0,9-2 15 15,-6 2 7-15,-2 11 8 0,6-6 20 0,7-1-1 16,-2 3 15-16,3 4 7 0,4 3 1 0,5-12-23 0,0 5 0 16,2-2-12-16,1 1-4 0,9-1-8 0,0-3-9 15,-5-4-19-15,3 0-5 0,9 5 8 0,1-6-18 16,-5-5 13-16,9 4 11 0,-4-5 8 0,1 0 25 15,-1-4 9-15,-11 0 3 0,23 0 2 0,-20-4-7 16,12-3 6-16,-1 1-3 0,-4-1-5 0,-2-1-10 16,6-3 1-16,7-7-2 0,-7 2-4 0,-8 5-2 0,6-8 2 15,-4 4 9-15,1-6-3 0,-12 7-8 16,2-4 5-16,-1 0 5 0,1-1 6 0,-8 1 1 0,3-4-2 16,-3 9 6-16,-3 2 9 0,-9-15 7 0,1 15-16 15,7 6 6-15,-18-17-5 0,3 13-3 0,-4-2-3 16,2 5-6-16,-2 4-16 0,-1 2-5 0,7 0-10 15,-7 0-26-15,15 0-46 0,-14 2-66 0,20 2-12 0,-11 0-145 16,-2 1-180-16,16-1-26 0,-3 1 76 0,-2-1-245 16,7 0-8-16,-2 6-97 0,0-10 377 0,0 3-162 15</inkml:trace>
  <inkml:trace contextRef="#ctx0" brushRef="#br0" timeOffset="122448.3">29422 10871 422 0,'6'0'572'15,"8"-3"-140"-15,-4 1 58 0,0 0 46 0,-10 2-64 16,0 0-85-16,0 0-69 0,0 0-54 0,0 0-79 16,0 0 3-16,0 0-68 0,-2 2-28 0,-4 5-39 15,-3 15 41-15,1-3-22 0,-1 1-12 0,3-6-29 0,-3 12-11 16,2 0-5-16,2-2-7 0,2-8-9 0,3 8-12 15,0 2-20-15,6 4-131 0,0-12-137 0,-3-9-65 16,6 4-272-16,-3-8-66 0,3 3-174 0,6-14 338 16,-7 4-589-16</inkml:trace>
  <inkml:trace contextRef="#ctx0" brushRef="#br0" timeOffset="124140.78">29584 10376 480 0,'-3'0'842'0,"6"0"-228"0,-3 0-119 16,0 0 183-16,0 0 62 0,0 0-289 0,0 0-187 15,-3 0-27-15,6 0-7 0,-6 0-77 0,3 0-56 0,3 0 21 16,-3 0-3-16,0-15 12 0,2 15-59 0,-2-9-4 16,3 2-13-16,1 1-2 0,1-5-32 0,-2 4-7 15,0 1-8-15,3-1 2 0,4-4-1 0,-10 5-5 16,10-1 2-16,0-4-3 0,-1 6 2 0,6-3-4 16,5 0-1-16,-3 3 0 0,-2 0-4 0,-3-1 5 15,15-5-2-15,-6 9-3 0,-13-3-1 0,9-3 3 0,2 5-7 16,-7-3 13-16,8 4-6 0,-15 2 4 0,7 0 1 15,-9 0 5-15,16 0 3 0,-19 0-3 0,12 0-5 16,-10 0-4-16,10 6 3 0,-12-4-3 0,0 1-8 16,6 10-5-16,-6 0 0 0,-3-2 9 0,3 0 10 15,-3 4-2-15,-3 1 3 0,0-5 14 0,-3 4-2 16,4-4 4-16,-10 11-4 0,3-4-4 0,9-12-1 16,-18 14 0-16,16-14-6 0,-13 12-1 0,9-13 0 15,0 3 0-15,-3-3 1 0,4 1 0 0,5-4 2 0,3-2-2 16,0 0 1-16,0 0 0 0,0 0 1 0,0 0-2 15,0 0 0-15,0 0 0 0,0 0-1 0,0 0 1 16,0 3 0-16,5 8-1 0,-5-14 0 0,15 3-3 16,-3 0-4-16,-3-2 0 0,9 2-2 0,-13 0 3 15,12-4-7-15,5 8 2 0,-10-2 2 0,0-2 6 16,5 3 0-16,-2 3 0 0,-7-4 1 0,10 3 3 0,-10-3 1 16,11 9 2-16,1-3-1 0,-17-3-4 0,15 6-3 15,-3 2-1-15,-4-2-1 0,-2-4 1 0,3 6 0 16,-4-4-1-16,4 4 8 0,-3 6 1 0,-9-14 0 15,3 8 1-15,-8 3 1 0,2-3 0 0,-4-5-2 16,-2 8 5-16,-2 3 4 0,-3-3 11 0,-5 2 12 16,-1-3 20-16,-1 5 6 0,-5-5 14 0,2-2-7 0,-5 1 17 15,5-4-19-15,0-1-20 0,4-4-26 0,-12-1 1 16,13 0-62-16,9-4-102 0,-20-4-149 0,24 4-187 16,-14-4-390-16,8-7-65 0,9 4 9 0,-9-13-61 15</inkml:trace>
  <inkml:trace contextRef="#ctx0" brushRef="#br0" timeOffset="125524.08">30676 10291 252 0,'0'0'1059'0,"0"0"-467"0,0 0-103 0,0 0-163 16,10-9-21-16,-1 3 20 0,-6-2-81 0,9-2-81 15,0 1 96-15,8-9 8 0,0-3 68 0,-8 10-146 0,2-5 26 16,1-2-60-16,6-3-13 0,-9 3-85 0,0 3-25 15,-1 0-10-15,-4 4-16 0,7-7 1 0,-11 13-1 16,6-8-2-16,-1 2-1 0,2 3 2 0,-1 5-2 16,-1-5-1-16,-5 8-3 0,6-3-6 0,0 1 0 15,-3 4-2-15,8-2-10 0,-4 0-6 0,-2 3 1 0,4 5-5 16,-3-5 7-16,-4 3 1 0,5 1 7 0,-2 8 2 16,-4-6 10-16,1 6 2 0,2 5-4 0,-5-2 5 15,1-5 3-15,-3 2-5 0,3-4 2 0,-3 8-1 16,0-9 4-16,0 7 4 0,0 1-14 0,-3-7-3 15,3-3 3-15,0 8-4 0,-5-9 1 0,5-1-1 16,2-6 0-16,-2 0 7 0,-2 11 6 0,2-11 0 16,0 0-3-16,0 0 8 0,0 0 9 0,0 0-6 0,0 0 5 15,0 0-1-15,0 0 2 0,-4-4 5 0,-2-3-16 16,6 7-2-16,-2-16-1 0,-2 3-19 0,1 5-7 16,0-14-18-16,3 9 1 0,0 0-4 0,3-11 2 15,0 8 4-15,1 5 13 0,-2-9 19 0,-2 11 6 16,10-6 0-16,-2-4 5 0,-6 11-3 0,8-2-1 15,4-6 1-15,-4 10-1 0,1-1 0 0,-5-2 1 0,6 7 0 16,6-4-6-16,-6 6 0 0,-7 0 2 0,16 0-4 16,-3 4 1-16,-9-2-3 0,8 3 2 0,-5 1 3 15,0-1 2-15,3 10 2 0,-7-2 0 0,-1-7 2 16,1 12 6-16,-2 2 8 0,-3-11-1 0,0 6-6 16,-3-2 4-16,-3 0 9 0,0 7-2 0,-1-6-9 15,-1-1 0-15,0 11-2 0,1-11 13 0,-2 0-4 0,4-4 3 16,-5 6-4-16,-1-4 5 0,8-9-6 0,-7 3 3 15,2 1-10-15,5-6-5 0,0 0 15 0,0 0-2 16,0 0 15-16,0 0 8 0,0 0 6 0,0 0-12 16,3-8-4-16,6-16-22 0,3 3-11 0,-1 0-11 15,3-3-9-15,-2-3-3 0,0-1 1 0,0 4 13 16,3-3-1-16,-3 6-2 0,3 3-4 0,-3 7 6 16,5-7-9-16,-12 9 3 0,10-4 0 0,-11 8 7 15,7-3 1-15,1 0 3 0,-12 8 4 0,0 0 3 0,0 0 1 16,0 0 0-16,0-3 1 0,14 3 3 0,-14 0 2 15,4 6 4-15,-4 4 5 0,3 3-3 0,-3-2-3 16,0 13 3-16,3 2-1 0,-6-4-4 0,6-7 8 16,-3 9 17-16,2-2 3 0,1 1 24 0,1-10-21 15,-1 6 18-15,2-3-2 0,2-1-9 0,-2 7-28 16,4-6 2-16,-9-10-16 0,12 12-41 0,-4-8-64 0,-5-5-98 16,6 4-162-16,-9-12-234 0,20 3-175 0,-8-6-77 15,-2 1 30-15,7-8-132 0</inkml:trace>
  <inkml:trace contextRef="#ctx0" brushRef="#br0" timeOffset="125980.86">31921 9722 720 0,'0'-4'1143'0,"0"4"-466"0,-4-5 0 0,4-4-211 16,-5 9 121-16,-5-4-328 0,8 4-228 0,-8-4-31 15,0 4-2-15,0 4 0 0,1 3 1 0,4-5 3 16,-5 9 10-16,-4 2 13 0,6 0-3 0,1-2-7 0,-1 5-3 15,4-1-1-15,1-4 6 0,1 11-13 0,2-17-7 16,2 16-12-16,-2-3 2 0,7-5 24 0,-7 1-11 16,3 5-15-16,2-4-6 0,-2-1 13 0,1-4 12 15,1 1-1-15,4 2-16 0,6 3 11 0,-10-14 1 16,7 9 10-16,3-2-8 0,0-5-20 0,-6 5 15 16,-1-4 11-16,-1 1-17 0,1 1 3 0,-8-7 1 15,6 13 23-15,-3-13 7 0,0 13-4 0,-1-10 1 0,-2 7 33 16,-2-1 14-16,-1 6 13 0,0-6 6 0,-3-2 9 15,0 12 4-15,-3-8-3 0,-6 9-15 0,7-6-19 16,-10 1 11-16,3 2-29 0,0-1-13 0,7-6-18 16,-6 6-23-16,-5 2-94 0,2-5-126 0,5-2-79 15,-3 2-293-15,0-4-400 0,-12 1 189 0,13-5 151 0,-4 1-1063 16</inkml:trace>
  <inkml:trace contextRef="#ctx0" brushRef="#br0" timeOffset="126410.72">30144 11329 110 0,'0'5'1884'0,"-7"6"-1039"0,7-11 129 0,0 2-398 16,-2 9-40-16,2-13-308 0,0 4-140 0,0-2-54 0,0-2-17 15,0 4-1-15,0-2 34 0,0-2 25 0,14 2-3 16,-4-3 24-16,-2 0-7 0,18-5 3 0,-8 0-30 16,12 1-15-16,14-10 9 0,-2 1 11 0,-5 6-17 15,14-11 14-15,25-3 10 0,-13 0-15 0,-11 5-18 16,22-7-13-16,0 5-30 0,23-14-7 0,-38 17 1 16,17-12-24-16,-2 8-66 0,0-2-74 0,-6 0-94 15,-7 2-140-15,-7 4-198 0,-5-1-246 0,-8 6-35 0,-11-1 162 16,-1 5-121-16,-10-2-328 0</inkml:trace>
  <inkml:trace contextRef="#ctx0" brushRef="#br0" timeOffset="135966.19">13883 13906 18 0,'0'0'316'0,"0"0"-137"0,0 0 44 15,0 0-20-15,0 0 4 0,0 0-34 0,0 0-27 16,0 0-7-16,-12-5-32 0,9 5-35 0,3 0-32 0,0 0-12 16,-3 0-1-16,-6 0-12 0,9 0-11 0,-3 0-1 15,-9 0 20-15,12 2-7 0,0-2-19 0,0 0 1 16,-9 3-2-16,4-1 2 0,5-2-11 0,0 0-13 15,0 0 21-15,0 0 8 0,0 0 17 0,0 0-12 16,0 4-9-16,0 9-6 0,0-17-18 0,0 8-7 16,0-4-10-16,0 0-17 0,0 13-4 0,0-13-11 0,0 0 26 15,0 0-12-15,0 0 15 0,0 0 8 16,9 7 13-16,-4-7 12 0,-5 0 15 0,0 0-3 0,0 4 4 16,10 5 4-16,-10-9-4 0,0 0-2 0,0 0 1 15,0 11-6-15,2-8-3 0,-4-3-10 0,4 0 3 16,-2 0 8-16,0 0-3 0,-2 0-2 0,4 0 6 15,-2 0 5-15,-2 0 2 0,4 0-3 0,-2 0-4 0,-2 0 0 16,4 0 0-16,-2 0-5 0,12 0 1 0,-9 0 7 16,-3 0-1-16,0 0-5 0,12-14-1 0,-12 14 1 15,3-4 8-15,-1-1 6 0,-2 5-10 0,10-11 13 16,-10 9 1-16,2 2 7 0,4-11 14 0,0 7-1 16,-6 4 7-16,0 0 28 0,-2-2 15 0,-2-9 8 15,4 11-17-15,0-2 24 0,0 4-13 0,-3-4-9 0,-5-3-41 16,8 2 4-16,0 3-12 0,0-3-19 0,0 6-8 15,0-3 1-15,-4-3 0 0,-8 3-1 0,12 0 1 16,0 0-2-16,-5 0 2 0,-5 8 2 0,10-8-1 16,-10 3 5-16,6-1 9 0,4-2-2 0,-15 0 4 15,15 4-8-15,0-4-7 0,-3 0-8 0,1 9-5 16,2-9-1-16,0 0-15 0,0 4-10 0,0 9-18 0,0-13 14 16,0 0-16-16,0 0-19 0,0 0-27 0,2 0 26 15,10 7-14-15,-14-7-4 0,4 0 6 16,-2 0 21-16,-2 0-28 0,4 0 31 0,4 0-2 0,0 4 19 15,-6-4 2-15,0 0-4 0,0 0 1 0,0 0-4 16,3-4 2-16,12 4-26 0,-15-2-22 0,5-9-19 16,-5 11 38-16,0-2-18 0,7-12 10 0,-5 14 20 15,1-10 14-15,-3 7-6 0</inkml:trace>
  <inkml:trace contextRef="#ctx0" brushRef="#br0" timeOffset="139106.78">26938 14191 182 0,'3'-5'350'0,"0"5"39"0,-6 0-7 15,3 0-89-15,3 0 88 0,-3 0-20 0,0 0 85 16,0 0-214-16,0 0 61 0,-3 0 0 0,6 0 85 15,-3-4-138-15,5-5 59 0,-5 9-47 0,-3-5 10 16,1-1-87-16,2 6 56 0,0 0-85 0,-12-7-40 16,9 7-49-16,-12 0-6 0,-2 5-40 0,-7 3-12 0,9 0-4 15,-9 2-2-15,-5 6-2 0,9-3 4 0,3 0 4 16,-10 3 0-16,8 1 1 0,-7 9 3 0,6-5 0 16,5-5 0-16,-5 7 5 0,4 5 9 0,5-2 2 15,2-10-6-15,0 4 3 0,3 4 4 0,4-5-3 16,-1-1-9-16,3 2-4 0,5 0-2 0,1-1-2 15,0 2 0-15,6 3-7 0,-1-5 0 0,1 1 0 16,0-4 2-16,5 8 0 0,-2-7 11 0,4-4 1 0,-5-6 0 16,4 4 8-16,2-3-4 0,-2-3-5 0,5-3-4 15,-8 1-8-15,-1-6-4 0,17 3 2 0,-14-4-1 16,-2-2 6-16,-7 3 0 0,16-8 0 0,-9 2 2 16,2-2-3-16,-2-2-4 0,3-4-2 0,0-6-6 15,-9 10-1-15,2-4-10 0,-4 10-7 0,1-15-19 0,-4 12 10 16,-4-1-13-16,0-7 3 0,-4 7 5 0,-4-9-4 15,-2 6 7-15,-2 6 7 0,-11-10 10 0,-1 4-6 16,7 6 16-16,-4-2-3 0,-2-1 10 0,-1 0 0 16,4-2 6-16,-1 3 2 0,-3-1-2 0,1-2 0 15,2 5 3-15,-6-1-3 0,10-4 10 0,-3 6 7 16,8-1-2-16,0 3 11 0,-3-8-3 0,10 4 4 16,1-2-4-16,-4-4 2 0,5-1-5 0,3-5-3 15,0 16 0-15,0-17 2 0,3 2-1 0,-3 9-8 0,2-5-10 16,1 3-5-16,0 2-1 0,-3-5-6 0,4 0 3 15,-2 9 3-15,1-12 1 0,2 5 21 0,-5 7-1 16,4-6-3-16,-1 5-3 0,0-3 0 0,2-2 6 16,-1 4-7-16,-1 0-7 0,5-5 5 0,-2 1 6 15,-3 10-1-15,9-11 2 0,-7 12-7 0,5-5 2 0,-1-2 0 16,-1 1-5-16,-1 3-1 0,5-1 3 0,-7 4-1 16,10-9 3-16,2 4 3 0,-2 1-1 0,-3 1 4 15,9 0-1-15,-6 2 0 0,-5 0-3 0,9 1-4 16,-14-1-1-16,10 3-2 0,-3 0-4 0,-3 3 0 15,2-1 3-15,-2 1 0 0,1 3 3 0,-2-4 0 16,1 3 2-16,-6-2 1 0,4 11-18 0,-2-7-41 0,0 4-29 16,-1-1-108-16,2-1-249 0,-1 4-155 0,-5-13 69 15,4 10-250-15,-1-4 30 0,-6 1 65 0,3 4-489 16</inkml:trace>
  <inkml:trace contextRef="#ctx0" brushRef="#br0" timeOffset="140015.32">27097 13975 195 0,'-6'7'311'0,"6"-1"-75"16,0-6-91-16,-6-10 30 0,4 7-47 0,2-3-60 15,-3-1-41-15,3 7-19 0,0 0-7 0,-15 2-3 16,11 3 3-16,-6 22 5 0,0-12 6 0,4 7 5 16,3-7 19-16,-5 9 29 0,1 3-15 0,-1-8-3 0,2-3-13 15,-2 8 12-15,-2 2-13 0,5-2-29 0,-2-8-1 16,2 4 0-16,1-7-6 0,-7 4-7 0,11-17-23 16,-9 5-36-16,3 3-69 0,-3-10-152 0,0-2 46 15,1-3 38-15,5 1-414 0</inkml:trace>
  <inkml:trace contextRef="#ctx0" brushRef="#br0" timeOffset="140507.01">27899 14250 140 0,'-4'-8'590'0,"4"-3"-385"15,-5-2 79-15,5 5-1 0,-3 0-18 16,3 8-160-16,0-16 55 0,0 16 9 0,0-10 4 0,0 7 37 16,0 3 86-16,0-11-21 0,0 7-19 0,0 4-95 15,0 0 74-15,0 0-82 0,0 0-72 0,-15-3-16 16,13 3-30-16,-5 3 7 0,-1 4-15 0,-8 12 14 15,5-8-12-15,-1 4 8 0,-9 9 27 0,-6 3 7 16,13-7-26-16,-12 4 11 0,2-2-12 0,-5 4 4 16,14-4-23-16,-6 1-13 0,3-2-5 0,1-3 0 15,2-1-1-15,-3 7-7 0,3-6-8 0,7-7-63 0,1-6-48 16,-3 5-278-16,0 1-30 0,10-11-149 0,0 0-110 16,0 0 173-16,0 0-111 0,0 0-443 0</inkml:trace>
  <inkml:trace contextRef="#ctx0" brushRef="#br0" timeOffset="140734.41">27571 14292 609 0,'0'-16'997'0,"0"8"-352"0,0-8 24 0,0 14 93 16,0-11-295-16,0 13-138 0,0 0-75 0,0 0-81 16,0-9-35-16,0 2-28 0,0 10-24 0,0-3-39 15,9 0-26-15,3 0-3 0,0 2-7 0,3 0-7 16,-10-2-2-16,16 9 0 0,0-2 2 0,3 4-2 15,-7-5-1-15,4 5-3 0,-1 4-5 0,4 1-10 16,-9-8 2-16,5 5-7 0,1 3-3 0,-1 2-5 0,2 4-18 16,-5-7 0-16,0 4-100 0,1-3-110 0,0 8-280 15,-7-11 88-15,1 0-282 0,-5-8-17 0,7 11 37 16,-6-10 254-16,4 7-585 0</inkml:trace>
  <inkml:trace contextRef="#ctx0" brushRef="#br0" timeOffset="142007.01">28923 13734 823 0,'7'0'1083'0,"1"2"-297"0,-8-2 10 0,-3-2-183 15,3 2-297-15,3 2-64 0,-8-12-150 0,5 5-80 16,0 5-15-16,-7-3-5 0,-1 1 0 0,-1 2-5 0,1 0-5 16,-7 5-6-16,6-5 4 0,-3 8 4 15,-6-1 1-15,4 4 0 0,2-6 1 0,-3 6 9 0,-6 4 3 16,3 2-2-16,4 1-4 0,-1 1-2 0,6 2 1 15,1 0 0-15,-2 0-2 0,2 5-1 0,4-2 4 16,2-7 0-16,-4 17 3 0,6-13-1 0,6 6 1 16,0-12-2-16,0 7 2 0,6 2 0 0,0-9-1 0,0-7-2 15,-4-2-2-15,18 9-1 0,-4-9 1 16,-12-3-3-16,9-1 0 0,4 0 0 0,1-6 4 16,-7-2 0-16,4-2-2 0,-1-2 0 0,2-6 6 0,3-6 15 15,-10 7-2-15,9-4 27 0,-9-2 19 0,2-5 31 16,-8 7-2-16,6-5 64 0,-6 1 18 0,-6 1-3 15,-3 7-60-15,0-9 57 0,0 4-53 0,-9 2-32 16,1 8-60-16,-7-8-17 0,-4 1-19 0,2 4-19 16,-1 8 5-16,1-4-10 0,-7 2-9 0,4 5 11 15,4 2 5-15,8 2-36 0,-13 1-46 0,6 1-140 0,4 2 16 16,-1 5-245-16,6-4-144 0,-2 7-166 0,1-6-111 16,7-6 245-16,0 7-8 0,3-4-291 0</inkml:trace>
  <inkml:trace contextRef="#ctx0" brushRef="#br0" timeOffset="142236.39">29381 13756 354 0,'0'2'1248'0,"-4"9"-446"0,-1 4-208 0,2-1-24 15,0-4-292-15,-1 11-91 0,2-8-106 0,-1 6 1 16,3-1 15-16,0 4 65 0,0-2 3 0,3 10 58 0,-1-9-106 15,2 9 27-15,-1-2-24 0,5 10-39 16,1-7-46-16,-6-10-18 0,4 8 0 0,-2 0-2 0,0 11 0 16,-5-19-13-16,4 8-27 0,-4-3-75 0,-4 7-217 15,4-20 1-15,0-6-230 0,0 10-125 0,0-15-101 16,0-2 196-16,0 0-277 0,0 0 56 0</inkml:trace>
  <inkml:trace contextRef="#ctx0" brushRef="#br0" timeOffset="142820.82">29572 13400 228 0,'-3'-10'1853'0,"3"2"-1173"0,-3 5-1 16,3-7-198-16,-2 7 30 0,2-11-394 0,0 14-98 16,0-7-19-16,0-4-12 0,2 1-2 0,4-1 0 15,-6 8-1-15,6-7 4 0,5 0 0 0,-4 4 3 0,7-2 4 16,-4 5 3-16,4-4 6 0,12-1 3 0,-12 3-4 16,-10 1-1-16,19 2 5 0,-8-1-6 0,-8 3-8 15,7 0 0-15,-14 0-5 0,18 0 1 0,-16 0-7 16,5 3 3-16,5-3-1 0,-12 2-1 0,11 7-3 0,-7-9 10 15,-2 15-2-15,-2-6 4 0,-2 1 4 0,2 8 7 16,-4 4 7-16,1-6 3 0,-2-8-2 0,2 12-1 16,-9 7 5-16,3-8 0 0,-1-1-5 0,2-2 3 15,-1-3 0-15,4 0 6 0,-8-2-1 0,11 0 3 16,-1-3-6-16,-1-8 17 0,-1 13-7 0,5-10-5 16,0-3-11-16,-3 10 5 0,3-7 2 0,5 8-8 15,-5-9-10-15,3 0-2 0,6 9 3 0,4-2 6 16,-8-7-4-16,10 3-6 0,3 1 4 0,-3-1 2 15,2-1-1-15,1 5-1 0,-9-7-1 0,8 4 5 16,10 7 0-16,-15-5-2 0,3 0 1 0,5 5 1 0,-8 0 9 16,-3-2 7-16,-1 5 10 0,-5-5 11 0,3 7 13 15,-3 1 33-15,-3-8 26 0,0 9 26 0,-3-7 6 16,3-4-5-16,-12 19 39 0,3-6-9 0,-2-4-29 16,-3 1 7-16,-1 2-20 0,-1 0-12 0,1 1-20 0,1-7-34 15,-12 3 15-15,2-2-31 0,-2 1-32 0,-1 3-17 16,7-7-3-16,-7 1-82 0,3-1-66 0,0 0-121 15,7-5-107-15,-13-3-578 0,6-5-17 0,2-2 1 16,7-3 234-16,-4-3-1252 0</inkml:trace>
  <inkml:trace contextRef="#ctx0" brushRef="#br0" timeOffset="144660.91">26201 14630 399 0,'0'0'607'0,"0"0"-263"16,0 0-62-16,0 0 165 0,0 0-170 0,0 0-66 15,0 0-80-15,0 0 64 0,0 0-5 0,0 0-32 0,0 0-46 16,0 0 9-16,-8-2-28 0,5 2-25 0,-6 2-31 16,-1-2-18-16,0 6-24 0,-2-3-8 0,2 2 16 15,-7-2 4-15,-7 7 3 0,-3-2 16 0,5 1 16 16,0-5 4-16,-4 7 11 0,-4-2-7 0,1 4-2 16,12-8-20-16,-5-1-2 0,8 5-26 0,-6-1-37 15,13-5-39-15,-4 1-163 0,11-4-98 0,0 0-106 0,0 0-45 16,0 0-168-16,-6-10 95 0,8 5-21 0</inkml:trace>
  <inkml:trace contextRef="#ctx0" brushRef="#br0" timeOffset="144903.26">26325 14786 85 0,'3'6'1444'0,"-3"-6"-854"15,-3 0-48-15,6 0-27 0,-3 0-201 0,4 8-222 16,-2-5-57-16,-2-3-3 0,-2 0-11 0,-2 3 12 16,-2 1-2-16,-6 2 45 0,4-3 10 0,-4 8 22 0,-3-7-9 15,-11 12 74-15,-1-3-19 0,0 0-25 16,7-4-52-16,-6 4 9 0,-13-2-12 0,10 0-56 0,-1-1-81 16,6-5-82-16,-10 0-227 0,0 1-381 0,5-4 39 15,6-2 180-15,-10 0-417 0</inkml:trace>
  <inkml:trace contextRef="#ctx0" brushRef="#br0" timeOffset="145538.56">24499 15052 153 0,'-10'-3'623'16,"2"3"-448"-16,-10-2 96 0,3 2-11 0,0-4-132 0,-7 2-12 15,15-1-5-15,-8 1 118 0,-2-4 36 0,10 1 77 16,2 3-50-16,-4-9 176 0,6 3-46 0,-2-3-87 15,5 1-119-15,0 4 21 0,2-7-45 0,4-5-89 16,-2 12-36-16,4-7 15 0,4-5 4 0,5 5-12 16,-5 2-34-16,5-2 5 0,-2-3-26 0,12 3-10 15,-9 7-6-15,2-4-2 0,4 2-1 0,-16 5 4 0,28-5 0 16,-18 6 0-16,-13-1 2 0,16 3 0 0,-3 0 1 16,-12 3-2-16,17 1-4 0,-11 0 0 0,3-2 0 15,2 9-2-15,4-4-3 0,-15-4-1 0,23 8 0 16,-8-9 1-16,-13 2 0 0,14 3-2 0,-8-7 0 15,-2 2 4-15,8-4 7 0,-8-1-2 0,0-1-4 16,0 0 5-16,3-3 11 0,-3 1 0 0,6-4 16 16,-16 7 12-16,13-7 22 0,-6-4 27 0,-1 0-23 15,4-6 3-15,-5 7-10 0,1-9 22 0,-5 4-43 0,1 10-3 16,-2-10-11-16,1 7 6 0,-3 0 0 0,-3 3-24 16,3 3-8-16,-2 5-11 0,4 0-33 0,-4 0-79 15,2 0-32-15,2 0-196 0,-2 0-236 0,0 0-331 16,0 0 258-16,-9 0-208 0,1 2 27 0,4 1-635 0</inkml:trace>
  <inkml:trace contextRef="#ctx0" brushRef="#br0" timeOffset="145855.72">24840 14938 134 0,'0'2'2274'0,"0"-2"-1437"15,0 0-15-15,-9 11-270 0,9-9-329 0,0-2-189 0,-11 11-63 16,4-5-9-16,-1-4 9 0,-4 9 1 0,8-4 16 16,-1-1 8-16,-10 12-2 0,10-7 13 0,-2 11 9 15,2-9-2-15,-2 13 17 0,-1-5 7 0,2 0 24 16,6-5-7-16,-3 6 30 0,3 4 16 0,0-2-24 16,0-8-25-16,0 5 7 0,9 13-11 0,-1-8-16 0,4 1-8 15,-5-8-7-15,10 10 6 0,3 2 6 0,2-7-5 16,-8-7-10-16,9 1 6 0,13 3 21 0,-7-8-7 15,-4-8-7-15,7 6 12 0,6-6 3 0,6-3 12 16,-17-2-35-16,10 0-3 0,-6-5-7 0,9-3-27 16,-16 3-24-16,3-3-98 0,-7-2-229 0,4-3-262 15,-15 2 29-15,8-13-475 0,-11 9 235 0,-2-7-875 0</inkml:trace>
  <inkml:trace contextRef="#ctx0" brushRef="#br0" timeOffset="150907.21">30854 13352 118 0,'0'0'511'0,"0"0"-171"0,0 0-47 16,0 0-67-16,0 0 17 0,0 0-53 0,0 0-82 15,0 0-45-15,0 0 39 0,0 0 52 0,0 0 89 16,0 0-77-16,0 0 98 0,0 0 15 0,0 0 70 15,0 0-175-15,0 0 3 0,0 0-30 0,0 0-25 16,0 0-30-16,-6 0-24 0,-6 11-12 0,-2-8-3 16,2 0-11-16,-12 10 10 0,4-5-13 0,-4 0 3 0,0 0 11 15,6 0-4-15,-14 2 47 0,8 1-25 16,-2-4-14-16,8-1-16 0,-6 2 1 0,19-2-29 0,-12 1-29 16,10-4-7-16,-5 2-30 0,9-2-139 0,-9 3-129 15,12-6-64-15,0 0-275 0,-14 0-71 0,14 2-182 16,0-2 349-16,4-6-645 0</inkml:trace>
  <inkml:trace contextRef="#ctx0" brushRef="#br0" timeOffset="151190.45">30930 13594 1052 0,'12'0'665'0,"-10"0"-23"0,-2 0 14 0,0 0 50 16,0 0-274-16,0 0-50 0,0 0-101 0,0 0-16 15,0 0 10-15,0 0 22 0,0 0-5 0,0 0-41 16,0 0-23-16,-2 0-61 0,-10 2-45 0,1 4-30 16,-4-1-38-16,9-3-33 0,-18 7-8 0,4-1-17 15,-4 2-2-15,6-4 3 0,-2 1-6 0,-4 6-9 0,-2 0-81 16,8-7-60-16,-6 1-177 0,4-1-226 0,6-3-230 15,7-1 44-15,-13-2-499 0,5-2 7 0</inkml:trace>
  <inkml:trace contextRef="#ctx0" brushRef="#br0" timeOffset="152005.26">31646 13014 323 0,'0'0'525'0,"0"0"-272"0,0 0 213 0,0 0-81 16,0 0-57-16,0 0-102 0,0 0 6 0,0 0-11 0,0 0-12 15,0 0-73-15,0 0 39 0,0 0-14 0,-3 0 15 16,-6 6-60-16,4-4 60 0,-5 3 0 0,-10-5 38 16,14 3-36-16,-9 3 49 0,-5-6 0 0,8 0-18 15,-5 2-19-15,-1-4-10 0,9 2-8 0,-6 0 34 16,6 0-70-16,1 0 75 0,-1-6-53 0,3 3 0 16,2 1-11-16,-4-7-44 0,4 7-57 0,2-14-11 15,4 8-11-15,2-2-17 0,-4-6-11 0,8 6-16 16,-4-1 2-16,4-6 1 0,2 4-21 0,-2 4-12 0,10-8-15 15,-15 12 18-15,21-11-8 0,-7 8-34 0,-2 3 8 16,-3-1 15-16,8-1-16 0,-11 7 16 0,11-4-24 16,-8 4 37-16,-2 0-6 0,7 4 3 0,-5-2 0 15,-9-2 12-15,6 5 16 0,-1 6-3 0,-1 2 4 16,-7 0-2-16,0-7 10 0,0 15-15 0,0-8-9 16,-10 11-4-16,1-11 11 0,1 6-3 0,-7 2 2 0,1-2 19 15,2-1 16-15,-12 8 20 0,4-2 1 0,-4 3 4 16,6-9-5-16,-11 12 9 0,0-1-1 0,-5-1-6 15,12-8-8-15,-5 2 13 0,-6 6 17 0,10-10-10 16,11-5-8-16,3-4 8 0,-2 4 2 0,2-6-1 16,2-5-24-16,7-2-6 0,0 0 2 0,0 0-1 15,0 0-5-15,0 0-1 0,0 0 1 0,0 0 0 0,0 0-13 16,0 0-14-16,0 0-26 0,12-2 0 0,0 0 1 16,-3 2 14-16,14-3-22 0,-8 1 22 0,1 2 28 15,1 2 13-15,0 3 1 0,-2-3 19 0,12 9 10 16,-13-2-9-16,6 1 10 0,-1 6 13 0,-2-5-9 15,1 0 6-15,-6-4-20 0,0 1 12 0,0-3 0 16,10 3 0-16,-15-5-8 0,13-1 15 0,1-2 5 16,-9 0-13-16,-1 0-14 0,1 0 1 0,-5-2-6 15,3-7-7-15,0 5-25 0,-4-1-89 0,2-4-163 0,-1-9-246 16,-4 2-114-16,2-2-400 0,-5-2 101 0,0 0-279 16,0 7-279-16</inkml:trace>
  <inkml:trace contextRef="#ctx0" brushRef="#br0" timeOffset="152240.64">31994 13229 564 0,'12'-3'2263'15,"-9"0"-1305"-15,9 3-375 0,-12 0 5 0,0 0-378 0,3 6-106 16,-1 1-75-16,-2-7 32 0,3 17 25 0,-3-8 2 15,3 2-7-15,-3 13 4 0,4-2-1 0,-4-2-5 16,0-1-34-16,2 8-16 0,1-6-19 0,2 0-40 16,-1-8-1-16,2 9-30 0,0-4 6 0,-3-5-33 15,5 6-72-15,-4-14-64 0,11 14-387 0,-10-12-60 16,0-4-139-16,5 5 191 0,-8-8-177 0,-2 0-807 0</inkml:trace>
  <inkml:trace contextRef="#ctx0" brushRef="#br0" timeOffset="152919.82">32236 12739 189 0,'0'-13'1547'0,"-3"0"-952"15,3 4 53-15,0-4-148 0,-4 2 130 0,4 4-309 0,-3-4-12 16,1 3-76-16,2 3 116 0,-3-3-26 0,0 1-49 16,3 7-96-16,0 0 44 0,0 0-75 0,0 0-50 15,-4-6-28-15,-1-2-38 0,8 11-27 0,-3-3-5 16,-3-3-2-16,6 6-2 0,-3-3 1 0,0 0 1 15,0 18-2-15,0-5 11 0,-6 11-1 0,4-5 1 0,-5 4 0 16,2-4-3-16,-2 12 3 0,2-4-3 0,2 3-3 16,-1-6 0-16,4 7 1 0,-3-2-1 0,3-3 1 15,0 1 3-15,3-3 9 0,1 0 0 0,4 0 2 16,-1-4 5-16,-2-3-8 0,4-2 3 0,3 1-10 16,-1-3-4-16,-2-7 2 0,3 4-4 0,-2-7-6 15,4 5 1-15,1-8-19 0,-7 2-24 0,7 2-15 16,3-10-29-16,-12 6-14 0,14-5-48 0,-8-1-22 0,-3 3-15 15,3-4 42-15,-12 4-114 0,8-11 68 16,-1 7 17-16,-7-1 47 0,8-10-27 0,-2 5 40 0,0-9 39 16,-4 9 35-16,5-5-5 0,-2 7 5 0,2-15 23 15,-1 10 9-15,-4 10 7 0,5-16 5 0,-2 13 7 16,2-2 4-16,-2-2 8 0,-2 7 25 0,9-1 19 16,-9 1 20-16,6-4-17 0,-9 10 30 0,8-8 24 0,-4 5-13 15,-4 3-44-15,0 0 18 0,5-11-29 0,-5 9 3 16,0 2-36-16,0 2 2 0,0-2-9 0,0 0-2 15,0 0-5-15,0 0-1 0,0-2-3 0,-2 7 0 16,-5 6 1-16,7-9 0 0,0 17 1 0,-3-9 2 16,3 1 2-16,0 10 3 0,0 3 3 0,3-6 7 15,1 1 14-15,-1-5-5 0,2 8 25 0,-1 2-8 0,1-2-4 16,-2-4-9-16,0 6 14 0,3-2-22 0,2 2-9 16,-4-11-13-16,-1 5-3 0,0-5-12 0,2 13-16 15,-1-12-45-15,-4-1-196 0,0 2-335 0,0-4-254 16,0-2 18-16,0-7 215 0,-4 11-443 0</inkml:trace>
  <inkml:trace contextRef="#ctx0" brushRef="#br0" timeOffset="154519.54">32813 12851 1374 0,'0'2'1075'15,"-6"-8"-596"-15,0 1 237 0,6 5-209 0,-2-2-353 16,-5-9-27-16,7 11-34 0,0 0 152 0,-5-6 21 15,2 1 95-15,3 5-151 0,-7-13 95 0,7 11-108 16,0 2-40-16,0-13-123 0,3 10-17 0,-3 3-12 16,4-13-4-16,-1 13-1 0,-1-11 2 0,4 5-1 15,3-1-2-15,3 1 1 0,3 1 0 0,-6-1-3 0,14 1 0 16,-14 3 1-16,3-4 0 0,3 6 2 0,-15-2-3 16,17 2 4-16,-17 0-1 0,15 0-3 0,-13 0-2 15,10 6-7-15,-12-4-21 0,15 3-28 0,-8-3 8 16,-2 7-10-16,-2-7 27 0,6 4-24 0,-4 1 38 15,-2 2 15-15,1-1 7 0,-1 10 0 0,-1-7 0 0,1 2 1 16,-3 3-1-16,4-1 1 0,-4-6-1 0,0 6 2 16,0-4-1-16,0 0-1 0,0-4 2 0,0 6-1 15,0-13 0-15,0 13 0 0,3-9-2 0,-3-2 1 16,0 12-1-16,0-14 1 0,0 0 1 0,0 0 1 16,0 0 0-16,0 0 0 0,0-3 2 0,0 6-2 15,0-6-1-15,0 3-1 0,-7-17-1 0,4 8-1 0,3-2-1 16,0 3 2-16,-2-10-2 0,2 4 0 0,0 1 1 15,0-6 2-15,2 6-1 0,1 0 6 0,4-3-3 16,-5-2-6-16,4 10-5 0,3-10-8 0,0 1-1 16,-1 1-20-16,-5 11 10 0,9-3-12 0,-5 0 15 15,-2 8-3-15,4-3 13 0,3 1 2 0,-1 2 8 16,-11 0 2-16,19 0-3 0,-14 2 1 0,5 4 0 16,2 1 4-16,-4 7 2 0,-2-6-1 0,5 18 4 0,-7-10 2 15,-1-5-1-15,-1 0 0 0,1 9 0 0,-3-7-2 16,3-7 1-16,-3 12-1 0,0-5 1 0,0-4-2 15,0-1 1-15,-3-5 1 0,3 7 2 0,0-7 1 16,0-6 11-16,0 3 8 0,0 3 31 0,0-6-1 16,0 6 21-16,0-3-31 0,-3-3 20 0,-6-5-20 15,6 6-20-15,3-18-14 0,0 13-7 0,0-6 5 0,3 0-2 16,1-4 0-16,-4 10-12 0,5-12-21 0,5-2 2 16,-5 10-9-16,4-10-3 0,-3 8-10 0,3-3 15 15,-6 8 21-15,6-6 0 0,-1 1 3 0,-5 11 3 16,6-9 2-16,-6 11 0 0,-3 0-2 0,0 0 3 15,0 0-1-15,0 0 1 0,0 0 0 0,9 8-1 16,-6-3-8-16,3 8-1 0,-3 4-2 0,2 1-1 0,2 4 2 16,-4-7 2-16,-1-1 2 0,1 4 8 15,0-8 3-15,1 4 5 0,-2 5 17 0,1-12-12 0,0 6-12 16,3-2-12-16,-6-11-99 0,6 13-66 0,-6-10-270 16,2-3-119-16,-2 0-112 0,-2 0-130 0,4 0-205 15,5-14 278-15,-4 12 122 0</inkml:trace>
  <inkml:trace contextRef="#ctx0" brushRef="#br0" timeOffset="154905.51">33635 12522 586 0,'9'-11'945'15,"-6"9"-222"-15,-3 2-285 0,8-11 188 0,-8 9-174 0,0 2-156 16,0 0-166-16,0 0-18 0,-5 0 25 0,-7 2-41 16,-3-2-18-16,12 0-48 0,-11 8-14 0,-4 3-8 15,0 0-8-15,15-9 0 0,-14 16-3 0,2-2-1 16,6 1-3-16,3-10 5 0,-3 6 1 0,4 3 4 16,-5 3-2-16,8-14 2 0,2 8 2 0,9 0 2 0,-4-2-1 15,1-5 0-15,6 7 0 0,-3-6 1 0,-4-7-1 16,7 9-3-16,0-4-2 0,3-5-1 0,-6 2-3 15,14 4 0-15,-14-4 1 0,3 1 3 0,3 3 5 16,-12-6 1-16,11 7 1 0,-8 1 3 0,0-3 4 16,0 4-3-16,0-1-1 0,-6-3 1 0,0 8 9 15,0 3 14-15,0-10 17 0,-2 1 17 0,-2 12 27 0,-4-3-7 16,8-12-11-16,-7 13 12 0,-1-1-25 0,-4-3-26 16,-3 5-15-16,1-5-17 0,-5 4-60 0,-1-4-129 15,0 3-217-15,-7-3-205 0,1-2-177 0,-16 4-227 16,6-4-39-16</inkml:trace>
  <inkml:trace contextRef="#ctx0" brushRef="#br0" timeOffset="155771.2">30129 14380 113 0,'-9'4'1928'16,"-6"7"-1148"-16,10-8-269 0,-4 3 191 0,9-6-330 16,0 0-476-16,0 0-18 0,0 0-40 0,0 0-33 15,5 0 129-15,16 0 70 0,2-6 68 0,4-2 28 0,26-5 28 16,-14 2-51-16,22-8 19 0,10 4-55 0,9-3-23 15,11-6-1-15,13-3 14 0,-8-2 29 0,5-3 40 16,34-8 53-16,-55 14-40 0,23-9 48 0,3 4-5 16,-3-1-17-16,2 5-33 0,-1-2-33 0,-4 3-25 15,1 0-45-15,-13 2-50 0,18-5-110 0,-15 5-88 16,-6 0-165-16,-22 8 46 0,30-8-328 0,-30 6 105 16,-7 5-2-16,-18 2 164 0,3-2-106 0,-5-3 41 0,-21 0 199 15,-13 13 89-15,10-12-199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400" units="cm"/>
          <inkml:channel name="Y" type="integer" max="15875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2208.69556" units="1/cm"/>
          <inkml:channelProperty channel="Y" name="resolution" value="2204.86108" units="1/cm"/>
          <inkml:channelProperty channel="F" name="resolution" value="0.00114" units="1/dev"/>
          <inkml:channelProperty channel="T" name="resolution" value="1" units="1/dev"/>
        </inkml:channelProperties>
      </inkml:inkSource>
      <inkml:timestamp xml:id="ts0" timeString="2026-03-01T13:27:06.49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10273 5370 1275 0,'0'0'820'0,"9"4"-150"16,-3-4-149-16,-6 2 97 0,0-2-232 0,0 0-90 16,0 0-184-16,0 0 9 0,0-2-35 0,0 4-27 0,0-2 8 15,0-2 13-15,0 4 10 0,0-2 11 0,0 0-19 16,0 0 46-16,0 0-2 0,0-2 1 0,0 2-25 15,0 2 22-15,0-4-4 0,0 4-42 0,0-2-4 16,0 0-22-16,0-2-15 0,0 4-11 0,-3-2-10 16,0 7-4-16,3-1 3 0,0-6-3 0,0 0 1 15,0 0-7-15,0 0-1 0,0 0 2 0,0 0 0 0,0 0 3 16,0 0 3-16,0 0 2 0,0 0 10 0,0 0 0 16,0 0 39-16,0 0-6 0,0 0 1 0,3 11-16 15,0-9 14-15,-3-2 8 0,2 14-31 0,-2-14-12 16,0 0-6-16,0 0 5 0,0 4 0 0,0 2-7 15,0-6-6-15,-2 5 2 0,-1 6-3 0,3-11-5 16,-3 13-1-16,3-13 1 0,0 16 1 0,3-14 1 16,-3 4-1-16,0 1 0 0,0-7 1 0,3 9 0 15,-3-4-4-15,0-5-4 0,2 6-1 0,-2 1-1 0,0-7 0 16,0 0-23-16,0 13-8 0,0-9 27 0,0-4 7 16,0 0-19-16,0 2 9 0,0 11 1 0,0-13 43 15,0 0-3-15,0 16-52 0,0-16-11 0,-2 2 34 16,2 11-7-16,0-13-5 0,0 4-19 0,0 6 13 15,0-10 26-15,0 0 27 0,-3 6-29 0,0 4-3 16,3-10 5-16,3 0 3 0,-6 0-4 0,6 3-11 0,-3 4-7 16,3-7 12-16,-3 0 3 0,0 0-3 0,-3 8 4 15,3 1 6-15,0-9 4 0,0 0 4 0,0 13-5 16,0-13-2-16,0 0 2 0,0 0 0 0,0 16 3 16,0-16-8-16,0 0 3 0,0 4-1 0,0 10-2 15,0-14 1-15,0 3-9 0,0 10-3 0,-3-16 1 0,6 6-1 16,-3 13-1-16,-3-16-14 0,6 13 10 0,-3-10 6 15,0 5-2-15,0-6-3 0,3 6-11 16,-3-2 16-16,0-6 17 0,2 7-14 0,-2-1 1 0,0-6 5 16,0 2 4-16,0 11 14 0,0-13-24 0,-2 9-27 15,-1-2 15-15,3-3-7 0,0 5-20 0,-3-11-6 16,3 4 12-16,3 11-2 0,-6-9 35 0,6-2-32 16,-3 9 17-16,0-8-7 0,0 7 26 0,0-7 10 15,0-3-11-15,0 11 8 0,0-7 20 0,0-4 14 0,0 0 5 16,0 16-17-16,3-12-5 0,-3 3 0 0,0-1-15 15,0-1-3-15,0 3-11 0,0-6-1 0,2 12-3 16,-2-4-9-16,0-5-6 0,4 8-3 0,-8-2 2 16,8-4 12-16,-4 10-14 0,0-6 3 0,3-6 24 15,-3-5 5-15,3 11 8 0,-3-9 1 0,6 9-8 16,-6-11 7-16,-6 13 7 0,6-6-16 0,0 2-10 0,-3-9 3 16,3 18-1-16,0-18 0 0,0 19-7 0,0-19-17 15,-3 8-7-15,3-1 26 0,-4 2-1 0,4-2 3 16,-2-3 3-16,2 9 5 0,0-11 23 0,0 9 5 15,0-9-29-15,2 3 5 0,-2 4-3 0,4 4-4 16,-4-13 1-16,-4 13 0 0,4-8-8 0,0 6-11 16,0-1-3-16,4-5 1 0,-4 6 7 0,3 2-1 15,-3-7 5-15,0 12 4 0,0-5 14 0,3-4 3 0,-3 2-6 16,0 2 2-16,0-8-4 0,0 3-2 0,2 2 3 16,-2 3-5-16,0 0-3 0,4-5 2 0,-4 14-1 15,0-17-5-15,3 10 3 0,0 7-5 0,-3-9-40 16,2-2 26-16,-2 2 16 0,3 3 0 0,-3 2 5 15,0-12-3-15,0 15 4 0,4-7 56 0,-1 8-45 0,-3-11-9 16,2 2 4-16,-2 3 1 0,3 3-4 0,-3-6-15 16,3-2-4-16,-3 10-14 0,4-11-7 0,-4-1-5 15,0 4-12-15,2 0 1 0,-2-2 25 0,0 7 9 16,-2-7 9-16,2 0 12 0,0 4 32 0,0-2 19 16,-4-4-6-16,8 6-7 0,-8-4-11 0,4-4 6 15,0 7-11-15,-3-4-20 0,3-1-13 0,0 11 14 16,0-14-3-16,0 12-2 0,0 6-5 0,3-5 1 0,1-14 9 15,-4 13 2-15,2-7-19 0,-2-3 6 0,3 3 13 16,-3-4 2-16,3 7 4 0,-1-1-7 0,2-5 1 16,-4 1 1-16,3 0-6 0,-3-5-10 0,3 5 2 15,-3-5 1-15,2-4 0 0,1 10 3 0,-3-7 0 16,0-3 5-16,0 7-5 0,0-1-16 0,-3-1-20 16,3 4-13-16,0-9-102 0,0 2-118 0,0 9-169 0,-2-11-236 15,4 0-250-15,-2 0-94 0,-2 0 26 0,2 0 321 16,-3-19-283-16</inkml:trace>
  <inkml:trace contextRef="#ctx0" brushRef="#br0" timeOffset="2013.59">10883 7196 133 0,'0'0'280'0,"0"0"-115"0,0 0 103 0,-3 0 8 0,6 0-17 16,-3 0-76-16,0 0 27 0,-3-6-2 0,3-1-44 15,0 7-53-15,0 0 90 0,0 0 9 0,-8-3-7 16,-1 3-36-16,6 0 138 0,-6 0-69 0,6 0-43 16,-12 0-83-16,9 3 33 0,-2 0-14 0,5-3-10 0,-16 2-33 15,14 0 4-15,-4 2-8 0,-6-4-2 0,15 2-23 16,-5-4 21-16,-5 2 14 0,2-4-11 0,-4 2-7 15,12 2-6-15,-14 0 21 0,14 0-8 0,-19 0-3 16,11 0-9-16,-1 0 53 0,6 0-11 0,-12 0-13 16,10 0-27-16,-4 0 21 0,-6 0 9 0,3 2-27 15,3 4-53-15,-6-6-1 0,10 3-12 0,-8-3 0 0,5 2-3 16,-4-2 1-16,0 3-2 0,10-3-1 0,-13 6 0 16,6-6-1-16,-3 2 0 0,-3-2 7 0,6 2 16 15,1-2 4-15,-7-2 22 0,6 2 20 0,1 0 16 16,-2 0-16-16,-2 0 41 0,0 0-29 0,-2 0-4 15,11 0-10-15,-12 0 16 0,1 0 1 0,4 2-20 16,-2-2-17-16,2 0 13 0,0 0-9 0,-4 0-20 0,4 0-17 16,2-2 5-16,-4 2 0 0,12 0-13 15,-12 0-6-15,0 0-10 0,0 2-8 0,-2-2 14 0,8 0 2 16,-8 0-16-16,2 3 21 0,0-3 13 0,4 3 5 16,-2 0-10-16,1-3-7 0,-3 2 2 0,12-2 9 15,-17 3-11-15,14-1 2 0,-2-2 0 0,-5 4 1 16,10-4-2-16,-14 0 5 0,14 0-8 0,-15 4 6 15,15-4 1-15,-12 3 14 0,0-1 4 0,0 4-3 16,4-6-10-16,-4 0 7 0,0 0-8 0,12 3-11 0,-12-3-12 16,-3 0-4-16,3 0 7 0,2 2 1 0,6-2 0 15,1 0 2-15,-9 2 3 0,7-2 5 0,-7 4-5 16,12-4-2-16,-15-4 3 0,12 8 8 0,-12-8 20 16,9 4 3-16,3 0 25 0,-6-2 9 0,6 0 8 15,3 2-6-15,-12-9 16 0,12 9-28 0,-5-2-16 16,-1-1-19-16,6 3 0 0,-14 0-6 0,14 0-9 0,-10 0-3 15,1 0 5-15,4 0-1 0,-7 0-2 0,9 0 1 16,-9 0-2-16,12 3 0 0,0-3-4 0,-15 2-4 16,15-2-2-16,-12 4-1 0,10-2-2 0,2-2 1 15,-7 0 2-15,2 0 0 0,5 0 1 0,-3 0 5 16,-9 0 0-16,9 0 5 0,3 0-5 0,0 0 2 16,0 0-5-16,0 0 0 0,0 0-2 0,0 0-4 0,0 0-3 15,0 0-31-15,0 0-37 0,0 0-91 0,0 0-42 16,0 0-184-16,0 0-220 0,0 0-485 0,0 0-28 15,0 0 288-15,0-8-194 0,-2 3-998 0</inkml:trace>
  <inkml:trace contextRef="#ctx0" brushRef="#br0" timeOffset="3350.03">10928 7498 360 0,'0'0'555'0,"0"0"-231"0,0 0 6 15,0 0-17-15,0 0-10 0,0 0-85 0,11 4-36 16,-7-4-34-16,-4 4 53 0,0-8 66 0,0 8-53 0,0-4-78 15,0 0 58-15,0-4 13 0,0 8 3 0,0-4 20 16,0-4 9-16,0 8-25 0,0-4-31 0,0-4-9 16,0 8-62-16,0-4 21 0,-12-4-40 0,9 4-15 15,-4 0-21-15,-5 0 24 0,-2 0 18 0,6 0 9 16,-2 0-31-16,-7 0 18 0,8 0 21 0,-9 0 18 16,9-2-31-16,-20 0 55 0,21 2-44 0,-11 0-12 15,14 0-24-15,-17 0 13 0,0 0 15 0,0 0-31 16,17 0-17-16,-12 2 37 0,-7-2 10 0,6 2 18 0,4-2-56 15,-10 4 19-15,9-2 13 0,0 1-6 16,0-3-17-16,-11 2-29 0,8 2 1 0,6-8-7 0,-14 8-12 16,8-2-20-16,9 1-6 0,-11-3-3 0,8 2 0 15,3 0 0-15,-6 2 0 0,7-4 0 0,-1 0 0 16,-6 0 0-16,6 2 0 0,-3-2 0 0,-3 0 0 16,10 0 0-16,-10 0 0 0,3 0 0 0,3 3 0 0,1-3 0 15,-4 0 0-15,6 2 0 0,-6-2 0 0,-2 3 0 16,10-3 0-16,-4 6 0 0,5-6 0 0,-16 2 0 15,19-2 0-15,-14 0 0 0,8 2 0 0,-3-2 0 16,1 0 0-16,1 0 0 0,-10 0 0 0,17 0 0 16,-17 0 0-16,5 3 0 0,0-3 0 0,-3 3 0 15,15-3 0-15,-15 5 0 0,10 0 0 0,-4 1 0 0,-1-4 0 16,5 3 0-16,-10 1 0 0,6-3 0 0,6-1 0 16,3-2 0-16,-9 2 0 0,1 4 0 0,8-6 0 15,0 0 0-15,-9 0 0 0,6 3 0 0,3-3 0 16,-15 0 0-16,13 0 0 0,-8 0 0 0,5 0 0 15,-2 0 0-15,-1 0 0 0,4 0 0 0,2-3 0 16,-10 3 0-16,12 0 0 0,-3 0 0 0,-9 0 0 16,12 0 0-16,-6 0 0 0,-3 3 0 0,9-3 0 15,0 0 0-15,-20 0 0 0,20 0 0 0,-15 0 0 0,6 0 0 16,4 0 0-16,2 0 0 0,-13 0 0 0,16 0 0 16,-11 0 0-16,7 0 0 0,4-3 0 0,-10 3 0 15,10 0 0-15,0 0 0 0,-19 0 0 0,19 0 0 16,-8 3 0-16,-1-1 0 0,6-2 0 0,-12 3 0 15,3 0 0-15,10 0 0 0,-8-3 0 0,2 2 0 16,4-2 0-16,-10 2 0 0,11-2 0 0,6 0 0 0,-9 4 0 16,-3-2 0-16,9-2 0 0,0 0 0 0,0 0 0 15,0 0 0-15,0 0 0 0,0 0 0 0,0 0-6 16,0 0-41-16,0 0-156 0,12-2-264 0,-9 2-320 16,-3 0 54-16,12-8-428 0,-10 8-47 0,5-9 75 15,-2 4-288-15</inkml:trace>
  <inkml:trace contextRef="#ctx0" brushRef="#br0" timeOffset="4334.39">10424 7633 17 0,'0'0'234'0,"0"0"-15"0,0 0-6 0,8-8 5 15,-4 8-24-15,-4 0 39 0,0 0-59 0,0 0-30 0,2-3-56 16,10-5 7-16,-12 8 32 0,0 0-11 0,0-2 50 16,3-7-33-16,-3 7 108 0,0 2 115 0,0 0-39 15,0 0-58-15,0 0 71 0,0 0-34 0,0 0-24 16,0 0-39-16,0 0-14 0,0 0-18 0,0 0-20 16,0 0-61-16,0 0 35 0,0 0 10 0,0 0-47 15,0 0-40-15,-5-13 15 0,5 13 16 0,0 0 26 0,0 0-49 16,0 0 14-16,-4 0 25 0,8 0 41 0,-8 0-63 15,4 0-44-15,0 0-8 0,-8-9-10 0,8 9-34 16,0 0-44-16,-4 9-14 0,1-5 0 0,3 5 3 16,0 6 15-16,3 2 3 0,-3-10 17 0,6 13 8 15,-3-13 2-15,4 19 4 0,-2-7 4 0,-2-3 2 16,-1 0-2-16,2 5 2 0,2 10 2 0,-4-4-1 16,1-8 2-16,4 7 5 0,-5 3 6 0,1 2 2 0,0-9-10 15,-3 4 3-15,4 1-3 0,-4 5-7 0,0-5-8 16,2-9-8-16,-2 8-4 0,-2-2 1 0,2 11-2 15,0-15 7-15,0 10-4 0,0-7 2 0,-4 7 8 16,1-6-1-16,3 2-1 0,-3-3 1 0,1 4 0 16,2-3 3-16,0 6 0 0,0-10 7 0,-3 4 1 15,3-8 0-15,0 16 10 0,0-21-2 0,3 18 1 0,-3-14-4 16,0-4 1-16,0 24 3 0,2-20-10 0,1-7-7 16,-3 11 0-16,3-8 0 0,3 15-3 0,-6-13 11 15,3-2-7-15,-3-1 16 0,3 11 20 0,1-3-30 16,-2-5-12-16,-2-2-5 0,3 8-11 0,-3-1 10 15,0-7-17-15,0 7-6 0,-3-1 26 0,3-10 20 16,0 9 10-16,-2-3-21 0,2-5-3 0,0 12 7 0,0-11 2 16,0 8 2-16,0 1-14 0,0 0 3 0,0-7 16 15,0 4 9-15,0 5-6 0,0-10-13 16,0 6 8-16,0-5-5 0,2 2 4 0,1 5-1 0,-3-5-9 16,0-4 0-16,3 6 8 0,-1-2-2 0,2-2 7 15,-1 2-8-15,0 1 3 0,-3-1 18 0,5 5 9 16,-5-7-8-16,4 2 6 0,-1-2-3 0,-3 2-2 0,0-5-4 15,0 8-54-15,2-5-15 0,-2-1-5 0,0 8 6 16,3-7-13-16,-3 0 7 0,0 2 8 0,3-8 16 16,-3 3-32-16,0-5-99 0,4 8-42 0,-8-11-75 15,4 0-5-15,4 0-265 0,-8 0-414 0,8 0 58 16,-11-3 232-16,-8 3-163 0,10-11 34 0,-2 5-400 16</inkml:trace>
  <inkml:trace contextRef="#ctx0" brushRef="#br0" timeOffset="5454.39">11608 7074 495 0,'0'0'425'15,"3"-2"-115"-15,9-7 205 0,-12 9 9 0,5-5 119 16,5 3-284-16,-10 2 57 0,0 0 2 0,0 0-57 16,0-8-124-16,2 3 173 0,-2 5-139 0,0-3-28 15,-2 3-61-15,-1-10 58 0,-1 7 93 0,4 0-47 16,-5-7-57-16,5 10 89 0,-6-8-24 0,6 5 13 15,0 3-159-15,-18-11-11 0,12 11-68 0,-6-2-48 0,-5 2-21 16,10 2 0-16,-15 3 0 0,0 1 0 0,2-1 0 16,3 6 0-16,-4 0 0 0,3-1 0 0,-3 4 0 15,6-5 0-15,-5 13 0 0,3-7 0 0,5 2 0 16,0-4 0-16,0 5 0 0,0 6 0 0,4 0 0 16,1-6 0-16,2 11 0 0,5 6 0 0,-3 2 0 15,3-10 0-15,3 4 0 0,0 1 0 0,9 8 0 16,-7-19 0-16,16 8 0 0,-1-2 0 0,2-3 0 0,10 2 0 15,-12-10 0-15,10-1 0 0,0-2 0 0,-1-4 0 16,3 2 0-16,0-9 0 0,4-2 0 0,-7-2 0 16,-2-1 0-16,8-3 0 0,-9-5-3 0,-4 1-94 15,-12-4-174-15,5-4-361 0,-6 0-553 0,-6-3-172 16,-6 5 447-16,1-5-385 0,-5 3-1014 0</inkml:trace>
  <inkml:trace contextRef="#ctx0" brushRef="#br0" timeOffset="7616.63">10341 5344 202 0,'0'0'287'0,"0"0"-6"0,0 0 55 0,0 0-38 15,0 0-90-15,0 0 19 0,0 0-17 0,0 0 128 16,0 0-137-16,0 0 49 0,0 0 12 0,0 0 12 15,0 0 14-15,0 0-35 0,0 0-107 0,0 0-25 16,0 0-37-16,0 0 17 0,0 0-26 0,0 0-30 16,0 0-11-16,0 0-3 0,0 0 11 0,0 0 8 0,0 0-6 15,0 0-13-15,0 0 12 0,0 0 23 0,0 0 32 16,0 0-36-16,0 0 16 0,0 0-5 0,0 0 4 16,0 0-6-16,9 3-10 0,-3-3-23 0,-6 0-3 15,2 0-8-15,10 0 6 0,-9-3-6 0,12 3-13 16,-9 0-3-16,6 0-1 0,3 0-6 0,0 0 1 15,-3 0-2-15,5 0-1 0,-2 0-7 0,9-3-5 0,5 1-5 16,-9 2 7-16,7 0 6 0,0-3 4 0,-1 1 13 16,-6-2 16-16,16-3 44 0,-4 4-9 0,0-2 0 15,-5 2-24-15,9-5 11 0,11 1-2 0,-9-2-33 16,-8 5-13-16,7-2-6 0,-1-2-4 0,8 0 0 16,-17 3 6-16,11-1-3 0,-3 1-4 0,-2-1 9 15,-13 4 2-15,22 0 7 0,-13-1-3 0,-2 1-3 0,0 2 3 16,-10 0 1-16,18-4-1 0,-5 8-2 0,0-8-1 15,-10 4-6-15,6 0-1 0,4 0-4 0,-4 0 1 16,-11 0 4-16,12 4-1 0,-15-4-3 0,17 0 4 16,-9 2 2-16,1-2 0 0,-1 0-2 0,-10 3-11 15,10-3 3-15,-2 0-6 0,-7 0 3 0,4 0 1 16,-6 0 2-16,3 0-1 0,3 2 11 0,-1-2 5 16,-4 2-1-16,4-2-3 0,-3 4-3 0,-2-4-2 0,9 2-4 15,-9-2 1-15,3 0-3 0,3 0-1 0,-3 0 4 16,-4 0 1-16,16-2 4 0,-12 2 1 0,3-4-2 15,-1 0-1-15,4 4-3 0,-6-3 2 0,12 1 2 16,-19 2-1-16,12-4 0 0,2-1 6 0,-4 5 3 16,-5-6-1-16,5 4-1 0,-3 0 0 0,7-1-1 15,-5 3-4-15,-3-2-4 0,8 2-2 0,1 0 1 0,-11-4-1 16,8 4 1-16,1-2 1 0,-6 2 5 0,5 0 4 16,-5-3-1-16,-3 3 4 0,11 0 0 0,-5 0-1 15,-8-2-2-15,13 2-3 0,-11 0-2 0,6 0-6 16,-1 0 2-16,1 0-3 0,-3-2 1 0,5 2 0 15,-5 0 4-15,0 0 4 0,6 0 4 0,-6 2-1 16,-4-2 1-16,4 0 3 0,2 2 0 0,-2 1-3 0,12-1-1 16,-21 2-2-16,18-2 1 0,-3-2 1 15,-10 3-3-15,4-1-3 0,3-2-1 0,-6 2 2 16,6-2 0-16,-1 4-1 0,-2-2 0 0,8 1-3 0,-1-3 0 16,-11 2-1-16,13-2-1 0,-3 0 3 0,-4 0 1 15,1 0 2-15,0 0 2 0,-1 4 6 0,13-2-2 16,-22-2-4-16,17 3 2 0,-14-3 2 0,10 8 0 0,2-6 2 15,-13 1-1-15,10-1 2 0,-5-2-1 0,-1 3 0 16,1 0-4-16,3-3-5 0,-3 3-4 0,9-3-1 16,-13 0 2-16,19 0-3 0,-10-3 2 0,12 0-2 15,-13 0 3-15,7 1-2 0,6-1-1 0,-2 1 0 16,-6-2 4-16,6 0 0 0,-4 4 3 0,13-3 6 16,-19 3-1-16,13 0 1 0,-4-2-2 0,4 2-3 15,-13 2-2-15,16-2-1 0,-7 0-3 0,-2 0-1 16,0 3-1-16,-4-3 4 0,13 0 2 0,-8 0 1 0,2 0-1 15,-6 0 1-15,9 0 3 0,2 0 1 0,-6 0 1 16,-8 0 0-16,8 0-2 0,1 0-4 0,0 0 0 16,-10 0 0-16,10 0-3 0,-1 0-3 0,-6 0-1 15,-5 0 5-15,9 2 0 0,-12-2 3 0,8 2 0 16,-8-2 1-16,0 0 1 0,15 6-1 0,-10-3-2 16,-5-1 1-16,0 4-2 0,0-3 0 0,-1 1 0 0,8 2 0 15,-11-3 2-15,1-1 7 0,18 1 3 0,-15-1 3 16,2-2 3-16,4 4 0 0,-4-4-2 0,10 0-1 15,-9-4-9-15,2 4-6 0,3-5-3 0,4 3-1 16,-6-1 0-16,6-3-2 0,0 4 0 0,-2 0 2 16,-3 2 5-16,4-3-3 0,-2-3 1 0,-1 4 3 15,9-3 2-15,-10 1 1 0,4 4-3 0,3-4-1 0,4-1-1 16,-3 1-7-16,-1 2-35 0,4-1-69 0,-4 3-96 16,-2-2-12-16,2-2-266 0,-2 0-119 0,0 1-18 15,-7 3 91-15,7-6-197 0,-4 4 55 0,7-3 33 16,-6 5 179-16</inkml:trace>
  <inkml:trace contextRef="#ctx0" brushRef="#br0" timeOffset="9035.82">15129 5236 186 0,'0'0'154'0,"0"0"108"0,0 0 1 0,0 0 4 15,0 0-76-15,0 0 36 0,0 0-10 0,0 0-39 16,0 0-94-16,0 0-7 0,0 0-7 0,0 0 3 16,0 0-41-16,0 0-6 0,0 0-9 0,0 0 31 15,0 0-6-15,0 0 15 0,0 0 11 0,0 0 20 16,0 0-4-16,0 0 60 0,0 0-28 0,0 0 30 16,9-5 18-16,-4 5-22 0,-5 0 31 0,0 0-21 0,0 0-4 15,0 0-41-15,0 0 61 0,0 0-47 0,0 0-2 16,0 0-42-16,0 0 12 0,0 0 7 0,0 0-45 15,0 0-31-15,0 0 6 0,0 0 3 0,0 0 8 16,0 0-16-16,0 0 4 0,0 0 0 0,0 0 3 16,0 0-13-16,0 0 5 0,0 0-1 0,0 0 2 15,0 0 18-15,0 0 1 0,0 0 8 0,0 0-6 0,0 0-7 16,0 0-2-16,0 0-4 0,0 0-18 0,0 0-10 16,0 0-3-16,0 0 0 0,-2 7 0 0,-1 1 0 15,3 6 2-15,3-1 1 0,-1-2 2 0,-2 7-2 16,0-10-1-16,3 18-2 0,-3-2 0 0,0-1 0 15,-3-6 0-15,3 3 0 0,0 4 4 0,0 18 9 16,3-12 5-16,-3-7 0 0,0 7 19 0,4 1 32 0,-4 4 30 16,0-8-29-16,-4-1 42 0,8 5 7 0,-4 2-7 15,-4-5-25-15,4 5-25 0,0-4-29 0,-3-1-9 16,3-4-28-16,0 5-4 0,-2-5 5 0,-1 7 9 16,3-11 10-16,-3 17 29 0,-1-8 1 0,2-1 2 15,2-4-11-15,-3 9 24 0,3-7 17 0,3-5 4 16,-3-2-20-16,2 7 17 0,2 3 25 0,-1-5-30 0,0 2-17 15,-1-4-33-15,-2 9-26 0,0-7-29 0,-2-8-2 16,2-11 18-16,0 27-14 0,-3-8 22 0,6-17 21 16,-3 12 5-16,0-3 25 0,0 10 4 0,0-10-14 15,0-5-6-15,2 0-3 0,-2 10-10 0,0-5 2 16,0-11-10-16,0 16 7 0,0-10 1 0,-2 0-2 16,-1 7-3-16,0 0 3 0,3-7-4 0,-4 10-2 15,-1-5-2-15,5-10-1 0,-3 12 2 0,3-10-1 16,-2-1 1-16,2 7 0 0,0-4 1 0,0-1 1 0,2 11 6 15,-2-9-4-15,0 0 6 0,0 7 4 0,3-7 3 16,-3-1 0-16,0 4 1 0,3-6-10 0,-3-1-3 16,0 9 0-16,0-3-5 0,0 1-6 0,0 4-1 15,2-13 0-15,-2 14 1 0,0 5 5 0,4-14-19 16,-4-2 2-16,0 8 22 0,3-5 8 0,-6 0 6 16,6 7-2-16,-3-12-13 0,0 9 29 0,0 1-17 0,0-5-17 15,0-1-6-15,-3 1-12 0,3-8-26 0,0-3-11 16,-4 10-46-16,4-7-86 0,0-3-138 0,0 0-96 15,0 0-55-15,0 0-303 0,0 0-174 0,-5-11-212 16,2 3 498-16,-6-8-186 0,6 5-391 0</inkml:trace>
  <inkml:trace contextRef="#ctx0" brushRef="#br0" timeOffset="11364.6">15592 7217 136 0,'0'0'628'16,"0"0"-323"-16,-3 0 117 0,6 0 22 0,-6 0 58 15,3 0-288-15,3 0-11 0,-3 0-85 0,-3 0-71 16,6 0-24-16,-9 6-11 0,2-1 1 0,2-5 18 16,-10 6 21-16,12-6 2 0,-18 4 82 0,18-4-6 0,-14 3 29 15,8-3-30-15,-6 0 31 0,8 2 31 16,-13-2-41-16,17 4-53 0,-8-4 29 0,-4 0-22 0,3 2 24 15,-3-2-26-15,0-2 26 0,6 2-1 0,-6-4 4 16,7 4-32-16,-4-2 63 0,1-1-46 0,1 1-36 16,4 2-28-16,-11-6 4 0,14 4-31 0,-15-1-5 15,15 3-7-15,-10 0-3 0,2 0 1 0,-1 0 2 16,-3-2 28-16,4 2 7 0,1 0 22 0,-5 0-1 16,7-3 20-16,-10 3-31 0,6 0 20 0,4-3-27 0,-5 6-13 15,2-3-13-15,-4-3 14 0,8 3 0 0,-4-3 2 16,-1 1 13-16,4 2-2 0,-10-2-5 0,3 2-8 15,9 0-10-15,-6 0 4 0,-3 0-20 0,0 4-11 16,7-4 2-16,-10 6 2 0,3-1 0 0,7-2-4 16,-5-1 2-16,10-2 0 0,-14 6 2 0,14-6 0 15,0 0 8-15,-6 0 2 0,-8 0 30 0,14 0 34 0,-10 0-10 16,5 0-12-16,1 0 24 0,-11 0 27 0,15 0-26 16,-12 0-36-16,10 2 5 0,-6-2-6 0,-2 0-1 15,5 0-26-15,-7 5-6 0,9-5-11 0,-15 4-3 16,18-4 1-16,-15-4-1 0,12 4 0 0,3 0 4 15,-14-5 2-15,14 5-3 0,0 0 0 0,-3 0 1 16,-12 0 2-16,15 0-4 0,0 0-3 0,-14 0 1 0,14 0 1 16,-4 0 1-16,-11 0-1 0,15 0-5 0,0 0-1 15,-17 0 5-15,14 0-2 0,-9 0-7 0,12 0 7 16,-9 0-1-16,-2 0-3 0,7 0 9 0,-7 3-2 16,11-3 2-16,-14 2 11 0,14 2-9 0,0-4 8 15,-4 0-6-15,-7 5-1 0,7-5-1 0,-8 0-2 16,12 0-8-16,-8 2 0 0,-4-2-4 0,0 2 2 15,12-4 2-15,0 4 3 0,-15-2 1 0,15 0 11 0,0 4 1 16,0-4-1-16,-5 2 2 0,-2 1 4 0,7-3 2 16,0 0 2-16,0 0 16 0,0 0 3 0,0 0 15 15,0 0-23-15,0 0 9 0,0 0 3 0,0 0-9 16,0 0-18-16,0 0-6 0,0 0-4 0,0 0 0 16,0 0-5-16,0 0-5 0,0 0-4 0,0 0-1 15,0 0-5-15,0 0 9 0,0 0-11 0,0 0 2 0,0 0 1 16,0 0 4-16,0 0 0 0,0 0 4 0,0 0-4 15,0 0 7-15,0 0 9 0,0 0 8 0,0 0-5 16,0 0 0-16,0 0 6 0,0 0 5 0,10 11-9 16,-10-11-15-16,0 0-9 0,0 0 4 0,5 4-5 15,-1 2 0-15,-4-6 10 0,3 0 6 0,-1 11 14 16,-2-6-4-16,0-5 0 0,0 0 6 0,12 11 1 0,-9-9-9 16,0 3-15-16,3 3-9 0,-6-8 3 15,8 14-5-15,-5-6 2 0,1-3-12 0,1 8-5 0,2 0 13 16,-7-8 4-16,5 14-5 0,-2-3-4 0,0-5-9 15,3 4-7-15,-6 1 0 0,3 5 4 0,-3 1-1 16,0-15 13-16,0 20-9 0,0-3 27 0,0-5 8 16,0-1-12-16,0-5-4 0,-3 11-7 0,3-2 0 0,-2-4-9 15,2-3 9-15,-7 9-21 0,4-2 32 16,3-7 11-16,-2-1 13 0,2-1 12 0,-3 0-5 0,3 5 7 16,0-10-11-16,0 12-10 0,0-2-11 0,0-8-13 15,0 1 3-15,0 5-3 0,0-3-4 0,0-2 7 16,0 4 2-16,0-7-6 0,0 11 6 0,-4-6 1 15,4 0-6-15,0-4 3 0,0 6-2 0,4 1 10 16,-4-5 3-16,0 2-7 0,0-5-4 0,3 10 12 16,-1 0 12-16,-2-9-2 0,3 4-7 0,-3 0 0 0,3 5 14 15,1-7-9-15,-2 6 2 0,-2-8-9 0,3 13-5 16,-3-4 3-16,0-7-4 0,0 4-10 0,0-2 1 16,0-7 3-16,0 8-7 0,0-14 1 0,0 13 1 15,3-5 8-15,-1-1 14 0,-2 7 3 0,0-4-14 16,0 1 15-16,0 0-1 0,-2 5-13 0,-1-6-9 15,0 6-8-15,3-14 11 0,-2 12 6 0,-2-1 0 0,4-2 18 16,0-7 5-16,0-4 8 0,4 20 1 0,-4-20-10 16,0 15-11-16,0-12-17 0,0 7-13 0,-4 4 3 15,4-6 8-15,0-6-3 0,-6 9 16 0,6-6 4 16,0-5-21-16,-2 11-13 0,2-9-31 0,0-2-66 16,0 0-120-16,0 0 22 0,0 0-165 0,0 0-119 15,0 0-195-15,0-2 53 0,5-9-515 0,-2-5 294 0,1 6-507 16</inkml:trace>
  <inkml:trace contextRef="#ctx0" brushRef="#br0" timeOffset="12879.68">15618 7346 39 0,'3'4'684'0,"2"3"-282"15,-5-7 7-15,0 0-84 0,0 0 191 0,0 0-211 0,7-15-139 16,-7 15-93-16,3-11 6 0,-3 0-23 0,5 1-38 15,-5 10-12-15,9-13 7 0,-9 10 13 0,7-8 63 16,-4 11-4-16,-3 0-13 0,0 0 33 0,0-3 6 16,0 6 54-16,0-3-64 0,0-3 9 0,0 6-1 15,0-3-5-15,0-3 3 0,0 6 14 0,0-3-10 0,-10-10-6 16,10 7-25-16,0 3 65 0,0 0-2 0,0 0 12 16,0 0-33-16,0 0 36 0,0 0 32 0,0 0-3 15,0 0-48-15,0 0 14 0,0 0-25 0,0 0-10 16,0 0-36-16,0 0-32 0,0 6-35 0,-2 1-11 15,2-7-1-15,0 0-1 0,-7 11 1 0,7-5-2 16,-3 1-1-16,1 4 3 0,2 10 1 0,0-8-3 0,-3 8-1 16,3-15 2-16,3 29 1 0,-3-15-1 15,2 4 0-15,1-6 1 0,-3 8 8 0,0 7 10 0,4-4-7 16,-8-8-4-16,4 3 3 0,0 7 2 0,-3-7-7 16,1-8-8-16,2 10 5 0,0 4 3 0,-3 2 2 15,3-4 0-15,0-6 5 0,-3 7 18 0,-1 0 0 16,2 1 1-16,-1-12-15 0,0 14 7 0,1-3-1 15,-2 0-9-15,1-5-9 0,0 2 0 0,1 5 1 16,-5-4 0-16,4-3-4 0,3 2 0 0,-5-4-4 0,5-1 1 16,-3-8 2-16,3-3 4 0,-4 9 13 0,2-8 6 15,2-6 1-15,0 14 21 0,-3-3-13 0,0-9-1 16,-1 10-7-16,2-10-10 0,-4 17 19 0,4-11-25 16,-2-2 0-16,4 7 3 0,-3 6 9 0,3-3-5 15,0-13-18-15,0 11-4 0,0-6 7 0,0 0-2 16,0 3-8-16,-3-8 0 0,3-3 1 0,0 6 7 0,0 0 0 15,-2-1-1-15,4-5 2 0,-4 4-1 0,2-2 6 16,0-5-7-16,0 15-1 0,0-17 2 0,-3 7 4 16,3-1 0-16,0-6-8 0,0 5 2 0,-4 6-15 15,1-9-25-15,1 9-2 0,2-11-7 0,0 13 29 16,0-8 22-16,-3 3 0 0,3 3 16 0,0-8 23 16,0 10 4-16,0-5-13 0,3-3-14 0,-3 6-17 15,0 0 0-15,0-4 1 0,0-1 4 0,-3 5 0 0,6-7-8 16,-3-4-24-16,0 0-10 0,0 0-9 0,0 0 5 15,0 0 26-15,-3-2 17 0,6 4 19 0,-6-4 28 16,6 4 0-16,-9-4-13 0,-3 2 11 0,9 0-26 16,0 0-19-16,-7-6-5 0,2 1-11 0,5 5-25 15,-9-11-19-15,6 9 11 0,6 2-30 0,-9-2-7 0,1-7-32 16,5 9 31-16,-7-5-27 0,2-1-26 0,-2 4-31 16,2-6 12-16,2 5 5 0,-9-2 13 0,12 5 25 15,-9-6 35-15,-3 2 12 0,7 1 49 0,-5 1 1 16,8-4 0-16,-10 1 7 0,9 5 1 0,-12-6 9 15,15 6 2-15,-12-2 0 0,4-1 6 0,-4 1 2 16,0-1-6-16,7 0-2 0,-10 0 1 0,6 1-1 16,-6 2-10-16,3-5-3 0,0 2-2 0,0 0 1 0,-11 1 0 15,11-1-1-15,-12-5 3 0,7 8 13 0,2-5 8 16,-2 3-3-16,-7-4 7 0,12 3-2 16,0-1 0-16,-3-2-4 0,7 6-5 0,-10-9-3 0,0 7 3 15,9-1-1-15,1 1 0 0,-4-4 6 0,-3 4 2 16,6-1-3-16,-2 1-3 0,5-1 2 0,-6 3-2 15,9-3-1-15,-12 0-3 0,15 3 4 0,-14-4 0 0,11 4-3 16,-4-6-2-16,-1 3-2 0,6 1-3 0,-8-1-2 16,10 3 0-16,-12-2 0 0,12 2 3 0,-14-4 3 15,11 4 3-15,0 4 1 0,-6 1-4 0,9-5-1 16,0 0-2-16,-9 5 2 0,6-2-3 0,3-3-3 16,0 0-11-16,0 0-16 0,0 0-58 0,0 0-36 15,0 0-142-15,0 0 41 0,0 0-218 0,0 0-149 0,0 0-130 16,0 0 180-16,0 0-318 0,12-8 260 0,-12 8-89 15</inkml:trace>
  <inkml:trace contextRef="#ctx0" brushRef="#br0" timeOffset="14029.6">16101 7651 507 0,'3'-8'2091'16,"4"1"-1248"-16,-7 7-105 0,5-20 175 0,-5 10-456 15,0 7-319-15,-3-2-97 0,3-5-16 0,0 10 1 0,0-9-2 16,-2 4-13-16,2 3 4 0,0 4-5 0,0-2-11 15,0-2-3-15,0 4 0 0,-7 1 3 0,2 3 3 16,2 7-2-16,-1-3 3 0,1 0 1 0,-2 17 0 16,2-3 1-16,-1-9-1 0,-1 9 1 0,0 9 8 15,-2-4 15-15,4-3 1 0,-4 5 11 0,-1 6 5 0,-1 3 21 16,4-5-13-16,-2 7 7 0,2-5-15 16,-1 6-11-16,0-14-9 0,3 15-2 0,3-11-21 0,-3-4-3 15,3-14-4-15,-2 7-2 0,4-9-3 0,-4-6 1 16,4-1 4-16,-2 7 2 0,0-10-2 0,-2-6 0 15,4 6 3-15,-2-3 2 0,-2-3 9 0,4 6-1 16,-2-3 5-16,-9-9-5 0,6 0 0 0,6-2-2 16,-3-5 3-16,3 0-9 0,3-2 5 0,-3-11-6 0,-3 5 8 15,3 5-1-15,-3-10-3 0,0-2-7 0,2-4-6 16,-2 11-2-16,4-10-23 0,-4 2-13 0,0-8-11 16,0 1-10-16,0 6 7 0,6-9-22 0,-6 5 15 15,12 0 22-15,-7 14 17 0,10-9 0 0,0-6 9 16,-1 12 5-16,-4 6 6 0,4-4 1 0,1 2 1 15,2-2-3-15,-5 11 5 0,6 0 0 0,3-3 11 16,-4 5 9-16,-5 6 0 0,3-1 9 0,0 2-4 0,6 1-1 16,-16 3-5-16,10 0-2 0,0 5-10 0,-6 3-6 15,-1-3 2-15,1 11 1 0,-3-5 0 0,6 13-3 16,-12-5-12-16,2-14 2 0,2 23-6 0,-4-17 1 16,-4 16 2-16,4-9-1 0,-5 3 3 0,0 1 13 15,-5-2 6-15,4-3 5 0,-9 1 9 0,4 4 8 16,-3-7-4-16,-1-2-4 0,-4-2 11 0,2 0 20 0,-3-1 29 15,4-2-1-15,5-3 31 0,-7 6 19 0,12-5 36 16,-6 1 17-16,12-7-7 0,-14 11 10 0,14-9-7 16,0-2 12-16,-3 13-51 0,3-9-1 0,5 9 1 15,5-8-13-15,-1 8-48 0,6 0 31 0,5 3-33 16,-3-3-16-16,4-2-26 0,6 0-7 0,2 4-14 16,-6-4-9-16,1 0-1 0,5 0 0 0,10 4 0 15,-12-2 0-15,-7-2 0 0,6-1 0 0,-2 1-1 0,-1-1-60 16,-14-4-39-16,3-1-70 0,-6-2-132 0,3 5-77 15,-4-3-201-15,-5-5-77 0,4 6-274 0,-4-1-104 16,-4-3 13-16,-6-2 352 0,-2 0-743 0</inkml:trace>
  <inkml:trace contextRef="#ctx0" brushRef="#br0" timeOffset="16228.72">15235 8681 13 0,'3'0'234'16,"-3"0"-32"-16,0 0-3 0,0 0 100 0,12 7 80 15,-12-9-59-15,0 2-90 0,0 2 46 0,0-2-84 0,0 0-59 16,0-2-71-16,3-12-4 0,-3 14 22 0,0 0 25 16,0 0 25-16,0 0 46 0,0 0 26 0,0 0 6 15,0 0-3-15,0 0-48 0,0 0 27 0,0 0-56 16,0 0-27-16,0 0-38 0,0 0 33 0,0 0-40 0,0 0-35 16,0 0-7-16,0 0 5 0,0 0-12 15,0 0-6-15,0 0 2 0,-10 14 4 0,10-14 11 16,-5 13 14-16,5-8-12 0,-3 5 20 0,-1 1 5 0,2-5 3 15,2 7 2-15,-3 3 1 0,3 2-5 0,-3-5-2 16,1 17-4-16,4-12-9 0,1 9 11 0,-3-1-11 16,3-2-7-16,-1-8-8 0,2 12 7 0,-1-6-6 15,0 4 5-15,-3-10-9 0,-3 6 4 0,3 6 2 16,-7-1-7-16,7-6-5 0,0 1 1 0,0-2-8 16,0 4 1-16,0-6 2 0,0 4 18 0,0-17 26 15,4 22 13-15,-4-6 13 0,-4 3 14 0,4 2-4 0,0-4-5 16,0-4-33-16,-2 8 1 0,2 3-12 0,0-5-21 15,0-2-6-15,0-7-2 0,0 9 1 0,-3-2-3 16,3-9-5-16,0-3-3 0,0 3 0 0,-3 8-7 16,1-10-3-16,2-6 3 0,2 12-4 0,-4-10 3 15,2 4 3-15,0-3 4 0,-4-1 1 0,1-1 6 0,3 8 1 16,0-7 5-16,-3 1-4 0,1 5-2 0,2-13 3 16,0 9 0-16,-3-2 3 0,3-7 1 0,0-2-1 15,0 4-5-15,0-2-3 0,0-2-5 0,0 4 1 16,0-2 1-16,0 0-1 0,0-2 3 0,0 4 8 15,0-4-2-15,0 2-5 0,0 2-2 0,0-2-4 16,0 0-5-16,0 0 2 0,-9-5-7 0,6-1 3 0,3 6 6 16,-9-2-1-16,6-3-2 0,3 5 2 0,-9-6 3 15,3 1 3-15,6 5 2 0,-6-8-1 0,0 5 0 16,6 3 0-16,0 0 1 0,-9-10-2 0,6 7-2 16,3 3-1-16,-5-2-3 0,-4-4-10 0,3 3-18 15,0 1-14-15,3 2 9 0,-12-5-23 0,6 2-11 16,1 0-14-16,-7 3 38 0,3-2-11 0,3 2 16 15,-11 0 4-15,8 2 11 0,-3-2 9 0,-14 0 8 16,8 3 4-16,3 0 7 0,-11-3 2 0,9 3 4 0,-7-3 2 16,3 2 0-16,-2-2 11 0,-9 2 17 0,8 1 5 15,-2 3 10-15,5-4-3 0,-15 1 29 0,2 3 1 16,1-4-10-16,9 0-23 0,-8 1 11 0,2-1 4 16,-7-2 24-16,16 0-32 0,-5 4 12 0,-1-4-5 15,1-4-4-15,-7 4-5 0,4 0-17 0,-4 0-23 16,1 0-2-16,9 0 22 0,-21-2 63 0,8 2-7 0,3 0 0 15,7 2-17-15,-3-2 22 0,-15 0 9 0,8 4-81 16,3 1-21-16,7-3-3 0,-15 2-6 0,0 0-4 16,0-1 13-16,17-1 10 0,-7 2 15 0,-5-2 2 15,-8 1 8-15,21-3-13 0,-8 2 6 0,0 0-10 0,-10 2-7 16,17-4-3-16,-12 0 6 0,7 0 3 16,0-4 18-16,8 4 11 0,-17 0 37 0,14-2 3 15,-2 2-2-15,7 2-23 0,-12-2 31 0,7 4-46 0,0 1-13 16,10-3-22-16,-7 1-46 0,-5 5-11 0,11-3 25 15,-6 1 30-15,7-4 3 0,-7 7-6 0,13-9 29 16,-15 2 20-16,7 0-12 0,8-2-6 0,-13 0-33 0,7 0-4 16,5 0 5-16,-9 0 5 0,3-2-1 15,4 0 26-15,-4-2 6 0,6 2 27 0,-5-1 10 0,-10-2 29 16,13 2-41-16,1 3 16 0,-4 0-26 0,-10 0-15 16,21 0-23-16,-17 0-4 0,11 0-14 0,-5 3-3 15,-7 0-2-15,18-3 4 0,-15 5 2 0,6 1 0 16,1-4 0-16,-6 0 5 0,1-2 0 0,11 3 3 15,-11-3-9-15,2-3-14 0,2 3 14 0,1 0-6 16,2 0 14-16,-3 0 0 0,0-2 6 0,3 2 15 16,-8 0 3-16,14 0-15 0,-12 0 4 0,1 0-14 0,5 2-10 15,0-2-4-15,-8 0-8 0,5 3-2 16,3-3 1-16,-12 2 7 0,19 2-1 0,-12 1 2 0,-5-5 13 16,10 0 2-16,0 2 4 0,-2-2 4 0,-1 0 6 15,7 0 0-15,-9 0-5 0,7 0 0 0,-2 0-3 16,-8 0-3-16,13 0-3 0,-10 0-3 0,2 0 2 15,-2-2-5-15,-2 2-3 0,-1 0-1 0,11 0 5 0,-11 0-5 16,-1 0-12-16,10 0-9 0,-8 0 4 0,2 0 23 16,14 0 6-16,-9 0-23 0,-2-3 34 0,4 3 16 15,-4 0 2-15,-1-2 1 0,10 4-21 0,-7 1 7 16,-3-3 1-16,10 0-20 0,-5 2 0 0,8-2-2 16,-13 0 0-16,11 0-1 0,-11 0-2 0,1 2 2 0,8-2-1 15,-3 0 0-15,-6 0 1 0,13 0 0 0,-13 0 5 16,12 0-1-16,-11 0 0 0,2 4 4 0,2-2-1 15,2-2-1-15,-4 3-1 0,3-1-5 0,-3 4-3 16,1-3-10-16,5-1 0 0,-6-2-13 0,-6 6-22 16,9-4 9-16,-2 1 6 0,-1-1-22 0,0 1-8 15,-14 3-7-15,20-4 48 0,-12 0 6 0,10-2 0 16,-11 0 20-16,-1 0 26 0,11 0 8 0,-9 0-8 16,3 0-10-16,13 0-1 0,-16 0 4 0,4-4-13 15,4 1-5-15,-2 0 3 0,-2 0 10 0,8 1-10 0,-6-3-2 16,0-1-8-16,12 6-5 0,-9-5-5 0,1-1 4 15,5 4 6-15,-9-3 0 0,12 5-5 0,-14-4 11 16,14 4-7-16,-10-2-1 0,1 2-19 0,1-2-13 16,-4 2 16-16,0 0 3 0,7 0-23 0,-7 0-8 0,5-3 20 15,-4 3 18-15,11 0 8 0,-14-6-12 16,10 6 15-16,-2 0 24 0,-3-2 19 0,6 2-9 0,-9-3-4 16,12 1-16-16,-14-4-2 0,14 6 3 0,-12-10-19 15,9 10 3-15,-5-3 16 0,-1-2 5 0,9 5 1 16,-12-2 8-16,12 2-13 0,-15-3 4 0,15 3-6 15,-9-3-13-15,6 3 2 0,-2-3 1 0,-5-2 1 0,8 3 1 16,-8-4-2-16,10 6-2 0,-10-7-9 16,10 7-9-16,-10-4-2 0,1 2-36 0,4-1-25 0,-7 1-17 15,2 2 5-15,8 0-71 0,-10 0-133 0,9 0-21 16,3 0-97-16,0 0 18 0,0 0-233 0,0 0-83 16,0 0-290-16,0 0 410 0,0 0-132 0,7-8 118 15,-2-1-245-15</inkml:trace>
  <inkml:trace contextRef="#ctx0" brushRef="#br0" timeOffset="17646.93">10533 9294 95 0,'0'0'66'0,"0"0"1"0,0 0 2 15,0 0-1-15,0 0-25 0,0 0-1 0,0 0-7 0,0 0 21 16,0 0-17-16,0 0 17 0,0 0 7 16,0 0 8-16,0 0-14 0,0 0 25 0,0 0 17 15,0 0-15-15,0 0-25 0,0 0 19 0,0 0 14 0,0 0 64 16,0 0-15-16,0 0-44 0,0 0 39 0,0 0 8 15,0 0 45-15,0 0 28 0,0 0 4 0,0 0 32 16,0 0 42-16,0 0-68 0,0 0 186 0,0 0-125 0,0 0-25 16,0 0-91-16,0 0 8 0,0 0-33 0,0 0-37 15,0 0-70-15,0 0-4 0,0 0-24 0,0 0-6 16,0 0-4-16,0 0-6 0,0 0-3 0,0 0 5 16,0 0 0-16,0 2-1 0,-4 9-2 0,4-8 2 15,7 10 4-15,-7-13 3 0,5 13-3 0,-2-5-5 16,3 8 1-16,-3 1 9 0,0 3 4 0,-1-1 1 15,2-1-13-15,-1 4 11 0,-3 2 11 0,3-4 1 16,3 2-15-16,-3-6-4 0,2 2-3 0,2 3 8 0,-1 1-13 16,-4-9 2-16,8 3-3 0,-8-3 2 0,1 0 4 15,-3-2 5-15,3 7 4 0,-3-7 2 0,4-1 0 16,-4 4 1-16,0-14 0 0,0 13 0 0,2-8-3 16,-2 3-4-16,0 0 0 0,0 2 0 0,0-6-3 15,0 5-1-15,0-3-1 0,0-3 0 0,0 12-6 16,0-15 0-16,0 17 6 0,0-17-1 0,-2 10 2 0,2-7 0 15,-4 2 0-15,4 6 11 0,0-11-7 0,4 5 0 16,-2 3-3-16,-2-8 2 0,0 0 5 0,3 11-7 16,0-9 0-16,-3-2 2 0,0 0-2 0,0 0 2 15,-3 5-2-15,3 3-2 0,0-8 2 0,0 0 0 16,0 0-1-16,0 0 1 0,0 0-1 0,3 5 1 16,-1 1-2-16,-2-6 1 0,0 0 0 0,0 0-1 0,4 3 1 15,4 1 1-15,-8 0 0 0,0-8 5 0,0 8 3 16,0-4 0-16,0-4 14 0,0 8 12 0,0-4 12 15,0-4 16-15,0 8 11 0,0-4 41 0,0-4 0 16,0 8-13-16,0-4-32 0,0 0 15 0,0 0-9 16,0 0-34-16,0 0-27 0,0-4-3 0,0 8-4 15,0-4 1-15,10-8 1 0,-5 5-1 0,2-3-1 16,-5 4 0-16,1 2-4 0,9-11 0 0,-12 11-1 0,12-13 2 16,-9 13-3-16,9-7-3 0,0-4-3 15,0 0-7-15,-2 3 1 0,0 0-6 0,-5 0-1 0,7 3 3 16,3-6 6-16,-9 9 7 0,2-2 5 0,4 0 6 15,-2 4-1-15,-2-5-3 0,8 1 4 0,-11 4-5 16,10-2-3-16,-10 2-1 0,4-3-2 0,3 3 0 16,3 0 0-16,-12 0 0 0,11 0-1 0,-2 0-2 0,-2 0 0 15,7 0 1-15,-2 0-6 0,-3-2-1 0,5 2 0 16,-14-2 1-16,11 2-1 0,-14 0 2 0,18 0 2 16,-18 0 5-16,16 0 2 0,-11 0-1 0,4 0-2 15,-1 0-9-15,-5 0-31 0,12 0-58 0,-15 0-72 16,4 0-119-16,10 0-171 0,-14 0-232 0,0 0-167 15,0 0 24-15,3-9 242 0,6 4-1028 0</inkml:trace>
  <inkml:trace contextRef="#ctx0" brushRef="#br0" timeOffset="19897.93">12230 5000 11 0,'0'0'190'0,"0"0"-107"0,0 0 38 0,0 0 14 0,-12 5 0 16,12-5-13-16,0 0-67 0,0 0 7 0,0 0-16 16,0 0-10-16,0 0-7 0,-9 0 44 0,3-2 14 15,6 2 11-15,0 0-9 0,0 0 51 0,0 0 12 16,0 0 11-16,0 0-84 0,0 0 6 0,0 0-18 16,0 0-28-16,0 0-29 0,-2 0-22 0,-10-6-3 0,12 6 13 15,0 0-3-15,0 0 3 0,-3 6 2 0,-4-1 3 16,7-5 9-16,0 0-2 0,0 0-9 0,-2 3 6 15,-1 7 6-15,3-10-1 0,0 0 13 0,0 0 20 16,-12 6 9-16,9-4-11 0,6-2 25 0,-3 0 8 16,0 0 18-16,-3 3-13 0,3 10 87 0,-2-2 48 15,2-1 15-15,0 1-67 0,-7 5 112 0,7-9-27 0,-3 6-3 16,-2-4-124-16,-2-1-6 0,5 5-18 0,-1 0 27 16,3-10-59-16,0 12-10 0,0-6-30 15,0-4-5-15,0 3 7 0,0 3-14 0,0-11-5 0,0 2-4 16,3 11 1-16,-3-13-2 0,0 0 6 0,0 0 13 15,0 0 7-15,0 0-1 0,0 0 28 0,0 0 14 16,0 0 49-16,0 0-19 0,0 0 35 0,0 0-3 16,14 5-11-16,-14-5-21 0,0 0-10 0,12-5-29 0,-12 5-39 15,6-8-13-15,3 3-1 0,3-3 11 0,-12 5 0 16,12-5 9-16,-9 8 1 0,-3 0 14 0,0-2 11 16,5-9 1-16,-5 11-20 0,0 0 13 0,0 0 9 15,0 0 0-15,0 0 9 0,0 0-2 0,0 0-3 16,0 0-2-16,0 0-13 0,0 0 1 0,-8-7-24 15,4 7-17-15,4 0-2 0,0 0 1 0,0 0-1 0,-5 2-9 16,-5 0-5-16,8-2-4 0,-10 6 6 0,12-6-5 16,-15 5-2-16,12-2-6 0,-2 3 0 0,-4-4 9 15,9-2 11-15,-10 11-8 0,8-11-3 0,2 0-3 16,-6 9 10-16,6-9 1 0,0 0-4 0,0 6-13 16,0-1 2-16,0-5 6 0,0 4-4 0,0-4-2 15,6 9-4-15,-6-9 8 0,0 0-5 0,12 6 4 16,-10-6 3-16,8 0-2 0,-2 3 1 0,-2-3-1 0,9 0 3 15,-7-3 5-15,1 3-1 0,6-2 3 0,-3-6 4 16,-3 8-1-16,6-9 2 0,-7 4 3 0,-1-1 1 16,1-1 1-16,-8 7-1 0,6-11 10 0,-3 9 8 15,-3 2 16-15,0 0 11 0,0-13 2 0,0 13 4 16,0-3 1-16,-9-5-22 0,6 6 15 0,-9-9-28 0,7 8-9 16,-7-3-5-16,6 4-3 0,-6 0-26 15,-2 2-8-15,2 2 11 0,0-2-7 0,-8 6 4 0,8-4-3 16,-3 1 0-16,0-1 35 0,3 4-2 0,3-3 2 15,-3 1-7-15,7 2-10 0,-5-1 16 0,2 6-29 16,8-11-7-16,-6 5 8 0,0 3-11 0,4-3 7 16,-2 3 4-16,4-8 1 0,0 3 21 0,4 8 0 15,-4-9-9-15,5 9-2 0,0-3-5 0,2-5-3 16,-2 7-4-16,5-5-10 0,-1 0 5 0,2 1-10 16,1-1-20-16,-3-3 4 0,6 2-32 0,-1-4-6 0,-4 0-13 15,7 0-19-15,-14 0 33 0,11-4-16 0,8-1-2 16,-12 1 8-16,0 0 34 0,4-6-1 0,-8 4 21 15,6-4 13-15,-6 0 5 0,-3 2 9 0,0-6 3 16,-3 1 11-16,0 7 9 0,0-3 28 0,0-2 37 16,-3-2 5-16,3 10-14 0,-5-8 29 0,-7 1-1 0,2 5 15 15,5-1-65-15,-14-1-14 0,11 1-2 0,-21 3-10 16,5-3-9-16,7 6-6 0,-5 0-1 0,14-2 1 16,-16 4-1-16,19-2-1 0,-14 4-2 0,5-2 4 15,8 3 1-15,-6-1 1 0,-2 0-1 0,8 1-7 16,-6 4-5-16,3 1 3 0,6-2-3 0,1 2-2 15,2 4-21-15,0-8-18 0,2 9-23 0,4-2-22 0,0-8-18 16,2 8 20-16,2-4-46 0,7 12-40 0,-8-13 48 16,9 0-8-16,-12-3 48 0,17 3-40 0,-2 3-93 15,-3-9 44-15,-9-2 25 0,14 5-86 0,-2-2-14 16,-6-3-100-16,-1 3 145 0,4-6-38 0,-6 0 18 16,8 3 47-16,-11-5 73 0,6-5-47 0,-1 5 73 15,-2-8 27-15,-6 9 26 0,3-14-4 0,-4 5-1 16,-1 8 25-16,2-12 17 0,-6 4 30 0,2-7 58 0,-2 3 95 15,3 7-44-15,-8-3 94 0,2 2 28 0,-4-2 13 16,-5 2 2-16,7 5-107 0,-10-1-3 0,-2-4-42 16,8 9-45-16,-11-7-33 0,5 7 11 0,-9 0-11 15,12 2-7-15,0 0-25 0,-8 2 0 0,5 0-7 16,3 1-10-16,-2 5-1 0,7-3-8 0,-1 6-2 16,-4 6 10-16,9-13-1 0,-3 14-6 0,0-1-16 0,6-7-18 15,0 3 1-15,3 4-65 0,0-12-18 0,9 5-37 16,0-5-43-16,-7-1 8 0,19-2-86 0,0-2-249 15,-4 0 42-15,-1-2 124 0,1-4-85 0,4 3 28 16,-2-5-236-16</inkml:trace>
  <inkml:trace contextRef="#ctx0" brushRef="#br0" timeOffset="21112.67">13161 5196 24 0,'0'0'421'0,"0"0"-202"0,0 0 88 0,8 0 21 16,-1 0 83-16,-7 0-193 0,0 0 36 0,0 0-77 15,0 0-41-15,0-8-48 0,0 3 53 0,0 5-43 16,-3-3-28-16,-4-5-29 0,7 6 13 0,0 2 16 16,-2-3-20-16,-10-3-18 0,12 6 12 0,-12-2-6 0,6 4 6 15,-6-2-27-15,0 0-1 0,-5 0-9 0,8 3-9 16,-6 0 3-16,-2 2 2 0,7 0 2 0,2-2 0 16,-4 5 2-16,10-6 6 0,-8 6 10 0,5 3-2 15,1-4 5-15,1 2-13 0,1 2 11 0,2-1 7 16,0-2-12-16,2 2-2 0,1-1 2 0,4 2-7 15,-5 2 9-15,1-11-13 0,6 11-4 0,3-5 0 0,-4-2-8 16,4 2-1-16,0-3-11 0,0-3-29 0,3 4-46 16,0-1-28-16,-10-5 3 0,16 5-111 0,-6 1 24 15,-3-6-17-15,3 0 66 0,-3 2-47 0,-4-4 8 16,16 2-29-16,-12 0 85 0,0-3-35 0,8 0 8 16,-8 0-1-16,-3 1 47 0,2-6-79 0,-2 3 53 15,0 0 27-15,0-3 38 0,-3 2-9 0,5-2 28 16,-4-5 35-16,-5 11 51 0,-2-11 50 0,-2-1 70 15,-1 4 77-15,-6-4 134 0,3 6-109 0,0 3 112 0,-7-14 19 16,-4 8 12-16,14 6-78 0,-18-10 44 0,13 12-71 16,-19-16-39-16,15 14-88 0,4 3 4 0,-16-6-31 15,12 5-70-15,-2 1-33 0,-4-2 0 0,6 4-9 16,-5 4 1-16,5-2-9 0,3 1 3 0,1 5-2 16,-2-3-15-16,8 0-5 0,-8 8-5 0,1 0 1 15,6-5-1-15,1 6 3 0,2-1-1 0,0 6 8 0,2-1 7 16,1 0 0-16,1-12-1 0,4 10 0 0,4-1-12 15,-5-6-7-15,1 4 1 0,4-5-15 0,-7-1-12 16,14 7-67-16,-11-6 25 0,1-3-54 0,3 3-26 16,-4-5-14-16,4 1 25 0,5-4-125 0,-7 0 73 15,-1 0 15-15,3-4 61 0,-4 1-20 0,7 1-6 16,-1-7 71-16,-7 7 43 0,5-9 6 0,-4 0 29 16,1 1 38-16,-1 2 4 0,-4-2 22 0,-1 1 52 0,0-4 40 15,-6 2 71-15,0 4-43 0,-1-1 45 0,-4-3 26 16,2 4-6-16,0-4-77 0,-3 2 77 0,9 9-61 15,-8-7-7-15,-1 1-61 0,9 4 19 0,-15-1-14 16,15 3-32-16,-15 0-40 0,15 0-8 0,-12 3-17 16,0 3-9-16,0-1-12 0,12-5-6 0,-8 13 0 0,6-2 0 15,-2-4 0-15,1 6-1 0,3-7-3 0,3 7 1 16,-3 0-5-16,4-10 0 0,1 10-35 0,-5-13-53 16,0 2-96-16,9 7-28 0,-9-7-227 0,3-2-220 15,9 3-122-15,-12-3 277 0,0 0-121 0,8-10-3 16</inkml:trace>
  <inkml:trace contextRef="#ctx0" brushRef="#br0" timeOffset="24331.06">10290 6125 67 0,'0'0'294'16,"0"0"-125"-16,0 0-16 0,0 0 121 0,0 0-78 16,0 0-51-16,0 0-63 0,0 0-5 0,0 0-5 15,0 0-43-15,0 0-17 0,0 0 1 0,0 0-1 16,0 0-2-16,0 0 2 0,0 0 21 0,0 0 12 15,0 0 10-15,0 0-12 0,0 0 30 0,0 0 34 0,16-6-10 16,-16 6-10-16,0 0-12 0,0 0 38 0,0 0 111 16,0 0-25-16,0 0-42 0,0 0 57 0,0 0 6 15,0 0 5-15,0 0-73 0,0 0-48 0,0 0-26 16,0 0-25-16,0 0-28 0,0 0-8 0,0 0-12 16,0 0 0-16,0 0-2 0,0 0-3 0,0 0 6 15,0 0 9-15,0 0-9 0,0 0 2 0,0 0-7 16,0 0 1-16,-4 3 3 0,-1 7-10 0,2-10-3 0,3 4 6 15,-6 9 5-15,6-13 2 0,-8 13 8 0,1 0 2 16,2-6-3-16,-7 13-1 0,2 0 9 0,5-1 2 16,-10 2 9-16,9-8-8 0,-2 6 14 0,-4-1 2 15,2 1-5-15,2-3-5 0,2-8-2 0,-12 15-5 16,16-10-3-16,-8-4 2 0,5 4 27 0,-10 2 18 0,9-6-6 16,6-7-3-16,-3 4-14 0,-2 4 7 0,5-10-5 15,0 0-21-15,0 0-12 0,0 0 3 0,-3 0 7 16,-4 11 8-16,7-11-4 0,0 0 16 0,0 0 3 15,0 0 9-15,0 0-6 0,7-8 5 0,-4 2-7 16,-1 4-15-16,1-11-16 0,4 8-1 0,-5-6-9 16,6 3-4-16,-1 3 0 0,-2-3-4 0,-2 5-5 15,6-8-8-15,-9 11 4 0,10-13-5 0,-10 13-5 0,0-2 0 16,5-11 0-16,-5 13 15 0,3-11 1 0,1 8-1 16,-2-5 2-16,1 3 5 0,-3-1 2 0,3-7-4 15,-3 13-4-15,6-11 2 0,-3 4-1 0,5-4 1 16,-1 0-1-16,-7 9 2 0,5-6 2 0,2-2 6 15,-5 6 1-15,-2 0-3 0,3-5 3 0,0 4-1 16,6 1 1-16,-9 4-3 0,5-14 1 0,-1 14 1 0,-4 0 0 16,8-10 1-16,-5 10-2 0,4-14 5 0,-5 8 0 15,8-1-1-15,-10 7-4 0,2-17 2 0,6 10 0 16,-4-1-10-16,-4 8-6 0,6-13-4 0,-4 13 1 16,5-14-1-16,-4 14 14 0,-3 0 3 0,2-13 9 15,-2 11 13-15,0 2-6 0,0 0 16 0,0-3-6 16,7-7-13-16,-7 10-5 0,0 0 9 0,0 0-3 0,0 0-5 15,0 0-8-15,0 0-4 0,0 0 6 0,0 0 1 16,0 0-15-16,0 0-1 0,0 0-4 0,3 0 4 16,5 13 3-16,-8-13-4 0,9 8 7 0,-6-8 8 15,6 7 7-15,-9-1-3 0,12 4 7 0,-4-2 0 16,-1 1-2-16,5-2-8 0,-7 4 5 0,7 0 4 16,0 4 7-16,-4-4 1 0,7 5 2 0,-6 3 2 15,0-4 0-15,-6-10-1 0,12 17-2 0,-7-9-9 16,1 11-7-16,0-11 9 0,-3-6-2 0,0 2 2 15,2 6 1-15,2-6 2 0,-5-2-6 0,4-1 4 0,-6-4-9 16,9 7-1-16,-12-9-7 0,5 2-7 0,7 3-2 16,-12-5-3-16,0 0-2 0,0 0-55 0,10 8-93 15,-7-5-174-15,-3-3-232 0,0-3-208 0,-18 1-68 16,6-2 10-16,-5 0-388 0</inkml:trace>
  <inkml:trace contextRef="#ctx0" brushRef="#br0" timeOffset="26844.34">8496 6347 570 0,'-3'0'343'0,"1"-13"-23"0,2 13 130 16,0-3-109-16,0-8-143 0,0 11 8 0,2-10-12 15,-2 7-41-15,0 3 1 0,0 0-25 0,0 0-16 16,0 0-7-16,0 0-13 0,0 0-24 0,0 0 26 0,0 0-48 16,0 0-24-16,0 0-21 0,0 0-1 0,0 0-1 15,0 0 0-15,0 0 16 0,0 0 16 0,3 0 2 16,9 11-4-16,-12-11-9 0,0 13 6 0,0-10-9 15,9 10-9-15,-9-8-3 0,6 11 2 0,0-2 3 16,2 12 15-16,-1-13-5 0,-4 5 2 0,0 1 10 16,-1 4 12-16,2 1 5 0,-1 3 0 0,-3-6-8 0,5 3-4 15,-2 3 2-15,1-9-18 0,1 16 5 16,1-7-8-16,-2-1-1 0,-2-4-5 0,4 7 10 0,0-3 4 16,0 5 2-16,-4-9-7 0,2 4 14 0,-1 1 30 15,-3 1 6-15,3-1 1 0,-3 3 5 0,5-1 4 16,-5-5 6-16,4-6-24 0,-4 8-7 0,0 6 9 15,3-5-4-15,-3-9-11 0,0 6 17 0,2 0-10 16,4 13 42-16,-2-11-13 0,-4-5-24 0,2 3 9 16,1 0-12-16,-3 5 5 0,3-8-17 0,3 3-3 0,-3-6 13 15,0 4 2-15,-1-4-16 0,8 14 27 0,-8-10-21 16,5-2-5-16,-4-7-24 0,-1 7-10 0,1 0-4 16,0 6 3-16,1-9-6 0,-4 1 2 0,2 4-1 15,-2-4 1-15,6 0 0 0,-4 3-1 0,2-1-3 16,-1-2-3-16,0-3-2 0,-3-4 1 0,5 18-1 15,2-8 1-15,-7-3 2 0,0-1-1 0,5 4 0 0,-2 5 5 16,1-4-2-16,-2-9 4 0,-2 0-1 0,6 5 1 16,-6 1 2-16,4-6-1 0,-2 14 0 0,1-12-5 15,0 7-4-15,-3-9 2 0,0 5-3 0,0 1 0 16,0-3 1-16,0 2 4 0,0 6 7 0,0-2 3 16,0 4 2-16,0-13-5 0,0 3 3 0,0-1-2 15,0-1-7-15,0 7-7 0,0-5 2 0,2-5 1 0,-2 4-4 16,0 2-6-16,0-10 5 0,4 12 0 0,-4-9 4 15,3-2-4-15,-3 3 0 0,0-4 3 0,3 2 7 16,-3 4-4-16,0-2-1 0,0-6-4 0,0 8-33 16,0-10-57-16,2 7-62 0,-2-6-51 0,0-2-82 15,0-4-87-15,0 2 38 0,0 0-124 0,0 0-182 16,0 0 55-16,0 2-74 0,0-2 197 0,0-2-88 0,0-12 83 16,-8 4-322-16</inkml:trace>
  <inkml:trace contextRef="#ctx0" brushRef="#br0" timeOffset="27612.31">8517 8426 150 0,'0'0'653'0,"0"0"-309"0,-17 0 39 16,17 0 5-16,-7-2-126 0,2 2-28 0,-4 0-101 15,3-2-77-15,6 2-21 0,-6 0-23 0,-2 0-6 16,4-4 25-16,8 8 42 0,-4-4 88 0,-4-4-1 16,4 2 58-16,-6-6 33 0,6 8-47 0,0 0 78 15,0 0-59-15,0-3-47 0,3-4-43 0,-3 4 7 16,3 3-16-16,-6 0 12 0,3 0-43 0,3 0 26 15,-6 0-21-15,3 0-17 0,0 0-36 0,0 0 6 0,0 0-25 16,3 0-23-16,-3 0-6 0,-3 0-1 0,3 0 4 16,0 0 12-16,0 0-4 0,7 0 6 0,7 5 2 15,-14-5-1-15,12 2-1 0,-9-2 3 0,9 9-14 16,-4-7-1-16,7 7-1 0,-6-5-2 0,3-1-6 16,8 10-11-16,-2-5 4 0,-12-5 4 0,18 10 1 0,-6-2 11 15,-1 4 7-15,-5-1 5 0,3 5 7 0,-1-1 5 16,-2 0 1-16,0-1-8 0,-1 1-5 0,8 6-3 15,-2-9-8-15,-2-2-12 0,-1 7-20 0,1-2-5 16,9 0-17-16,-9-8 23 0,-1 1 0 0,-6 0 2 16,2 0 18-16,11 0 14 0,-10-4 2 0,-2 1 3 15,8-1-2-15,-7 2-11 0,-1-7-3 0,-1 9-3 0,-8-11-7 16,12 2 0-16,-7 1 4 0,-5-3 1 0,7 0-4 16,1-3 1-16,-4 1 5 0,7-6 8 0,-5-2 8 15,-6 2-4-15,6-6-7 0,3 1 21 0,-6 5 0 16,9-13 1-16,-7 5-9 0,2-2-1 0,7-4 8 15,-2 4-4-15,-4-4-8 0,-1 7-1 0,5-7 1 16,-4 2-1-16,4-4 5 0,-7 11-3 0,5-9 8 16,2 4 8-16,-3-1 7 0,-6 6-5 0,5-5 15 0,-2 4-9 15,-3 1-1-15,2 0-11 0,-1 2-4 0,-1-7-16 16,-3 1-36-16,3 15-24 0,-3-9-73 0,0 2-76 16,0 5-126-16,-3-1-206 0,0-3-126 0,3 8-118 15,-6-5 28-15,3-3 225 0,0 8-140 0,-11-5-273 16</inkml:trace>
  <inkml:trace contextRef="#ctx0" brushRef="#br0" timeOffset="28793.13">6472 7445 347 0,'0'-3'654'0,"10"-7"-291"0,-8 10 85 0,-2 0 55 16,9-11-50-16,-5 11-179 0,-2-11 95 0,-2 9-151 16,0-3-10-16,3-4-68 0,-3 9-5 0,3-13-1 15,-3 13-16-15,0-2-13 0,0-9-28 0,0 11 17 16,0-2-1-16,0-9-9 0,0 11-36 0,-3-3-5 16,6 6-21-16,-3-3-7 0,-3-3-4 0,6 6-10 0,-3-3-5 15,-3-3-8-15,3 3-1 0,3 3 0 0,-6 10 2 16,6-8 7-16,1 8 3 0,-2-5 4 0,-2 3 7 15,6 18 8-15,-4-13-7 0,2 5-3 0,-1 1-5 16,2 4-1-16,-2-5-2 0,6 16-4 0,1-8 1 16,-5 3 0-16,4-1 3 0,-3-7 0 0,6 9 0 15,0 0 0-15,0-3 2 0,-4-12 1 0,1 9-1 0,6-1-1 16,-3 6-1-16,0-14 1 0,-2 4-1 0,0-4-2 16,4-2-2-16,1 0 4 0,2 0-1 0,2-9-2 15,-2 2 1-15,-2-5 1 0,-3 2-2 0,11-1 2 16,-11-5 9-16,2-2 1 0,5-1 6 0,-2-3 1 15,-2 2-1-15,12-14 11 0,-10 7-14 0,-2-2-2 16,2-9-2-16,-2 0-2 0,-1 0-3 0,5-5-1 0,-8-3-7 16,1 1 1-16,-3 5-3 0,0-9-6 0,2-2 0 15,-4 0 2-15,-5 15 2 0,1-13 0 0,-3 7 0 16,-3-9 14-16,1 15 4 0,-1-7 10 0,-1 3 18 16,-4 3 10-16,8 14 3 0,-9-15 66 0,6 11-5 15,0-4 3-15,-3 1-5 0,6 14-36 0,-3-10 36 16,-2 1-48-16,5 9-31 0,0 0-21 0,0 0-5 15,0 0-7-15,0 0-5 0,0 0 4 0,0 0-1 0,0 0-1 16,0 0 2-16,0 0 2 0,0 19 4 0,0-10 1 16,0-2 1-16,5 4-2 0,-2 2 0 0,6 18-2 15,-4-12-5-15,-1-5-1 0,2 10-8 0,-4-4-4 16,5 15 2-16,-4-16 10 0,2 4 1 0,-2 7 7 16,3-1 4-16,-3 5 11 0,2-5-3 0,5 2 0 15,-1 4-5-15,-4-6-4 0,2-5-5 0,4 7-2 16,1 4-13-16,-3-11-8 0,-1-8 2 0,2 3-40 15,-1-1-71-15,-4-7-200 0,2 4-28 0,-4-9-247 0,2 7-198 16,-5-16-35-16,-3 6 239 0,3 7-760 0</inkml:trace>
  <inkml:trace contextRef="#ctx0" brushRef="#br0" timeOffset="29460.35">7598 7849 446 0,'0'0'393'0,"0"0"-64"0,0 0-69 0,0 0 176 16,8-2-117-16,-1-1-29 0,-7 3-92 0,0 0 16 15,0 0 17-15,0-2 86 0,3-9-137 0,-3 11 32 0,0 0-20 16,0 0-5-16,0 0-16 0,0 0-31 15,-10-11-40-15,10 11-15 0,0 0-30 0,-2 0-2 0,-13-2-1 16,12 2-19-16,-6 0-12 0,6 2 5 0,-6-2-5 16,-2 0-3-16,-1 3-5 0,12-1-1 0,-14 2 9 15,14-2 3-15,-12 1 0 0,5 3 4 0,2-2 11 16,-5 7-3-16,2 0-4 0,8-9-16 0,-6 12 0 0,3-1 2 16,3-6-9-16,0 4-8 0,0-3-2 0,0-1 1 15,0 7 4-15,0-4 0 0,3 1 5 0,-3 5 0 16,6-5 2-16,-3 8-3 0,2-1 7 0,2-5 2 15,-2-2-2-15,7-3-4 0,-2-3 7 0,7 8 6 16,7-8 9-16,-7-1-11 0,-7-2-9 0,7-4 4 16,6 2-2-16,1-6-7 0,-10 3-9 0,4 1-14 0,-4-1-54 15,-2-5-144-15,3 3-98 0,-3-1-483 16,-3-2-19-16,-6-2-1 0,-3 10 215 0,0-11-592 0</inkml:trace>
  <inkml:trace contextRef="#ctx0" brushRef="#br0" timeOffset="34029.14">15011 6088 224 0,'0'0'182'0,"3"0"49"0,-3 0 17 16,-3 0 17-16,6 0-36 0,-3 13 40 0,0-13-92 16,0 0-51-16,0 0-25 0,0 0 4 0,0 0 79 15,0 0 16-15,0 0 0 0,0 0-50 0,0 0 68 16,0 0 16-16,0 0 26 0,0 0-120 0,0 0 7 16,0 0-26-16,0 0-11 0,0 0-32 0,0 0-27 15,0 0-35-15,0 0-6 0,0 0-3 0,15 2 0 0,-15-2 4 16,0 0 11-16,9 11-2 0,-4-9 9 0,-2 4-2 15,1 2 24-15,-1 2 12 0,-1-1-21 0,-2-2 23 16,3 1 10-16,0 6 0 0,-3-14 3 0,4 15-8 16,-2-6 3-16,1-2 6 0,-3 4-35 0,5-1 13 15,-1 1-12-15,-1 5-5 0,0-11-16 0,2 21 6 16,2-7-10-16,-5-8-4 0,4 7-9 0,3-2-3 16,-2 0-4-16,1 0-7 0,-2-11 1 0,5 10-3 0,-2-6 2 15,-3-1 4-15,3 3 2 0,-4-4-1 0,-1 2 4 16,-1-9 3-16,9 10 8 0,-12-10 10 0,15 5 47 15,-15-5 29-15,12-2 15 0,-10 2-2 0,6-6 31 16,2 1-23-16,2-8-9 0,-10 8-63 0,10-9 8 16,3-7-23-16,-6 0-8 0,-3 7-5 0,6-4 6 15,0-6 7-15,-4 3-5 0,1 5-9 0,3 1 6 16,-4-5-1-16,1-2-5 0,1 5-10 0,-2-1 3 0,1-1-3 16,1-2 0-16,-8 13-6 0,4-5 1 0,0 5 2 15,0-5 1-15,3 0-3 0,-6 7-2 0,2-2-2 16,-5 8-5-16,12-14-26 0,-12 14-44 0,0-2-143 15,9-3-180-15,-6 5-255 0,-3 0 7 0,0-6-560 16,0-1 264-16,0 5-987 0</inkml:trace>
  <inkml:trace contextRef="#ctx0" brushRef="#br0" timeOffset="35011.51">15226 6371 57 0,'3'0'489'0,"-3"0"-304"0,0 13 74 16,0-11 4-16,0-2 19 0,0 0-158 0,0 0-15 15,0 0-56-15,0 0-6 0,0 0-5 0,0 0 6 16,0 0-4-16,0 0-5 0,0 0-10 0,0 11 16 0,0-8-5 15,0-3 15-15,0 0 35 0,0 0 21 0,0 0 53 16,0 0-9-16,0 0 14 0,0 0-39 0,0 0 75 16,0 0-78-16,0 0-27 0,0 0-26 0,0 0 25 15,0 0 18-15,0 0-15 0,0 0-13 0,0 0 46 16,0 0 13-16,0 0 78 0,0 0-65 0,0 0 70 16,0 0 38-16,0 0 62 0,-3-3-142 0,-2-3 33 0,5 6-28 15,-7-7-38-15,4 1-37 0,1 4-84 0,-8-12-9 16,5 4 1-16,-2 5-5 0,2-8-7 0,-10-1-1 15,9 6-2-15,-2-5-1 0,-2 2-2 0,-2-5 1 16,2-8 13-16,-2 11 11 0,2 0 1 0,-2-5 33 16,0 2-13-16,2 0 3 0,0 6-13 0,-2-3 14 15,0 2 22-15,-5-11-34 0,12 20-14 0,-14-11 18 0,11 2-8 16,-1 3-8-16,-6 3-29 0,6 0-8 0,-6-1-3 16,0 1-2-16,7 5-3 0,-1 0 2 0,9 0-12 15,-9-2-61-15,3-2-53 0,6 4-16 0,0 4-153 16,0-4-142-16,0 0-382 0,0 0 194 0,0 0-343 15,15-6 49-15,-6 6-213 0</inkml:trace>
  <inkml:trace contextRef="#ctx0" brushRef="#br0" timeOffset="35713.64">16084 5942 64 0,'3'3'1114'15,"-3"-3"-522"-15,-3 0-6 0,3 0-136 0,3 0 71 16,-6 0-25-16,6 0-200 0,-3 0-131 0,0 0 9 16,-3 0-3-16,6 0 71 0,-3 0-107 0,5 5 37 0,2-3 13 15,-2-7 0-15,4 3-39 0,-1-9 44 0,2 6-44 16,2-1-27-16,0-5-51 0,-7 7 9 0,7-7-12 16,0-7 15-16,-7 5 7 0,7-4-22 0,-2 1 16 15,-5-4-2-15,4 1 18 0,-1-2-9 0,2 2-15 16,-5-3-4-16,2 2-15 0,-5 4-13 0,5-5 23 15,-4 12-35-15,-1-9-4 0,-2 12-12 0,3-3 1 16,-3 5-1-16,3-5-8 0,-3 9-7 0,-3 0 0 16,6 0-9-16,-3 0-6 0,-3 0-5 0,6 0-1 0,-3 0 3 15,-3 0-1-15,-2 7-1 0,-2-1 13 0,4 9 1 16,-2 3 6-16,-2 4 0 0,5-4 2 0,-10 12 0 16,6-1-1-16,-6-3 3 0,7-2 1 0,-2 3-3 15,-2 4-2-15,4-5-5 0,2-7-2 0,0 2-5 16,-1-2 3-16,8-6-5 0,-4-2 8 0,6 5 7 15,-6-12 9-15,9 13 9 0,-4-12 0 0,10 3 10 0,2-3-5 16,5 0-3-16,-5-1-9 0,-10-4-7 0,27-11-4 16,-12 2-13-16,-5 2-17 0,-2-1 2 0,2-5-16 15,4 4-36-15,-1-6-174 0,-8 6 15 0,-6 2-228 16,8-4-203-16,-2-4-195 0,-9 12 112 0,6-16-470 16,-11 3 316-16,-1 6-650 0</inkml:trace>
  <inkml:trace contextRef="#ctx0" brushRef="#br0" timeOffset="35939.01">16345 5196 131 0,'4'0'2562'0,"-8"0"-1678"0,4 0-220 0,4 0 192 16,-4 0-296-16,-4 0-324 0,-10 5-159 0,14-3-59 15,0-2-10-15,-12 6-3 0,12-6-2 0,0 0 2 16,0 0-2-16,0 0-7 0,-6 5-25 0,4 3-58 16,2-8-103-16,0 0-72 0,0 0-96 0,2 11-262 15,-2-8-140-15,0-3-187 0,-5 10 257 0,5-10-577 0</inkml:trace>
  <inkml:trace contextRef="#ctx0" brushRef="#br0" timeOffset="37544.75">17493 5908 422 0,'5'-11'400'0,"0"6"-126"0,-1-6-68 0,-1 3 58 16,2-3-73-16,-2-9-87 0,1 4-46 0,-1 5 20 15,2-10 31-15,-2 10 34 0,6-5-1 0,-6 3 107 16,3 0 80-16,2 0-62 0,-4 2-66 0,-1 0 40 15,0-2 6-15,-1-3 5 0,-2 11-128 0,3-8 32 0,1 2-21 16,-4 3-14-16,0-3 9 0,0 2-81 0,-4-5 5 16,4 4-16-16,0-1 10 0,-3 6-5 0,3-3 30 15,0-1-8-15,0 2 1 0,0 7-16 0,0 0 14 16,-2-11-10-16,2 9-24 0,0 2-15 0,0 0-8 16,0 0-3-16,0 0-5 0,0 0-1 0,-6 13 0 15,6-8 2-15,0 6-1 0,-4-1 1 0,4 6-1 0,0 6 2 16,-2-2 2-16,2 4-3 0,0-5-1 0,-3 15-7 15,6-8 2-15,-6 4-1 0,3-7 2 16,0 9 3-16,-3 10 1 0,-1-4 4 0,4-14 2 0,-2 15 1 16,-1 1 1-16,-2 10 3 0,-2-10-6 0,4 8 0 15,-6-4 0-15,6 7-1 0,-2-9-1 0,-7 32 0 16,0-19-3-16,0 4-1 0,4-15 2 0,-4 15 1 16,-3 20 4-16,3-23 0 0,0 2 0 0,0-13-1 0,4 16 5 15,-7 7 3-15,3 2-3 0,3-28-3 0,1 19 4 16,1-1 2-16,2-1-1 0,1-4-4 0,4 4-1 15,0-4 1-15,4 0 2 0,-4-13-5 0,8 35 3 16,-1-20 0-16,-2-5-1 0,-2-14-1 0,1 14-1 16,-2 4 0-16,1-4 2 0,-3-17-2 0,0 13 0 15,-3-3 1-15,1 0-1 0,-2 0 1 0,1-3-4 0,-2 3-2 16,-2-5 3-16,2 2 0 0,-2-3-1 0,2-1-6 16,2-4-1-16,-4-7 6 0,5-9 7 0,-1 11-4 15,3-13-5-15,-3 2 6 0,3-15 6 0,3 0 5 16,-3 13-9-16,0-18-16 0,0 2 7 0,0 2-3 15,5-10-32-15,-1 0-34 0,-1-8-78 0,-3-8-258 16,3-5-234-16,-6 2-178 0,0 9 191 0,-3-14-179 16,0-8-614-16</inkml:trace>
  <inkml:trace contextRef="#ctx0" brushRef="#br0" timeOffset="38727.57">17693 5420 781 0,'0'-4'366'0,"2"-5"-97"0,-2 7 108 15,3-11-34-15,-3 10-18 0,7-8-173 0,-5 9 60 16,1-4 5-16,0 1 24 0,-3 5-57 0,2-8 30 16,5 3-41-16,-7 5-13 0,3-5-8 0,-1-3 8 15,-2 8 8-15,0 0 7 0,0 0-8 0,0 0-38 16,0 0-6-16,0 0-47 0,0 0-23 0,0 0-31 0,0 0-16 15,-17 0-8-15,8 8 1 0,3-3 4 0,-11 0 2 16,-7 12-4-16,4-8-5 0,1 0 7 0,-3 6 2 16,-2 1-7-16,-3 5-2 0,10-5 3 0,-7 3 7 15,4 5 2-15,-7 3-7 0,12-9 0 0,-2 10 2 16,-5-1 0-16,8 3-5 0,-1-10-6 0,-5 13-9 0,4-7 8 16,1-2-2-16,1-1 1 0,3-4 0 0,-1-1 1 15,0 1 6-15,5-8 4 0,2-1-1 0,0 6 5 16,-2-2-1-16,-1-1 0 0,4-11-1 0,-1 14 0 15,-1-8-1-15,6-5 2 0,0-3-1 0,0 0 1 16,0 0 4-16,0 0 1 0,0 0-3 0,-4 0 2 16,8 0-1-16,-8 0 4 0,4 0-5 0,4 0 0 15,-4 0-2-15,0 0 1 0,3-9-1 0,2 4-4 16,-2-8-7-16,4 5-1 0,1-8-4 0,1 1 9 0,3-5-3 16,0 5 4-16,-4-1 2 0,4 3 5 0,3-9 0 15,-3 4-5-15,-3 5-7 0,-1 0 1 0,4-9-8 16,-3 7 2-16,6 2-2 0,-3 2 6 0,5-7 0 15,4-1 4-15,-3 3 2 0,-3 5 1 0,2 0 0 16,-5 7 0-16,8-12 1 0,-17 10 0 0,12 1-1 16,-1-6 1-16,-2 3 0 0,0 3 0 0,0-6-1 15,-2 7 1-15,4-7 0 0,4 0 2 0,-16 9-2 0,16-7-2 16,-9 4 0-16,-6 5 0 0,6-4 0 0,-4 0 1 16,-2 4 0-16,6-2-1 0,-2-1 3 0,-7 3-2 15,0 0-5-15,-4 0-3 0,8 0 0 0,1 16 0 16,-5-16 4-16,0 19-3 0,3-14 7 0,-3 10 3 15,0 7 4-15,3 0 1 0,-3-4-5 0,4 0 0 0,-4 3 9 16,5 8 2-16,-2-5 1 0,-1-2 0 0,5 4 20 16,-2 0 8-16,5 3-5 0,-5-7-15 0,4 4 4 15,-3 3-2-15,0 0-8 0,0-3-13 0,3 4-3 16,-4-1-3-16,-2 2-5 0,1-4-7 0,-1 5-74 16,-1-1-142-16,-2-4-244 0,0-8-49 0,0 5-270 15,-2-15-198-15,-1 8-393 0</inkml:trace>
  <inkml:trace contextRef="#ctx0" brushRef="#br0" timeOffset="39758.75">18266 6688 620 0,'12'-18'457'0,"0"7"32"15,-5 4-11-15,1-15-2 0,-8 20-183 0,7-12 50 16,-2-2-70-16,-5 11-67 0,3-4-72 0,-3 7 51 16,0-9 9-16,0 11-14 0,0 0-69 0,0-13 26 15,0 13 42-15,0 0-50 0,0 0-46 0,0 0 1 16,0 0-38-16,0 0-14 0,-12 8-18 0,9-3-10 16,-5 4-3-16,1 4 0 0,-5 13 0 0,7-8 3 0,-4 6 17 15,1 0 2-15,-4 16 11 0,2-14-9 0,1 11 10 16,1 5 2-16,-1 2 4 0,1 2-10 0,-4 5 1 15,2-1-3-15,5 1 0 0,2-14-6 0,-3 26 9 16,3-15-20-16,3-3 0 0,0-10-8 0,3 7 1 16,-1 8-8-16,10-10-1 0,-5-16-1 0,1 4-1 15,7 7 0-15,-3-8 3 0,0-7 1 0,-3-7 2 0,6 9-3 16,2-3 0-16,-2-6-3 0,-3-8-16 0,-7-3-50 16,19 7-33-16,-1-12-73 0,-2 3 31 0,-1-6-106 15,7 2-52-15,-1-10-57 0,-8 1 76 0,8-4-95 16,-2-1 9-16,-6-3 32 0,3-2 18 0,-4-5 16 15,3 0 25-15,2-1 50 0,-8 7 94 0,4-9-30 16,3-15-26-16,-6 10 83 0,-5-4 34 0,0 11 24 16,4-11-1-16,-2-13 21 0,0 5 37 0,-4 17 56 15,2-11 106-15,2 5 32 0,-3-9 110 0,-1 22-88 0,2-7 109 16,2 5 15-16,-4-1 39 0,1 12-114 0,-1-4 38 16,-4 11-43-16,4-8-25 0,-1 8-33 0,-5 2-29 15,1 2-80-15,6-7-36 0,-9 11-30 0,-2 0 5 16,4 0-27-16,-4-3-11 0,4 6-8 0,4 8 3 15,-6 2 2-15,0-2 4 0,-6 17 2 0,0-10-1 0,0 12-2 16,-3 4 1-16,1 1 5 0,1-6 2 0,-1 14 16 16,-1 17 41-16,0-12 21 0,3-9-2 0,1 14 66 15,-7 11 30-15,0 2 25 0,5-21-68 0,-1 11 37 16,-1 1-11-16,-3 0-29 0,4-2-39 0,1-5-9 16,2-5-26-16,-5 0-21 0,8-10-22 0,-4 5-9 15,2-12-40-15,4-1-104 0,0-14-162 0,0 3-222 0,0-8-244 16,4 3-132-16,-4-11-15 0,0 0 261 0,3-4-289 15</inkml:trace>
  <inkml:trace contextRef="#ctx0" brushRef="#br0" timeOffset="40893.72">19012 7643 385 0,'0'0'1569'0,"0"0"-904"0,0 0-144 0,0 0 37 15,0 0-318-15,0 0-207 0,0 0-40 0,0 0-7 16,0 0-1-16,3 8-2 0,-3 3 7 0,-3 2 12 16,3-6 12-16,0 2 2 0,0 9 1 0,-3-12-5 0,3 12 11 15,0 8-3-15,3-7-9 0,-3-3-2 0,3 8 4 16,1 2 1-16,-2-4 3 0,-2-6-6 0,3 4 0 15,0 6 6-15,-3-4-6 0,2-6 4 0,2 5-4 16,-4 1-17-16,3-9-1 0,0 0 8 0,-3 5-6 16,0-7 14-16,0 7-9 0,0 4 19 0,0-14-3 15,0 10 2-15,0-5-6 0,6 0-1 0,-6-4-18 16,0-9 1-16,0 2 9 0,6 9-1 0,-9-11 2 0,6 0 2 16,-3 0-1-16,-3 0 13 0,6 0-9 0,-3 0-5 15,0-11 0-15,0 9 1 0,0-2-8 0,2-9-19 16,-2-5-13-16,0 10 5 0,0 0 7 0,-2-7-20 15,-1-2-57-15,0-3-15 0,3 14 21 0,-6-18-60 16,3 3-43-16,-4-11-75 0,5 9 44 0,-1 6 77 16,0-7-20-16,3-7-17 0,-2 5 85 0,2 8 44 15,0-10-5-15,2 8 40 0,1-9 8 0,0 7 27 0,-1-2 24 16,2 3 23-16,2 0 36 0,0 6 6 0,2-5-2 16,-5 13-1-16,9-12-4 0,-5 8-24 0,3-4 15 15,9-7-43-15,-14 17-21 0,10-10-1 0,6-9-8 16,-10 10-32-16,-4 8-13 0,7-3-1 0,-4 0 9 15,-2 1 5-15,6 1-10 0,1 1 40 0,-8 3 13 16,10 3 1-16,-2 0 17 0,-10 0-2 0,7 3-8 0,-9 0 8 16,9 5-21-16,-6 0-4 0,0-3-3 0,-4 8-5 15,-2-5-8-15,-2 21-5 0,2-16 4 0,-6 7 1 16,0-2 6-16,-6 6 11 0,6-9 6 0,-8 9 36 16,-1-6 12-16,0 4 19 0,1-7 35 0,-1 1 15 15,-2-2 9-15,-2-4-6 0,14-4-25 0,-7 5-18 16,0-2 11-16,0 0-33 0,9-9-22 0,-5 5-17 0,4-5 32 15,4 3-10-15,-5 0-6 0,-2-1-20 0,7-2 3 16,0 0-10-16,0 0-13 0,12 2-9 0,-3 1-4 16,6 0 3-16,12 5 2 0,-10-2-2 0,7 1 2 15,-4 1-1-15,16 5 0 0,-16-2 1 0,9 5-1 16,-2 2 3-16,0 1-2 0,2 5 4 0,-5-8-4 16,-4 5 3-16,1 0-3 0,2 3-2 0,-11-11-3 0,3 5-1 15,-3 1-17-15,-3-8-21 0,3 0-21 0,-4-7-54 16,4 7-128-16,-6-6-104 0,0-3 43 0,2 2-358 15,2-2 12-15,-8-2 25 0,10 0 2 0</inkml:trace>
  <inkml:trace contextRef="#ctx0" brushRef="#br0" timeOffset="59643.58">10607 9940 34 0,'0'2'583'0,"0"-2"-297"0,0-2-4 0,0 2-64 15,0 2 89-15,0-4-139 0,0 4-62 0,0-2-18 16,0 0-30-16,0-2 7 0,0 4 98 0,0-4-13 16,0 2-18-16,0 2 53 0,0-2 42 0,0 0 33 0,0 0-58 15,0 0-34-15,0-2 4 0,0 4-8 0,0-2-44 16,0 0 11-16,0 0 35 0,0 0-20 0,0 0-34 15,0-2 26-15,0 4-2 0,0-4 39 0,0 2-57 16,0 2 41-16,0-2-17 0,0-2-13 0,0 4-16 16,0-2 16-16,0-2-37 0,0 4-31 0,0-2-15 15,0 0-20-15,-7-2 9 0,-1-1-20 0,8 3-5 0,0 0-3 16,0 0 1-16,0 0-4 0,-12 3 2 16,12-1-3-16,0-2-3 0,0-2 1 0,-3 4-1 0,-4 9 2 15,5-11-1-15,4 0 0 0,-2 0 3 0,0 0-2 16,-2 0 1-16,4 0 2 0,-4 0-2 0,2 0-1 15,2 0 0-15,-2 0-4 0,0 0 0 0,0 0-2 16,0 0 0-16,-2 0 1 0,4 0 0 0,-2 0 1 0,-2 0 2 16,4 0 0-16,-2 0-1 0,-2 0 1 0,2 0 0 15,2 0 0-15,-4 0-1 0,4 0 1 0,-2 0 0 16,0 0 0-16,-2 0 0 0,4 0-1 0,-2 0 3 16,-2 0 1-16,4 0-2 0,-2 0 0 0,0 0 1 15,-12 11 1-15,12-11-3 0,0 0-2 0,0 0 0 16,-2 2 0-16,-4 9 0 0,6-11-2 0,0 5 3 15,-2 3 1-15,2-8 2 0,0 2-1 0,-7 9 2 16,7-11-2-16,-3 3 0 0,-6 7 0 0,9-10-2 0,-11 11 0 16,5-6-2-16,0 1-1 0,-6 5 0 0,10-6 0 15,-10 5-2-15,-3 1-3 0,8-4 2 0,2-1 2 16,-7 8-2-16,3-10 0 0,-2 10 1 0,-1-4 1 16,3-5 3-16,1 8 0 0,-2-2 0 0,1 0 1 15,-6 2 2-15,1 3 1 0,-1-3 0 0,0 3 0 16,3-2 0-16,-2-1 0 0,6 3-1 0,-14 2 1 0,14-10-1 15,-6 8 0-15,-2-1 3 0,1-1 3 0,4-6 1 16,-1 3 5-16,-9 9 3 0,4-7 0 0,5-2-5 16,-6 8 4-16,1-5-4 0,2 4-5 0,1-8-4 15,-1 6-1-15,-4-3-1 0,11-2 1 0,-13 7 6 16,9-7 4-16,4-3 9 0,-13 8 5 0,13-3 16 16,-2-7-9-16,-4 7 15 0,8-6 4 0,-3 4 19 0,-3 0 13 15,6-6 4-15,-3 8 6 0,-3-2 0 0,9-6-27 16,-11 14 30-16,2-8-43 0,6-4-11 0,-8 6-11 15,4-5-1-15,1 3-2 0,1-4 0 0,-1 2-11 16,1-4 7-16,-2 5-7 0,5-4-4 0,-4-1 7 16,2 6-1-16,2-6 12 0,2 1 12 0,-6 5 16 15,9-11-20-15,-8 13 17 0,1-6 0 0,2 1-2 0,-2-3-11 16,2 4 18-16,-1-2-12 0,-3 1 3 16,9-8-15-16,-9 11 8 0,9-11 1 0,0 0-21 15,0 0-9-15,-6 5-1 0,4 1-6 0,2-6-5 0,0 0-4 16,0 0 0-16,0 0 0 0,0 0 0 0,-12 5 0 15,9-5 0-15,3 0 0 0,0 0 0 0,0 0 0 16,0 0 0-16,0 0 0 0,0 0 0 0,-7 2-1 16,2 4 1-16,5-6-4 0,0 0-2 0,0 0 0 0,0 0-1 15,-7 13-5-15,7-13-4 0,0 0 0 0,0 0 6 16,-5 5-3-16,2 3 1 0,6-5 0 0,-8-1 7 16,-2 1 0-16,7 0-1 0,0-3 3 0,-3 0-1 15,-6 7-2-15,9-4 0 0,0-6 1 0,0 6-2 16,0-3 5-16,0-3 1 0,0 6 1 0,0-3 3 15,0 0 0-15,0 0 1 0,0 0 0 0,0-3-3 0,0 3-1 16,0 3 1-16,0-3 8 0,0 0 0 16,0 0-9-16,0 0 1 0,0-3 2 0,0 6 4 0,0-3-7 15,0-3-4-15,-3 6 2 0,1 8 6 0,2-11-1 16,0 0-2-16,0 0-4 0,-10 10 1 0,10-7-3 16,0-3 2-16,0 0-4 0,0 0 0 0,0 0-9 15,0 0-18-15,0 0-82 0,0 0-180 0,0 0-81 0,0 0 41 16,0 0-291-16,0 0-224 0,0 0-198 0,0 0 125 15,3-7-142-15,1-4-834 0</inkml:trace>
  <inkml:trace contextRef="#ctx0" brushRef="#br0" timeOffset="62005.28">9617 10585 282 0,'0'0'456'0,"0"0"-158"0,0 0 10 0,0 0-15 15,0 0-69-15,0 0-90 0,0 0-45 0,0 0-44 16,0 0-11-16,0 0-6 0,0 0 7 0,0 0-4 15,0 0 51-15,0 0-5 0,0 0-4 0,0 0 9 16,0 0-20-16,0 0 46 0,0 0-42 0,0 0-24 16,-7-11-3-16,4 9 26 0,3 2 14 0,0-13 23 15,0 13-27-15,0 0 39 0,0-13 7 0,0 10 12 0,0 3-36 16,-2-8 31-16,-1 3 10 0,3 5-9 0,0 0-62 16,-7-11 12-16,5 11-21 0,2 0-16 0,0 0-22 15,0-2-3-15,0-14-10 0,0 16 0 0,0 0-4 16,2-13 3-16,-2 13 6 0,0 0-3 0,3-13 19 15,-3 13 6-15,0-4 21 0,0-5 8 0,4 9 3 16,-4 0-9-16,-4 0 31 0,4-15 17 0,0 15-35 0,0 0-25 16,0 0 11-16,0 0-6 0,0 0-13 0,0 0-3 15,-3-5 7-15,1-3-10 0,2 8-2 0,0 0-11 16,0 0 3-16,0 0-1 0,0 0-19 0,0 0-3 16,0 0 0-16,0 0 2 0,0 0 0 0,0 0 3 15,0 0-1-15,0 0 4 0,0 0 1 0,0 0-4 16,0 0-1-16,-3 6 0 0,-4 1-11 0,5-3-2 15,-4 7 5-15,6-11 6 0,-12 13 6 0,12-6 16 0,-2 1 2 16,2 3 17-16,-3-4 5 0,3 7 5 0,0 1-26 16,0-4 4-16,3 2-20 0,-3 6-8 0,2-3-4 15,-2-3-3-15,3 9-2 0,0-2 4 0,1-9 5 16,-4 5 7-16,0 0 11 0,-7 5 1 0,7-2 0 16,-3-12 0-16,3 12-2 0,0-9 1 0,-2-2-16 15,2 8-9-15,0-5-2 0,0 4-1 0,0 5-3 16,-3-16 3-16,-1 20-8 0,4-19 11 0,-3 12 8 0,3-12-1 15,-2 8 2-15,2 0 2 0,0-7-1 0,0 1-3 16,0-7 2-16,0 14-2 0,0-12 1 0,0-2-1 16,0 4 0-16,2 3 2 0,-2-7 2 0,0 0 12 15,0 0 2-15,0 0 11 0,0 0 13 0,0 0-1 16,0 0-6-16,0 0 11 0,0 0-9 0,0 0-6 16,0 0-9-16,0 0 10 0,0 0-9 0,0 0-9 0,0 0-4 15,0 0 2-15,0 0-2 0,0 0 1 0,0 0-5 16,0 0 0-16,10-5 1 0,-8 3 0 0,-2 2-3 15,10-6 1-15,-8 1 7 0,4-4 4 0,0 2 1 16,-6 7-4-16,11-11 5 0,-2 3-1 0,-3 3-1 16,3-6-5-16,0 7-2 0,-1-2 1 0,7-3 2 15,-8 7 0-15,7-3 9 0,1-3-2 0,5 5 4 0,-8 1-8 16,5-7 1-16,-5 7-3 0,15-3-5 0,-12 2-5 16,6 0 0-16,8 1 0 0,-11-3-2 15,-1 1-2-15,7 4-3 0,-4 4-3 0,2-4-5 0,-20 0 4 16,25 0-6-16,-7 0 3 0,4 0 1 0,-12 0 9 15,3 0 3-15,9-4 4 0,-4 8 0 0,4 1 2 16,-22-3-3-16,18-2 2 0,-8 3-4 0,0-3-2 0,6 0 0 16,-9 0 0-16,6-3 0 0,2 1-3 0,-14-1-2 15,13 1-12-15,-6-4-15 0,-3 6-6 0,-4 0 9 16,9-5-30-16,-10 3 4 0,10-4-4 0,-12 6 20 16,0 0-32-16,0 0-72 0,3-11-130 0,-3 9-83 15,0 2-28-15,0 0-219 0,0 0-175 0,0 0-47 16,-3 0 244-16,-9 0-297 0,15 0 220 0</inkml:trace>
  <inkml:trace contextRef="#ctx0" brushRef="#br0" timeOffset="64908.5">10306 5286 181 0,'0'0'645'0,"0"0"-254"0,0 0 16 0,0 0 97 15,0 0-258-15,0 0-37 0,0 0-91 0,0 0-27 0,0 0-44 16,0 0-15-16,0 0-6 0,0 0-1 0,0 0-8 16,0 0 33-16,0 0 10 0,0 0 10 0,0 0 1 15,0 0-16-15,0 0 28 0,0 0-7 0,0 0-28 16,0 0-17-16,0 0 6 0,0 0 16 0,0 0 8 16,0 0-14-16,0 0 20 0,0 0 22 0,0 0 36 15,0 0-16-15,0 0 40 0,0 0-10 0,0 0 1 16,0 0 7-16,0 0 17 0,0 0-24 0,0 0-22 0,0 0-4 15,0 0 41-15,0 0-19 0,0 0 0 0,0 0 40 16,0 0 11-16,0 0 10 0,0 0-16 0,0 0-6 16,0 0-23-16,0 0 11 0,-12 0-81 0,8 0-19 15,4 0-39-15,-8-11 2 0,2 9-16 0,-5-4-5 16,2 1-4-16,-15-8-8 0,4 4-9 0,2-4 5 16,4 2 7-16,-5-4 0 0,-8 2 4 0,5-3-1 0,0 3 4 15,0-3 8-15,-14-5 0 0,1-1-10 0,8 6-2 16,-11-8-3-16,3-4 1 0,-13-4-2 0,4 6-2 15,12 4 5-15,-16 1-1 0,-2-8 1 0,-3 3-1 16,18 10 0-16,-13-10-2 0,2 2-1 0,-8-9-1 16,22 13 2-16,-6-4 2 0,-1 0 0 0,2-3 2 15,7 9 3-15,-3-6 1 0,10 3 2 0,-4 8 0 0,6-5-2 16,4 4-5-16,-1 4-7 0,9-1-8 0,1 2 0 16,-11-11-20-16,14 12-21 0,-2-3-67 0,2 1-23 15,5 10-9-15,-3-3-37 0,-3-7-17 0,6 10-19 16,0 0 45-16,0 0-172 0,0 0-45 0,0 0-100 15,0 0 125-15,0 0-166 0,0 0-241 0,0 0 134 16,0 0 211-16,0 0-39 0,0 0 100 0,4-4-274 16</inkml:trace>
  <inkml:trace contextRef="#ctx0" brushRef="#br0" timeOffset="65869.92">9466 4037 116 0,'9'-7'514'0,"-3"-2"-222"0,3-6 27 0,-6 4 35 0,-1 2-88 15,5-6 67-15,-4 4-79 0,-3 6-47 0,0-1 19 16,0-7-59-16,0 13 47 0,0-13 69 0,0 13-96 16,0 0-63-16,-3-3 31 0,3-10-34 0,0 13-21 15,0 0-38-15,0 0-33 0,-9 5-3 0,3-1-7 16,-3 0-11-16,-6 7-5 0,-2 5 5 0,-2-5 0 0,5 4-1 16,-6 4-5-16,-2 8 2 0,-7-1 8 0,6-2-1 15,-6 7 2-15,-4 4 1 0,1 5 0 0,-15 2 40 16,13-10-12-16,-7 10 24 0,-3-2 24 0,0-1 21 15,-3 3 15-15,-3 4 29 0,-4-4-13 0,5-2-7 16,10-12-39-16,-17 18 27 0,0-2-27 0,10-9-28 16,14-11-40-16,-10 10-5 0,3-2-3 0,-5 3-8 15,23-19-7-15,-2 2 0 0,5-3-1 0,3-4-4 16,10-5-2-16,-1-4-7 0,6-2-43 0,0 0-56 0,0 0-33 16,0 0-264-16,6-2-226 0,3-4-137 0,8-5-79 15,-11 6 238-15,18-10-154 0,-7-9-617 0</inkml:trace>
  <inkml:trace contextRef="#ctx0" brushRef="#br0" timeOffset="66453.38">8337 4405 144 0,'0'-11'591'15,"0"5"-410"-15,3-3 114 0,-3-2 0 0,0 5-113 16,0 4-99-16,7-14 15 0,-7 16-13 0,2-13 11 16,-2 10-26-16,3-3 20 0,0 2 24 0,-3 4-9 15,0-6-29-15,6-2 15 0,-6 8 18 0,0 0-26 0,0 0-38 16,0-2 3-16,0 4 13 0,15-2 21 0,-10 3-15 16,2 8-13-16,1-4 8 0,1 4 9 0,11 8 30 15,-5-4 11-15,-3 3 6 0,0-1 37 0,3-1 11 16,-6-9-41-16,8 12 43 0,1-1-55 0,1-5-28 15,-9-2-25-15,5 2-21 0,6 9-15 0,-1-4 6 16,-8-10-15-16,-2 3 0 0,4 2-8 0,4 1-7 0,-6-7-1 16,0 4-32-16,-7-3-140 0,4-1-188 0,-9-7 13 15,12 9-205-15,-9-5-277 0,-3-4 154 0,0 0-103 16,0-4-19-16</inkml:trace>
  <inkml:trace contextRef="#ctx0" brushRef="#br0" timeOffset="66711.67">8842 4172 433 0,'2'-6'575'0,"-2"6"-174"0,3-2 21 0,6-3 18 15,-9 5-84-15,0 0-133 0,0 0-79 0,0 0-29 0,0 0-80 16,8 3-19-16,2-1-48 0,-8 0-17 0,8 9 12 15,-5 0 14-15,2-4 52 0,10 17 39 0,-8-8 5 16,-3-2-17-16,3 7 16 0,-1 0 5 0,1 6-87 16,1-12-26-16,-2 3-12 0,-2 1-10 0,-3-3-13 15,2-5-8-15,2 2-54 0,-4 9-32 0,-1-15-47 16,1 1-19-16,-3-8-147 0,9 16-157 0,-9-16 111 0,0 0 125 16,12-5-377-16</inkml:trace>
  <inkml:trace contextRef="#ctx0" brushRef="#br0" timeOffset="66972.98">9188 3863 57 0,'0'-4'975'16,"0"4"-641"-16,4-13 166 0,-1 11-107 0,-3 2-124 15,0 0-189-15,0 0-4 0,0 0-11 0,0 0-57 16,0 0-7-16,0 0 19 0,3 6 7 0,6-2-17 15,-6 7-29-15,2-4 11 0,-1 4 28 0,4 8-4 16,-1-5-19-16,4 10-15 0,-2-9 32 0,0 6 28 16,-1-2 7-16,-1 5 8 0,5 2 14 0,-7 1-14 0,1-9-39 15,0 8-10-15,2 4-32 0,2-1-47 0,-1 0-14 16,-4-8 20-16,1 6-112 0,0-7-85 0,0-1-143 16,0-1-9-16,-6-9 0 0,3 6 10 0,-3-15-250 15</inkml:trace>
  <inkml:trace contextRef="#ctx0" brushRef="#br0" timeOffset="67756.89">8974 4312 24 0,'0'0'324'0,"0"0"-24"0,0 0 27 0,0 0-58 15,0 0-89-15,0 0 18 0,0 0-46 0,0 0-78 16,0 0-35-16,0 0 3 0,0 0-3 0,0 0 16 16,0 0-18-16,0 0 19 0,0 0 17 0,0 0 22 15,0 0-5-15,0 0 44 0,-3-3-15 0,-9-2-1 16,12 5-32-16,0 0 36 0,-3-2-60 0,3-9-11 0,0 9-15 15,0-11-2-15,-2 2 6 0,2 2 11 0,0-9 27 16,0 15-7-16,0-10 26 0,0-5 27 0,0 9-24 16,0 0-18-16,0-8 13 0,0 1-13 0,-3 5-34 15,-1-7-11-15,4 10 14 0,-5-8-20 0,-5-2 8 16,8 15-17-16,-1-10-22 0,-4 5-1 0,5 0-11 16,-4 1-7-16,6 7 16 0,0 0-26 0,-2-6-2 0,-8 3-51 15,10 3-38-15,0 0-114 0,0 0-79 0,0 0-111 16,-2 3 5-16,-8 8-301 0,10 2 204 0,-2-5 61 15,2-3-23-15</inkml:trace>
  <inkml:trace contextRef="#ctx0" brushRef="#br0" timeOffset="68887.88">8556 4331 282 0,'0'0'234'0,"0"0"-35"16,-6-6-45-16,3 1 99 0,3 5-68 0,0 0-43 16,0 0-54-16,0 0 8 0,0 0 15 0,0 0-15 15,0 0-34-15,0 0-7 0,0-11-3 0,3 9 10 16,-3 2-24-16,0 0 14 0,0-3-15 0,9-3-2 16,-9 6-11-16,0 0 20 0,3-7 21 0,-1-1 20 15,-2 8-13-15,0 2 39 0,10-15 45 0,-10 11-16 16,0 2-22-16,0 0 13 0,5-8-31 0,-2 5-11 15,-6 3-42-15,3 0-12 0,3 0-11 0,-3 0-35 0,0 0-12 16,0 0 8-16,0 0 10 0,-3 0 19 0,6 0-12 16,-3 0 5-16,-3 0 10 0,6 0-12 0,-3 0 20 15,0 0-24-15,9 3-28 0,-4 0 6 0,-5-3 12 16,0 0 9-16,16 2 11 0,-13-2-20 0,-3 0 18 0,0 0 6 16,12 5-5-16,-12-5 1 0,3 4-12 0,11 3-7 15,-8-1 3-15,0-4 3 0,5 9 8 0,1-4 4 16,-5-4-2-16,7 10 36 0,-2-5 16 0,-4 1 19 15,10 0-13-15,-6 0 26 0,0-1 12 0,9 5-7 16,-13-6-43-16,16 10 6 0,-9-7 0 0,-3 1 9 16,5 4 14-16,0-2 13 0,-7-4-4 0,2 4-3 15,-10-7-24-15,18 10 10 0,-8-6-36 0,-2-7-29 0,2 8-9 16,-4-9 0-16,4 3-1 0,0 3 0 0,-3-1 2 16,-6-7 0-16,-1 4 2 0,10 6-5 15,-12-10-7-15,3 3-2 0,6 4-38 0,-9-7-192 0,0 0-192 16,0 0-162-16,0 0-108 0,-6 0-6 0,-6 4 9 15,4-8-126-15</inkml:trace>
  <inkml:trace contextRef="#ctx0" brushRef="#br0" timeOffset="69786.48">8364 4669 155 0,'-9'-8'264'0,"6"5"-26"0,3 3-18 16,0 0-53-16,0 0 23 0,0 0-55 0,0 0-34 16,0 0-38-16,0 0 0 0,0 0-47 0,0 0-11 15,0 0-4-15,0 0 1 0,0 0-16 0,0 0-1 16,0 0 16-16,0 0 5 0,0 0 2 0,0 0-2 15,0 0-3-15,0 0 3 0,0 0-3 0,-8-2 1 0,4 2 5 16,4 0 13-16,0 0 11 0,-15-5 14 0,15 5 3 16,0 0-15-16,-2 0 11 0,-1 0-1 0,-6-6-19 15,9 6-11-15,-6-2 7 0,-3-1-3 0,9 1 1 16,0 2-5-16,-3 0 4 0,-6-6 6 0,9 6 26 16,0 0-13-16,0 0 27 0,0 0 9 0,0 0 21 15,0 0-15-15,0 0 85 0,0 0-40 0,0 0 3 0,-3 0-7 16,-2-11-40-16,5 9 8 0,0 2-20 0,0 0-22 15,0 0-26-15,0 0-13 0,0 0-10 0,0 0-8 16,0 0 1-16,0 0-6 0,0 0 11 0,0 0 36 16,3 6-3-16,-1-1-21 0,1-3-11 0,6 4 3 15,-9-6 1-15,15 7-8 0,-12-7-33 0,9 9 4 16,-10-7 40-16,13 6 46 0,-6 0 17 0,1-2 11 0,7 4 6 16,-5-5-18-16,11 11 32 0,-2-3 15 0,-16-7-55 15,13 7-26-15,3 0 6 0,-4 1-14 0,1-5-8 16,-4 2-5-16,8 0 3 0,-2 0-9 0,-11-7-11 15,11 5-15-15,-8-1-10 0,3-1-62 0,-6-1-247 16,1-1-24-16,-10-5-233 0,0 3 9 0,2 7-589 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400" units="cm"/>
          <inkml:channel name="Y" type="integer" max="15875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2208.69556" units="1/cm"/>
          <inkml:channelProperty channel="Y" name="resolution" value="2204.86108" units="1/cm"/>
          <inkml:channelProperty channel="F" name="resolution" value="0.00114" units="1/dev"/>
          <inkml:channelProperty channel="T" name="resolution" value="1" units="1/dev"/>
        </inkml:channelProperties>
      </inkml:inkSource>
      <inkml:timestamp xml:id="ts0" timeString="2026-03-01T13:28:55.47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28691 991 3181 0,'-6'-9'803'0,"-2"-2"314"15,5 7-321-15,-4-5-590 0,7 9-72 0,0 0 73 16,0 0-43-16,0 0 31 0,0 0-100 0,0 0 13 15,0 0-45-15,0 0 28 0,3 4 15 0,1 1 13 16,4 19 34-16,-1 0 52 0,-2-5-49 0,0-1-45 16,-1 0-33-16,2 6 1 0,3-2-57 0,-4 0-20 15,5 4-2-15,-5-3 0 0,4 4 0 0,-3-6 0 0,3 14 0 16,3 7 0-16,-4-8 0 0,-1-5 0 0,1 11 0 16,4 10 0-16,-6-15 0 0,-3-9 0 15,0 8 0-15,-1-4 0 0,1 1 0 0,-3-4 0 0,0-8 0 16,-3-1 0-16,1-3 0 0,-4 5 0 0,2-18 0 15,-13 16 0-15,5-12 0 0,-15-1 0 0,10 1 0 16,0-4 0-16,-10 3 0 0,0-5 0 0,1 0 0 0,-6-5 0 16,0-3 0-16,5-3 0 0,3 4 0 0,-11-12 0 15,9 1 0-15,7-4 0 0,4 6 0 0,5-5 0 16,-5 3 0-16,8-1 0 0,5 9 0 0,-5-7 0 16,7 12 0-16,-3 1 0 0,3-7 0 0,0 13 0 15,0-2 0-15,10-2 0 0,-1 2 0 0,2 5 0 16,3 5 0-16,5 4 0 0,-4 1 0 0,-3-4 0 0,5 13 0 15,-2-2 0-15,-7-2 0 0,1-4 0 16,0 14 0-16,-6-4 0 0,0-2 0 0,-3-8 0 0,-6 8 0 16,-3 2 0-16,0-8 0 0,-2-7 0 0,-4 2 0 15,-11 3 0-15,2-8 0 0,4-1 0 0,-4-1 0 16,-6-1-2-16,-9-3-257 0,7-2-414 0,8 0-3 16,-8-7-482-16,0 1-56 0,-4-7-394 0,12 3-429 15</inkml:trace>
  <inkml:trace contextRef="#ctx0" brushRef="#br0" timeOffset="260.3">27319 2124 2439 0,'10'5'1694'0,"0"-2"-481"16,-1 0-3-16,2-1-143 0,-2-4-565 0,0-1-436 15,9 0-66-15,-6 0 0 0,0-1 0 0,5 1 0 0,-2 3 0 16,-1-3 0-16,6 6 0 0,-13-3 0 0,8-3-5 16,9 3-68-16,-16-3-127 0,4 1-29 15,0-3-254-15,2-1-503 0,-4 4-113 0,-10 2-98 0,0-5 351 16,10-1-167-16,-12 3-671 0</inkml:trace>
  <inkml:trace contextRef="#ctx0" brushRef="#br0" timeOffset="866.68">27321 1637 872 0,'-6'-13'3506'0,"-2"-3"-2141"0,4 11-303 15,1-8-55-15,3 13-657 0,-5-17-321 0,5 17-29 16,-7-9 0-16,7 5 0 0,0 4 0 0,0 0 0 15,0 0 0-15,7 0 0 0,1 0 0 0,8 6 0 0,-6 7 0 16,5 5 0-16,-3-2 0 0,0-8 0 0,3 11 0 16,-6 2 0-16,-1-10 0 0,-1-1 0 0,1 4 0 15,-4 4 0-15,-2-8 0 0,-2 12 0 0,-2-15 0 16,-8 17 0-16,5-2 0 0,-4-11 0 0,-6-2 0 16,6-5 0-16,-21 9 0 0,22-11 0 0,-16-2 0 15,-5 0 0-15,5 0 0 0,-3-2 0 0,13 2 0 16,-9-6 0-16,2 1 0 0,9-1 0 0,0-1 0 0,-3-1 0 15,10 0 0-15,-7 0 0 0,9 8 0 0,-6-13 0 16,9 13 0-16,-3 0 0 0,6 0 0 0,-9-5 0 16,0 1 0-16,6 4 0 0,0 0 0 0,0 0 0 15,0 0 0-15,0 0 0 0,9 4 0 0,-2-2 0 16,-7-2 0-16,8 11 0 0,-6-8 0 0,2 1 0 0,-4 5 0 16,0 2 0-16,0-2 0 0,0-3 0 0,0 12 0 15,-6-7 0-15,0 0 0 0,-3 4 0 0,0-1 0 16,-2-4 0-16,-10 4 0 0,1-6 0 0,8-8 0 15,-15 7 0-15,9-1-1 0,-3-3 1 0,1-1 0 16,-1 0 0-16,-2 1 0 0,-1-3 0 0,7 0 0 16,-13-3 0-16,6 1 0 0,4-3 1 0,6-1-1 15,-17-5 0-15,16-4 0 0,-2-3 0 0,2 2 0 16,-2-3 0-16,2 1 0 0,1-8 0 0,2 4 0 0,-10-13 0 16,8 6 0-16,-1-5 0 0,4 5 0 0,-13-24 0 15,7 9 0-15,-4-10 0 0,1 1 0 0,1 17 0 16,-1-28 0-16,3 19 0 0,-5-8 0 0,14 18 0 15,-1-5 0-15,4 1 0 0,1 15 0 0,1 3 0 16,-5-3 0-16,4 14 0 0,-4-1 0 0,-1 4 0 16,6 3 0-16,-9-6 0 0,9 10 0 0,3 0 0 0,-9-10 0 15,6 10 0-15,3 0 0 0,0 0 0 0,3 10-3 16,0-2-77-16,3 2-284 0,2 8-152 0,-1-4-325 16,-2-4-253-16,5 7-415 0,-1 1 341 0,2-5 160 15</inkml:trace>
  <inkml:trace contextRef="#ctx0" brushRef="#br0" timeOffset="1008.3">27041 1208 857 0,'10'9'3760'0,"-8"-4"-2546"0,-2-5-1 0,-2 10-360 16,2-7-570-16,-10-1-272 0,-2 4-11 0,3-3 0 16,1 1 0-16,-4 0-9 0,3-2-77 0,9-2-163 15,-6-2-136-15,-6 2-493 0,7 0-208 0,-5-6 180 16,-4 6-573-16,11 0 92 0</inkml:trace>
  <inkml:trace contextRef="#ctx0" brushRef="#br0" timeOffset="2294.01">25462 1654 435 0,'-15'-6'1966'0,"-2"1"-1226"0,10 2-161 16,-8-3 152-16,1 2-211 0,2-5-123 0,4 7-220 16,8-1 60-16,0 6-30 0,0-3-34 0,0 0-71 0,0 0 4 15,8-3-64-15,1 3-16 0,12 3-11 0,5 4 3 16,7 1 0-16,-1-2-2 0,0-1 1 0,-8-2-8 16,8-1-4-16,-2 2 0 0,8-2-3 0,-18 0-11 15,4 1-18-15,0 3-5 0,3-6-16 0,-7 0-2 16,4 5-25-16,-19-5-7 0,17 4-5 0,-17 0 24 15,10-4-21-15,-15 0 5 0,0 0 23 0,0 0 23 0,-8 7 2 16,1-1 20-16,-5-1 33 0,-5 3-3 0,-7 2 11 16,4 3 2-16,-7-2 6 0,-2 6-1 0,7-8-22 15,-7 8-5-15,4-1-3 0,-6-1 5 0,5 1 10 16,2-3 17-16,0 4 9 0,-2-1 16 0,6-3 8 16,-7 2 50-16,3-4 6 0,4 2-3 0,5-2-34 15,-6 2 100-15,13-10-17 0,-13 5-3 0,13-5-48 16,-4 1 74-16,-6 2 1 0,0-9-47 0,10 0-69 15,-16-4 4-15,0-7-9 0,6 1-46 0,6-1-30 0,-5-4-1 16,0 0 0-16,5-3 0 0,2 2 0 0,2 5 0 16,4 7 0-16,-1-8 0 0,-4 1 0 0,6 11 0 15,-5-4 0-15,8 7 0 0,-7-3 0 0,-1 3 0 16,8 0 0-16,0 0 0 0,0 0 0 0,0 0 0 16,-9 10 0-16,9-10 0 0,-9 19 0 0,6-12 0 0,-2 10 0 15,-2-1 0-15,2-6 0 0,-5 8 0 0,2-4 0 16,4-6 0-16,-4 5-1 0,-6 3 0 0,7-11-2 15,-5 11-3-15,-5-5-3 0,2-4-5 0,3-1 5 16,-6-3 0-16,6-3 4 0,-8 0 7 0,3-3 4 16,8 0 4-16,-6-2 1 0,-6-3 1 0,15 3-4 15,-18-14-2-15,12 5-4 0,10 7-2 0,-13-8 0 0,7-2 0 16,4 10 0-16,-1-4 0 0,5 11 0 0,-6-16 0 16,6 16 0-16,0-3 0 0,0 0 0 0,-6-4 0 15,6 7 0-15,0 0 0 0,0 0 0 0,0 0 0 16,-3 10 0-16,3-7 0 0,-3-3 0 0,3 11 0 15,-2-1 0-15,-2-4 0 0,1 9 0 0,0-12-4 16,-3 10-7-16,-5 0-12 0,4-7 0 0,2 1 4 0,-2 2-6 16,5-7-20-16,-10 9 14 0,6-6 14 0,-8 1 8 15,4-4 16-15,-4 0 17 0,-4 1-4 0,6-3 17 16,-5-5 2-16,2 0 4 0,-6-6-20 0,16 11-16 16,-17-8-1-16,8 3-5 0,-6-8-1 0,14 9 0 15,-12-5 0-15,6-2 0 0,1 5 0 0,7 1 0 16,4 3 0-16,-3 2 0 0,-2-9 0 0,5 9 0 15,0 0 0-15,0 0 0 0,0 0 0 0,0 0 0 16,0 0 0-16,0 0 0 0,0 0 0 0,0 0 0 0,0 0 0 16,-3 3 0-16,-1 10 0 0,4-13 0 0,-2 17 0 15,-1-12 0-15,-2 3 0 0,-2 5 0 0,7-13 0 16,-12 10 0-16,7-7 0 0,-7 2 0 0,0-5 0 16,4 3 0-16,-16-6 0 0,0 1 0 0,6-1 0 15,-2 3 0-15,11 0 0 0,-23-3 0 0,17-2 0 16,6 3 0-16,-9-4 0 0,4-4 0 0,10 10 0 15,-7-11 0-15,4 9 0 0,2-4 0 0,-2 3 0 0,2-1 0 16,2 4 0-16,-3-6 0 0,0 1 0 0,6 5 0 16,0 0 0-16,0 0 0 0,0 0-1 0,0 0-5 15,0 0-10-15,0 2-19 0,6 9-6 0,-6-11 12 16,-3 11-13-16,-2 2-27 0,-2-8 13 0,-1 8 23 16,-1-8-6-16,-23 14-4 0,5-8 10 0,6 0 14 0,-11 2 12 15,-12 5 17-15,-12 0 9 0,12-5 1 0,-22 4 21 16,-19 1 28-16,9-5 1 0,-2-2-9 0,17-3-20 15,-30-1 24-15,23-1-29 0,6-1-8 0,18-2-19 16,-20-1-9-16,4-2 0 0,13-2 0 0,15-1 0 16,-12-8 0-16,11 4 0 0,6-6 0 0,9 0 0 15,-2-11 0-15,8 0 0 0,3-3 0 0,9 6 0 16,-3-16 0-16,6 10 0 0,-3 1 0 0,9 5 0 0,1-5 0 16,0 7 0-16,2 1 0 0,1-1 0 15,-1 3 0-15,-7 11-9 0,7-8-76 0,0 2-193 0,-7 9-55 16,10 2-246-16,-3 0-104 0,0 0-205 0,5 2 86 15,10 5-546-15,-12 2 461 0,6 4 84 0,-6 0 303 16,5 5-324-16</inkml:trace>
  <inkml:trace contextRef="#ctx0" brushRef="#br0" timeOffset="2425.66">23621 2396 900 0,'11'16'3129'15,"7"1"-1741"-15,-10-10-41 0,4 12-259 0,-9-14-957 16,4 3-370-16,-7-8-40 0,8 14-87 0,-8-14 122 15,0 2-105-15,0 11 0 0,0-13 39 0,0 0 16 0,0 0-294 16,0 0-247-16,-3 0-46 0,-9 5 254 0,12-1-936 16</inkml:trace>
  <inkml:trace contextRef="#ctx0" brushRef="#br0" timeOffset="3294.35">21897 1759 1039 0,'8'5'1539'0,"-1"-3"-739"0,-4 2-200 15,5 1 361-15,-8-5-639 0,0 8-202 0,0-3-102 0,-3-5-21 16,-14 11-3-16,-1-6 2 0,6-3 0 0,-12 4 3 16,-2 1 3-16,-12-3 11 0,12 1 7 0,4-3 25 15,-10-2 66-15,-6 6 109 0,11-12 21 0,10 6-40 16,-10-5 87-16,7 3 41 0,-4-4 12 0,9 1-102 15,3-1-21-15,0 1-57 0,-3-6-24 0,10 4-32 0,0-1-43 16,1-8-28-16,4 8-15 0,0 3-10 0,12-8 4 16,0 7-13-16,0 1-15 0,15 3-24 0,-1-2-12 15,-3 4-18-15,4 4-23 0,-1-2-47 0,-8 0 25 16,11 3-71-16,-2 4 35 0,-6-3-37 0,-4 1 49 16,13 6-63-16,-10-5 66 0,1 3 2 0,-4-1 37 15,1 1-14-15,0 2 37 0,-10-2 15 0,2-3 16 16,-1 5-2-16,-1 8 13 0,-8-5-4 0,0 0 15 15,-3 4-8-15,-6 0-21 0,-6-5-28 0,-7 7-23 0,3-9 34 16,-6 5-22-16,-9-2 2 0,2-3 9 0,3 0 42 16,-15 9 20-16,3-3 23 0,-1 1 27 0,10-9 0 15,-21 11 59-15,11-9 33 0,1 0 39 0,12-6-24 16,-3 2 68-16,-16 1 88 0,16-2-31 0,8-5-52 16,-8 0 64-16,-7-1 24 0,10-4-97 0,11-1-83 0,-3-5 15 15,6-5-47-15,-2-7-49 0,9 2-41 0,1 3-1 16,2-7 0-16,-2-7 0 0,2 8 0 0,5 0 0 15,0-11 0-15,0 3 0 0,0-13 0 0,0 16 0 16,-3-9 0-16,-3-11 0 0,3 10 0 0,-2 10 0 16,-2-11 0-16,-8-6 0 0,7 7 0 0,2 12 0 15,-6-14 0-15,4 4 0 0,-7-8 0 0,6 18 0 0,-1-8 0 16,-4 2 0-16,2 6 0 0,4 9 0 16,-7-1 0-16,0 1 0 0,-2 1 0 0,8 8 0 0,-3-3 0 15,-6-2 0-15,9 9 0 0,-6-7 0 0,7 1 0 16,4 8 0-16,4 0-19 0,-12-3-237 0,12 3-60 15,0 0-320-15,7 9-486 0,-2-4-230 0,4 1 441 16,6-6-347-16,-3 2-938 0</inkml:trace>
  <inkml:trace contextRef="#ctx0" brushRef="#br0" timeOffset="3475.85">21508 1285 147 0,'2'-2'2530'0,"13"2"-1084"0,-15 0-631 15,0 0 522-15,10-6-624 0,-5 6-456 0,-5 0-178 0,12-7-32 16,-3 7-28-16,14-6 6 0,-14 3 2 0,21-8 6 16,-13 7 0-16,10-1 8 0,-3-1-10 0,-19 6-8 15,24-5-3-15,-22 5-42 0,17 2-190 0,-19-4-63 16,5 2-392-16,-10 0-413 0,8-6-52 0,-2 6 148 16,-6 0-1053-16</inkml:trace>
  <inkml:trace contextRef="#ctx0" brushRef="#br0" timeOffset="3762.09">20226 1846 253 0,'17'0'3842'16,"-13"0"-2022"-16,7 0-607 0,-7 0-201 0,-4 0-961 16,0 0-51-16,0 0-1 0,0 0-45 0,0 0-69 0,0 0-136 15,0 0-347-15,0-3-311 0,3-8-272 0,-1 11 273 16,-2 0-261-16,3-9-1519 0</inkml:trace>
  <inkml:trace contextRef="#ctx0" brushRef="#br0" timeOffset="4245.79">20615 1886 1397 0,'0'0'1959'0,"6"10"-1285"15,-6-6 445-15,0 9-508 0,-3-8-413 0,-2 5-210 16,-2-2-80-16,-5 5-43 0,0 1 24 0,4-7 30 15,-1 2-21-15,-11 6 29 0,-2-1 91 0,10-4 31 0,-8 4 40 16,0 1 14-16,-6 1 25 0,-4 3 3 0,6-6-36 16,-8 5 37-16,-4-5 19 0,-2 3 43 0,0-3 17 15,-6-4 48-15,3-1 33 0,-5-1-4 0,9-1-76 16,-14-1-3-16,7-5-81 0,0 2-28 0,15-2-67 16,-22 0-16-16,17-2-17 0,-2-3 0 0,9-1 0 15,-5-1 0-15,0-4 0 0,5 0 0 0,10 3 0 16,-4 1 0-16,1-6 0 0,8 4 0 0,0 2 0 15,2-1 0-15,-4-8 0 0,6 3 0 0,1 2 0 0,2-2 0 16,-1 4 0-16,6-1 0 0,6-4 0 0,-4 12 0 16,5-5 0-16,4-4 0 0,3 3 0 0,-4 0 0 15,7 0 0-15,-5 6 0 0,17-1 0 0,-17 3 0 16,12 3 0-16,-4 1 0 0,7 7 0 0,-6 2-1 16,-1 3 1-16,2 3 0 0,3 8 0 0,-6-12 0 0,1 9-1 15,1 3 1-15,-1-3-4 0,4 9 0 0,-9-11 1 16,5 7-2-16,-3-1 2 0,2 10 0 0,-11-14 3 15,1 8 3-15,-4-6 0 0,-1 3 1 0,-4 0 1 16,-4-3-2-16,-1-2 0 0,-10-2 0 0,-2-4-3 16,-12 6 0-16,-2-2 0 0,-4-2 0 0,6-4 0 15,-32 0 0-15,13-5 0 0,-2-4 0 0,9-1-6 0,-22-6-45 16,-1-3-117-16,6-2-98 0,4-6-139 16,15 4-9-16,-25-17-577 0,16 0-127 0,4-2-21 0,12 2 361 15,-6-9-236-15,3 7-728 0</inkml:trace>
  <inkml:trace contextRef="#ctx0" brushRef="#br0" timeOffset="4592.85">19153 1970 233 0,'0'-7'963'16,"-2"-4"-554"-16,2 11 20 0,-3-6 50 0,0-1-175 16,3 4 136-16,-6-7-54 0,6 6 79 0,0 4-69 15,-6-13 324-15,4 11-204 0,4 4-70 0,-2-2-168 16,0 0 31-16,0 0-61 0,0 0-160 0,0 0-59 0,-2-2-11 15,4 4-9-15,-2 7-1 0,3-5-2 0,0 0 3 16,9 6 1-16,-3 9 7 0,-1-6-5 0,4 5-6 16,-3-1 2-16,3 6-9 0,-6-17 3 0,6 7-8 15,-4-6-3-15,10 6 0 0,-10 4 4 0,-4-15 6 16,4 14 4-16,-8 3-3 0,3-3 7 0,-3-5-3 16,-5 2 5-16,-5-4 1 0,-10 11 3 0,3-12 33 0,-4 2 42 15,-9-2 25-15,4-3 24 0,-4 1-19 16,-8-4 29-16,3-7-29 0,3 2-42 0,-13-7-27 15,22-1-44-15,-10-2-7 0,7 0 0 0,-7-9 0 0,16 7 0 16,-7-4 0-16,6-4 0 0,-2-10 0 0,11 12 0 16,3-2 0-16,0-7-28 0,6 10-247 0,0 6-80 15,0 1-525-15,9-6-225 0,3 6-108 0,-9 6 303 16,14-10-627-16</inkml:trace>
  <inkml:trace contextRef="#ctx0" brushRef="#br0" timeOffset="4730.49">19004 1828 217 0,'5'0'3667'0,"-5"0"-2298"0,6-3-467 16,0 1 396-16,-6 2-738 0,6-13-527 0,-6 13-34 16,0-6-19-16,0-8-33 0,0 12 9 0,0-9 14 15,2 11-8-15,-2 0-25 0,0 0-111 0,0 0-12 0,-2 0-129 16,4 0-211-16,-2 0-335 0,0 0-498 16,-2-5 523-16,-4-1-177 0,6 6-1029 0</inkml:trace>
  <inkml:trace contextRef="#ctx0" brushRef="#br0" timeOffset="5281.02">17589 1354 253 0,'6'0'3336'15,"-3"0"-1313"-15,9 0-507 0,-12 0-504 0,3 3-961 16,3 10-51-16,2 5 0 0,7 9 0 0,0-3 0 0,-3 0 0 16,5 15 0-16,7 3 0 0,0 11 0 0,-7-16-1 15,1 14-23-15,8-1-61 0,4 19-190 0,-16-35 37 16,8 17-168-16,-5-4-200 0,0-7-253 0,-2-8 55 15,0 16-591-15,-6-15 419 0,-1 0-1062 0</inkml:trace>
  <inkml:trace contextRef="#ctx0" brushRef="#br0" timeOffset="5509.41">18258 2339 1318 0,'0'0'1836'0,"6"13"-1011"0,-6-11-214 15,0 6-35-15,2 0-406 0,-4 0-363 0,2 2-32 0,-3 1 32 16,3-5-73-16,0 7 18 0,0 0 33 0,0-6 110 16,3 10 78-16,-1-4 87 0,-2 1 67 0,7 4-10 15,-2-8 107-15,-2 6-17 0,1-5 11 0,-4-3-46 16,0 10-7-16,-4-5 19 0,1-2-56 0,-11 2-53 16,2 3 9-16,-6-3-24 0,-2-4-38 0,-6-2-84 15,-4-1-178-15,-3-1-249 0,-2-3-312 0,6-2 163 0,-15 4-213 16,-19-4-1647-16</inkml:trace>
  <inkml:trace contextRef="#ctx0" brushRef="#br0" timeOffset="6110.84">17042 2188 980 0,'-15'0'1281'16,"-18"-3"-468"-16,1 6 51 0,-12-6 259 0,17 3-718 15,-14 0 2-15,-10 0-135 0,2 0-19 0,-5-2 1 0,22-4-117 16,-9 3 5-16,2-5 21 0,-8-3 69 0,26 4-92 16,-4-6 41-16,3 0-26 0,5-3 6 0,5 3-53 15,3 2-47-15,6-8-23 0,6-8-20 0,3 12-15 16,6-3-3-16,6-1 0 0,8-2-4 0,4-3-12 15,2 3-24-15,6 3-31 0,4-6-63 0,-8 8-21 16,17-3-69-16,-7 3-27 0,3 1-26 0,-8 4 74 16,5 0-53-16,12-2-5 0,-12 8 88 0,-3 1 27 0,-14 2 78 15,14 2-2-15,-14 2 31 0,-7 2 22 0,-14-2 14 16,9 6 3-16,-3 11 0 0,-12-8-5 0,-4 7-2 16,-4 3-3-16,-13 13-8 0,1-4-5 0,2-12 4 15,-18 8-5-15,-2 3 3 0,-6 6 11 0,6-11 40 16,-7 2 33-16,-4 1 28 0,-7-3 11 0,2 0 26 0,-2 2 47 15,-3-6 10-15,3 0-18 0,-12 0 23 0,22-3-47 16,-8-4 28-16,1-8 10 0,-14 3 31 0,26-5-85 16,-10-1 28-16,7-2-25 0,6 0-13 0,0-2-20 15,2-7-47-15,9 2-24 0,1-6-21 0,6 0-5 16,-4-11 0-16,6 0 0 0,6-5 0 0,10 7 0 16,-8-17 0-16,8-1 0 0,2-2 0 0,-3 10 0 15,3-21 0-15,0-2 0 0,-3 4 0 0,6-2 0 16,-3-3 0-16,-3 3 0 0,3 0 0 0,0-2 0 15,-6 2 0-15,3 1 0 0,-6-12 0 0,3 11 0 0,1 23 0 16,-2-6 0-16,2 6 0 0,1 7 0 0,4 17 0 16,-3-7 0-16,1 0 0 0,2 8 0 0,0-3 0 15,0 8 0-15,-6-11 0 0,6 9-5 0,0 2-47 16,0 0-186-16,3 8-249 0,0 2-226 0,2 6-131 16,4-5-358-16,9 10 1 0,0-6-275 0</inkml:trace>
  <inkml:trace contextRef="#ctx0" brushRef="#br0" timeOffset="6251.43">16579 1373 170 0,'2'13'3232'0,"1"-2"-2326"0,-3 2-1 0,0-13-321 16,-3 7-332-16,-2-1-328 0,-4 5-164 0,3-9-4 16,0 3-227-16,-2 6-107 0,8-11-101 0,-7 5 86 15,2 1-392-15,5-6 303 0,-10 13 84 0,10-11-114 16</inkml:trace>
  <inkml:trace contextRef="#ctx0" brushRef="#br0" timeOffset="7191.91">15668 1992 33 0,'-8'2'660'0,"-2"-2"-426"15,10 0 135-15,-14 3 56 0,14-1-11 0,-12-2-43 16,9 4-16-16,3-4-4 0,-15 0 21 0,6 0-46 16,-2 0 81-16,-5-4-9 0,11 2 59 0,-7-1-137 15,-5-5 260-15,11 3-144 0,0-3-22 0,0 1-123 16,-3-2 68-16,-3-6-91 0,0 1-104 0,9 8-80 0,-9-14-23 16,7 1-28-16,5 9-27 0,-3-3-3 0,6 2-3 15,-3-2 0-15,9-4 0 0,-1 4 0 0,-5 11-7 16,18-12-15-16,-1 7-46 0,-10 1-12 0,14 1-1 15,-4 5-40-15,-3 3-46 0,-2 5-11 0,3 2 56 16,-3 1-18-16,-3 4 9 0,-1 4-25 0,-2-5 66 16,0 4-6-16,-3 1 14 0,-6 5 8 0,0-9 17 0,-3 6 5 15,-6 0 22-15,-3 1 9 0,-11 7-1 16,4-11 13-16,-3 6 0 0,-5 0 7 0,-9 2 10 0,9-7 2 16,-5-1 10-16,0 0 42 0,0-7 50 0,-4 2 37 15,4-4 48-15,-4-4 32 0,4 1 13 0,5-6-57 16,-14 0 65-16,12-3-102 0,-3 0-39 0,8-2-61 15,-11-8-9-15,6 2-30 0,7 2-9 0,5 0 0 16,-4-2 0-16,3-2 0 0,10 4 0 0,-1 2 0 16,6 7 0-16,-6-13 0 0,9 13 0 0,0 0 0 0,-3-4 0 15,1-5 0-15,2 9 0 0,0 0 0 0,0 0 0 16,0 0 0-16,0 0 0 0,0 0-4 0,8 0-12 16,-2 0-13-16,-6 9-7 0,0 5-21 0,0-4 23 15,-6 4-14-15,-9 5-3 0,0-1 23 0,3-5 12 16,-8 3 1-16,-4 0 3 0,-5 0 6 0,9-5 10 15,-7-2 16-15,1 0 22 0,-10-1 16 0,4-1 6 0,11-3-21 16,-8-4 7-16,2 0-8 0,-6-4-15 0,18 2-25 16,-5 0-2-16,3-4 0 0,8 3 0 0,-11-4 0 15,10-1 0-15,-2 3 0 0,0-8 0 0,10 4 0 16,-4-2 0-16,6-2 0 0,0 13 0 0,3-11 0 16,0-2 0-16,9 6 0 0,-12 7 0 0,12-11 0 15,-10 11 0-15,13-11-5 0,-12 11-7 0,-3 0-17 0,6 3 6 16,0-1-17-16,-6 9 7 0,0-3 1 15,-6 8 11-15,-12 6-1 0,-2-7 20 0,-4 1 3 0,6-5 2 16,-18 10 9-16,4-10 17 0,3 2 3 0,5-10-7 16,-8 4 11-16,-3-1-2 0,6-6-8 0,10 0-9 15,2 0-13-15,-7-6-4 0,16 3 0 0,-7-1 0 16,9-5 0-16,-2 2 0 0,1-4 0 0,4-8 0 16,3 14 0-16,20-16 0 0,-1 5 0 0,1 3 0 0,1-3 0 15,26-3 0-15,-8 1 0 0,2 2 0 0,-12 0 0 16,21-7 0-16,6 4 0 0,-15 5-3 0,-12 6-36 15,10-2-93-15,5 0-272 0,-17 4-30 0,-10 3-13 16,-5 1-347-16,6-1-283 0,-9 3-70 0,6-2 114 16,-15 2 93-16,0 0-707 0</inkml:trace>
  <inkml:trace contextRef="#ctx0" brushRef="#br0" timeOffset="7336.53">14316 1979 837 0,'-21'-11'3372'0,"-6"-5"-2039"0,13 3-274 16,2 0-51-16,6 5-677 0,-11-8-212 0,8 8-56 15,-1-3-21-15,8 8-16 0,-4-7-25 0,6 10-1 16,6-16 0-16,3 8 0 0,-1 0 0 0,19-2-8 0,-3 5-82 16,2-4-115-16,4 5-228 0,2 4-111 0,-6 2-31 15,13 3-632-15,-4 1-135 0,-6 1 250 0,-2-1 275 16,6 7-960-16</inkml:trace>
  <inkml:trace contextRef="#ctx0" brushRef="#br0" timeOffset="7519.04">15038 2539 1549 0,'5'11'1899'15,"7"-3"-731"-15,3-3-227 0,0-7-349 0,-1-1-474 16,10 0-64-16,-1-7-11 0,1 2-27 0,-3-3-7 16,5-5-5-16,0 3-8 0,-2 0-14 0,-4 0-11 15,4-6-32-15,-2 1-84 0,0 2-138 0,0-3-164 16,-5 1-134-16,3-11-396 0,-8 7 64 0,3 1 41 0,-6 3 53 15</inkml:trace>
  <inkml:trace contextRef="#ctx0" brushRef="#br0" timeOffset="7696.56">15267 1373 1586 0,'-2'-22'2276'0,"2"9"-1441"16,0 2 145-16,0-4-399 0,0-1-447 0,0 16-55 15,0-16 20-15,2 13-19 0,-2 3-84 0,0 0-50 16,0 0-102-16,0 0-46 0,0 3-70 0,0 5-14 16,0 2-295-16,0 1-330 0,-12 13-96 0,7-8 378 15,-7 2-219-15,-3-1-760 0</inkml:trace>
  <inkml:trace contextRef="#ctx0" brushRef="#br0" timeOffset="8459.52">13208 1630 154 0,'-3'-24'2044'0,"-4"-9"-678"0,2-3-179 0,2 9-269 0,-3 6-549 15,3-5-19-15,0 4-132 0,1-2 4 0,-1 17-112 16,-4-10-13-16,7 10-56 0,-2-1-25 0,2 8-5 16,0 0 12-16,0 0-10 0,0 0-5 0,-6 10-3 15,6 19 6-15,3-7-2 0,0 7-17 0,-3-3 1 16,9 14-2-16,-4 10 3 0,5-2-1 0,-5-4-10 15,0-9 1-15,5 16 8 0,2-3-1 0,0 18-18 0,0-29 7 16,2 16-25-16,-3 7 4 0,1-2-40 0,0-2-140 16,3-6-71-16,-3-4-182 0,0-2-254 0,-4-12 32 15,1 2-305-15,3-2 44 0,3-3-1105 0</inkml:trace>
  <inkml:trace contextRef="#ctx0" brushRef="#br0" timeOffset="8979.15">12789 1804 174 0,'-25'-34'2934'0,"3"2"-1891"0,2-3 89 0,11 14-547 16,-8-7-343-16,5 4-247 0,0 10-1 0,0-2-1 0,9 11 1 16,-2-11-2-16,5 16 0 0,0 0 0 0,0 0 3 15,0 0-5-15,-4 0 1 0,4 13-1 0,0-8-2 16,9 17-2-16,3-1-4 0,3 8-4 0,-6-8 7 15,6 9-3-15,-5 1 3 0,5 1 9 0,4-5 2 16,-7 4 6-16,5-2 3 0,-5-3 1 0,-1-4-1 16,10 9 3-16,-6-4-3 0,5-4-1 0,1 4-3 15,-6-11-1-15,9 11 0 0,-2-3-3 0,-3-1 0 16,-4-7 0-16,2 11-1 0,-2-3 2 0,-1 2 2 16,-4-8 4-16,0 4 5 0,0-4 7 0,-10 6 0 0,2-3-3 15,-4-3-4-15,2 0-4 0,-3 4-6 0,0-14-3 16,-9 8-7-16,3-5 4 0,1-6 7 0,-8 3 2 15,11-6 2-15,-22-2 2 0,10-2-3 0,2 2-5 16,-9-6-4-16,1-4-4 0,-1 2 0 0,-2-3-4 16,11 6 5-16,-2-3 3 0,5 3 3 0,-6-1 2 0,9 4 1 15,-3-1 3-15,9 3-1 0,-9 0 0 0,12 0-1 16,0 0 1-16,-5 3 1 0,-4 8-3 0,9-11-2 16,-6 13-1-16,0-6 3 0,0 10 1 0,-3-2 0 15,6-6 1-15,-9 17 13 0,4-10 7 0,-4 2 15 16,0 3 48-16,-5-3 36 0,-2 4 68 0,-1-4 33 0,-1-5 46 15,1 4 21-15,0-1-19 0,-7-6-27 0,3-2-66 16,-5 2-25-16,2-4-59 0,-2-3-55 0,7 2-24 16,-10-3-20-16,12-2-53 0,-1 0-133 0,16-2-42 15,-17-6-209-15,8 0-448 0,-6-8-73 0,10 6 106 16,-2-6-295-16,4-6 132 0,-4-2 90 0,7 0-323 16</inkml:trace>
  <inkml:trace contextRef="#ctx0" brushRef="#br0" timeOffset="9165.64">12106 2153 1945 0,'0'-11'1301'0,"-3"1"-73"0,3-3-386 15,-2 2 138-15,2-4-418 0,0-4-118 0,0 10-74 16,2 2-147-16,-2-4-7 0,3 3-146 0,0-2-60 16,-3 10-10-16,9-17 0 0,-4 13 0 0,2-1 0 0,5-1 0 15,-4 3 0-15,1-1 0 0,11 0 0 0,-8 4-15 16,3 4-64-16,6-4-146 0,-6 4-105 0,-4-1 1 15,5-1-283-15,-2 4-547 0,-6-1 10 0,2 3 305 16,-8-3-144-16,4 6-532 0</inkml:trace>
  <inkml:trace contextRef="#ctx0" brushRef="#br0" timeOffset="9594.51">12094 2508 85 0,'-5'2'1438'0,"-7"9"-875"16,0-4-46-16,6-1-5 0,-3-1-204 0,-6 4-243 16,13-7-28-16,-13 11 27 0,0-4-5 0,6-2 1 0,-3 8 43 15,7-6 73-15,-7-1 47 0,-3 16 95 0,12-17-102 16,-12 9 70-16,6-10 7 0,-3 7-73 0,4-6-80 16,-7 2 62-16,-6 2-55 0,4-7 20 0,10-1-26 15,-25 0 125-15,15-3-21 0,7 0 18 0,-7 0-65 16,5 0 45-16,-15-6-2 0,15-1-84 0,4 1-56 15,-6-9-50-15,2-7-8 0,2 2-26 0,8-2-10 0,2 6-21 16,2-5-20-16,8-6-34 0,-5 7 0 0,2 3 12 16,5-3-29-16,2 1-25 0,4 5 36 0,-4 4 20 15,13 0-14-15,-3 6-9 0,8 2-13 0,-8 2 44 16,8 0-25-16,-9 6-26 0,10 7-20 0,-18-3 61 16,5 7-12-16,-1 3 14 0,-2 4 40 0,-2 5 52 15,-7-8-3-15,1 8 18 0,-4 8 7 0,2 5 4 16,-7-9-39-16,-7 15-19 0,-3-1-3 0,-9 11 9 15,4-20 18-15,-7 6 34 0,-8-4 18 0,-9 5 23 0,1-14-18 16,-1 4 13-16,-8-4-10 0,3-1-40 0,-9-9-35 16,4-2-57-16,-5-6-55 0,8-8-162 0,10-3-62 15,-20-2-466-15,-3-7-392 0,6-4 42 0,-1-8 47 16,17 4-23-16</inkml:trace>
  <inkml:trace contextRef="#ctx0" brushRef="#br0" timeOffset="9781.99">11007 2100 1221 0,'0'-13'1662'0,"0"8"-954"0,0-8 177 0,0 13-654 15,0 0-120-15,0 0-10 0,0-13 34 16,0 9-1-16,0 4 61 0,2-13 4 0,5 6 33 0,1-2-44 16,1 2 66-16,6-4 29 0,12-4-84 0,-10 6-71 15,7 1 6-15,0 1-60 0,1 1-61 0,-6 3-32 16,-2-2-99-16,7 5-111 0,-18 0-160 0,15 0-180 15,-13-3-441-15,-1 3-13 0,-2 0 21 0,7 3-657 16</inkml:trace>
  <inkml:trace contextRef="#ctx0" brushRef="#br0" timeOffset="10174.94">11304 2306 172 0,'-2'6'2270'0,"-4"8"-804"0,-3-5-298 0,6-3-327 15,-6 5-575-15,3-4-181 0,-3 2-111 0,-6 6-15 0,6-4 13 16,-8 7-12-16,2-1 8 0,0-4 9 0,7 0 36 16,-8 10 94-16,2-4 92 0,-6-1 18 0,8-1-46 15,-6 3 65-15,-6 4 65 0,4-10-89 0,-1-1-87 16,-2 6-33-16,-6-3 21 0,-2-3-18 0,11-6-38 16,0 1 9-16,-4 1-12 0,-2-4-6 0,8-5-41 15,12 0-7-15,-24-3 0 0,10 1 0 0,6-2 0 16,2-1 0-16,-3 1 0 0,3-10 0 0,3 6 0 0,3-3 0 15,-3 4 0-15,9 7 0 0,-12-11 0 0,9 11 0 16,3 0 0-16,0 0 0 0,-2 0 0 0,-10 3 0 16,12-3 0-16,-3 13 0 0,0 0 0 0,3 5 0 15,-2 4 0-15,2 6 0 0,-7-1 0 0,4 5 0 16,1-8 0-16,-8 16 0 0,5-3 0 0,-4 3 0 16,3-9 0-16,-6 11 0 0,-2 17 0 0,-4-15 0 0,3-12 0 15,-9 8 0-15,-2 4 0 0,-6 7 0 0,8-27 0 16,-6 8 0-16,1-11-39 0,-3 5-211 0,13-15-13 15,-7-3-306-15,6-5-300 0,-7-12-258 0,10-2 217 16,-7-17-536-16,6-4-233 0</inkml:trace>
  <inkml:trace contextRef="#ctx0" brushRef="#br0" timeOffset="10427.26">10114 1793 1346 0,'-14'-42'1846'0,"-1"5"-1017"0,3 13-175 15,-5-16 93-15,5 9-573 0,-3 2-42 0,6 5-18 16,1 8-38-16,-2 0 7 0,5 6 0 0,-4-4-19 16,6 9-18-16,0-4 10 0,-1 9-5 0,8 0-3 15,-4 0-37-15,0 4-16 0,8 20-3 0,4-4-3 0,-2 2 4 16,4 20-1-16,6-2 4 0,-5 2 5 0,-3-10 3 16,3 16 11-16,6 5 18 0,4 10 11 0,-6-23-18 15,1 13 10-15,1 0-5 0,-1-1-5 0,7 14-17 16,-10-31-50-16,5 12-47 0,-5 3-40 0,0-4-83 0,-2-9-24 15,6 5-180-15,-13-2-167 0,-1-3-144 16,-4-13 75-16,-1 5-191 0,-4 6-163 0</inkml:trace>
  <inkml:trace contextRef="#ctx0" brushRef="#br0" timeOffset="10712.5">10100 2388 1315 0,'-12'0'1817'0,"6"0"-1001"0,-6 4 5 0,-12 3-310 16,7-1-342-16,0 5-95 0,-13 2 10 0,-3-4 36 16,1 5 81-16,-10-4 103 0,-4-1 68 0,-5 2 13 0,7-7-104 15,-27 1 131-15,10-1-141 0,-7-4-108 0,12 2-104 16,-15-2-43-16,-11 0-16 0,16-2 0 0,19 2 0 15,-11-4 0-15,4 4 0 0,8-2 0 0,19 2 0 16,-2-3-1-16,5 3-37 0,12 3-97 0,-6-1-144 16,18-2-20-16,-5 0-163 0,-7-2-80 0,15-1-237 15,9-15-87-15,0-1-80 0,5-1-22 0,7-7 163 0,-7 8 246 16,13-5-677-16</inkml:trace>
  <inkml:trace contextRef="#ctx0" brushRef="#br0" timeOffset="10893.02">9237 2201 2359 0,'0'0'994'0,"0"0"-104"0,2-16 5 0,-2 8-356 16,3-1-306-16,-3 9-122 0,9-15-34 0,-1 8-23 0,7-7-41 15,4 1-24-15,7 2 6 0,-3 1 1 0,-2-1 1 16,9-5-3-16,8-3 0 0,-6 9 7 0,-12 0 0 16,14-4-36-16,-2 1-70 0,-3 7-96 0,-12 4 22 15,7-1-181-15,-9 3-163 0,-3 0-136 0,0 3-354 16,-9-3 421-16,11 6-135 0,-14-10 35 0,-2 8-299 15</inkml:trace>
  <inkml:trace contextRef="#ctx0" brushRef="#br0" timeOffset="11079.52">8620 2732 814 0,'0'3'3231'0,"-12"5"-2224"0,7-5-3 0,5-3-400 16,0-3-511-16,0 6-169 0,3-3-60 0,-3 0-14 16,0-3-100-16,17 1-163 0,-17 2-162 0,9-6 51 15,1 1-279-15,-2 0-60 0,-6-9 64 0,2 4-165 16</inkml:trace>
  <inkml:trace contextRef="#ctx0" brushRef="#br0" timeOffset="11227.14">8467 2594 218 0,'-18'-4'3677'0,"1"-1"-2629"15,5-1 434-15,-5-1-450 0,7 3-749 0,8-1-174 16,-1 3-38-16,-6-4-94 0,6 6-53 0,6-5-51 16,-1-6 10-16,-2 11-81 0,7-13-127 0,-7 13-91 15,3-5 48-15,-1-3-315 0,-2 10-105 0,0-2-160 16,6-5 217-16,3 3-361 0,-9 2 316 0,-3 0-258 0</inkml:trace>
  <inkml:trace contextRef="#ctx0" brushRef="#br0" timeOffset="12608.43">12021 5034 143 0,'0'-31'1894'0,"5"-17"-679"0,-1 6-406 0,-1-11 194 0,-1 21-738 16,-2-13-31-16,-2 6-35 0,-1 1 59 0,-1 20-89 15,-1-6 37-15,5 16-44 0,-6-10 32 0,0 10-36 16,0-3 80-16,-3 6-60 0,6 5-37 0,-11 0-23 15,2 2-19-15,2 1-52 0,-1 10-27 0,2 0-4 16,-6 9-11-16,3 13-3 0,3-2-1 0,4 9 0 16,2-7-1-16,-4 13 3 0,7 23 4 0,0-12 0 0,4-17 3 15,-1 19 7-15,0 5 7 0,6 6 1 0,-4-28-11 16,7 11 1-16,-2-2-1 0,10 8-17 0,-8-26-8 16,5 10-6-16,5-11-5 0,3-2-6 0,4-8-10 15,-7-11-9-15,-2-2-31 0,4-3-29 0,2-8-78 16,1-8-43-16,2-3-31 0,1-5-21 0,-4-8 3 15,-6 4 81-15,19-26-81 0,-10 4 135 0,-7 5 45 0,-8-3 45 16,4-10 11-16,2-11 30 0,-2-3 6 0,-10 20 5 16,4-15 4-16,3-5 9 0,-6 4 9 0,-1-3 6 15,-1 6 8-15,-4 8 24 0,-1-5 13 0,1 10 19 16,-3 9 24-16,4 6 30 0,-4 11 27 0,3-1 1 16,-1 14-50-16,-2 5 63 0,3-8-73 0,6 3-41 15,-3 12-43-15,3 6-22 0,-4 9-16 0,5 0-7 0,-1 2 9 16,-6 4 12-16,2 17 11 0,4-6 8 0,-6-6-8 15,2 17 12-15,2 1 9 0,2 9 4 0,-3-17-16 16,-1 10 39-16,4-1 4 0,-3 6 14 0,1-12-20 16,-5 4 5-16,4-3-6 0,-2-4-14 0,-2 1-36 15,-2-20-32-15,3 3-69 0,2-3-126 0,-5-13-197 16,7 4-69-16,-7-12-331 0,9 5-257 0,-6-8-20 0,0-11 317 16,-1 0-862-16</inkml:trace>
  <inkml:trace contextRef="#ctx0" brushRef="#br0" timeOffset="13461.15">13302 5420 309 0,'6'-4'1350'0,"0"-2"-801"16,-6 6 208-16,11-10 35 0,-11 10 64 0,0 0-433 15,4-17 10-15,-4 17-135 0,-4-13-35 0,4 11-46 16,-5-3 4-16,-5-4-62 0,-7 9-38 0,14 0-42 16,-29 9 48-16,8-2-37 0,0 4 55 0,2 4 38 15,-2-1-21-15,0 10 37 0,1-3-48 0,-1 3-13 16,12 0-53-16,-5 12-20 0,7-3-47 0,5-7-17 0,5-2-1 15,3 10 0-15,9-4 0 0,5-10 0 0,-2-3 0 16,9 1 0-16,10 3 0 0,-4-13 0 0,0-2 0 16,10-2 0-16,2-6-40 0,9-6-190 0,-22 3-93 15,10-4-407-15,-5-4-378 0,-4-5-103 0,-1-6-299 16,-14 11 310-16</inkml:trace>
  <inkml:trace contextRef="#ctx0" brushRef="#br0" timeOffset="13831.16">14636 5203 1060 0,'0'0'1648'0,"0"0"-697"0,0 0 28 15,-8 6-59-15,-1-3-374 0,-18-1-145 0,5 0-191 16,-2 4-100-16,-12-3 33 0,1 3-17 0,-4 3 16 15,7 0-14-15,-21 6 93 0,12-1-51 0,-3 1-21 16,12-6-55-16,-12 1 22 0,8-2-54 0,6 0-50 16,10-8-32-16,2 2-104 0,3-4-342 0,10 0-191 0,-7-4-24 15,9-2-441-15,0-2-90 0,3-12 40 0,6 4-537 16</inkml:trace>
  <inkml:trace contextRef="#ctx0" brushRef="#br0" timeOffset="14004.7">14222 4961 3025 0,'-3'-13'1710'16,"3"9"-345"-16,0 4-175 0,-4-2-509 0,-4-3-527 16,8 5-98-16,0 0-46 0,0 7-10 0,3-1 0 15,-3-4 0-15,5 22 0 0,2-6 0 0,-5 4 0 16,8 0 0-16,4 17 0 0,1-5 0 0,2 14 0 16,-5-11 0-16,12 13-54 0,6 6-133 0,-4-8-180 15,-6-15-92-15,10 13-461 0,6-9-282 0,-2 0-157 0,-2-10-78 16</inkml:trace>
  <inkml:trace contextRef="#ctx0" brushRef="#br0" timeOffset="14643">15370 4582 2298 0,'-3'-32'1268'0,"-2"0"-402"16,1 14-416-16,1-11-467 0,1 5-130 0,-1 9 0 15,3 6 25-15,-7-6 43 0,2-5 109 0,5 11 96 16,-3-2 6-16,3 9 102 0,-2-13-42 0,2 15-12 16,0 0-72-16,0 0 8 0,0 0-68 0,-4 0-39 0,1 17-10 15,3-10-3-15,0 30 2 0,0-8 8 0,3 1 3 16,3 7 7-16,0 5 7 0,6 14 7 0,0-6-11 16,0-8-5-16,0 17 0 0,-1-2 1 0,7 23 6 15,-10-26 3-15,7 14 9 0,-3-4 7 0,3 15 7 16,-3-31-18-16,2 9 8 0,4-1-9 0,-4-11-19 15,-2-10-4-15,12 7 2 0,-6-11-4 0,-4-9-6 0,-2-9-6 16,12 9-20-16,-18-20 5 0,20 0-5 0,-16-4 6 16,4 0-11-16,18-20-22 0,-14 0 1 0,-1 2-8 15,2-15-52-15,7-13-60 0,-6 1 2 0,4-5-40 16,-9 12 35-16,5-21-59 0,1-14-37 0,2 1 27 16,-8 24 90-16,3-21-22 0,-7-1 48 0,4-23 15 15,-6 45 73-15,3-14 23 0,0 4 29 0,-4-1 97 0,-1 21 46 16,-2 5 76-16,2 7 51 0,-5 8 24 0,1 11-1 15,-3-2-24-15,0 9-82 0,10-7-74 16,-10 9-65-16,5 11-25 0,-2 2-24 0,3 14 15 0,-3 1 25 16,0-1-2-16,-1 26 34 0,2-3 1 0,-1 5 27 15,0-9-14-15,-3 20 45 0,2 2-29 0,-2-7-18 16,3-13-24-16,1 10 4 0,1 12-36 0,5-15-55 16,-5-18-7-16,0 13-61 0,5-8-110 0,4 6-270 0,-4-25 29 15,2 1-359-15,-4-7-120 0,1-7 1 0,-1-2 272 16,8-8-1096-16</inkml:trace>
  <inkml:trace contextRef="#ctx0" brushRef="#br0" timeOffset="15279.29">16452 5238 2223 0,'3'2'1308'0,"-3"-2"-516"16,0 0-249-16,0 0-262 0,5 4-501 0,4 1-108 15,-9-5 50-15,0 13-194 0,7 0 134 0,-4-2 81 16,2 7 129-16,2 4 27 0,-2 4 123 0,4 3 105 0,-3-10-4 15,-1 7 61-15,2 1 1 0,-2 6 48 16,-2-13-104-16,1 11-8 0,1-7-35 0,-5 5-38 0,3-10-16 16,-3 5-1-16,-3-17 16 0,6 15 21 0,-3-14 8 15,-3-3 31-15,6-3 51 0,-3-2 55 0,-3-2 51 16,6 4-50-16,-3-2 31 0,-3-2-54 0,-2-20-71 16,5 7-102-16,-4-12-104 0,1-2-36 0,0-5-35 15,1 7 29-15,-1-10-45 0,-4-11-17 0,2 4 87 16,-2 12 31-16,2-13-21 0,5 0 33 0,-5-13 6 0,5 20 32 15,0-6-3-15,2 4 11 0,6-8 8 0,2 22 8 16,-1-3 3-16,2-1 2 0,7 7-1 0,0-1 1 16,2 11-3-16,6 2-2 0,-4 1-2 0,-2 5-1 15,6 1-1-15,1 8 2 0,0 1 0 0,-3 3-1 16,-7-1 3-16,10 12 0 0,-7-3-3 0,-8 2-2 16,-7 1-2-16,7 8-6 0,-9-3-3 0,-3 0-16 0,-3-6 6 15,-9 10-11-15,-5 1-1 0,-3-1 1 0,5-10 16 16,-11 6 1-16,-8-4 19 0,-3 4 17 0,7-5 51 15,6-8 12-15,-8 2 55 0,3-3 95 0,10-2 53 16,11-3-64-16,-6-1 99 0,2-2-39 0,12 1 10 16,0-3-132-16,0 0-16 0,0 0-38 0,2 0-12 15,10 10-35-15,3-7 6 0,14 5 3 0,3 3-11 0,4-1-5 16,8 0 1-16,1 1-37 0,5 2-12 0,-12-4-12 16,27 4-36-16,-18-6-2 0,1 6-25 0,-7-2-63 15,-4 0-126-15,-1 0-162 0,-4 0-233 0,-8-2-245 16,-6-3 122-16,-13-1-235 0,19 3-908 0</inkml:trace>
  <inkml:trace contextRef="#ctx0" brushRef="#br0" timeOffset="15622.37">18541 4961 1937 0,'3'0'961'16,"9"-6"-248"-16,-10 6 1 0,-2 0-328 0,-2-5-306 15,-5-1-56-15,-8 1-14 0,10 3 0 0,-7 2 18 16,-3 0 18-16,-17 0 124 0,8 0 53 0,-2 2 43 16,8 1-43-16,-8-1 87 0,-4 4-10 0,-11-4 33 15,21 1-187-15,-13 3-7 0,1-4-43 0,2 3-47 16,1 1-43-16,2-4-10 0,7-2-61 0,8 3-150 16,3-3-23-16,-6 0-255 0,12 2-507 0,1-4 4 0,-5-7 217 15,4 9-214-15,6-7-476 0</inkml:trace>
  <inkml:trace contextRef="#ctx0" brushRef="#br0" timeOffset="15810.87">18570 5273 1296 0,'-2'11'1960'0,"-8"4"-858"0,1-10 37 0,-2 3-66 15,-13-8-472-15,-2 0-197 0,-1 0-221 0,-5 0-44 16,8-2-61-16,-23-4 13 0,6 4-52 0,2-1-8 15,13 1-11-15,-12-4 4 0,0-1-20 0,14-2-92 16,9 1-72-16,7 3-416 0,-11-11-185 0,14 6-500 16,5-6 198-16,0 3-143 0,0 2-1281 0</inkml:trace>
  <inkml:trace contextRef="#ctx0" brushRef="#br0" timeOffset="16494.05">20247 4738 125 0,'3'-3'2156'0,"5"-2"-1174"0,-8 3 171 0,9-6-445 16,-6 8 68-16,-3 0-285 0,4-16-98 0,-1 16-61 16,-1-13-30-16,-2 13-20 0,-5-11-54 0,1 3-97 15,-4 0-68-15,1 0-28 0,-1 3-16 0,-10-1-13 16,-2 6-7-16,-2 0-4 0,0 6-3 0,-5 1 3 15,3 2 2-15,-23 4-3 0,11 3 4 0,1 5 1 16,9-8 0-16,-6 14 5 0,-10 10-3 0,16-3 1 0,8-10 2 16,-3 15 0-16,6 7 1 0,1-2 0 0,11-14-3 15,6 10 2-15,6-1-2 0,8 6 0 0,3-13 0 16,-1-11-2-16,10 5 1 0,6-2 0 0,4-5-9 16,-15-12 1-16,10 4 1 0,8-6 0 0,14-5 4 15,-27 0 1-15,15-7 2 0,7-2 6 0,2-6 3 0,-11-1-4 16,4-5-3-16,-4-8 1 0,4 0-3 0,-4-12-1 15,-6 2 0-15,-2-1 0 0,-4 0 0 16,-13 9 0-16,4-22 0 0,-11 16 0 0,-8-2 0 0,-2 12 0 16,-9-23 0-16,-8 10 0 0,-7 1-3 0,-6 1-20 15,1 12-14-15,-27-11-66 0,5 13-50 0,-1 2-54 16,14 15 8-16,-21-6-257 0,8 13-53 0,10 0-182 16,14 0 10-16,-5 5-369 0,5 5-77 0,1 6-704 15</inkml:trace>
  <inkml:trace contextRef="#ctx0" brushRef="#br0" timeOffset="17976.09">31146 7673 855 0,'8'0'1358'16,"-5"0"-752"-16,13-4 95 0,-16 4-59 0,10-5-279 0,-6 5-95 15,-4-2 25-15,6-6 16 0,-4 8 18 0,-2 0-49 16,0 0 182-16,0 0-137 0,0-3-65 0,0 6-79 16,-5-11-62-16,2 2-49 0,-23 6-40 0,4-2-8 15,5 2-11-15,-27 0 4 0,5 0-7 0,0 0 0 16,14 0-4-16,-26 0 3 0,13 0-1 0,3 0 2 15,14-2-3-15,-6-1 2 0,-5-5 6 0,12 5 11 0,11 1-4 16,-3-9 16-16,4 0 28 0,-4 1-4 16,12-4-15-16,0 6 10 0,2-8-12 0,8-4 2 15,-5 14-29-15,19-16-8 0,-4 7-6 0,7 2-4 0,-1 2-1 16,-2 6-2-16,8-3-6 0,7 3-8 0,-7 5 7 16,-8 2 2-16,5 1-8 0,6 3 0 0,-3 4 4 15,-13-2 8-15,4 2-3 0,-2 8-12 0,-1 12-8 0,-11-12 13 16,1 11-9-16,-8 4 1 0,4 6 0 0,-9-4 9 15,-2 1 8-15,-5 1-6 0,-2 3 10 0,-8 3-1 16,-6-1 1-16,-4-2 10 0,6 2-3 0,-15 3-6 16,13-16 5-16,-9 6-26 0,6-6-11 0,-1-3-50 15,-3 3-141-15,-2-8-166 0,-3 1-212 0,-6-6-310 16,9-6 95-16,-18 0-262 0,-18 1-1064 0</inkml:trace>
  <inkml:trace contextRef="#ctx0" brushRef="#br0" timeOffset="18295.22">29705 7236 228 0,'-4'-16'3838'0,"-1"6"-2489"0,-1-1-164 16,2-5-233-16,-1 3-669 0,-2 2-163 0,2-2-26 15,2 11-40-15,1-12-2 0,2 17-26 0,0-3-16 16,0 0-34-16,0-3-127 0,0 6-255 0,0-6 0 15,0 3 36-15,-4 5-294 0,4 6-326 0,-3 0-161 0,3-6 250 16,-3 8-90-16,1-2-742 0</inkml:trace>
  <inkml:trace contextRef="#ctx0" brushRef="#br0" timeOffset="19426.25">29696 7535 58 0,'-3'2'766'0,"-18"14"-269"0,13-8-176 0,-7 1 56 0,-4-5-265 16,5 7-54-16,-6-6-4 0,2 1 107 0,-6 4 17 16,7-2-14-16,-7 5 72 0,0 0 33 0,-5 3 73 15,9 1-81-15,-10-2 10 0,-3-1 8 0,1-4-6 16,0 0 5-16,-4-2 27 0,-5 1-16 0,-1-4 10 16,8-3-71-16,-25 2 156 0,11-4-73 0,1-4 11 0,12-1-110 15,-25-3 110-15,16-3-110 0,3-5-59 0,12 3-67 16,-6-7-10-16,-9-13-40 0,17 7-35 0,1-5-1 15,4 4 0-15,-3-12 0 0,6 6 0 0,2 2 0 16,8 10 0-16,-2-12 0 0,4-3 0 0,2 15 0 16,5 5 0-16,-3-3 0 0,9-2 0 0,-6 11 0 15,9-1 0-15,-6 2 0 0,5 0 0 0,13-2 0 0,-6 9 0 16,5 2 0-16,1 0-2 0,11 0-42 0,-8 2-15 16,8 0-70-16,0 3-23 0,4 4-31 0,5-1-112 15,-17-6 64-15,11 6-82 0,-6 0 31 0,7 3-31 16,-18-11 140-16,6 8-31 0,-7-3 48 0,-5-3 77 15,-1 4 38-15,8-6 12 0,-19 3 17 0,12-3 5 16,-10 0 8-16,-2 2 1 0,0-2 2 0,-14 3 9 16,10-1-1-16,-7 6 5 0,-13 1 2 0,6-4-5 0,-6 3-5 15,0-1 3-15,-10 9-4 0,7-5-3 16,10 2-3-16,-13 4 4 0,1 1-3 0,-4 8 3 0,1-4 0 16,8-9-2-16,-8 7 1 0,0 2-1 0,-7 2 0 15,15-11-6-15,-11 3 2 0,-1-1 1 0,-1 2 1 16,10-12 13-16,-6 3 68 0,4-3 61 0,2-5 59 15,2 0 27-15,-2-5 17 0,5-6 33 0,0-5-6 0,7 2-93 16,-12-14 77-16,6 1-90 0,6-4-26 16,1 7-47-16,-6-26 20 0,5 10-49 0,0 0-32 15,3-2-22-15,6 5-12 0,-9-32 0 0,7 22 0 0,1-1 0 16,5 8 0-16,-1-19 0 0,0 13 0 0,-1 11 0 16,4 11 0-16,0-7 0 0,0-7 0 0,0 19 0 15,0 14 0-15,0-13 0 0,0 8 0 0,4-1 0 0,-4 11 0 16,0 2-3-16,0-2-14 0,0 0-7 0,0 0 7 15,0 0-5-15,0 16 0 0,6 8-14 0,-4-3 15 16,1-3 10-16,4 12-1 0,2-1 0 0,2 11-4 16,-7-16 6-16,1 9 2 0,4 2 3 0,-3 13-8 15,-4-24 1-15,1 7-14 0,1 7-11 0,1-1-12 16,-2-6-17-16,0 1-22 0,1-3-2 0,-8 8-12 0,1-10 31 16,-2-1-12-16,-2-2 27 0,-1 0 19 0,-4-1 18 15,0-1 6-15,-3-12 7 0,1 4 10 0,-1-6 2 16,-14 2-6-16,5-2 3 0,1-3 3 0,-4 1 1 15,-6-1-1-15,1 1 1 0,0-4 5 0,0 0 4 16,1 7 0-16,-18-4 11 0,10 5 3 0,1-2 14 16,12 2-1-16,-22 10 32 0,11-10-15 0,3 8 0 15,12-4-14-15,-5 7 7 0,-6 10-5 0,10-2-23 16,8-7-9-16,-3 13 0 0,-8 9-2 0,5-4-4 0,12-12 0 16,-2 13 0-16,2-1 1 0,-1 13 1 0,10-16-1 15,0-11-5-15,4 8-1 0,2 5-4 0,-1-9-3 16,4-12-1-16,3 6-7 0,6 3-2 0,3-1-11 15,-6-13 13-15,2 1-13 0,-2-4-2 0,-1-2-14 16,-2 0 19-16,8-8-6 0,-8-2 6 0,18-9-4 16,-13 0 10-16,7-5 4 0,-3-2 8 0,-10-6-6 0,1 3-1 15,0-8-8-15,-7 0-8 0,-5-3-6 0,4 1-3 16,-8 1 2-16,2-2 8 0,-4 1 3 0,0-1 4 16,-5 5 12-16,-4 1 6 0,1 4 2 0,-8 7-2 15,8 4-2-15,-16-2-3 0,9 6 0 0,-2 3-2 16,6 4-1-16,-16 6-5 0,1 5-1 0,5 2 6 15,10-6 4-15,-15 17-1 0,8 0 5 0,2 3 3 16,12-9 1-16,-5 14 5 0,-4 12 1 0,7-4-2 0,7-10 1 16,-4 10 11-16,3 12 12 0,-3-10-3 15,4-2 6-15,-1-8-3 0,6 10 12 0,-6 16 2 0,3-12-16 16,0-15-7-16,-3 12 12 0,-2 10 8 0,-2-14-1 16,5-12-9-16,-4 4 15 0,3 4 1 0,-3 2-2 15,4-19-25-15,1 6 4 0,1-2-11 0,0-7-6 16,1-6-13-16,-2 0-5 0,-2 6-34 0,6-15-73 0,0 0-123 15,-2 2-75-15,-5 9-132 0,7-15-245 16,0-9-314-16,0 11 152 0,-3-14-489 0,3-10 67 0</inkml:trace>
  <inkml:trace contextRef="#ctx0" brushRef="#br0" timeOffset="20246">26373 7082 545 0,'0'-32'2179'0,"-4"1"-1427"15,8 7-161-15,-4-16 208 0,0 9-575 0,3-6-86 0,-1 13-51 16,4-3 22-16,-6-1-21 0,4 4-15 0,-4 8-25 16,0 8 24-16,-4-12 8 0,4 13-5 0,0 1 5 15,-3 1-26-15,-5-3-16 0,8 8-17 0,0 4-19 16,-7 5-5-16,7 2-1 0,-5 15 0 0,1-4-1 15,1 0 2-15,1 6 3 0,-4 12 5 0,2 10 6 16,4-10 0-16,0 15 16 0,0 11 35 0,0 6 8 0,0-17-18 16,-2 44 42-16,-1-20-21 0,3 3-4 0,0-26-30 15,0 17-19-15,3 2-6 0,-1-7-25 0,5-15-61 16,-2-18-10-16,2 2-57 0,5-8-100 0,-4-5-289 16,-5-16 38-16,3 8-331 0,-6-16-84 0,0 0 40 15,0 0-54-15</inkml:trace>
  <inkml:trace contextRef="#ctx0" brushRef="#br0" timeOffset="20511.3">26732 6130 318 0,'-10'-16'1411'0,"5"5"-932"0,-7 0 0 0,-3 1-57 16,13 7-340-16,-25-4-61 0,7 3-50 0,-4 8-65 16,7-2-18-16,-7 3-58 0,0 1-27 0,-3 10-122 15,12-5 98-15,-2 4-72 0,0-2 52 0,5 3 57 16,2-3 58-16,-4 3-28 0,3-5 71 0,-16 10 54 0,15-10 34 16,-5 2 39-16,-2 3 7 0,-1-3 14 0,8-2-29 15,3 0-13-15,-9-4-70 0,1 10-102 0,2-4-42 16,3-4 47-16,-12 2-477 0</inkml:trace>
  <inkml:trace contextRef="#ctx0" brushRef="#br0" timeOffset="20995.01">25771 7466 486 0,'-5'-8'1709'0,"5"8"-843"0,-7-13 7 0,7 10-55 16,0 3-498-16,0 0-246 0,0 0-134 0,0 0-19 15,0 0-11-15,0 0-6 0,0 0 12 0,0 11 14 0,0-6 38 16,18 21-6-16,-9-10 26 0,3 1 20 0,0 1 7 16,0-3-2-16,-1 9 6 0,1-2 1 0,-3-2-2 15,-4-3-20-15,2 4-6 0,1 7-3 0,-8-6 0 16,3-6 3-16,-3 5-3 0,-6 6 8 0,-3-1 18 16,1-10-4-16,-7 8 5 0,-2 2-1 0,-14 9 5 15,14-20-6-15,-15 9 1 0,0-6 38 0,-7 4 99 0,7-9 58 16,-7-4 137-16,-5-2 79 0,-4-5 58 0,7 2 17 15,-3-4-60-15,-3-6-75 0,6-1-116 0,-6-4-92 16,14-5-100-16,1-5-43 0,3-3-15 0,-1-5 0 16,6 0 0-16,7-8 0 0,5 2 0 0,0-5 0 15,9 14 0-15,1-24 0 0,4 8 0 0,1-4 0 16,1 17-3-16,7-24-126 0,-5 14-158 0,6 2-152 16,-4 13-3-16,7-5-376 0,0-4-456 0,-1 5-61 0,-2 12 526 15,3-3-1342-15</inkml:trace>
  <inkml:trace contextRef="#ctx0" brushRef="#br0" timeOffset="21151.59">25432 6992 1542 0,'-9'-10'2118'0,"6"5"-1198"16,-5-6-230-16,4 5 25 0,-1 1-506 0,5 5-189 0,-9-11-16 16,6 9-8-16,3 2-4 0,0 0-2 0,0 0-12 15,0 0-20-15,0 0-52 0,0 0-59 0,0 0-120 16,0 0 50-16,0 0-243 0,0 2-249 0,5 12-144 15,-5-14 244-15,0 2-410 0</inkml:trace>
  <inkml:trace contextRef="#ctx0" brushRef="#br0" timeOffset="21663.22">23994 8000 2071 0,'-2'14'3077'0,"2"-12"-1979"0,0-2-114 16,-10 8-817-16,10-5-450 0,-12-3-370 0,10 0-136 15,-4 0 43-15,-6-9-345 0,3-6 70 0,9 8-211 16</inkml:trace>
  <inkml:trace contextRef="#ctx0" brushRef="#br0" timeOffset="21811.82">23950 7664 3115 0,'0'-2'1888'0,"0"2"-675"0,0-11-23 15,0 9-565-15,0 2-466 0,0-3-158 0,0 6-1 16,0-3-8-16,0 0-56 0,0 0-210 0,0 0-37 15,0 0 43-15,0-3-149 0,0 6-89 0,0-6-409 16,0 3 220-16,0 3-235 0,-9-1 28 0,4 1 55 16,-13-3-115-16</inkml:trace>
  <inkml:trace contextRef="#ctx0" brushRef="#br0" timeOffset="24172.51">11119 7675 33 0,'-3'0'576'0,"-9"-6"-294"0,12 6-22 16,0 0-66-16,0 0 58 0,0 0-154 0,0 0-85 15,0 0-18-15,0 0-13 0,0 0 3 0,0 0 4 16,0 0 13-16,0 0 23 0,5-13 34 0,-5 13 15 16,0 0-9-16,12-2 95 0,-8 2 34 0,-4-3 10 15,8-2-46-15,-1 5 49 0,-7 0 63 0,0-3-63 16,11 0-48-16,-11 3-76 0,0 0 28 0,0 0 24 0,0 0-21 16,0 0-26-16,0 0 23 0,0 0 6 0,0 0 25 15,0 0-34-15,0 0-4 0,-3 0-27 0,-5 9-7 16,1-7-18-16,-5 1 19 0,-8 5-15 0,3-1 0 15,2-3-7-15,-6 1 29 0,-8 5 46 0,2-5 17 16,10 1-33-16,-10-1 41 0,0 0 13 0,-5 1 23 16,3-4 22-16,8 1-70 0,-6-3 66 0,7 0 25 0,5 0 47 15,-2 0-119-15,8-3 41 0,-3 3-19 0,-3-5-1 16,15 5-95-16,0 0-10 0,-15-6-13 0,13 4-5 16,2 2-6-16,-12-2-21 0,9 2-18 0,3 0-2 15,0 0-3-15,0 0-2 0,0 0-4 0,0-3-2 16,0 3-2-16,0 3 0 0,0-6 4 0,0 6 3 15,0-1-1-15,-3 9 2 0,3-9-3 0,6 14 1 16,-4 1-2-16,1-2 0 0,4 1 3 0,-5 13 3 0,1-5 2 16,-3-3-1-16,4 6-2 0,-1 6 4 0,-3 8-3 15,0-15-3-15,-3 8-1 0,3 3-1 0,-4 9 4 16,1-15 0-16,1 11 3 0,-8-5-2 0,5 9 1 16,-4-9 0-16,1 5 0 0,-4-5 1 0,0 0 0 15,6-5-2-15,-6 2 2 0,0-7-2 0,3-3 0 0,-3-6-1 16,9-13-2-16,-5 14 5 0,-1-6-1 0,6-8 3 15,0-5 0-15,-6 11 3 0,9-11-3 0,0 0-1 16,0 0-4-16,0 0 2 0,0 0-9 0,0 0-37 16,0 0-3-16,3-14-21 0,9 6-25 0,-7 3 10 15,5-6 15-15,2 7-25 0,8-5 31 0,-2 9 25 16,0-2 15-16,-1 7 1 0,0 1 6 0,2 7 10 16,1 5 10-16,-8 1-6 0,0 7-9 0,3 1-1 0,-3 15-4 15,-7-16 10-15,4 14-4 0,2 5-3 0,-4 6 12 16,-5 2 14-16,-2 4 18 0,3 9 28 0,-6 4 2 15,3-13 5-15,-2 25 28 0,2-10-9 0,-3 7-10 16,-1-24-33-16,1 41 1 0,3-21-21 0,3-2-11 16,-3-14-10-16,7 22-5 0,-2 2 0 0,4-20 0 15,1-13 0-15,0 16 0 0,5 14 0 0,-3-22 0 16,-3-8 0-16,3-15 0 0,-4 10 0 0,4 0 0 0,-2-22 0 16,-5-6 0-16,-2-12 0 0,6 10 0 0,-6-2 0 15,-3-13 0-15,0 0 0 0,0 0-18 0,0 0-131 16,0 0-62-16,0 0-177 0,-18-15-94 0,9 8-180 15,-2-2 9-15,-10-12-489 0,4 7-48 0,7 12 282 16,-2-11 291-16,7 8-257 0</inkml:trace>
  <inkml:trace contextRef="#ctx0" brushRef="#br0" timeOffset="28276.54">11852 7532 141 0,'0'0'219'0,"0"0"51"0,0 0 73 0,0 0-40 16,0 0-88-16,0-6 38 0,-2-3-48 0,2 5-32 16,0-7-43-16,0 11-16 0,-7-13 11 0,7 11 8 15,-3-1-28-15,-2-10 93 0,2 0-39 0,3 2-28 16,-4 4-6-16,4-6-37 0,0 4 21 0,4-10 8 15,-1 1-58-15,-3 16-29 0,5-22-12 0,-5 15-11 0,7-11-9 16,-7 9 1-16,3 0 0 0,-3-4 1 0,0 6 1 16,2 2 4-16,-2 1 10 0,3-5 29 0,-3 9 28 15,0 2-17-15,0-2 18 0,7-7 5 0,-7 9 12 16,0 0-45-16,0 0-13 0,0 0-30 0,0 0-2 16,0 0-2-16,0 0-4 0,0 4-1 0,-3 9 4 15,-1-3 4-15,1-4 10 0,1 9 9 0,-1 7-2 0,-1 2 14 16,1-9-1-16,-2 12 17 0,-2 4 25 0,2 4 1 15,2-9-20-15,-3 14 23 0,0-1 3 0,-3 9-3 16,1 0-2-16,-1 2-8 0,3 0-11 0,-3 0 1 16,6-12-16-16,3 20 15 0,0-13-15 0,0-8-6 15,6 0-5-15,0-10-10 0,2 12-1 0,2-12-9 16,4-3-1-16,-4-9-3 0,0 7 2 0,9-4-5 0,-7-7 3 16,-7-7-1-16,13 7 3 0,-4-2-2 15,8-2-4-15,-10-4 0 0,8-6 1 0,4 3 4 0,-7-5 0 16,7-3 0-16,-4-2-1 0,10-1 0 0,-4-4-2 15,-8-2-6-15,18-12-8 0,-14 3-1 0,2-1-4 16,-2 3 1-16,-2-13-7 0,4 0-1 0,-2-5 8 16,-3 2 2-16,-8 11 6 0,-2-16 9 0,3-8 7 15,-9 9 4-15,-3 9-1 0,2-13 21 0,2 3 18 16,-8-13 33-16,4 29-13 0,-5-11 50 0,5 1 38 0,-3 6 33 16,-3 7 30-16,0 8 31 0,4 0-9 0,2 9-28 15,-4-4-43-15,4 11 13 0,-8-9-61 0,8 6-53 16,0 5-45-16,0 0 7 0,0-3-15 0,0-8-13 15,0 11-8-15,0 0 0 0,0 0-2 0,0 0 2 16,0 0 2-16,0 3 1 0,2 11 2 0,-2-10-3 16,3 16-1-16,-3-11-2 0,3 13-4 0,-3-7-2 0,0 12-9 15,0-8 8-15,0 10 2 0,-3-5-1 0,0 13 2 16,-2-11 7-16,1 12 3 0,-1-2 13 0,2 14-8 16,0-20-2-16,-1 6 8 0,2 1-6 0,2-2-8 15,0 0-44-15,0-4-108 0,0-2-120 0,2 1-113 16,-2-7-205-16,4 1-309 0,-1-14-209 0,-3 17 36 15,3-14 116-15,-3-2-315 0</inkml:trace>
  <inkml:trace contextRef="#ctx0" brushRef="#br0" timeOffset="29171.14">12681 7897 1123 0,'-9'-2'1598'16,"9"2"-1029"-16,-3-6 195 0,-6 1-64 0,9 5-351 15,0 0-317-15,0 0-33 0,-8-5 0 0,4 5-2 16,4 0-10-16,0 0 0 0,0 0 0 0,0 5 5 0,4 0 3 16,-4-2 3-16,2 15 1 0,-2-2 4 0,3-5 3 15,0 4-3-15,-1-1-1 0,2 12-3 0,-1 4-3 16,-3-14 5-16,-3 5 1 0,-1 2 1 0,2 3 2 16,-1-4 4-16,0 9 10 0,-3-3-10 0,3-2-4 15,0-3-1-15,-2 1-3 0,1 11-2 0,-2-11-5 16,6-9 2-16,-2-1 8 0,2-6 3 0,-3 10-1 15,-1-18 5-15,4 11-3 0,0-9 9 0,0-2 8 16,0 0 40-16,0 0 23 0,0 0 31 0,0 0-14 0,0-2-3 16,9-9-29-16,-6-2 14 0,9-22-43 0,-9 9-45 15,4 3-2-15,-5-10-1 0,4 5 1 0,-4-10 8 16,-2 6 2-16,4 1 4 0,-8-4-2 0,4-2-1 16,0 3 2-16,0-3-3 0,-2 5 1 0,2-4 0 15,0 3 5-15,-3 13 15 0,3-10 38 0,0 1 13 16,0 5 16-16,3 8-14 0,-3 1 37 0,6-4 25 0,-3 8-55 15,6 1-34-15,-3 2 6 0,3-5-31 0,8 4-29 16,-11 7-8-16,3-3-6 0,8-1-9 0,-5 4 6 16,12 2 0-16,-18 2 8 0,14 6-3 0,-2 1-2 15,2 4-5-15,-2-6 1 0,-2 6-1 0,-6 1 2 16,0-6 0-16,4 8-1 0,-11-6-15 0,9 8 1 16,-9-1-3-16,-1-12 8 0,-2 21-11 0,-5-4 0 0,-4-2 9 15,-2 0 12-15,-4-5 5 0,-9 7 6 0,3-4 2 16,1-3 2-16,-9 9 0 0,2-2 2 0,3-4 2 15,7-7 2-15,-1 2 4 0,4 0 5 0,-1-7 1 16,12-3 0-16,-3-3-3 0,-4 4 3 0,10-4 0 16,0 0-2-16,0 0-5 0,12 3 0 0,-2-3 0 15,10 3 1-15,-8-3-6 0,14 3 8 0,-4-1 1 0,-2 1-1 16,-3-1-2-16,4 6 0 0,9 1 4 0,-1-4 1 16,-12 3-9-16,10 2 0 0,-3-2-1 0,3 5 0 15,-17-4 0-15,5-2-1 0,-6-1-14 0,6 7-23 16,-6-8-21-16,3 6-90 0,-4-1-122 0,-5-2-142 15,1-2-283-15,-4-6 36 0,0 0-274 0,-12 7-61 16,0-7-493-16</inkml:trace>
  <inkml:trace contextRef="#ctx0" brushRef="#br0" timeOffset="29840.37">12250 7897 235 0,'0'0'1026'0,"0"-2"-462"16,-5-9-126-16,5 11 165 0,0 0 75 0,0 0-314 15,0 0-122-15,0 0-15 0,0 0-52 0,0 0 9 16,0 0-62-16,0 0-58 0,0 0-11 0,0 0-36 16,0 0-14-16,0 0-6 0,0 0-1 0,0 0-5 15,0-2 2-15,8-1 3 0,-4 3 0 0,-4 0 3 16,0 0 1-16,0 0 3 0,0 0 4 0,0 0 1 0,0 0-11 16,0 0 1-16,0 0-4 0,0 0 0 0,0 0-4 15,0 0 0-15,0 0-1 0,0 0 4 0,0 0-1 16,0 0-6-16,0 0-51 0,0 0-44 0,0 0-37 15,8-3-61-15,-4 3 58 0,-2 0-83 0,-2 0 1 16,0 0 54-16,8-3 70 0,-1 3-28 0,-10-2 49 16,6 4 39-16,0-4 41 0,6 2 19 0,-9 0 22 0,0 0 37 15,0 0-4-15,0 0 47 0,0 0 28 0,0 0 25 16,0 0-35-16,0 0 99 0,0 0-59 0,0 0-16 16,0 0-58-16,0 0 10 0,0 0-27 0,0 0-8 15,0 0-38-15,0 0-16 0,0 0 1 0,0 0-2 16,0 0 12-16,3 13 12 0,-1-8 25 0,-2 8 63 15,0 0 23-15,0-4-26 0,3 23 99 0,-3-14-52 0,0-7-12 16,0 13-60-16,3-4-25 0,-3 4-30 0,4 0-18 16,-2-8-24-16,1 3-11 0,0-3-79 0,3 2-144 15,-3-12-69-15,0 9-429 0,-1-12-313 0,5 7 100 16,-4-5-334-16,-3-5-373 0</inkml:trace>
  <inkml:trace contextRef="#ctx0" brushRef="#br0" timeOffset="30674.13">14234 7860 25 0,'12'-2'336'0,"-7"2"43"0,0 0 1 0,2-3 137 16,-4 3-69-16,11-2 78 0,-14-2-60 0,0 8-81 15,0-4-24-15,6-9-41 0,0 9-37 0,-6 0-44 16,0 0-25-16,0 0-33 0,0 0 21 0,0 0-32 16,0 0 2-16,0 0-45 0,-17 0 64 0,8 3-49 15,-1-1-6-15,2-2-42 0,-16 6 39 0,-2-1-1 16,6 1 13-16,1-4-41 0,-6 1 42 0,-5 5-10 16,-8-5 58-16,16-1-71 0,-4 0 13 0,0-2-31 0,-10 3 9 15,16 0-62-15,-4 0 0 0,7-3-24 0,-5 2-33 16,10-2-30-16,-2 0-25 0,14 3-63 0,-15-1-60 15,12 2-232-15,3-4 53 0,0 0-291 0,0 0-240 16,0 0-180-16,-5-9 288 0,1 7-775 0</inkml:trace>
  <inkml:trace contextRef="#ctx0" brushRef="#br0" timeOffset="30935.43">14383 8088 1014 0,'0'0'689'0,"4"13"55"0,-13-10 235 16,-3-1-172-16,-3 0-294 0,-5 2 9 0,-4-4-110 15,-5 2 102-15,5 1-185 0,-8-3 96 0,-4 0-58 0,1 5-39 16,-4-5-57-16,1 3-93 0,3-3-93 0,-1-3-71 15,10 3-14-15,-4 0 0 0,7-3 0 0,6 1-21 16,10 2-86-16,-10-5-448 0,7-3-196 0,5-3-334 16,-2 4-128-16,14-10 303 0,8-7-1396 0</inkml:trace>
  <inkml:trace contextRef="#ctx0" brushRef="#br0" timeOffset="32373.61">15179 7360 938 0,'0'-16'542'0,"3"11"-43"0,-3-8 65 15,0 11 32-15,0-12-260 0,0 6-65 0,0 0-67 0,0 5-3 16,-7-5-60-16,7 8 7 0,0 0 4 0,0 0-49 16,0 0 5-16,0 0-44 0,0 0 15 0,0 0-8 15,0 0-33-15,0 0-14 0,0 0-1 0,0 0-9 16,0 0-5-16,0 0-4 0,0 0-5 0,0 0-5 15,7 8-6-15,-4 3 1 0,-1 5 0 0,2-6 4 0,2 14 5 16,-4-6 11-16,8 6 11 0,-5 11 19 0,2-4-13 16,-5-7-5-16,4 22 7 0,0-6-8 0,-3 10-4 15,0-8-10-15,-3-11-6 0,2 17 1 0,-2 0-1 16,0 5 0-16,-2-24 1 0,2 13 2 0,-3-7 1 16,0 4 4-16,-1-8-2 0,2-7 1 0,-1-2-2 15,3 2-3-15,0-8-1 0,-3-8 1 0,3 8-1 16,-2-6 3-16,2-7 2 0,2-1 9 0,-2 7 36 0,3-7 23 15,-3-2 27-15,0 0 39 0,3-11-1 0,-1-2 28 16,2 2-74-16,-4-7 5 0,3-6-30 0,0 6-69 16,-1-12-9-16,2 17 0 0,-1-7-11 0,0-4-19 15,-1 2-25-15,-2 0-59 0,3 0-17 0,-3-8-12 16,4 1-16-16,-1 11 40 0,-3-19-78 0,0 4 77 16,0-4 54-16,-3 11 27 0,-1-21-12 0,1 7 28 0,-2-3 25 15,-2 12 11-15,-1-9 3 0,-1-10 15 0,4 13 5 16,1 10 7-16,-2-8 33 0,4 4 18 0,2-6 44 15,0 11-22-15,2 4-23 0,1-1 37 0,0-7-10 16,3 4-28-16,-3 10-49 0,2-2-3 0,5-1-11 16,4 3-25-16,-4 3-6 0,-5 11-4 0,22-15-1 15,-15 12-2-15,5 0 7 0,-5-1 0 0,3 4 5 16,2 2 1-16,-7 0 0 0,4 0-2 0,4 2 5 16,-6 7 5-16,5-2 2 0,2 4 6 0,1 2 3 0,-6 4 3 15,6-4-1-15,-8 0-6 0,15 8 3 0,-12-2-5 16,3 1-3-16,-10-9-3 0,10 13-7 0,-6-2-3 15,0-4 1-15,-7-3-1 0,-5-6-2 0,9 19-1 16,-9-1-1-16,-2-12 13 0,-5 7 8 0,-8 2 13 16,1 11 10-16,-1-20-8 0,-8 6 10 0,-3 3-1 0,-1 0-2 15,0-5-10-15,-5-1-4 0,3-2 2 0,0-1 15 16,7-4 19-16,-5 2 30 0,7-4 6 0,6-5 4 16,4 2-2-16,-2-3-3 0,10-3-25 0,-10 2-16 15,12-2-24-15,0 0-4 0,0 0-9 0,9 11 6 16,-1-9 2-16,13 9-9 0,3 2 9 0,-4-2 0 15,10 0-5-15,-6-4-3 0,8 12-3 0,4-3-5 0,-7-3 0 16,-2 0-2-16,8 1 0 0,1 12-1 0,-7-10 0 16,-9-3 1-16,7 8 1 0,2 1 0 0,-2 1-1 15,-10-4 3-15,-2-6-2 0,3 3 0 0,2 3-3 16,-10-12-14-16,7 4-33 0,-5 0-33 0,0-4-49 16,5 4-153-16,-11-9-83 0,0 2-390 0,0-4-210 15,6 0 21-15,-12 0 248 0,12-19-1728 0</inkml:trace>
  <inkml:trace contextRef="#ctx0" brushRef="#br0" timeOffset="32985.94">16784 7688 2136 0,'0'0'1359'0,"0"0"-677"0,0 0 226 0,-2 0-181 16,-10-2-543-16,4 4-219 0,-2-2-62 0,-14 5 0 0,4 6-33 15,11-11 56-15,-14 16-2 0,4-3 60 0,2 4 24 16,0 1 85-16,2-5-2 0,-6 0 49 0,1 3 13 16,0 3 2-16,-2-4-2 0,2 1-19 0,-1-5-75 15,4 2-39-15,5 3-35 0,0-6-97 0,-3 4-38 16,10-6-68-16,-5 5-12 0,5-2-333 0,5-9-65 16,0-2-152-16,0 0 141 0,0 0-175 0,12-10-191 0</inkml:trace>
  <inkml:trace contextRef="#ctx0" brushRef="#br0" timeOffset="33211.33">16479 7688 1714 0,'0'-2'2405'15,"-10"-11"-1000"-15,10 13-548 0,0-4-67 0,0 8-473 0,0-4-214 16,0-4-27-16,0 8-34 0,0-4-25 16,0-4-19-16,0 8 2 0,7 11 0 0,1-4 1 0,-1-4 0 15,13 15 1-15,-3-6 5 0,7-1 1 0,0 2-2 16,-4 1-6-16,-3-2 2 0,7 3-7 0,0-12-4 15,-4 10-7-15,-5-8-14 0,14 5-104 0,-2-6-22 16,0 3-96-16,-10-6-1 0,10 5-252 0,-12-1-250 0,2-4-148 16,-8-1 159-16,6 2-244 0,-6-3 93 0,-1-3-78 15,11 0-93-15</inkml:trace>
  <inkml:trace contextRef="#ctx0" brushRef="#br0" timeOffset="33650.17">17810 7016 116 0,'3'0'992'0,"6"-2"-620"0,-4-2 151 0,-1 4 12 15,7 0-29-15,-11 0-236 0,0 0 75 0,0 0-159 16,12-4 25-16,-9 1-46 0,-3 3 153 0,0 0-41 16,0 0 52-16,0 0-59 0,0 0 67 0,-3-2 31 0,-5-4-109 15,-1 6-88-15,-1 2 35 0,-19 7-23 0,9-5-71 16,-4 2 7-16,4-1-35 0,-4 4 35 0,-5-2 0 15,2 1-9-15,12-3-46 0,-2 3 2 0,8-5-18 16,-9 5-3-16,6-5-24 0,10-1 4 0,-8 2-6 16,2-2-2-16,8-2-8 0,0 0 4 0,0 0 2 15,0 0-8-15,0 0-5 0,0 0-4 0,0 0-5 0,0 0-4 16,0 0 0-16,0 0-11 0,0 0 10 0,0 0 0 16,0 0 1-16,0 0-26 0,0 0-8 0,0 0-14 15,0 0-51-15,0 0-32 0,0 0-253 0,0 0-135 16,0 0-229-16,0 0-11 0,0 0-334 0,0-6 49 15,0-1-386-15,-4 3 121 0</inkml:trace>
  <inkml:trace contextRef="#ctx0" brushRef="#br0" timeOffset="34239.6">17351 7498 1105 0,'0'0'852'0,"0"0"-345"0,-7 4 181 0,2 2-8 0,8-6-151 15,-3 0-311-15,-3 0-46 0,6 0-60 0,-3 0-20 16,9 3-12-16,-4-1-10 0,-5-2 17 0,-2 0 34 16,4 0 54-16,-2 0-38 0,0 0 52 0,3-5 51 15,6-3-54-15,3 6-59 0,-4-3-4 0,16-6-57 16,-3 0-10-16,-3 0-34 0,2-2 13 0,-2-2-2 16,6-1 1-16,-4-6 16 0,13-4 33 0,-13 0-12 0,7-1-1 15,-13 6-18-15,13-8 25 0,2-11 12 0,-2 11-45 16,-10-3-6-16,-2 6-1 0,0-3 13 0,3-11-5 15,-7 19-12-15,-4 3-2 0,-5 2 10 0,1-6 42 16,0 9 1-16,1 5-20 0,-8-3 26 0,4 9-5 16,-6-9 6-16,6 8-43 0,0 6-26 0,-12-6-10 15,0 3-7-15,4 9-5 0,-1-2-2 0,-11 10 5 16,8 1-3-16,0 3 1 0,-3 6 1 0,3 4 1 16,-2 1-2-16,-1 10-3 0,0-10-2 0,3 11 4 0,0 1 0 15,4-1 0-15,-1-7-3 0,6 8 3 0,1-7 1 16,2-4-1-16,2-9 0 0,-2 14 0 0,3-7 0 15,2 1 2-15,2-11-1 0,2 11 4 0,2-8 1 16,8-6 0-16,-9-5-2 0,14 3 1 0,-2-3 0 16,0-5-2-16,-7 1-3 0,4-9 1 0,1 0-1 0,9-3-1 15,-12-3 0-15,7-2-8 0,6-8-89 0,-6 3-79 16,2-5-119-16,-11 3-71 0,0-7-389 0,-3 0-302 16,-2-6-416-16,0 10 640 0,-8-9-523 0</inkml:trace>
  <inkml:trace contextRef="#ctx0" brushRef="#br0" timeOffset="34573.71">17842 6490 1782 0,'-5'-5'1065'0,"-5"-4"-557"0,2 5 166 0,-1 0-232 16,-6 2-389-16,6 2-38 0,1 0-14 0,-13 2-10 15,6 6-5-15,10-5 9 0,-17 8-2 0,12-3-2 16,0-1 5-16,-2 6-2 0,7-4 2 0,-4-1 4 16,9 5 7-16,0-3-1 0,0-2-1 0,9 6-1 0,-4-6 7 15,-2-3 1-15,9 0 9 0,0 1 5 0,-3-6 21 16,9 0 17-16,-13 0 6 0,14-9 85 0,6 7-25 15,-13-1 5-15,0 1-10 0,0-2 83 0,3 0-21 16,-18 4-60-16,3 0-53 0,3 0-39 0,-6 0-94 16,6 0-234-16,-9 0-137 0,-15 13-378 0,-6-11-96 15,-5 7 12-15,-4-2-643 0</inkml:trace>
  <inkml:trace contextRef="#ctx0" brushRef="#br0" timeOffset="35822.36">12047 10178 111 0,'-9'10'1485'0,"6"-6"-316"0,-2 3-279 16,-4-1 21-16,11-6-154 0,-2 0-242 0,-2 0-162 15,4 0-74-15,-2 0-110 0,-2 5 96 0,-4 3 81 16,6-8-87-16,0 0-86 0,0 0 9 0,0 0-32 16,0 0-21-16,0 0-98 0,0 0-15 0,0 0-15 15,0 0-1-15,0 0 0 0,0 0 0 0,6-13 0 16,-1 7 0-16,7-10 0 0,5-2 0 0,2-3 0 0,-2-3 0 16,7 0 0-16,-9 6 0 0,8-11 0 0,-2 2 0 15,-4 0 0-15,-2 9 0 0,6-9 0 0,-3 3 0 16,-1-2 0-16,-5 13 0 0,-3-5 0 0,-1 1 0 15,4 1 0-15,-9 14 0 0,0-16 0 0,1 18 0 16,-2-13 0-16,-2 9 0 0,0 4 0 0,0 0 0 16,-17 4 0-16,13-2 0 0,-13 11 0 0,-3 5 0 0,-2 4 0 15,5 2 0-15,2-6 0 0,-6 11 0 0,-2 19 0 16,6-9 0-16,5-10 0 0,-3 14 0 0,1 10 0 16,2 0 0-16,5-19 0 0,2 6 0 0,2-6 0 15,6-2 0-15,2-8 0 0,4-3 0 0,6-6 0 16,2-6 0-16,2-4 0 0,10 3 0 0,-2-6 0 15,8-6 0-15,-9-2 0 0,9-8 0 0,4-1-3 0,-3-3-90 16,-7-4-142-16,-9 7-89 0,4-7-347 0,-9 2-307 16,-1-10-510-16,-4 14 585 0,-2-8-222 0,-2 0-806 15</inkml:trace>
  <inkml:trace contextRef="#ctx0" brushRef="#br0" timeOffset="36027.81">12274 9287 200 0,'-5'-6'3398'0,"-5"-5"-2367"0,4 6 180 0,-2 0 104 16,1-1-683-16,2 2-494 0,2 4 2 0,3-4-49 16,-9-3-56-16,9 7-47 0,0 0-23 0,0 0-14 0,0 0-28 15,-6 13-54-15,6-11-93 0,0 9-126 16,0-2-85-16,3 4-148 0,0-4-31 0,-1 0-435 0,8 9-33 15,4-1-233-15,-4-4-432 0</inkml:trace>
  <inkml:trace contextRef="#ctx0" brushRef="#br0" timeOffset="36420.76">13340 10056 108 0,'16'2'1830'16,"-13"-2"-1108"-16,5-4-79 0,-4 4-40 0,-4 0-277 15,8-9-197-15,-6 7-53 0,8-3 86 0,-8-1 53 16,5 4 77-16,4-3 75 0,-11 5-71 0,0 0 191 0,0 0 14 16,0-3-112-16,0 3-149 0,0 3 25 0,0-3-78 15,-18-9-2-15,13 9-138 0,-16 0-10 0,1 3-2 16,-13 5-9-16,9-5-18 0,-5-1 3 0,-7 6-8 16,1 1-2-16,3-7-1 0,-13 5 0 0,10-1 0 15,-1-1 0-15,11-2 0 0,-8 3 0 0,13-4-23 16,10-2-94-16,-7 0-82 0,17 0-270 0,-17 0-392 0,17 0-185 15,0-2-166-15,2-12 323 0,1 8-575 0</inkml:trace>
  <inkml:trace contextRef="#ctx0" brushRef="#br0" timeOffset="36621.23">13441 10199 256 0,'6'6'1050'15,"3"-4"-523"-15,-9-2-182 0,0 0 88 0,0 0-146 16,0 0-43-16,-7 5-21 0,2 6 57 0,-10-9 31 16,3 4-7-16,-12-1-51 0,2-3 123 0,-2 2-26 15,-6-2-70-15,6-2-112 0,-8 3 16 0,3-3-32 0,-7 0-42 16,9-3-111-16,10 1-88 0,11-2-246 16,-15-6-283-16,13-8-478 0,1 7 408 0,7-7-222 0,7-1-569 15</inkml:trace>
  <inkml:trace contextRef="#ctx0" brushRef="#br0" timeOffset="37173.75">15333 9419 290 0,'14'-9'2351'16,"-14"9"-1484"-16,-4-2-203 0,2-9 214 0,-6 6-252 0,-2-3-394 15,-14 3-138-15,10-3-46 0,-9 5-2 0,-1-1-16 16,-12 4 34-16,16 0 15 0,-12 2 77 0,-1 3 96 15,-5 1 75-15,9 1-65 0,-7 6 29 0,7-4-33 16,-3 4-60-16,8 0-90 0,-8 7-48 0,5 2-50 16,3 0-10-16,0-4 0 0,-5 19 0 0,2 0 0 15,7-6 0-15,5-4 0 0,-2 7 0 0,5 8 0 16,5-7 0-16,5-8 0 0,4-6 0 0,2 13 0 16,8-2 0-16,3-5 0 0,-4-12 0 0,13 7 0 0,5-4 0 15,12 1 0-15,-9-12 0 0,14 2 0 0,0-5 0 16,18-1 0-16,-18-3 0 0,10-3 0 0,2-1 0 15,-2-2-15-15,-9-2-133 0,0 0-441 0,-6-3-222 16,-7-2-327-16,-9 3 227 0,11-9-606 0,-16 1-966 16</inkml:trace>
  <inkml:trace contextRef="#ctx0" brushRef="#br0" timeOffset="37938.71">16959 9553 418 0,'0'0'1490'0,"12"-7"-420"0,-7 7-266 15,-7-8-53-15,2-1-320 0,-12 4-97 0,2 3-192 16,2-6-111-16,-13 5-21 0,1 1 3 0,-1 2 0 15,-6 0 30-15,4 5 19 0,-10-3 49 0,1 4 16 16,0 1 20-16,5 2-17 0,-5 4 58 0,-12 5 46 16,11 1-67-16,6-6-56 0,-5 9 23 0,-7 4-25 15,14-8-56-15,6-2-34 0,5 8-5 0,-1-3-3 0,7 3-11 16,4-3 9-16,8-8 5 0,-4-5 7 0,15 10-5 16,2 2-27-16,-5-13-4 0,-4-1-1 0,25 1-5 15,-1-1 17-15,-8-4-12 0,6-2-5 0,2-2 11 16,6-4-4-16,-6 1-14 0,19-6-79 0,-16 1-19 15,4-6 12-15,-7 5 28 0,4-4-29 0,1-9-23 16,-10 3 66-16,-6 2 48 0,4-7 7 0,-3-1 4 0,-8-10 4 16,-2 0-2-16,-6 8-1 0,0-11-8 0,-3 1-4 15,-3-9-3-15,-7-3 0 0,-1 1 2 0,-6 1 6 16,-1-8 16-16,0 18 11 0,-11-27 24 0,2 15 38 16,6 1 52-16,4 10 10 0,-8-12 59 0,2-10 73 15,-1 18-40-15,10 7-40 0,-10-3 37 0,6 3-38 16,-2-3-16-16,8 19-81 0,-3 3 6 0,9 7-21 0,0-7-34 15,3 16-19-15,0-4-11 0,0-5-7 16,0 11 0-16,12-3 0 0,-9 6 0 0,12 8 0 0,2-1 0 16,7 6 0-16,-4 0 0 0,7 8 0 0,-6 2 0 15,6 4 0-15,2 1 0 0,-9-4 0 0,4 10 0 16,-4 5 0-16,-8-16 0 0,15 25 0 0,-13-6 0 16,1-3 0-16,-6 3 0 0,9 5 0 0,-6-4 0 15,2 0 0-15,-4-11 0 0,4 24 0 0,4-12 0 16,-4 3 0-16,1-2 0 0,-6-8-1 0,11 10-30 0,-5-10-56 15,6-5-63-15,-6-13-41 0,10 8-316 0,-6-12-130 16,4-2-293-16,-9-8 90 0,-4-5-287 0,10 3 63 16,-4-10-1114-16</inkml:trace>
  <inkml:trace contextRef="#ctx0" brushRef="#br0" timeOffset="38654.79">17619 9035 358 0,'6'-18'1480'0,"-4"-1"-871"0,5 1 7 15,-4-2-57-15,-3 2-164 0,0 3-183 0,0 2-45 0,0-4-10 16,0-1 12-16,0 13-20 0,-3-6 105 0,3 9-85 16,-7-9-20-16,7 11-48 0,0 0 10 0,-5 0-8 15,-2-2-59-15,5 4-20 0,-8 14-2 0,8-3-1 16,-4 11-1-16,0-9-2 0,3 12 4 0,3-1 2 16,0 3 1-16,0-7-3 0,7 20 20 0,-5-8-8 15,1 6-5-15,2-8-6 0,5 4 10 0,-4 8-3 16,0 6-2-16,-1-3-17 0,2-12-4 0,5 4 1 0,-4 9-4 15,4-3-4-15,-3-19 4 0,6 6 6 0,2-5 3 16,0-7-1-16,1-3-2 0,0-7-2 0,2-4 0 16,2-4-9-16,-17-2-22 0,31-8-48 0,-19-2 0 15,6-3-31-15,-4 0 4 0,1-9-46 0,4-7-19 16,-4-6 20-16,-6 11 43 0,-2-10-37 0,3-2 25 16,-6-2 8-16,1-10-49 0,-2 17 57 0,-2-12-36 0,0 1 16 15,-4-11-12-15,1 18 58 0,1-9 6 0,-1 4 30 16,2 3 42-16,-2 0 63 0,1 6 50 0,1 3 59 15,-5 10 25-15,3 13-48 0,-1-14 130 0,-2 19-69 16,4-13-34-16,-4 13-80 0,0 0-12 0,3 2-3 16,6 9-15-16,-6 0-26 0,0 11 4 0,6-2 35 15,-3 4-11-15,-4 2 15 0,1-4-11 0,6 4 34 16,-6 16 3-16,6-7-28 0,-6-11-30 0,0 7 20 16,3 9-4-16,-6-8-35 0,6-5-16 0,-6 2-2 0,6-3-41 15,2 11-21-15,-5-15-8 0,4 4-98 0,-2-8-65 16,2 0-236-16,-2-7 45 0,0 0-323 0,5 4-249 15,-1-9 3-15,-1-1 295 0,7-5-1497 0</inkml:trace>
  <inkml:trace contextRef="#ctx0" brushRef="#br0" timeOffset="38911.1">18721 9220 1998 0,'8'-5'913'0,"-5"0"-61"0,-3 5-209 0,6-13 108 0,-6 13-416 16,-14-6-94-16,7 6-166 0,-13 0-17 0,11 0 9 16,-21 6 27-16,4 1 42 0,6 4 29 0,-4 0 27 15,4 4 9-15,5-4-49 0,-6 11 50 0,9-2-39 16,4 2-60-16,1-7-42 0,7 7-4 0,7-2-10 16,-2 7-8-16,2-8-19 0,3 1 4 0,2 2-3 15,10 7-15-15,-5-10-15 0,-8-4-4 0,11-1-20 16,2-1-171-16,0-5-188 0,5-3-80 0,2 0-488 0,-7-5-124 15,0-5-27-15,-7 5 294 0,-3-2-766 0</inkml:trace>
  <inkml:trace contextRef="#ctx0" brushRef="#br0" timeOffset="39339.96">18741 9906 409 0,'3'0'1692'0,"11"2"-827"0,-14-2-344 0,0 0 137 0,0 0-331 15,0 3-191-15,-8 5-66 0,-13-3-19 0,-2 0-3 16,-10 3 23-16,4-3 6 0,-15 1 82 0,-18 5 92 16,0-4-6-16,12-1-29 0,-27 1 138 0,-6 4 16 15,-34 2 80-15,34-2-208 0,-32 0 67 0,-11 0-48 16,-33 4-42-16,62-4-144 0,-27-1-11 0,6 0-28 15,-18 4-21-15,43-6-15 0,30-6 0 0,-10 7 0 16,-10-4 0-16,34-5 0 0,18 2 0 0,2-2 0 0,9 4 0 16,5-8 0-16,12 4 0 0,3 0-20 0,6-2-162 15,23-9-404-15,-12 6-7 0,17-1-467 0,3-1-153 16,11-2-1-16,-7 2-64 0</inkml:trace>
  <inkml:trace contextRef="#ctx0" brushRef="#br0" timeOffset="40054.08">17683 10694 186 0,'0'0'230'0,"12"5"-86"16,-9-2-65-16,9-3-46 0,-9 0-63 0,-3 0-35 0,0 0-3 16,0 0 43-16,0 0 118 0,0 0 206 0,0 0 256 15,0 0 141-15,0 0-135 0,-20-3 439 0,8 3-236 16,-15 0-130-16,10 0-274 0,-5 0-88 0,-12 5-111 15,-2 1-96-15,13-1-48 0,-13 3-1 0,4-3 0 16,-12 8 22-16,-7-2 48 0,22-3 13 0,-6 2 98 16,-1 4 30-16,9 0 33 0,-5 1 4 0,11-2-10 0,4 3-37 15,9 2-60-15,-2-1-77 0,-2 7-11 0,10-4-42 16,2 9-8-16,2-7-14 0,4 2-10 0,10 10-33 16,-6-7-8-16,5-12-14 0,4 6-51 0,10 0-64 15,-6-7 23-15,-2-8 44 0,8 1-18 0,3-5 9 16,7-2 31-16,-15-2 57 0,8-5 14 0,-2-4 4 15,6-5 7-15,-14-1 16 0,-4 2 0 0,3-9-2 0,-4 0 3 16,1-7 28-16,-9 4 42 0,3-8 37 0,-9-7-2 16,-3 3-3-16,-3-3 4 0,-9-4-4 0,0-4-18 15,-3-1-55-15,1 14-29 0,-13-23 16 0,10 10-1 16,-3-3 3-16,4 16 2 0,-4-14 17 0,-4-10 12 16,9 19-15-16,3 11-21 0,1-4 6 0,-4-4-5 15,3 4-20-15,6 8-7 0,3 14 0 0,3 5 0 16,-3-10 0-16,3 2 0 0,0 16 0 0,0 0 0 15,10-8 0-15,-8 8 0 0,6 0 0 0,4 2 0 0,0 7 0 16,6 1 0-16,-3 1 0 0,6 5 0 0,-4 2 0 16,5 6 0-16,-2 0 0 0,0 5 0 0,-2 3 0 15,2 5 0-15,2 3 0 0,-2-7 0 0,-3 11 0 16,4-2 0-16,-3 8 0 0,-1-8 0 0,10 8 0 0,-10 1 0 16,4-1 0-16,-6-10 0 0,14 20 0 15,-5-15 0-15,-1 3 0 0,-4-16 0 0,3 7 0 0,5-2 0 16,0-10-33-16,-10-14-27 0,10 3-55 0,2-3-134 15,-8-10-66-15,-3-3-17 0,-4-3-291 0,6-10-218 16,2-5-507-16,-13 4 537 0,-1-7-190 0,-1-6-133 16</inkml:trace>
  <inkml:trace contextRef="#ctx0" brushRef="#br0" timeOffset="40339.28">18166 10236 115 0,'0'-16'1975'16,"4"16"-1074"-16,-10-19 191 0,6 19-400 0,-6-7 18 16,-3-1-341-16,-3 0-87 0,7 2-146 0,-5 4 29 0,8 4-50 15,-10 1-47-15,9-3-4 0,-7 19 0 0,10-8 10 16,-2 7 2-16,2 1 22 0,2 10 44 0,2-3-10 16,-1 3 0-16,0-5-36 0,6 24 57 0,-1-8-43 15,4-1-47-15,3-10-25 0,2 15 6 0,13 0-16 16,-6-11-8-16,5 0-10 0,-5-9-3 0,17 13 1 15,-11-11-5-15,-4-8-14 0,-6-2-10 0,12 3-56 0,-5-6-108 16,-18-8-47-16,9 1 21 0,-6-4-146 0,5 3-231 16,7-5-21-16,-21 0 68 0,11 0-229 0,-2-11-120 15,-2 2-211-15,-2-10 512 0,-2 11-873 0</inkml:trace>
  <inkml:trace contextRef="#ctx0" brushRef="#br0" timeOffset="40467.94">18478 10501 1098 0,'-10'-11'1682'0,"3"5"-944"0,-8 2 293 0,3-1 8 15,-2-1-183-15,-6 3-519 0,10 3-4 0,-12-2-106 16,3 4-55-16,2-2-106 0,-3 3-15 0,10-3-37 16,-7 6-15-16,2 1-30 0,6-5-24 0,-3 7-118 15,-3-4-150-15,13-5-32 0,-8 3-658 0,5 0-77 16,-2-9-2-16,-7-2 25 0,11 0-350 0</inkml:trace>
  <inkml:trace contextRef="#ctx0" brushRef="#br0" timeOffset="42554.37">19039 7280 41 0,'6'0'547'0,"0"3"-84"0,8-3-44 16,-2-5 103-16,-4 3 35 0,2 2-265 0,-13 0 52 15,8-3-51-15,7-3-23 0,-12 6-41 0,0 0-29 16,10-2-62-16,-5-3-2 0,-5 5-58 0,0 2 53 0,12-8-27 15,-9 6-8-15,-3 0-23 0,0 0 9 0,0 0 27 16,14-4 50-16,-14 4-72 0,0 0 17 0,0 0-13 16,0 0 2-16,0 0-8 0,0 0 19 0,0 0-25 15,0 0-6-15,-2 0-1 0,-10 0-13 0,-3 4 30 16,-5 0-21-16,-1 1 21 0,1-3-4 0,-19 4 72 16,-2-3 61-16,6-1-29 0,8 0-53 0,-6 4 34 0,-2-3-32 15,-3-3-21-15,15 0-76 0,1 0-36 0,-2-3-26 16,-1 0-78-16,18 3-27 0,-7-7-132 0,14 7-112 15,-10-3-193-15,5-3-12 0,5 6-534 0,0 0-67 16,3-11 221-16,-3 9 251 0,2 0-882 0</inkml:trace>
  <inkml:trace contextRef="#ctx0" brushRef="#br0" timeOffset="42828.63">19236 7502 398 0,'0'0'1866'0,"0"0"-1274"0,0 0 219 0,0 0 3 15,-17 6-241-15,2-6-179 0,6 0-175 0,-18 3 23 16,-2-3-32-16,-10 2 94 0,16 2-111 0,-9-2 63 15,-1 1-51-15,-11-3 2 0,12 2-62 0,-4 0-8 0,7 2-59 16,-1-4-31-16,6-4-32 0,4 2-51 0,11 2-104 16,-6-2-198-16,10-1-14 0,-5 1-596 0,5-4-109 15,-4 1-66-15,9 5 307 0,0-17-490 0</inkml:trace>
  <inkml:trace contextRef="#ctx0" brushRef="#br0" timeOffset="44859.2">20091 6995 993 0,'0'-3'1645'16,"0"-10"-880"-16,0 13-184 0,-4-11 101 0,4 9-274 15,-3 2-155-15,3-2-158 0,-5-9 10 0,5 11-22 16,0 0-10-16,0 0-37 0,0 0-32 0,0 0-1 16,0 0-3-16,-3 11-3 0,-1-1 2 0,2 8-3 15,2 9 2-15,-3-3 11 0,0-6 4 0,1 12 11 16,-2 1 19-16,4 11 18 0,-3-16-22 0,0 14 15 15,-3 3-6-15,0 4-6 0,4 1-6 0,-8-2-15 0,2 0-4 16,2 5 3-16,0-19-8 0,-3 15 0 0,4 1 1 16,-2-8-6-16,7-6 0 0,-3-13-2 0,1 9-4 15,2-4 3-15,0-16-3 0,0 3-2 0,0-13 4 16,0 13-1-16,2-9 7 0,-4-8 0 0,4 2-8 0,1-11-10 16,4-3-14-16,-5 0 4 0,1-18-35 15,4 5-1-15,-2-8 0 0,-2 10 20 0,-3-8-8 0,0-15 0 16,2 3 2-16,-2 12 20 0,0-9-3 0,0 1 0 15,0-8 2-15,0 12 12 0,0-19 13 0,0 8 21 16,0 2 26-16,0 6 9 0,4 5-6 0,-1-16 40 16,2 8-26-16,2 2-5 0,-2 14-32 0,5-8-10 15,2-5-12-15,-4 13-14 0,4 8-4 0,0-1-6 16,8 7 0-16,-2-1 9 0,0 3 9 0,-1 2-3 0,1 3 1 16,0 0 9-16,-7 6-2 0,13-4 4 15,-12 6-10-15,8 0-4 0,-8 2 0 0,15 4-1 0,-1 2-6 16,-8 0 2-16,-9-6 1 0,14 9 3 0,-5 5 0 15,2 3 5-15,-8 1 2 0,-9-6 1 0,6 5 2 16,-3 5 4-16,-6-4 0 0,0 2 1 0,-3 2 0 16,-2 0-5-16,-7 5-3 0,2-11-5 0,-12 16-11 0,-2-10 0 15,0 0 0-15,4-6 0 0,-14 6 4 0,2-6 4 16,3 4 10-16,9-9 1 0,-7 0 5 0,1-4-2 16,4-2 7-16,7-5 38 0,1 4-13 0,2-3 13 15,4-1 2-15,10-2 17 0,-2 0-29 0,-2 0 6 16,4 0-28-16,-2 0-7 0,-2 11 14 0,7 0 3 15,19 7 6-15,-7-5-1 0,1 0-8 0,9 6 4 0,-1-3-12 16,1 6-10-16,-7-7 18 0,7 12 10 0,2-9-7 16,-2 3-9-16,-9-3-13 0,8 10 4 0,4-5-18 15,-7-4-37-15,-8-6-3 0,-1 7-33 0,1 0-46 16,0-2-104-16,-6-8-61 0,-6-1-76 0,-1-2-319 16,-2-7-256-16,0 0-251 0,0 0 434 0,0 0-1365 15</inkml:trace>
  <inkml:trace contextRef="#ctx0" brushRef="#br0" timeOffset="47186">21296 7078 634 0,'2'-6'978'0,"-2"6"-410"0,3-9 17 0,1 2-13 15,-4-1-112-15,0-6-229 0,0 7-87 0,-4-1 46 16,4-8 33-16,0 3-5 0,0 5-46 0,0-8 64 16,0 8 10-16,0-3 40 0,0-2-40 0,-3 8 42 0,3-4-17 15,0 7-30-15,-5-9-81 0,-4 4 48 0,3 1-85 16,-3 1-26-16,-8 0-22 0,7 5-37 0,-22-6 15 15,8 6-20-15,-5 6-4 0,5-3-14 0,-1-1 0 16,-5 3-6-16,0 3-4 0,12 1-1 0,-8 0 0 16,3 0 1-16,4 2-2 0,-3 4 1 0,3 4-1 15,-1 2-3-15,5 3-3 0,3-6 0 0,-2 19-2 16,2-2 5-16,4 2 0 0,4-11 0 0,4 12-5 0,4 4 5 16,4 0 7-16,-2-16 3 0,5 9 4 0,1-4-1 15,15 10 6-15,-6-15 4 0,-4-8-11 0,7 4 0 16,11-4-12-16,-3-5-7 0,-5-7 1 0,6-1-4 15,-1-5-23-15,12-3-103 0,-20 1-118 0,5-6-177 16,-2-1-305-16,-10-4-323 0,-2 6 203 0,-3-15-541 16,-7 7-906-16</inkml:trace>
  <inkml:trace contextRef="#ctx0" brushRef="#br0" timeOffset="47968.88">22422 6934 1592 0,'2'-5'867'0,"1"-6"-145"0,-3 4 3 16,-3-2-109-16,-6-6-369 0,-3 4-113 0,7 0-67 15,-19-4 4-15,6 4 51 0,4 2-26 0,-4 2 48 16,-6 5 49-16,-2-4-24 0,6 6-30 0,-7 0 33 16,0 8-44-16,-5 3 9 0,8-1-41 0,-5 4 5 15,-1 4-9-15,4 8-20 0,2-8-23 0,-11 15 24 16,8-9-21-16,3 7-8 0,10-7-19 0,-4 2-12 0,4 7-6 16,8-10-2-16,2-4-2 0,4 1-8 0,0 4 3 15,7-2 3-15,1-1 7 0,-4-16-7 0,7 8-2 16,-2-4 7-16,15 0 4 0,-4-5 5 0,1-4-3 15,2 0-3-15,-2-6 8 0,-1 1-3 0,22-8-1 16,-16 0-2-16,4-6-7 0,-9 5-2 0,5-10 2 16,10-7-4-16,-10-4-5 0,-8 15 1 0,-1-15-7 0,4-4 0 15,-6-9-4-15,-7 21 6 0,-4-12-5 0,-1-1 4 16,-6-2 5-16,-6-8 2 0,3 17 2 0,-6-6-2 16,-5-3 1-16,5 2-1 0,3 11 1 0,-11-21 2 15,5 15 26-15,-4 1 29 0,11 10-4 0,-4-10 40 16,-3-6 58-16,6 14-1 0,1 10-23 0,-1-8 25 15,3 0-28-15,2 0 7 0,2 19-72 0,-1-16 0 0,0 13-27 16,3-8-23-16,0 16-7 0,0-16 0 0,3 16 0 16,-3-2 0-16,0 4 0 0,0-2 0 0,0-2 0 15,3 4 0-15,9 6 0 0,-10 2 0 0,1-2 0 16,4 21 0-16,-5-5 0 0,4 5 0 0,-2 12 0 16,-2-5 0-16,4 9 0 0,-6-7 0 0,9 19 0 15,-3-4 0-15,-4-3 0 0,2-10 0 0,-1 26 0 16,2-2 0-16,-5-6 0 0,7-16 0 0,-4 17 0 15,9 14 0-15,-4-22 0 0,1-14-6 0,3 11-33 0,5-4-23 16,1 2-14-16,-4-17-39 0,1-5 1 0,6 2-72 16,-3-4-82-16,-6-15-214 0,5 4 106 0,-5-6-349 15,0-5-198-15,5-3-116 0,-14-2 273 0,9-27-444 16,0 14-496-16</inkml:trace>
  <inkml:trace contextRef="#ctx0" brushRef="#br0" timeOffset="49157.7">22698 6601 96 0,'0'0'138'0,"0"-3"-3"0,0 6 21 16,0-6 44-16,0 6-59 0,0-3-42 0,0 0 29 16,0-3-10-16,0 6-23 0,0-3-38 0,0-3 28 15,0 6 13-15,0-3 19 0,0 0-32 0,0 0 61 16,0 0-14-16,0-3 13 0,0 3-25 0,0 3 63 15,0-6 27-15,14 3-38 0,-14 0-43 0,0 0 61 0,0 0-4 16,10-5 35-16,-5 2-91 0,-5 3 73 0,0-2-10 16,12-4 6-16,-12 6 12 0,0 0-70 0,0 0 17 15,12-5-37-15,-9 5-20 0,-3 0-32 0,0-2 11 16,0 4-30-16,0-2-6 0,0 0-1 0,0-2 44 16,0 4 15-16,0-4-18 0,0 2-21 0,0 2 22 15,0-2-3-15,0 0-27 0,0-6-24 0,-3-1 25 16,3 5 3-16,0-2 42 0,3-3 42 0,-3 7 38 15,0 0 11-15,0 0-6 0,0 0 8 0,0 0-56 0,0 0-21 16,0 0-51-16,0 0-49 0,0 0-24 0,0 0-9 16,-6 0-6-16,-3 5 1 0,4 3-3 0,-2-1-9 15,4 10 26-15,-5-7 7 0,4-4-1 0,-1 9-4 16,0-4 0-16,1-4-1 0,1 2 2 0,3-7 0 16,-3 9-1-16,3-9 7 0,0-2 7 0,0 0 11 0,0 0 0 15,0 0 6-15,-2 11-10 0,4-9 4 0,-2-2-4 16,0 0-8-16,0 0-5 0,0 0-3 0,-2 0 2 15,4 0-2-15,-4 0 1 0,2 0-1 0,2 0-1 16,-2 0-1-16,0 0 1 0,0 0-1 0,0 0 1 16,-2 0-2-16,4 0-3 0,-2 0 1 0,-2 0-2 15,4 0-6-15,-2 0-2 0,0 0 3 0,0 0-3 0,0 0 4 16,-2 0 1-16,2 0 4 0,2 0 5 0,-4 0 2 16,4 0-1-16,-2 0 1 0,0 0 1 15,0 0 7-15,0 0-2 0,-2 0 1 0,2 0-3 0,2 0 3 16,-4 0-1-16,4 0-6 0,-2 0-1 0,0 0-1 15,0 0 1-15,0 0-4 0,0 0-6 0,-2 0-16 16,4 0-17-16,1-9-38 0,-3 5 23 0,0 4-29 16,3-5-4-16,1-3-27 0,-4 8 26 0,5-5-2 0,0-1 13 15,-5 6 12-15,0 0 4 0,0 0 8 0,7-13 30 16,-4 13 11-16,-3 0 4 0,0 0 7 0,0 0-3 16,0 0 5-16,0 0-4 0,0 4 2 0,5 5 2 15,-5-9-1-15,-5 17-4 0,-1-10 5 0,2 2 1 16,-1 6 4-16,2-2 0 0,3 1-2 0,0 10 3 15,3 0 3-15,0-6-1 0,-1-2-2 0,-2 11-1 0,4-4-2 16,2-2-1-16,-1-2-4 0,4-1-15 0,3 6-14 16,-4-8-11-16,-1-8-3 0,5 2-5 0,-4-2-26 15,7 3-11-15,6-2 21 0,-16-7 9 0,10 0-15 16,4-2-2-16,-2 0 10 0,-5 0 25 0,6-8-21 16,2-2 0-16,-8 7 12 0,0-8 15 0,14-9-19 15,-6 6 11-15,-1-1 8 0,-4 2 18 0,2-9 0 16,3-4 7-16,-1 4 10 0,-9 4-1 0,9-8 3 15,-4-1 0-15,5-10-1 0,-8 11-3 0,-3 4 0 0,3-9-2 16,-4-2 4-16,-1-4 1 0,-2 8 0 0,0 1 4 16,-5-1 7-16,7-4 10 0,-4 13 0 0,-1-12 31 15,1 14 17-15,1-4 22 0,-4 9-12 0,0-3 32 16,3 3 30-16,-1 2-25 0,-2-2-42 0,0 13 6 0,3-11-21 16,-3 6-14-16,0 5-27 0,0 0-5 15,0 0-15-15,0 0-2 0,0 0-7 0,0 0 4 0,0 0-2 16,7 3 0-16,-2-1 6 0,-2 1 2 0,1 12 1 15,-4 0 0-15,2-6 0 0,-2 13 0 0,-2 2 0 16,-2 7-8-16,4-1 0 0,-3-10 1 0,-2 13-2 16,-2 0 0-16,-1 11-3 0,1-18 5 0,2 10 4 15,-4 1 3-15,1-2 4 0,4-4 8 0,-2 6 9 16,4-7-2-16,-1-1-1 0,3-13-3 0,3 8 2 16,2 0 2-16,-2-13-17 0,3 4 0 0,-3-10 1 0,12 11 1 15,-6-8-2-15,-4-6-6 0,5 7-22 0,2-9-84 16,-7 0-117-16,7 0-515 0,-4-3 117 0,4-10-276 15,-5 5 2-15,1-8-653 0</inkml:trace>
  <inkml:trace contextRef="#ctx0" brushRef="#br0" timeOffset="49506.77">23650 6799 1821 0,'0'3'1245'0,"0"-3"-581"0,0 0 221 16,0 0-22-16,-9-3-506 0,0 3-260 0,-6-2-52 15,7 4-30-15,-9-2 1 0,-7 5 22 0,17-1 4 0,-8 3 32 16,0 4 20-16,10-3 14 0,-4 8 13 0,-3-1 5 16,6 7-10-16,4-4-24 0,-1-5-36 0,-1 6 11 15,4-3 6-15,0 5-23 0,4-7-10 0,-1-7 11 16,2 12 20-16,4-3-16 0,-3-12-41 0,6 16-29 16,2-11-2-16,4 2-62 0,-9-5-45 0,3-4-174 0,8 3-210 15,-8-5-279-15,-2-2-212 0,-2-3 208 0,-2-1-482 16,0-1-679-16</inkml:trace>
  <inkml:trace contextRef="#ctx0" brushRef="#br0" timeOffset="50067.27">22663 6643 36 0,'0'3'633'0,"0"-3"-378"0,5 6 68 15,2-2 86-15,-7-4-134 0,0 0-122 0,8-2 5 16,-1 2-21-16,-7-2 14 0,8-4-56 0,-2 6 36 15,-6 0 16-15,-2 0 24 0,4 0 27 0,-2 0-73 0,-2 0 74 16,7 0 19-16,7 2 24 0,-12-2-46 0,0 0 169 16,0 0-57-16,0-2-29 0,8-1-103 0,-1 3 37 15,-5-13 7-15,1 5-93 0,4-6-72 0,-5-1 14 16,4-12 43-16,3 3 38 0,0 11-10 0,2-8 47 0,1-6 31 16,3-4 56-16,-6 18-128 0,-4-9 28 0,5 2-36 15,-8-4-59-15,1-3-9 0,1 12-54 0,-8 4 3 16,4-13-8-16,0 5-14 0,0 12-11 0,-3-9-21 15,1 8-72-15,-1 3-88 0,3 1-59 0,-4-5-191 16,4 9-148-16,-3 0-272 0,-9 0 93 0,4 4-273 16,-1 7-27-16,-18 5-454 0</inkml:trace>
  <inkml:trace contextRef="#ctx0" brushRef="#br0" timeOffset="50620.79">23282 7606 568 0,'11'-5'481'0,"-11"5"39"0,0 0-83 0,9-9 196 16,-6 9-45-16,-3 0 105 0,0 0-312 0,0 0 97 16,6-7-97-16,-3 5-39 0,-3 2-66 0,-3-13-26 0,-1 7-63 15,2-2-17-15,-13 0-31 0,10 3-47 0,-27-6 8 16,1 1 15-16,2 7 15 0,-6 1 22 0,-12-4 19 15,-3 3 9-15,-4 3 2 0,8 0-59 0,-32 3 30 16,-13 3-27-16,1-4-53 0,18 1-42 0,-28 1-2 16,-32 5-19-16,32 2-10 0,26-9 0 0,-18 9 0 15,-1 0 0-15,15 2 0 0,34-6 0 0,-12 4 0 0,12-3 0 16,6 5-1-16,20-8-23 0,13-5-81 0,-4 9-218 16,9-9-287-16,0 0-390 0,5-3 154 0,16-3-367 15,6 1 24-15,8-3-600 0</inkml:trace>
  <inkml:trace contextRef="#ctx0" brushRef="#br0" timeOffset="51287.01">22424 8225 585 0,'-24'3'990'16,"4"2"-275"-16,-4 0 71 0,-10 6 240 0,10-3-466 15,-6 3 63-15,1 2-157 0,2 3-77 0,-2 2-65 0,-1 1-67 16,4-1-74-16,-1 6-52 0,10-8-57 0,-10 10-9 16,6 4-38-16,6-1-33 0,7-8-5 0,-1 6-5 15,3 4-12-15,2-5-16 0,4-6 2 0,4 6-68 16,2-6-7-16,3 4-55 0,-4-10 53 0,-2-10-46 16,16 16 6-16,-5-18 29 0,4 0 66 0,8-6-31 0,-3-2 38 15,-4-4 16-15,3 2-2 0,-7-6 7 0,6-4-7 16,2-8 6-16,-1 2 7 0,-5 2 16 0,-2-15 4 15,9 4 12-15,-4-13 19 0,-6 20 0 0,8-16 18 16,-8-6 32-16,1-10 47 0,-6 15 34 0,-1-8 97 16,-5-4 24-16,-3 0 12 0,0 15-79 0,-3-18 107 15,-5 10-99-15,-1 6-76 0,0 13-84 0,-6-8 11 0,3 2 6 16,-3 12-9-16,5 1-4 0,6 12-20 0,-7-4 21 16,7 10-15-16,-1-5-20 0,5 9-22 0,0 0-2 15,0 0 0-15,0 0 0 0,0 0 0 0,0 0 0 16,0 0 0-16,2 3 0 0,5 5 0 0,1 3 0 15,4 9 0-15,3 2 0 0,-6-9 0 0,6 9 0 16,2-2 0-16,3 10 0 0,-5-12 0 0,3 8 0 16,0 1 0-16,-1 8 0 0,0 4 0 0,-5-10 0 0,3 6 0 15,4 4 0-15,-2 3 0 0,-2 4 0 0,2-2 0 16,-5 2 0-16,-3 1 0 0,-1-2 0 0,2 8 0 16,-8-8 0-16,-2 3 0 0,3-14 0 0,-3 19-19 15,3-16-48-15,3-1-51 0,-3-14-23 0,6 4-186 16,-1-12-100-16,-1-6-109 0,-2-6 4 0,7-2-388 15,-2-13-166-15,2-13-42 0,-2 4-10 0</inkml:trace>
  <inkml:trace contextRef="#ctx0" brushRef="#br0" timeOffset="51687.94">23075 7706 1466 0,'-5'-10'1811'0,"-10"-4"-879"15,9 10 16-15,-6-5-189 0,4 7-504 0,-4-5-12 16,0 3-108-16,9 2-13 0,-12 2-29 0,3 2 67 16,3 4-8-16,-6 10-4 0,13-8-42 0,-13 23 44 15,3 4 30-15,4-4-55 0,1-2-46 0,-2 12-3 16,4 16 5-16,5-6-43 0,0-12-15 0,2 14 6 0,1 0-5 16,6 11 2-16,3-14-11 0,-6-13-9 0,8 8 2 15,10 7-7-15,-6-17-1 0,-4-11 0 0,8 7 0 16,2-1-12-16,-2-12-13 0,-7-7-23 0,2 0-65 15,7-4-77-15,-2-3-129 0,-8-4 11 0,6-4-124 16,2-1-57-16,-2-3-10 0,-6-5 21 0,4 2 48 16,-4-7 114-16,-2 0 124 0,-2-1 68 0,-5-10 66 15,-2 3 109-15,1-7 48 0,-8 10-15 0,-4-16 121 16,-4 6 17-16,2 7 57 0,-4 0 78 0,-1 10-12 0,-2-3 131 16,-3 6-27-16,1 5-26 0,4 2-140 0,-11 4 90 15,3 0-186-15,-1 4-78 0,7 6-48 0,-5 2-31 16,0 3-30-16,0 2 0 0,10-6 0 0,2 10 0 15,-6 2 0-15,13-13 0 0,-5 5-4 0,4-2-80 16,1-4-196-16,3-1-388 0,-2 3 82 0,-1-9-492 16,-12 2-130-16,6-2 4 0,-6-2-385 0,3-4 202 0</inkml:trace>
  <inkml:trace contextRef="#ctx0" brushRef="#br0" timeOffset="52623.44">30335 14088 553 0,'33'24'849'0,"5"2"-376"0,-5 1 0 0,-8-6-130 0,14 14-38 16,-10-8-364-16,7 4-156 0,-6-5-74 0,11 7-156 15,11 6-145-15,-7-5 128 0,-10-10 62 0</inkml:trace>
  <inkml:trace contextRef="#ctx0" brushRef="#br0" timeOffset="53404.35">31012 13236 950 0,'7'4'1352'0,"-4"-4"-709"15,-3 0 1-15,-3 0-109 0,6 0-384 0,-3 0-82 16,-10 7-46-16,8-5 22 0,-10 4 3 0,0-1 22 15,-6 1 24-15,4 1-15 0,-1-4-14 0,-9 5 24 16,1-2 4-16,14-4-28 0,-18 6 23 0,10-8-7 16,-4 3 30-16,3-3 51 0,-8-3-22 0,20 3-34 0,-15-5 79 15,6 0 21-15,5-3 7 0,0-3-46 0,5 2 38 16,-7-4 22-16,5-5-62 0,7 13-72 0,-2-19-8 16,2 11-44-16,9-6-29 0,-6 6-11 0,6 0-1 15,11-3-1-15,-3 5-2 0,5 0 1 0,0 9 0 16,12 2-2-16,-5 0 3 0,0 2-2 0,-5 4 3 15,8 10 0-15,-5 2 0 0,2 4 1 0,-11-1-1 0,14 21 1 16,-14-5 0-16,0 3 0 0,-3-9 0 0,-3 20 0 16,-12-3-1-16,0 0 2 0,-4-15 6 0,-7 20 24 15,-4 6 15-15,-6-15 8 0,3-7-6 0,-14 25 36 16,-4-18-10-16,-2 2-7 0,6-15-28 0,-22 17 13 0,10-11-24 16,-2-6-11-16,14-7-10 0,-16 0-16 15,-2-2-29-15,6-9-43 0,-1-6-122 0,20-3-18 0,-31 1-322 16,8-5-168-16,-2-5-237 0,14-1 136 15,-13-7-277-15,-14-5-103 0,16-4-459 0</inkml:trace>
  <inkml:trace contextRef="#ctx0" brushRef="#br0" timeOffset="53569.92">29905 13718 879 0,'0'0'3533'0,"0"0"-2623"0,-2 0 602 16,-10 0-533-16,12 0-696 0,0 0-283 0,0 0-37 15,0 0 3-15,0 0 0 0,0 0 12 0,0 0 4 16,0 0-46-16,0 0-138 0,0 0-69 0,-10-8-265 16,8 8-566-16,2-2-37 0,-7-12 263 0,2 8-243 15,-1-3-532-15</inkml:trace>
  <inkml:trace contextRef="#ctx0" brushRef="#br0" timeOffset="53916.98">29710 13196 2024 0,'-9'-4'2935'0,"-2"-5"-1575"16,11 9-187-16,0 0-562 0,-4 0-609 16,-8-2-53-16,12 2 6 0,-5 6 1 0,0-1 14 0,-2 5 1 15,2 4 18-15,-2 6 2 0,4-3 5 0,-2 3-5 16,-2 7-35-16,2-6-18 0,2-5 3 0,-3 3-37 16,-6 1-37-16,4-9-22 0,-4 5 35 0,-3-3-34 15,10-7 15-15,-26 12-8 0,20-10 71 0,-3-3-3 0,-1-2 18 16,-16-3 33-16,6-3 21 0,6-8 5 15,-1-9 4-15,-1-2 1 0,-2-15 33 0,11 11 10 0,0-14 33 16,3-2 19-16,1-8 34 0,5 8-9 0,-1-4 37 16,8-4 24-16,-1-5-1 0,2-3-16 0,2 2-22 15,-4 0-17-15,2-2-28 0,-2 16-41 0,1-24-25 16,-2 21-33-16,1 8-1 0,0 13 0 0,1-8 0 16,-4 11 0-16,2 15 0 0,-2-9 0 0,0 15 0 15,0-22 0-15,0 22 0 0,-2 0-36 0,2 0-84 16,2 0-279-16,-4 0-84 0,2 6-211 0,-12 7 22 0,5-2-431 15,-1-4-75-15,-19 20-76 0,18-17-36 0</inkml:trace>
  <inkml:trace contextRef="#ctx0" brushRef="#br0" timeOffset="54534.34">29045 12535 707 0,'-3'-5'2475'0,"-3"-8"-1283"16,0 0 0-16,6 13-207 0,-3-8-716 0,-1 3-110 15,4 5-81-15,0 0-71 0,0 0-33 0,0 0-12 16,0 0 0-16,0 0-2 0,0 2 25 0,-2 11 13 0,-1 1 23 16,0 7-13-16,3 6 4 0,-2-9-6 15,-2 8 2-15,4 0-2 0,-6 3-4 0,6 6-21 0,-2 5 15 16,-2-6 1-16,4 6-7 0,-3-11 1 0,0 21-6 16,1-10 12-16,-1-3 2 0,-1-8 2 0,-4 10 2 15,1 9 8-15,2-8 6 0,0-11-3 0,-2 8 4 16,-5 5 4-16,4-10-5 0,4-10 1 0,-4 1 19 0,-4 1-1 15,7-9-11-15,-5-6 9 0,1 2 13 16,-6-1 4-16,3-5-12 0,2-2-19 0,-5-6-4 16,0-2 3-16,1-1-26 0,-20-12-16 0,20 8-2 0,-10-8-12 15,4-2 6-15,2 0 9 0,-3-2 1 0,1 1 8 16,3 0 17-16,2 2 21 0,0 6 10 0,6 0 39 16,-3 0-2-16,7 2 4 0,-5-2-21 0,10 13 28 15,0 0-32-15,-2-5-20 0,-1-1-30 0,3 6-8 16,0 0-7-16,3 11-9 0,-3-5 2 0,0 3 7 15,2 8-8-15,1-6-11 0,0 4-20 0,-3-4 3 0,4-1-29 16,-2 11-31-16,-2-5 17 0,0-10 22 0,0 14-35 16,-6-9-17-16,-2 2-24 0,-4 1 69 0,0-8-15 15,0-2 17-15,-11 1 18 0,4-5 37 0,-1-5 36 16,-1 1 14-16,-2-7 0 0,2 2 1 0,-16-9 78 16,7 5 48-16,-1-6 76 0,-1 1 17 0,3-4-2 0,2-2-1 15,5-2-28-15,-5 0-65 0,15-1-87 0,-12-23-39 16,16 10-26-16,1-7-1 0,2 7 0 0,1-31 0 15,4 10 0-15,7 5 0 0,-2 11 0 0,-1-10 0 16,1-16 0-16,1 18 0 0,-2 12 0 0,-2-8 0 16,-2-1 0-16,-2 10 0 0,2 10 0 0,0-12 0 15,-4 13 0-15,4 3 0 0,0 7 0 0,0 9 0 0,-3-9 0 16,3 19 0-16,0-13 0 0,0 8 0 0,0 7 0 16,0 9-30-16,3-4-65 0,-3 4-15 0,4 0-121 15,1 18-193-15,4-10-25 0,-9-4 18 0,6 3-256 16,-1 6-101-16,4 3-305 0,-3-14 392 0,-2-5-159 15,8 10 95-15,-4-7-482 0</inkml:trace>
  <inkml:trace contextRef="#ctx0" brushRef="#br0" timeOffset="54720.84">28529 12557 600 0,'6'5'929'15,"6"3"-265"-15,-16-8-117 0,8 0-146 0,4 11-30 16,-5-11-73-16,-3 0-13 0,0 0-93 0,4 5 87 15,-1 3 0-15,-3-8 75 0,0 0-182 0,0 0 2 0,8 10-31 16,-4-10-54-16,6 8-15 0,-6-6-31 16,4 1-22-16,4 0-5 0,3 2-2 0,-6-2-15 0,-1 0-84 15,7 0-152-15,-15-3-217 0,7 2-26 0,-2 3-439 16,-5-5-70-16,0 0 125 0,0 0 241 0,0 0-601 16</inkml:trace>
  <inkml:trace contextRef="#ctx0" brushRef="#br0" timeOffset="55323.22">27500 12425 1251 0,'-3'-11'1594'0,"-2"-8"-569"15,2 12 0-15,3-4-238 0,-4 11-516 0,4-16-128 16,0 16-118-16,0 0-44 0,0 0 2 0,0 0-6 16,-2 0-2-16,-1 3 4 0,-6 4 7 0,1 4 6 15,8-1 5-15,-7 14 3 0,7-8 2 0,-3 10 3 0,3 1 2 16,0-3-1-16,3 2 1 0,1-7-2 0,-1 13 1 16,2-1-1-16,4 1-2 0,-3-14-1 0,3 12 2 15,3-3-1-15,0 1 7 0,-1-1-1 0,1 2-1 16,-3-1-2-16,-1 0 0 0,-8-10-8 0,7 11-3 15,-10-21-6-15,3 16 2 0,-4-17 2 0,-7 17-1 16,-7-8 2-16,-9 6 9 0,10-12-1 0,-13 8 2 16,-2-2-1-16,-6 1 1 0,-6-4 0 0,8-2-1 0,-2 2 18 15,0-3 59-15,-4 3 69 0,1-2 53 0,9 2 10 16,3-2 3-16,5-1 1 0,9-1-71 0,0 6 19 16,10-4-110-16,-2 10-42 0,7-15-6 0,0 27-7 15,10-11-40-15,2-4-25 0,2-1-17 0,9 3-81 16,8 9-82-16,-2-8-11 0,-6-7 40 0,1 5-46 15,2 7-36-15,-8-8 123 0,-6 0 29 0,-7-3 63 16,-1 3 19-16,-4 3 42 0,-12-3 11 0,0-9 39 0,-12 4 76 16,-11-6 66-16,-18 6 146 0,17-9-99 0,-20 1 100 15,-6-1 49-15,-18-4 30 0,22 0-139 0,-6-4-31 16,-7 1-65-16,-14-8-9 0,37 1-88 0,-14-6-28 16,12-3-32-16,6-4-3 0,2-7 0 0,5 1 0 15,6-6 0-15,6-1 0 0,6 6 0 0,8-7 0 0,-1-2 0 16,8-1 0-16,8-7 0 0,-1 17 0 0,9-9 0 15,3 5 0-15,5-3-5 0,-3 10-51 0,5 1-160 16,-2 7-141-16,4 6-165 0,-7 2-240 0,2 1-286 16,-11 10-145-16,13 0 68 0,-13 3 395 0,4-1-1038 15</inkml:trace>
  <inkml:trace contextRef="#ctx0" brushRef="#br0" timeOffset="55522.68">26342 13800 566 0,'4'22'2264'0,"-4"-12"-1685"0,3 0 214 16,-3 9-87-16,0-16-458 0,3 7-165 0,-1-2 8 15,5 2-24-15,5-4-21 0,3-3 17 0,-1-3-19 0,6-6 16 16,2 3-3-16,-2-1-1 0,-3 1-15 0,4-8 6 16,9 3-29-16,-10 1-12 0,-6 1-11 0,5-7-14 15,-2 2-31-15,-9 0-124 0,7-2-47 0,-15 0-241 16,0 3-206-16,0-14-160 0,-8 5-16 0,-7 1 46 15,3-1-66-15</inkml:trace>
  <inkml:trace contextRef="#ctx0" brushRef="#br0" timeOffset="55687.24">25603 13220 663 0,'-29'-7'2649'16,"17"4"-1666"-16,-8-5-7 0,10 2-559 0,-2 2-376 15,10 4-213-15,-13-5-139 0,18 7 36 0,-3-2 19 16,0 0-156-16,14 5-52 0,1-3-141 0,-3-2 211 0,5-7-198 16,5-4-6-16,-2 1 82 0,-8-4-136 0</inkml:trace>
  <inkml:trace contextRef="#ctx0" brushRef="#br0" timeOffset="55788.97">25639 13056 1416 0,'-12'-23'1070'0,"0"6"-403"0,-3-3 298 16,-9-12 203-16,10 8-605 0,2 8-215 0,-6 0 19 15,9 6-52-15,-2-1-185 0,2 4-58 0,9 7-59 16,0 0-71-16,0 0-140 0,0 0-173 0,0 0 8 0,5-9-262 15,2 7-144-15,5-3-393 0,-1 1 452 0,-2 4-150 16,6 0-371-16</inkml:trace>
  <inkml:trace contextRef="#ctx0" brushRef="#br0" timeOffset="57488.43">10382 12998 452 0,'-2'-26'1856'0,"-1"13"-1306"15,-1-9 199-15,-1-2 181 0,5 4-477 0,-3 4-284 0,-1-5 40 16,1 1 41-16,-2-2 74 0,5 16-38 0,-7-12 89 16,2 2-11-16,5 8-22 0,-5-1-119 0,5 7 67 15,-7-9-107-15,7 11-62 0,0 0-77 0,0 0-26 16,0 0-15-16,0 0-3 0,-3 0 0 0,-6 13 0 15,6-2 0-15,-2 18 0 0,-4 1 0 0,6-4 0 16,-4 8 0-16,2 9 0 0,0 7 0 0,-2-3 0 0,-1 6 0 16,1 6 0-16,5-2 0 0,-1-13 0 0,0 32 0 15,-1-18 0-15,4-3 0 0,4-15 0 0,2 3 0 16,6 10 0-16,2-16 0 0,-6-17 0 0,11 4 0 16,-4-4 0-16,14-5 0 0,-14-10 0 0,9 1 0 15,-4-4-3-15,6-10-18 0,9-3-38 0,-11 2-15 16,8-13-48-16,1-4-72 0,0-7-46 0,5 0-27 0,-3-7 0 15,-3-3 20-15,-5-2 36 0,-3 11 71 0,8-22-7 16,-6 8 79-16,-2-7 27 0,-9 18 23 0,2-13 5 16,1-6 10-16,-6 1 7 0,-3 16 0 0,0-15 3 15,-3 12 3-15,-1-3 11 0,-5 0 15 0,7 5 47 16,-5 3 69-16,-4 10 53 0,4 7 47 0,-2 7 10 16,-2 2-3-16,2 9-19 0,0 2-51 0,0 0-93 0,0 0-2 15,0 0-73-15,2 9-11 0,-2 4-6 0,12 17 2 16,-6-1-9-16,6 6 3 0,-3-4 1 0,3 11 11 15,-4 11-1-15,1 6-3 0,-6-20-3 16,0 17 6-16,-1-4 0 0,-2 18-3 0,-2-28-13 0,2 8-5 16,-3-2-7-16,0 5-21 0,1-6-30 0,2-17-32 15,0 6-92-15,0-1-64 0,2-6-50 0,1-8 29 0,0 6-304 16,-1-14-105-16,2 2-167 0,-1-11 127 0,-3-4-205 16,8-4 52-16,1-3-1169 0</inkml:trace>
  <inkml:trace contextRef="#ctx0" brushRef="#br0" timeOffset="57884.39">11628 13403 2073 0,'0'0'1029'0,"0"-16"-259"16,-5 11 3-16,-4-1-312 0,-6-1-356 0,3 4-55 15,0 0 13-15,-13 3 25 0,3 0 25 0,5 3 21 0,8 0 7 16,-9 4 17-16,1-1 11 0,10-1-12 0,-13 22 157 15,11-12-45-15,4 7 0 0,-2-4-72 0,4 6 62 16,3 8 27-16,3-1-141 0,4-15-78 0,-2 8-12 16,7 8-18-16,0-8-28 0,-3-6-9 0,6 4 0 15,2-2 0-15,7 2 0 0,-13-6 0 0,13-1 0 16,0-2 0-16,8-2 0 0,-12-2 0 0,1-7-1 0,9 3-41 16,-1-5-124-16,12-3-291 0,-14-1 2 0,5-2-442 15,-3-4-261-15,5-3-51 0,-17 4 336 0,10-4-1561 16</inkml:trace>
  <inkml:trace contextRef="#ctx0" brushRef="#br0" timeOffset="58328.19">13142 13596 342 0,'10'-2'1438'16,"2"-1"-712"-16,5 1 25 0,-8-2-274 0,-6 2-12 15,2 2-225-15,7-3-106 0,-14 3-3 0,4 0 21 16,2-8-10-16,-1 6 2 0,-3 2-40 0,-9-8 77 16,-3 2-27-16,-6 4-3 0,4 0 18 0,-4-4-34 15,-11 6 160-15,2 6-37 0,-6-4 4 0,8 0-89 0,-23 7 100 16,10-2-45-16,-3-1-28 0,8-1-100 0,-11 6 19 15,-10-3 3-15,20-1-41 0,7-1-46 0,-8 1-26 16,2-1-17-16,15-6-36 0,13 3-29 0,-10-3-106 16,15 2-153-16,-16-4-385 0,16 2 105 0,0 0-436 15,4-16-122-15,2 8 65 0,6-10-6 0</inkml:trace>
  <inkml:trace contextRef="#ctx0" brushRef="#br0" timeOffset="58566.55">12876 13319 1616 0,'5'-13'2271'0,"-2"7"-1468"0,6-8 560 16,-9 14-617-16,0-2-423 0,3-9-187 0,-3 11 30 16,0 0 0-16,0 0-68 0,0 0-12 0,0 0-28 15,0 0 27-15,0 0-54 0,0 0-23 0,0 0-8 0,0 0 0 16,12 11 6-16,-10-3 27 0,4 0-7 0,3 11 9 16,3 7 9-16,-3-5-9 0,-3-2-9 0,-1 10 2 15,2-3-26-15,-2 11-2 0,4-13 0 0,-6 5 0 16,6 3 0-16,-1 4 0 0,2-12 0 0,-1 6 0 15,-1-1 0-15,1-2-12 0,3 4-117 0,-6-12-59 16,3 5-262-16,-4-6-168 0,5-13-311 0,4 12-272 0,-2-7 10 16,-6-5-292-16</inkml:trace>
  <inkml:trace contextRef="#ctx0" brushRef="#br0" timeOffset="59669.61">14292 13139 84 0,'6'-22'1456'0,"0"-2"-696"0,0 1-18 15,0 4 28-15,0-2-118 0,-4-2-207 0,1 10-206 16,1-4 39-16,-1 1-107 0,-3 9-22 0,2-4-52 16,-2 11 13-16,0 0-30 0,0-13-10 0,0 13-38 0,0 0-2 15,0 0-18-15,0 0-10 0,0 0-2 0,0 0-5 16,0 10 0-16,0 14 0 0,3-8 3 0,0 13 0 16,3 13-1-16,-3-2 6 0,0 2 7 0,-1-16 2 15,2 15 5-15,-1 8 4 0,-3-12-4 0,3-10-13 0,-3 12-7 16,0 2-8-16,0-5-4 0,0-3 2 0,0-2-7 15,0-5 3-15,0-2 12 0,0-13 4 0,2-3 0 16,-2 2 1-16,0-10 5 0,4 6 5 0,-4-1 34 16,3-3 48-16,-6-4-14 0,3 2-19 0,-9-11 19 15,6-2-5-15,-6-14-12 0,4-6-65 0,1 3-20 16,-2-15-24-16,4 3-24 0,-1-6-17 0,3 14 23 0,-4-35-37 16,8 14 34-16,-4-1 14 0,0 16 28 15,0-18 9-15,5-16 16 0,1 13 1 0,0 19 0 0,2-9 1 16,2 1 0-16,7-5-2 0,-5 26 2 0,5-3 0 15,2 3 0-15,1 2-1 0,-3 9 0 0,10-6-3 16,-3 11-4-16,-4 5 0 0,-5 3 3 0,11-1-3 16,-2 12 3-16,6 1 1 0,-9 4-1 0,-6-3 0 15,5 10-4-15,1 4 0 0,-6 7 3 0,-10-11 3 16,7 12 1-16,-6 3 6 0,-6-3 6 0,0-1-1 0,-6 11 4 16,-3-9-8-16,-3 6-3 0,-3-10-3 0,-5 10-3 15,-7 2 0-15,-2 1 0 0,5-14 3 0,-8 12 4 16,-4-6 3-16,1-1 2 0,-1-4 4 0,4-3 12 15,0-3 6-15,3-5 5 0,2-3 0 0,15-5 9 16,-2 0 13-16,4-2-3 0,2 1-9 0,8-7-10 16,12 13 42-16,-1-5 12 0,16 0 9 0,-13 0-16 0,20 3 26 15,10 0 7-15,-7-4-30 0,-4 1-44 0,11 3-1 16,0-4-40-16,12 4-26 0,-21-5 16 0,7 1 11 16,-1 6-17-16,-2-4 0 0,-3-1 2 0,-2 2 4 15,-7-2-6-15,-7 1-11 0,4 0-48 0,-3 2-66 16,-13-9-75-16,4 22-89 0,-9-15-187 0,4 2 4 15,-7-4-445-15,2-1-104 0,-16 1 153 0,7-7 269 0,-8 0-276 16</inkml:trace>
  <inkml:trace contextRef="#ctx0" brushRef="#br0" timeOffset="59999.72">15672 12829 2673 0,'5'-19'1306'0,"-5"12"-391"0,-3-6-249 16,-3 2-241-16,0-2-292 0,-15-1-65 0,1 6-44 16,0 3 2-16,-7-1-5 0,1 6-1 0,2 4-8 0,-11 3 6 15,11 1 16-15,0 8 53 0,7-5-11 0,-7 10 74 16,6 6 25-16,3 2 23 0,6-5-26 0,-2 13 60 15,-3 0-41-15,4 21 15 0,5-27-103 0,1 19 16 16,1-2-42-16,6 13-29 0,4-16-36 0,-2-10-9 16,7 4-2-16,3 1-1 0,12-1 0 0,-13-15 0 15,13 3 0-15,2-3 0 0,13 2 0 0,-16-10 0 0,12-3-18 16,-2-2-84-16,-2-3-215 0,5-3-221 0,-3-5-212 16,1-2-346-16,-3-7-116 0,-12 2 318 0,26-4-1234 15</inkml:trace>
  <inkml:trace contextRef="#ctx0" brushRef="#br0" timeOffset="60883.38">17118 12823 274 0,'20'-2'1190'15,"1"-1"-417"-15,-6-1-101 0,-3 0-187 0,0-1 26 16,-7 3-87-16,-5 2-83 0,5-11 13 0,-1 11-145 16,-4 0 47-16,-4-2-26 0,-4-7-22 0,8 9-43 15,-14-7-60-15,4 3-47 0,-4 2-37 0,2 0-23 0,-20-3-2 16,5 1-3-16,-2-1 4 0,5 5 4 0,-8 0 3 16,2 0 5-16,-16 0 7 0,19 0 7 0,-12 5 30 15,-2-1 38-15,9 3 22 0,3 1 29 0,-5 3 11 16,11-1 8-16,-1 3-12 0,4 0-15 0,2-2-57 15,0 8-13-15,1-1-37 0,2 1-14 0,3 4-13 16,7 4-13-16,-2 3-8 0,10-2-9 0,1-10 0 16,7 20-24-16,1-12-17 0,2-4-8 0,1-7 12 0,9 4-28 15,12-1-23-15,-11-9 17 0,-6-7 27 0,13 1-3 16,-2-6-3-16,8-3-5 0,-15 1 37 0,4-10-16 16,6-4 11-16,-1-4 9 0,-15 4 15 0,15-19 0 15,2-4 9-15,-8 3 4 0,-6-3 1 0,-5 9-4 16,0-9-11-16,-3-19-8 0,-7 19 8 0,-5 7 7 15,-5-15-4-15,2 6 8 0,-9-15 18 0,0 19 3 0,0-2 5 16,-5-8 9-16,2-1 16 0,0 18 8 16,-9-28 54-16,7 15-11 0,0 4 12 0,5 11-12 0,0-9 27 15,-6-5 10-15,9 7-40 0,4 14-28 0,-2-2 36 16,-1-3 31-16,5 11-25 0,-1 10-1 0,2-8-26 16,2 16 21-16,-8-13 4 0,8 13-57 0,0 0-21 15,2 7-16-15,4 2-10 0,6 15 24 0,0-6-17 0,2 8 7 16,1 4-18-16,0 6 2 0,-1-6 6 0,1 10-9 15,0-1-16-15,-1 3 1 0,1 0 13 0,0 1 17 16,2 4 1-16,4 4 6 0,-9-12 4 0,11 22 2 16,-2-8-6-16,-3 0-1 0,-9-10-4 0,6 6 0 15,2 15-7-15,-2-11-1 0,-1-3-2 0,-2-13-8 16,3 9-71-16,9 1-68 0,-7-10-12 0,-2-15 16 0,0 4-86 16,6-4-42-16,-4-7-111 0,-9-12-23 0,11 5-236 15,-4-12-213-15,-10 0-14 0,5-5 244 0,-5 0-833 16</inkml:trace>
  <inkml:trace contextRef="#ctx0" brushRef="#br0" timeOffset="61467.72">17625 12289 206 0,'9'-18'1673'0,"-6"10"-1213"16,-1-3 153-16,4 4-15 0,-2 7-166 0,-4 0-299 15,0 0-115-15,0 0-15 0,0 0-8 0,-4 0 4 16,-7 7 1-16,4 6 0 0,5-4 10 0,-1 9 4 0,-4 3 18 16,5 3 48-16,2 0 23 0,0-3-11 0,0 9 69 15,0 3-1-15,0-4-5 0,2-3-31 0,2 7-4 16,2-2-23-16,-1 6-3 0,4-2-37 0,-3-13-20 16,0 4-5-16,6 8-15 0,-4-13-7 0,2-8-7 15,-1 5-1-15,-1-7 0 0,9 11 1 0,-10-20-2 0,5 7 0 16,-1-2 4-16,1-7-2 0,-3 0-3 0,6-5 0 15,-6-3-3-15,8-3 0 0,-9 1-3 0,16-20-13 16,-9 10 3-16,-3-7 1 0,-7 8 1 0,10-14-11 16,-6 0 6-16,6 2 4 0,-6 1 4 0,-3 7 5 15,3-20 9-15,-1 9 15 0,-4 4 56 0,-1 10 9 16,-1-12 81-16,-2 8-13 0,0 8 11 0,0 14-34 16,3-9 39-16,-3 6-19 0,4-3-77 0,-4 8-23 0,0 0 9 15,0 2-10-15,3 11-12 0,-3 0-13 0,2 11-8 16,1-2 18-16,0 7 0 0,1-5 2 0,4 7 18 15,-6 1 12-15,5 10 16 0,-4-20-24 0,-1 9 28 16,5 4-5-16,-2-4-16 0,1 4-7 0,3-13-34 16,0 4-20-16,3 0-19 0,3 1-89 0,-7-14-64 15,9 3-156-15,-5-3-215 0,1-5-327 0,-1-1 80 0,5-3-419 16,-2-4 61-16,-3 0-698 0</inkml:trace>
  <inkml:trace contextRef="#ctx0" brushRef="#br0" timeOffset="61849.68">18650 12671 1058 0,'3'-9'1540'0,"-3"9"-768"0,-9-8 0 16,1 3-70-16,-14 0-421 0,-2 5-202 0,7 0-65 15,-10 0 10-15,-2 3 12 0,2 2 32 0,10-3 1 16,-3 6 41-16,-1 1 13 0,1 4 37 0,8-6-55 0,5 4 58 15,-1 5-19-15,1 5 29 0,5-3-73 0,2 1 32 16,6-1-9-16,2 2-31 0,4-5-30 0,8 3-22 16,4-1-26-16,-2-1-22 0,0-3-25 0,12-2-59 15,-2-2-68-15,0 2-105 0,-3-3-174 0,-2-5-52 16,5-1-471-16,1 1-140 0,-25-3 170 0,11 0 223 16,-9-3-959-16</inkml:trace>
  <inkml:trace contextRef="#ctx0" brushRef="#br0" timeOffset="62299.48">18782 13326 927 0,'10'4'676'0,"-2"-2"-258"15,-11-2 158-15,6 0-40 0,-3 0-135 0,0 0-179 16,0 0-5-16,-5 5-129 0,-5 3-25 0,-7-5-32 15,-7 1 8-15,-11 7-4 0,2-5-8 0,1 1 7 0,-15 2 43 16,-9 2 32-16,-27 2 48 0,30-6-50 0,-26 6 74 16,-13 0 53-16,-10 1 67 0,-1-1 69 0,-4 0 47 15,-5 0 35-15,0-2-22 0,-20 2 35 0,61-7-238 16,-18 1-18-16,3-3-89 0,-2-4-77 0,42 0-41 16,-8 0-2-16,10-4 0 0,3 2 0 0,21 2 0 15,5 0 0-15,-1-2 0 0,14 2 0 0,2 0 0 0,0 0-18 16,2-3-106-16,20-10-141 0,-10 7-54 0,10 1-395 15,5 3-111-15,-3-4-288 0,-4 3 219 0,7 3-195 16,-9-2-1255-16</inkml:trace>
  <inkml:trace contextRef="#ctx0" brushRef="#br0" timeOffset="62934.78">17861 14054 310 0,'-10'8'570'0,"1"-2"-48"0,-11-2 69 0,8-4-111 15,-15 3 364-15,5 0-232 0,-2-3-91 0,6 3-140 16,-6-3 61-16,-14 0 72 0,8 0-177 0,6 2-126 16,-10 1 24-16,-5-1-3 0,-2 4-58 0,11-1-88 0,-2 1 10 15,3 3-2-15,-3 11 15 0,10-7-58 0,2 2 8 16,2 7-39-16,0 2-15 0,10-4-9 0,-1 9-1 16,2-1 8-16,5 3 8 0,2 9-3 0,2-16-8 15,8 7 8-15,-4-5-11 0,5 4 4 0,1-9-11 16,3 3 0-16,2-9 2 0,2-2 11 0,-2 1-7 15,0-8 9-15,-7-2-7 0,17-1 1 0,-22-3-5 16,22-10-14-16,-7 4-2 0,-2-7 12 0,-3 2 2 16,8-15-5-16,-2 3 3 0,-4-7 9 0,-2 6 18 0,0-10 15 15,6-14 28-15,-9 9 1 0,-4-7 1 0,-1 7-12 16,-2-27 31-16,-5 13-31 0,-3 2-10 0,1 14-28 16,-2-20-2-16,-7-12 5 0,-1 21-10 0,3 11-6 15,-9-13 2-15,-6-12-2 0,4 20 6 0,6 18-1 16,-5-7 10-16,4 7 17 0,1 0 22 0,8 17-20 0,-3-1 12 15,1-1-4-15,4 7 2 0,-1-5-27 0,5 7-6 16,0 0-6-16,0 0-4 0,9 13 0 0,-6-6 0 16,11 17 0-16,-2-6 0 0,8 19 0 0,-8-10 0 15,8 7 0-15,4 6 0 0,0 2 0 0,3 4 0 16,0-4 0-16,-5 3 0 0,2 2 0 0,-6-7 0 16,6 12 0-16,-7-4 0 0,0-2 0 0,-2-9 0 0,4 18 0 15,-2-10 0-15,0-2 0 0,-5-12 0 0,3 15-19 16,0-4-66-16,-6-9-48 0,-4-11-32 0,10 7-100 15,-3-5-122-15,-7-11 36 0,5-5-37 0,-5 0 79 16,-5-8-319-16,16-5-169 0,-11-13-68 0,-2 1 196 16,0-1-190-16,6-8-530 0</inkml:trace>
  <inkml:trace contextRef="#ctx0" brushRef="#br0" timeOffset="63190.1">18105 13657 337 0,'-3'-11'2776'0,"-4"1"-1672"0,7 7 1 0,-5-8-55 0,2 11-450 16,6 0-324-16,-3 0-91 0,-9 0-123 0,1 0-48 15,4 11 1-15,1 2-3 0,0 11 0 0,3 8 6 16,0 0-18-16,3 5 32 0,4 5 31 0,3 0 15 16,2 1 7-16,7 4 4 0,-1 1 13 0,-1-11-27 15,4 3-18-15,2 2-30 0,6 8-13 0,-14-23-11 16,12 5-3-16,-3-1-1 0,-7-2-5 0,0-2-6 0,7-8-54 15,-6-1-61-15,-4-5-145 0,5-5-30 16,1 1-198-16,-15-7-83 0,17 1-240 0,-20-3 146 16,13-9-561-16,0-4 330 0,-9 2 65 0,-3 4-221 0</inkml:trace>
  <inkml:trace contextRef="#ctx0" brushRef="#br0" timeOffset="63335.71">18349 14006 1673 0,'-15'-8'1065'16,"3"1"-77"-16,4-2-106 0,-16 5-165 0,22 1-401 0,-34-3-83 15,18 9-135-15,4-3-61 0,-10 3-33 0,-2 2-5 16,2 3-7-16,0-3-4 0,1 4-9 0,7-5 6 16,-4 5-13-16,11-7-43 0,-6 5-99 0,7-3-38 15,-1 1-277-15,12-5-417 0,-6 0 33 0,3 0 222 16,3-5-457-16</inkml:trace>
  <inkml:trace contextRef="#ctx0" brushRef="#br0" timeOffset="63815.42">20423 13136 1545 0,'0'0'898'0,"0"0"-86"16,7-3 47-16,-2 0 112 0,-5 3-677 0,0 0 32 15,0-2-114-15,0 4-39 0,0-4-73 0,0 4-60 16,-20 4 5-16,8-3 11 0,-12 2 30 0,7 1-3 16,-7 1 49-16,-3 1 15 0,5-3 45 0,-12 6 6 15,2-5 25-15,0-1-10 0,-4-3-45 0,9-2-56 0,-19-2 49 16,14 2-82-16,2-3-21 0,9-3-50 0,-8 1-8 15,17 3 0-15,-8-4-10 0,13 4-35 0,-8-7-77 16,1 4-208-16,14 5-115 0,0 0-191 0,0 0-2 16,0 0-395-16,0 0-389 0,6 0 399 0,9 0 46 15</inkml:trace>
  <inkml:trace contextRef="#ctx0" brushRef="#br0" timeOffset="64020.88">20318 13451 97 0,'0'5'1655'0,"0"-5"-966"0,-4 0 87 0,-4 10-305 16,-1-10-47-16,-14 3-308 0,-1-3-33 0,7 3-12 15,-10-3 71-15,-2 3 52 0,-1-1 36 0,-1-2 76 16,9 3 26-16,-8-1-3 0,4 2-36 0,4-2-76 0,0 0 20 16,0-2-97-16,14 3-75 0,-10-3-54 0,15 0-104 15,-12 0-92-15,15 0-195 0,-2 0-275 0,2 0-29 16,5-7-588-16,-1-4 311 0,19-5 56 0,-2 8 145 15</inkml:trace>
  <inkml:trace contextRef="#ctx0" brushRef="#br0" timeOffset="64383.91">21128 12964 761 0,'-10'-16'2656'15,"-4"-6"-1406"-15,-1 7-128 0,-5 4-78 0,-7 4-535 0,-7-2-318 16,-2-1-117-16,-3 5-26 0,7 2-20 0,-27 3-4 16,8 8-23-16,10-2-4 0,9 1 2 0,-12 14-2 15,5 3-1-15,10 5 3 0,9 4 31 0,5-7-5 16,-3 27 16-16,10-6-7 0,1 1 1 0,7-14-8 16,9 26 0-16,3-12-31 0,8-2 3 0,4-15 3 15,8 9 0-15,27 2 0 0,-3-7 1 0,-15-16 2 0,25 1-26 16,19 4-37-16,-17-11-8 0,-18-4-2 0,12-4-28 15,0-3-5-15,8-7-39 0,-28-3 67 0,4-3-18 16,-2-5 9-16,7-12 8 0,-16 6 20 0,-11 2 20 16,0-13 10-16,-7 0 17 0,-2-11 6 0,-8 18 22 15,-5-14 10-15,-8-10 1 0,-2-3 3 0,-4 20-15 16,-6-13 7-16,-9-2-20 0,-2 6-42 0,-4 0-86 16,-11 5-115-16,-3-5-182 0,-4 2-225 0,14 14-11 0,-34-15-593 15,-3 12 236-15,0 3 110 0,18 10 119 0</inkml:trace>
  <inkml:trace contextRef="#ctx0" brushRef="#br0" timeOffset="69031.48">29194 15572 102 0,'7'-13'718'16,"-2"2"-318"-16,2-11 158 0,-2 2 84 0,-2-4 86 0,1 6-358 15,-4-3 127-15,3 0 21 0,-3-5-19 0,-3 9-224 16,3 8 33-16,-7-8 56 0,-1 4 122 0,4 5-187 15,-4-2 76-15,8 10-36 0,-6-6-54 0,0-2-48 16,9 8-119-16,-3 0-59 0,0 0-45 0,0 0-14 16,0 0 0-16,-5 18 0 0,-2 6 0 0,4 3 0 15,-2 8 0-15,1 4 0 0,1 1 0 0,1 4 0 16,-1-9 0-16,-4 18 0 0,-1 10 0 0,2 6 0 0,-2-21 0 16,-2 18 0-16,1 19 0 0,4-24 0 0,-1-21 0 15,2 9 0-15,4-6 0 0,0 8-28 0,-2-25-49 16,2 5-203-16,0 2-225 0,-3-2-415 0,0-16 109 15,1 7-402-15,-10 0 27 0,2-4-753 0</inkml:trace>
  <inkml:trace contextRef="#ctx0" brushRef="#br0" timeOffset="69251.89">29260 16652 2370 0,'5'11'1100'0,"-1"0"-543"15,-4-11 153-15,0 18-464 0,-12-2-237 0,5-8-26 16,-15 8 7-16,4-6 7 0,-8 4 117 0,11-10 48 0,6 2-36 16,-3-1 51-16,-6 6 53 0,9-3-49 0,6-3-60 15,-9 4-32-15,4-2-10 0,2-1-3 0,-2 1-27 16,1-1 13-16,-2-4 6 0,-2 6-65 0,4-8-31 16,-5 3-126-16,-17-3-306 0,11 0-173 0,13 0-49 15,-28-6-288-15,3 1 42 0,-7-5-203 0,4 1-291 16</inkml:trace>
  <inkml:trace contextRef="#ctx0" brushRef="#br0" timeOffset="69567.05">28019 16372 614 0,'-5'-14'2449'0,"-2"-10"-1643"15,4 17 19-15,1-10-149 0,-1 4-459 0,0 6-123 16,3-4 7-16,0-2-9 0,0 11 16 0,3-4-12 15,2-2-37-15,5 0-1 0,-2 3-1 0,-2 3-2 16,9-2-8-16,0 4-23 0,-3-2-16 0,8 2-8 16,-6 2-5-16,10 4 4 0,-4-1 1 0,-5 1 3 15,4-1-6-15,3 6-5 0,0-4 4 0,-2 4 0 16,-6-1-11-16,-4-1 2 0,4 6 5 0,1 9-1 0,-10-8 6 16,-5 2 0-16,4-1 0 0,-1-4 9 0,-6 10-5 15,-1-4 3-15,-1-1 0 0,0 4 2 0,-5-9-2 16,-4 2 3-16,-4 1 1 0,-3-3 0 0,-2-2-1 15,-7 0 0-15,-5-3-1 0,-1 3-1 0,1-4-35 16,-1 2-135-16,-4-5-120 0,-1-1-193 0,14-6-39 16,-23 1-628-16,8-3 201 0,5-6-265 0</inkml:trace>
  <inkml:trace contextRef="#ctx0" brushRef="#br0" timeOffset="69721.63">27712 15785 1565 0,'0'-17'1906'16,"-2"1"-1008"-16,2 9-31 0,-3-1-281 0,0 8-615 16,1-3-151-16,-10-3-13 0,0 12-3 0,9-3 29 15,-12 5-38-15,0 2-59 0,9-2-153 0,-9 10 20 16,0 1-460-16,3-3 150 0,2 3 4 0,0-6-182 16</inkml:trace>
  <inkml:trace contextRef="#ctx0" brushRef="#br0" timeOffset="69901.14">26897 16231 864 0,'-15'-5'3784'0,"11"5"-2875"0,2-4 299 16,-6-5-252-16,8 9-850 0,0 0-427 0,0 0-9 15,0 0-194-15,0 0-51 0,0-11-10 0,2 9 133 16,-2 2-135-16,0 0-302 0,0 0 134 0,0 0 201 15,0 0-144-15,0 0-568 0</inkml:trace>
  <inkml:trace contextRef="#ctx0" brushRef="#br0" timeOffset="70321.03">27156 16468 53 0,'3'0'910'0,"6"0"-568"15,-9 0 71-15,0 0 50 0,0 0-73 0,0 0-250 16,0 0-36-16,0 0-20 0,0 0 23 0,3 9-4 15,-3-5 70-15,0 3 16 0,0 1 67 0,0 3-23 0,0-4-54 16,-6 7 70-16,2-1-15 0,-1-7-80 0,0 5-52 16,-2-4 14-16,-13 17-47 0,3-13-50 0,-2-4-12 15,-4 4 5-15,-13-1 2 0,-8-1 30 0,12-2 30 16,-16-5 72-16,-16 7 164 0,8-3 4 0,5-4-19 16,-17 1 149-16,-13-1 63 0,18-2-161 0,14-2-137 15,-4-1-12-15,-3-8-35 0,20 1-134 0,10-6-28 0,7 0 0 16,2-8 0-16,2 0 0 0,6 5 0 0,6-4 0 15,1-1 0-15,7 3 0 0,14 0 0 0,-9 2 0 16,12-12-76-16,2 9-219 0,-4 1-230 0,-5 5-8 16,9-5-736-16,-7 5 56 0,-5 5 9 0,-7 9 6 15</inkml:trace>
  <inkml:trace contextRef="#ctx0" brushRef="#br0" timeOffset="70472.62">25986 16543 677 0,'-15'6'2798'0,"3"-6"-1942"16,0 3 429-16,-5-3-112 0,5-3-615 0,7 3-426 15,-10 0-365-15,6-2-149 0,6 2-86 0,3 0-153 16,0 0 11-16,0 0-677 0,-3-9 308 0,3-1 90 0,12-8-678 16</inkml:trace>
  <inkml:trace contextRef="#ctx0" brushRef="#br0" timeOffset="70600.28">25978 16297 4370 0,'-9'-7'1105'16,"3"1"108"-16,2-1 56 0,2-2-1035 0,-1 2-234 0,3 7 0 16,0 3 0-16,0-6 0 0,0 6 0 0,-7-6 0 15,-1-3-2-15,8 9-66 0,0-3-276 0,0 0-133 16,0-3-360-16,0 6-631 0,0-6 255 0,-6-8 202 16,6 9-1609-16</inkml:trace>
  <inkml:trace contextRef="#ctx0" brushRef="#br0" timeOffset="75482.25">11334 16086 130 0,'0'0'477'15,"0"0"-108"-15,0 0 111 0,-3-8 238 0,0 3-295 16,3 5 91-16,0 0-49 0,0 0-35 0,0-11-10 16,3 9-195-16,-3 2-13 0,0 0-12 0,3-14 11 15,1 14-34-15,-8-2-4 0,4-9-11 0,0 11 8 16,0 0-49-16,0 0 90 0,-3-8-54 0,0 1 10 16,3 4-29-16,-9-5 10 0,-3 3-48 0,4 1-18 0,-13-3-45 15,-5 7-7-15,14 0-17 0,-27 0-5 0,25 5 6 16,-28-3 36-16,16 4-5 0,2-1 2 0,1 4-1 15,-1-2 0-15,0 4 4 0,1-3-15 0,2 3-7 16,1-6 1-16,5 8 5 0,-2-2 7 0,8-7-7 0,-9 12-9 16,9-2 1-16,-3 7-6 0,7-2-4 0,-2-1-12 15,2 4-8-15,5-2 0 0,0-1-1 0,5-1 2 16,4 6-6-16,3-6 0 0,-9-12 1 0,12 10 1 16,-3-5-3-16,-3-3 0 0,8 2 0 0,-5-4 1 15,-4 1-11-15,16 1-10 0,-12-5-21 0,15 3-19 16,-12-4-7-16,-1-2-18 0,13-6-3 0,-19 4-5 15,19-12-7-15,-3 7 7 0,-4-6 5 0,1-1 24 16,-9 6 21-16,8-11-21 0,4 6 26 0,-12-5 24 0,-4 5 13 16,4-5 4-16,-2-6 2 0,-8 5 4 0,1 3 5 15,0-8 7-15,-6-2 10 0,-2-1 17 0,1 6 7 16,-2-6 26-16,-6-6 22 0,0 3 7 0,-5-2 6 16,7 8-27-16,0-13 24 0,-9-10 10 0,4 10-21 15,3 7-6-15,4-9 44 0,-1-6 0 0,-6 6-15 16,10 10-39-16,-7-11 19 0,-5-3 3 0,5 12-56 0,0 7-31 15,0 0-1-15,-3-3-6 0,6 9-4 0,1 5 0 16,5 5 0-16,-6-10 0 0,6 7 0 0,3 9 0 16,0 2 0-16,0 0 0 0,0 0 0 0,0 0 0 15,0 0 0-15,0 0 0 0,0 0 0 0,0 0 0 16,3 9 0-16,-1 2 0 0,5-5 0 0,4 20 0 16,-5-10 0-16,6 6 0 0,0 9 0 0,3-2 0 0,-7-5 0 15,1 15 0-15,9 3 0 0,-6-2 0 0,0-10 0 16,2 17 0-16,1 9 0 0,0-9 0 0,-3-15 0 15,0 13 0-15,2 7 0 0,4-6 0 0,-4-6 0 16,1-3 0-16,5 11 0 0,-1-12 0 0,-2 1 0 16,-5-7 0-16,6-1 0 0,-1-9 0 0,-2 2 0 15,-6-9-13-15,15 6-41 0,-7-9-38 0,-9-7-78 16,4 5-90-16,3-6-293 0,-8-2-123 0,-5-5-261 0,10-6 72 16,-12 4-256-16,0-4-520 0</inkml:trace>
  <inkml:trace contextRef="#ctx0" brushRef="#br0" timeOffset="76187.35">11687 15388 143 0,'-3'-3'1906'16,"1"-10"-214"-16,2 13-646 0,-3-2-7 0,-9-7-230 15,12 9-545-15,-15-2-131 0,6 4-96 0,4 3-22 16,-5 3-12-16,5 1 1 0,-10 14 4 0,6-7 5 16,4 0 5-16,2 8 10 0,-4 7 30 0,5 2 0 0,2-11-13 15,0 16 36-15,5 10 33 0,2-11-18 0,-5-8-20 16,1 10 6-16,9 12 8 0,-7-17-29 0,5-10-35 15,-1 12 1-15,2-3-16 0,5-2-10 0,4-9-1 16,-8-7 1-16,17 7 1 0,-9-7 1 0,4-1 3 16,-7-6-1-16,10 3-2 0,-6-6-5 0,-3-1-15 15,-9 0-13-15,23-8-34 0,-12 0-16 0,1-1-27 16,-3-1 17-16,9-7-108 0,-7-1 35 0,4-1 18 0,-10-1 43 16,10-5-33-16,-6-3 57 0,-6-3 26 0,-4 7 43 15,4-17 11-15,-3 4 0 0,-4 2 2 0,2 5 16 16,-4-20 21-16,-1 9 6 0,-2 0 16 0,-2-3 17 15,-1 6 9-15,-1 0 6 0,-1-4-15 0,-1 5 22 16,2 9 9-16,2 5 22 0,-4 1-3 0,4 7 22 16,-2 2-70-16,1 9 19 0,6 0-17 0,-3 0-54 0,-3 0-20 15,6 0-9-15,-3 11-1 0,0 0 0 0,6 2 0 16,0 0 0-16,3 14 0 0,3 5 0 0,-4-11 0 16,1 11 0-16,3 5 0 0,0-3 0 0,3 14 0 15,-7-17 0-15,4 9 0 0,-3 3 0 0,3-1 0 16,-6-16 0-16,-1 16 0 0,2 1 0 0,-7-11-11 15,2-11-9-15,1 6-70 0,4 6-182 0,-5-11-74 0,1-9 23 16,0-2-279-16,1 0-220 0,4 4-505 16,-8-15 505-16,0 0-152 0,9 9 106 0,-6-9-245 0</inkml:trace>
  <inkml:trace contextRef="#ctx0" brushRef="#br0" timeOffset="76451.64">12598 15800 396 0,'3'-8'1717'15,"3"3"-1052"-15,-6 3 229 0,3-11 228 0,-3 13-419 16,0-4-380-16,-9-9-121 0,9 13-96 0,-24 0 50 16,18 0 11-16,-11 8 89 0,-4 3 75 0,6-4 13 0,0 10-125 15,1-1 33-15,2 5-34 0,6-5-136 0,0-1-58 16,0 9-11-16,1 3-12 0,5-6-1 0,3-3 0 15,-1 0 0-15,8 6 0 0,2-4 0 0,2-7 0 16,1-6 0-16,14 10-34 0,-9-12-92 0,7-1-192 16,-6-4-66-16,5 4-423 0,10-10-617 0,-9 1 211 15,-10 3 336-15,3-7-1556 0</inkml:trace>
  <inkml:trace contextRef="#ctx0" brushRef="#br0" timeOffset="77112.87">12796 16584 247 0,'8'-4'1083'0,"1"4"-465"0,-9 0 231 16,0 0-346-16,9 0 71 0,-6 4-183 0,-3-4-160 15,-12 0-98-15,3 2-61 0,-11 3-46 0,-4 1-6 16,6-1-3-16,-11 3 8 0,0-3 32 0,-3 0 25 0,2 1 3 16,-21-1 116-16,7-3-3 0,-12 4 52 0,15-1-18 15,-39 1 180-15,16 1-72 0,-16 2-6 0,0-1-10 16,-8 5-26-16,-10 0-73 0,5 1-64 0,-2-5-60 15,10 4-28-15,2-2-45 0,3 0-27 0,7 0-1 16,26-3 0-16,-3-1 0 0,8-1 0 0,-2-1 0 16,24 0 0-16,3-5 0 0,7 4 0 0,1-4 0 0,9 0 0 15,0 0 0-15,0 0-25 0,9 0-175 0,3 0-221 16,15-4-172-16,-7-1-301 0,4 0-282 0,6 2-37 16,-6-2-43-16,-4 0-1026 0</inkml:trace>
  <inkml:trace contextRef="#ctx0" brushRef="#br0" timeOffset="77862.86">12077 17375 1148 0,'-22'2'726'0,"-7"3"144"0,6-1-173 0,-6 3-33 16,5-1-318-16,-6 1-140 0,-11 6-145 0,9 4-1 0,8-7 19 15,-12 3 69-15,4 4 147 0,9-2 11 0,2 1 26 16,6-8-83-16,1 5 114 0,8-2-124 0,-3 12-57 15,4-6-97-15,1 3-15 0,4 4-29 0,4 9-10 16,-2-15-19-16,10 8-3 0,-4 0-7 0,10 7-5 16,-6-18-16-16,14 12-42 0,1-7-79 0,0-3-35 0,-7-4 57 15,13-6-86-15,-6-3 39 0,2-2-22 0,-12-4 104 16,7-6 23-16,2-3 11 0,-7-5 14 0,-2-3 10 16,-2 1 15-16,-1-6 6 0,1-5 12 0,-3 0 15 15,-3 3 14-15,-1-24 52 0,-5 10-13 0,-6-8 5 16,1 11 25-16,-4-21 105 0,-6 4-53 0,0 1-14 15,-2 16-34-15,-16-31 117 0,4 15-14 0,-1 0-46 0,3 14-46 16,-14-27 71-16,5 18-59 0,4 0-22 0,11 16-57 16,-11-18-11-16,8 15-39 0,3 9-4 0,6 8 0 15,-2-9 0-15,11 21 0 0,-2-9 0 0,5 12 0 16,0 6 0-16,2-10 0 0,-2-2 0 0,3 14 0 16,14 12 0-16,2-8 0 0,1 8 0 0,4 4 0 15,-7-5 0-15,18 20 0 0,-2-6 0 0,-13 2 0 16,2 0 0-16,7 10 0 0,-2-5 0 0,-4 5 0 0,3 0 0 15,1 4 0-15,0 1 0 0,-1-2 0 0,-8-14 0 16,11 22 0-16,0-5 0 0,-2-6 0 0,0 15 0 16,-3-26 0-16,2 12 0 0,0-1-2 0,0 0-44 15,-4-18-47-15,4 13-269 0,-11-13-113 0,0-6-402 16,-7-9 147-16,4 0-394 0,0-3-18 0,-10-6-122 16,8-8 591-16,-8 1-655 0</inkml:trace>
  <inkml:trace contextRef="#ctx0" brushRef="#br0" timeOffset="78166.09">12603 16866 117 0,'4'-20'2032'0,"-1"11"-955"0,-3-4 236 16,0 2-520-16,0 11 38 0,-3 0-357 0,-6-13-71 15,9 13-261-15,0 0-51 0,-17-5-26 0,5 10 23 16,9-1-19-16,-6 3 26 0,3 4 12 0,-6 15 31 0,6-10-61 16,3 10 14-16,0 4-20 0,3 12-11 0,0-13-29 15,3 8-7-15,4 5-22 0,-2 8-2 0,4-17 0 16,-1 9 0-16,7 0 0 0,2 0 0 0,5-1 0 16,-5-13 0-16,7 4 0 0,6 5 0 0,-4-13 0 15,-11-6 0-15,14 6-16 0,3-3-106 0,-5-5-102 16,-6-8-87-16,5 3-177 0,4-1-259 0,0-4-285 15,-16-4 211-15,-6-2-285 0,16 0 117 0,-12-2-430 16</inkml:trace>
  <inkml:trace contextRef="#ctx0" brushRef="#br0" timeOffset="78964.92">12816 17192 73 0,'6'0'1291'16,"-3"-3"-714"-16,6-7 345 0,-9 10-161 0,0 0-60 16,6-3-301-16,3-2-71 0,-9 5-179 0,-4 0-42 15,4 0 15-15,4 0 80 0,-8 0 124 0,8-3-41 16,1-5-53-16,-5 8 95 0,0 0 58 0,0 0-175 0,0 0-96 16,-14 0-11-16,2 0-12 0,4 2-56 0,-11-2-22 15,-1 4 4-15,-9 1 44 0,2 0 1 0,10 1-15 16,-13 4 14-16,-15 4 12 0,10-1-19 0,6-2-21 15,5-4-29-15,-15 4-5 0,7-3 0 0,8-3 0 16,9-3 0-16,-5 1 0 0,11 0 0 0,-6-3 0 16,15 0 0-16,-2 0-3 0,-10-3-53 0,12 0-101 15,0 3-75-15,0-20-326 0,0 7-197 0,2 2-273 16,5-11 132-16,5 9-265 0,3-9 21 0</inkml:trace>
  <inkml:trace contextRef="#ctx0" brushRef="#br0" timeOffset="80064.99">14646 16591 410 0,'14'3'301'0,"-11"-3"53"0,12 0 186 0,-13 0-93 16,-2 0-134-16,10 0 17 0,-5 0-161 0,-1 0 0 16,-4 0-109-16,-4 0-29 0,11 0-3 0,5-3 31 15,-12 3 2-15,0 0 66 0,0 0-9 0,-3 0 20 16,3 0-30-16,3 0 79 0,-6 0-42 0,6 0 16 0,-3 0-25 15,0 0 55-15,0 0 48 0,0 0 53 0,-3 0-28 16,3 0-76-16,3 0 34 0,-3 0-30 0,0 0 7 16,0-5-114-16,8-1-32 0,-8 4-27 0,9 2-14 15,1-2-13-15,-2-3-7 0,1 5-3 0,6-4-2 16,-6 2 3-16,6-1-7 0,-5 3 1 0,0-2-2 16,-5 2 9-16,10 0-4 0,-15-2-7 0,18 2 5 0,-15 0 6 15,2 0-1-15,7 0 0 0,-12 0 2 0,-2 0 7 16,2 0 5-16,2 0 5 0,-2 0-1 0,0 0 12 15,0 0 3-15,0 0 10 0,-2 0 25 0,4 0 25 16,-2 0-33-16,-17-6 17 0,12 8-6 0,-19-2-10 16,9 0-12-16,-14 4 13 0,5-4 6 0,0 2 41 15,6 0 1-15,-11 3 87 0,-1 1-25 0,1-3 18 16,8-1-37-16,-14 0 25 0,-6 2-17 0,5-4-70 0,13 2-28 16,-9-2 10-16,-4 0-41 0,12 0-22 0,16 0 0 15,-11 0 0-15,-1 3 0 0,18-1 0 0,-8-2 0 16,2 0 0-16,8 0 0 0,0 0 0 0,0 0-2 15,0 0-27-15,0 0-129 0,0 0-60 0,0 0-209 16,3-5 27-16,5 3-335 0,1-6-440 0,6 3-106 16,-6-1 480-16,6-5-265 0,-7 6-731 0</inkml:trace>
  <inkml:trace contextRef="#ctx0" brushRef="#br0" timeOffset="80402.07">14737 16324 520 0,'0'0'2163'0,"-3"-14"-1241"0,3 10-219 15,0-1 425-15,0-1-585 0,0 6-330 0,0-7-110 16,-3 1-73-16,3 6-17 0,0 0-19 0,0 0 0 16,0 0 0-16,0 0 5 0,0 0 26 0,0 15 35 15,0-11-2-15,6 14 34 0,0 3 18 0,-3 13 55 16,0-15-61-16,-1 10 16 0,-2 0-29 0,-2 1-5 16,-1 1-9-16,3 4-13 0,-3-2-13 0,-3 2-9 0,3-11-15 15,0 16-17-15,1-11-78 0,2-1-126 0,-3 2-208 16,3-9-73-16,0 5-654 0,3-13 25 0,-1 1 14 15,1-8 246-15,0-6-1232 0</inkml:trace>
  <inkml:trace contextRef="#ctx0" brushRef="#br0" timeOffset="80962.59">16157 16097 1458 0,'0'0'2084'15,"0"0"-1195"-15,0 0 283 0,0 0-472 0,0 0-291 16,0 0-236-16,0 0-55 0,0 0-70 0,0 0-38 0,0 0-17 15,0 0 4-15,0 0-11 0,15 0-10 0,-6-3 19 16,9-3 6-16,8-7 19 0,-3 2-12 0,4-2-3 16,-6-2 6-16,11-12 4 0,0 1-23 0,-5-3 10 15,-3 5 2-15,10-22 15 0,-7 13 4 0,-3-7 10 16,-4 14 13-16,1-11 40 0,6-5 42 0,-10 12-26 16,-7 9-17-16,2-5 48 0,-4 13 0 0,-6-4-28 0,2 12-52 15,2-8 5-15,-6 13 4 0,0 0-34 0,0 0-7 16,0 0-13-16,0 2-6 0,2 14-2 0,-4 3 0 15,-1 10 0-15,-6 8-7 0,1 0-17 0,-2 3-14 16,1-5-10-16,-8 20-88 0,5-18-64 0,0 5-148 16,6-16 46-16,-3 20-335 0,6-15-41 0,1-2-155 15,2-5 58-15,-3 5-239 0,3 3-133 0,0-16-747 16</inkml:trace>
  <inkml:trace contextRef="#ctx0" brushRef="#br0" timeOffset="81227.87">16982 16481 66 0,'-3'0'892'0,"-14"5"-63"0,-7 3 99 0,6-6-131 15,1 1-221-15,-7 2 56 0,-8-2-14 0,-4 2-80 16,9 0-173-16,-13-2 84 0,-8 2-42 0,-20 0 31 0,24-5-205 15,-27 6 15-15,-2-1-114 0,-24-3-97 16,38 2-33-16,-24 1-4 0,-2 1 0 0,14-2 0 0,10 1 0 16,13-1 0-16,-16-2 0 0,20 1 0 0,8-1 0 15,12 0 0-15,1 2 0 0,8-4-14 0,1 0-169 16,14 0-148-16,0 0-360 0,2 0-383 0,10 7-438 16,15-7 602-16,5 0-638 0</inkml:trace>
  <inkml:trace contextRef="#ctx0" brushRef="#br0" timeOffset="81897.09">16045 17036 190 0,'-3'3'3214'16,"6"-3"-2279"-16,2 11 115 0,-5-9 151 0,5 11-848 15,-10-2-348-15,5 13-108 0,0 2-33 0,0 1 27 0,0-1 28 16,5 8-7-16,-3 3 40 0,1 11 44 0,-3-6 15 16,3-7 0-16,-3 13 4 0,4-1 5 15,-2 11 5-15,1-20-14 0,0 8-4 0,-1-11-6 0,2 0 2 16,-1-17-6-16,-3 0-6 0,3-7 1 0,-1-3 6 15,-2-8 20-15,0 0 60 0,0 0 13 0,0 0 5 16,0 0 5-16,-2-2-3 0,-4-25-17 0,0 3-35 16,6 3-49-16,-3-8-25 0,3 0-18 0,0-10-22 0,0 1-6 15,0-1-11-15,0-4-16 0,3-4 7 0,-3-4 6 16,6 8 15-16,0-10-4 0,3 4 19 0,-4 1 37 16,7 13 26-16,3-9 9 0,9-9 12 0,-4 14 11 15,-5 6-3-15,9-4 21 0,8-3 3 0,-15 12-15 16,2 8-13-16,-2 2 8 0,6 0 5 0,-7 10-13 15,-8 6-17-15,9-1-5 0,-2 3-14 0,-6 0-4 0,0 5 1 16,-3 3-5-16,-4 2-8 0,5 9-3 16,-7 5 3-16,0-8 1 0,-3 8-6 0,-3 0 0 0,0-1 0 15,0-7 16-15,-6 5 14 0,-3-2 11 16,-2 5 16-16,9-14-10 0,-8 6 29 0,-2 0 12 0,-2 2-5 16,6-7-20-16,-1 8 10 0,-6-9 4 0,1 9 4 15,8-8-35-15,-6-2 4 0,12-3-1 0,-12 7-3 16,6-2-8-16,10-4 4 0,-8 4-3 0,10 5-5 15,4-5 9-15,-1-3 4 0,9 12 22 0,11 4 14 0,-2-8-14 16,-4-3-12-16,7 6 10 0,8 3 4 0,12-2 11 16,-17-6-6-16,8 5 19 0,3 1 27 0,1-1 16 15,-12-5-28-15,5 1 25 0,-6 1-11 0,4-1-23 16,-13-6-32-16,4 2 1 0,-1 2-11 0,-13-5-16 0,8-1-16 16,-10 2-15-16,0-4-35 0,-1 1-113 15,-1-2-96-15,-3-4 23 0,3 3-192 0,-3-3-214 0,-6-3-563 16,-3 3 358-16,9 0-227 0,-12-13 36 0,9 8-1060 15</inkml:trace>
  <inkml:trace contextRef="#ctx0" brushRef="#br0" timeOffset="82179.33">17186 17076 147 0,'-10'-6'2541'0,"-4"-1"-1013"16,-4 1-649-16,-6 6 275 0,2 0-257 0,-9 6-406 16,14-1-333-16,-6 3-51 0,-10 5-49 0,1 3-13 0,5 5-6 15,7-5-9-15,-1 4 9 0,-9 21 9 0,16-7-19 16,4-8-28-16,2 11-1 0,-1 14 0 0,9-9 0 16,0-12 0-16,15 9 0 0,2 1 0 0,4-14 0 15,-3-2 0-15,23 3 0 0,-9-7 0 0,7-1 0 16,-15-9 0-16,20 4 0 0,-3-6-12 0,0-2-93 15,-14-4-125-15,10-2-308 0,5-2-296 0,-9-7-187 16,-4 1-173-16,-9 1 295 0,2-2-209 0,-2-9-1039 0</inkml:trace>
  <inkml:trace contextRef="#ctx0" brushRef="#br0" timeOffset="83214.57">18051 15822 137 0,'12'-22'598'15,"-6"9"-334"-15,3-13 279 0,0 7-9 0,-1 1 33 16,2 4-188-16,2-7 281 0,-7 3-129 0,5-1-50 16,-5 9-145-16,-2 4 33 0,1-7-7 0,-2 2-121 0,-2 11-38 15,0 0-53-15,0-7-12 0,0 1-29 0,0 6-23 16,0 0-32-16,0 0 20 0,-6 0-51 0,-2 3-7 15,1 7-5-15,-4 16 16 0,2 1 5 0,-1 10 38 16,2 0 17-16,-1 16 43 0,-3-5-5 0,4 7 4 16,4-12-44-16,-1 31 48 0,2-22-64 0,3 2-15 15,0-14-19-15,5 26 16 0,5-22-20 0,2-2-6 16,8 12-11-16,-3-31-17 0,2 10-8 0,4-9-16 0,6 0-37 16,-10-15 15-16,3 0-33 0,5-7-31 0,2-2-75 15,-5-2-45-15,3-9-44 0,0 0-17 0,5-12-127 16,-15 6 171-16,10-11-51 0,-3-7 64 0,-2-2 99 15,2-3 25-15,-2-4 50 0,-8 2 57 0,6-9 31 16,-8 12 10-16,3-9 14 0,-10 0 29 0,2 1 23 16,-2-1 35-16,-5 0 23 0,0 3 42 0,0 6 10 0,-2-4 107 15,2 22-95-15,-3 0 118 0,3 3 8 0,-3 9-50 16,3 1-135-16,-4 8 39 0,8 0-39 0,-8 0-124 16,4 0-38-16,4 19-2 0,-1 3 0 0,-3 11 0 15,3-11 0-15,-1 13 0 0,-2 9 0 0,7 0 0 16,-4-9 0-16,-1 7 0 0,1 9 0 0,0-6 0 15,1-11 0-15,-2 9 0 0,4 12 0 0,0-13 0 0,0-2 0 16,0-8 0-16,-3 10 0 0,2-7 0 0,2-1 0 16,-2-10 0-16,5 6-11 0,-2-10-76 0,-2-4-200 15,-3-10-40-15,6 12-316 0,-1-8-549 0,-8-7-12 16,0-3 304-16,15-3-314 0</inkml:trace>
  <inkml:trace contextRef="#ctx0" brushRef="#br0" timeOffset="83510.75">19027 16268 2521 0,'-6'-4'1490'16,"0"1"-647"-16,6 3 288 0,-20 3-101 0,0-1-571 16,13-2-274-16,-13 5-82 0,8 6-26 0,-9 4 7 15,18-9-35-15,-9 21 14 0,15-6-10 0,1 2-13 16,4-4-10-16,4-8-12 0,9 12-3 0,2-6-15 0,10-4 0 16,-10-2 0-16,18-2 0 0,15 2-15 0,-12-5-91 15,-8-6-134-15,11 0-293 0,9-4-608 0,-18 0-72 16,-15-1 303-16,10-8-762 0</inkml:trace>
  <inkml:trace contextRef="#ctx0" brushRef="#br0" timeOffset="84006.43">20613 16042 653 0,'8'-6'1100'0,"6"3"-121"0,-14 1-58 15,0 2-172-15,12-9 128 0,-9 9 49 0,-3 0-351 16,-3-4-206-16,3-10 51 0,-2 12-80 0,-8-9-196 16,2 8-73-16,-1-2-27 0,-27-4-21 0,11 7-23 15,1 0 0-15,-8 2 0 0,-7 0 0 0,10 4 0 0,-1 0 0 16,9 1 0-16,-14 0 0 0,11 3-10 16,0-2-27-16,7-1-47 0,-10 3-159 0,22-8-141 15,-16 5-206-15,21-5-45 0,0 0-742 0,0 0 209 0,0 0 86 16,0 0-400-16</inkml:trace>
  <inkml:trace contextRef="#ctx0" brushRef="#br0" timeOffset="84389.41">20730 16184 2248 0,'0'0'1239'250,"0"0"100"-250,0-3-271 0,-24-2-345 0,16 5-385 0,-25-5-60 16,3 2-150-16,8 0 6 0,-2 3-38 0,-15 0 65 0,4 3-36 0,-1 0-2 0,2 0-11 0,0 1-57 0,2-1-34 0,3 0-18 0,2 5-10 0,3-6-90 0,7 4-156 0,5-1-242 0,0 1-120 0,1-1-106 0,7-3-475 0,4-4-1 0,4 4 117 0,4 9 77 0</inkml:trace>
  <inkml:trace contextRef="#ctx0" brushRef="#br0" timeOffset="84611.82">21635 15869 2932 0,'14'-18'1835'0,"-8"7"-622"0,-2-18 212 0,-4 14-949 0,-7-2-201 0,-5-1-244 0,-5-4-27 0,2 11-4 0,-9 2 0 0,-5 0 0 0,-16 1 0 0,19 3 0 0,-18 5 0 0,-3 3 0 0,-18 7 0 0,23-1 0 0,-10 6 0 0,-8 1 0 0,8 8 0 0,19-2 0 0,-8 9 0 0,6 6 0 0,-4 16 0 16,25-18 0-16,-1 17 0 0,3-1 0 0,9 9 0 0,6-28 0 15,6 10 0-15,11-5 0 0,10-2-2 0,6-12-18 16,-4-6-20-16,24 3-83 0,-3-9-11 0,0-5-20 16,-11-4 35-16,28 1-81 0,-18-3 64 15,2-3 37-15,-13-3 56 0,15-7 16 0,0-7 30 0,-14-2 38 16,-10 4 11-16,12-21 82 0,-11 6 19 0,-10-4 10 15,-11 8-43-15,2-10 65 0,-7-3-74 0,-4 2-31 16,-10 8-43-16,-8-21-19 0,-2 5-18 0,-10 1 0 16,-10-1 0-16,-4 2 0 0,-1 2-9 0,-6-2-38 0,-8 10-82 15,0 2-194-15,7 5-127 0,-2 5-172 0,-1 8-240 16,7 5-119-16,-7 3-314 0,8 6 240 0,-2 2-26 16,17 2-163-16</inkml:trace>
  <inkml:trace contextRef="#ctx0" brushRef="#br0" timeOffset="86345.21">7241 13273 1274 0,'0'-2'1827'16,"0"-11"-1140"-16,0 10 252 0,-3-8 117 0,3 9-695 16,0-4-227-16,0-7-2 0,0 13 23 0,0-3-22 15,-2-7 10-15,2 10 8 0,0 0-2 0,0 0 0 16,2-5-44-16,1-4 0 0,1 9 10 0,1-9-62 15,-2 9-18-15,1-6-9 0,4-1 5 0,7-2-7 0,-3 1-12 16,0 3-19-16,5-8-1 0,7 2-4 0,-1-2-1 16,-9 2 2-16,10-13-13 0,-2 11 14 0,-5-3 2 15,-5 3-4-15,3-9-4 0,-1 4 1 0,-8 8-5 16,8-6 14-16,-7 5-9 0,1 0 6 0,-1-2 9 16,-5 13 13-16,-2-2 6 0,6-9-6 0,-2 11-2 15,-8 0-11-15,4 0-14 0,0 8-20 0,-3-3-7 16,3 19 6-16,0-11 13 0,0 9-4 0,7 4 15 0,-5 8 26 15,1-10 2-15,0 6 5 0,3 1-9 0,-3-4 1 16,0-6 3-16,2 13 6 0,2-8-14 0,1-2-24 16,-4-5 0-16,1 2-43 0,2 16-215 0,-5-15-89 15,4-9-39-15,-4 5-437 0,-4-7-214 0,2 10-49 16,-6-5-243-16,6-14-340 0</inkml:trace>
  <inkml:trace contextRef="#ctx0" brushRef="#br0" timeOffset="86597.52">7913 13596 120 0,'3'0'2045'0,"6"11"-1371"0,-6-11 109 0,-3 0 102 0,0 0-232 16,0 0-483-16,-3 0-26 0,6 0 4 0,-6 0 153 16,3 0-42-16,3 0 121 0,0-9 17 0,3 5-39 15,-8 4-74-15,-5-11 26 0,7 11-133 0,-12-11-101 16,7 11-51-16,-10-2-23 0,-9-1-2 0,0 3 0 15,1-2 0-15,-9 2 0 0,-13 2 0 0,3 1 0 16,-4-1 0-16,11-2 0 0,-10 6 0 0,-14-1 0 0,18-3 0 16,9 2 0-16,-10-2 0 0,-4 1-21 15,14-1-148-15,13-2-169 0,-4 2-290 0,11 2-311 0,-5-4-226 16,10 2 103-16,7-2-283 0,-9-8-715 0</inkml:trace>
  <inkml:trace contextRef="#ctx0" brushRef="#br0" timeOffset="86938.6">8340 13938 724 0,'4'0'2897'0,"-8"0"-1927"15,8 0-135-15,-13 2-20 0,-1 3-724 0,-10-1-209 16,-1 1-14-16,4-1 37 0,-13 2-34 0,-11 2 44 16,-3 0 104-16,8 3 70 0,-16 0 104 0,-4 2 31 0,-17 2 94 15,10 1-16-15,-8 0 40 0,0 0-37 0,3-2-68 16,19-5-107-16,-34 4 54 0,27 1-118 0,3-4-57 15,14-4-9-15,-10 2 0 0,-4 0-2 0,18-3-43 16,11-2-52-16,0 0-199 0,13-1-163 0,-5-4-310 16,13 4-372-16,6-13-70 0,1-2 43 0,11-13-197 15</inkml:trace>
  <inkml:trace contextRef="#ctx0" brushRef="#br0" timeOffset="87817.25">7601 14845 177 0,'-3'0'2701'0,"3"0"-1288"0,0 0-433 0,6 0-150 16,3-2-586-16,-6 2-197 0,6 7-153 0,-4-1-17 15,5 1 30-15,-5 4-28 0,-2-5 60 0,6 10 22 16,0-1 16-16,-3 7 8 0,-1-2 22 0,2-1 6 15,-5-1 1-15,8 11 9 0,-8-1-6 0,4-5-11 16,0-4-4-16,-3 1 1 0,-3 4 4 0,3-11-4 16,-6 4 2-16,3-12 3 0,0 8 26 0,0-10 27 0,0 7 74 15,0-7-13-15,0-3 114 0,0-3 25 0,0 6 8 16,-7-14-12-16,-1-12-33 0,2 4-47 0,-2 1-68 16,5 1-79-16,-12-16-5 0,6 4-23 0,0-1-4 15,3 6 1-15,-3-18-1 0,1 0 5 0,1 0-1 16,5 12 0-16,-1-15 1 0,3-13 5 0,0 13-4 15,0 3 0-15,3 12-4 0,6-20 3 0,-1 10 1 16,7 9-3-16,-3 7-3 0,5-7 1 0,4 1-3 16,-3 14-2-16,-6 5-2 0,5 2-8 0,-8 9 3 0,11-6-5 15,-1 12 0-15,-11-1-7 0,16 10 2 0,-7-2 3 16,-5 7 8-16,1 0-4 0,1 2 2 0,-2 6 11 16,-1-1 7-16,-2 2-5 0,1 3-1 0,-8-3 1 15,1-8 0-15,-6 13 0 0,1-4-4 0,-5-1-2 16,2 0 2-16,-5-1-4 0,-4 0-1 0,-1 1 7 15,-3-5 0-15,6-6 1 0,-14 6 2 0,6-6 2 0,-7-5 5 16,12-2-2-16,-9 4-3 0,7-11-1 0,8-2-13 16,-6 3 4-16,15-5 16 0,-15 3-4 0,15-3-1 15,0 0 0-15,0 0 3 0,0 0 24 0,0 0-14 16,0 0-4-16,10 13 4 0,4-10 2 0,16 7 2 16,-4 3-7-16,-6-7-8 0,10 5-7 0,14 5-6 15,-11-1 8-15,-6-2 2 0,8 7 2 0,1-2-1 16,5 10 5-16,-18-8-3 0,6 4-1 0,0-2-17 0,-7 0-28 15,2-3-54-15,-7-1-92 0,-5-2-105 0,-4-10-175 16,4 3-56-16,-3-3-543 0,-6-6-171 0,-3 0 192 16,5-10 252-16,-5 1-1148 0</inkml:trace>
  <inkml:trace contextRef="#ctx0" brushRef="#br0" timeOffset="88213.19">8667 14670 256 0,'0'-26'2085'0,"0"18"-1301"16,-5-11 12-16,2 14-211 0,-9-10-38 0,-5-4-312 0,5 14-174 15,2 2-40-15,-4 0 0 0,6 3 3 0,-19 0 34 16,20 0 5-16,-20 6 50 0,10 5 50 0,0 2 52 16,2 0 29-16,-6 5 109 0,3 1-7 0,6 10-18 15,4-7-104-15,-4 9 27 0,0 11-16 0,10-5-126 16,-1 3-45-16,3-12-54 0,3 20-10 0,5-13 0 0,4-1 0 15,-3-10 0-15,11 6 0 0,13-4 0 0,-1-8 0 16,-5-7 0-16,8 0 0 0,6-6 0 0,3-5 0 16,4-5-55-16,-1-4-149 0,4-1-153 0,-2-6-196 15,-10 0-47-15,29-16-764 0,-24 8 154 0,2-5 83 16,-10 9 70-16</inkml:trace>
  <inkml:trace contextRef="#ctx0" brushRef="#br0" timeOffset="89010.06">10182 12278 72 0,'-9'-13'610'16,"4"8"-398"-16,-7-10 85 0,5 9 17 0,-1-5-50 16,-4-2-61-16,9 10-83 0,-6-1-24 0,9 1-29 15,-17 0-14-15,17 3-30 0,-15 0 8 0,6 3-22 0,1 4-5 16,-2-4-1-16,1 5-5 0,-6 8-5 0,1 5 1 15,-1-3 17-15,-2 6 44 0,-1 9 42 0,-3 0 28 16,4 0 2-16,-3 9 64 0,-7 0-5 0,3-3-11 16,6-4-68-16,-8 10 18 0,-6 13 54 0,1-13-32 15,6 0 16-15,6-10-40 0,-4 14 42 0,-1 2 47 16,4 8 55-16,8-25-123 0,0 16 35 0,0 0-3 0,3 3-2 16,6 1-16-16,3-1-41 0,3 2-16 0,4 2-14 15,-2-13-31-15,4 22-3 0,3 0-17 0,0-9-8 16,-4-11-8-16,10 15-1 0,-4-6 4 0,8 20 5 15,-8-29-13-15,10 16 6 0,-4 4-4 0,4-3-7 16,3 1-7-16,0-1-6 0,-2-10 0 0,8 2 1 16,-3-9 0-16,-10-15-2 0,19 22 4 0,-5-16 9 0,0-4 1 15,-2-9-2-15,4 2 0 0,5 3 2 16,3 0 0-16,-17-14-8 0,10 2-5 0,2 1-2 0,-5 0-10 16,-7-5-29-16,17 9-140 0,-11-7-150 0,-3-4-257 15,-10-2-62-15,4 1-279 0,2 0-308 0,-2-6-957 16</inkml:trace>
  <inkml:trace contextRef="#ctx0" brushRef="#br0" timeOffset="90077.2">21752 11945 622 0,'-3'-10'868'16,"3"7"-481"-16,0 0-106 0,0-10 28 0,0 13-278 16,0 0-102-16,7 6 15 0,-2-4-25 0,13 19 9 0,-1-2 19 15,-2-6 48-15,3 9 21 0,2-2 34 0,4 4 81 16,-4-2 32-16,16 9 66 0,-6-2-7 0,-1 6 29 15,-5-14-56-15,11 13 54 0,9 14-10 0,-11-9-78 16,-8-4 11-16,-3-4-66 0,7 13 10 0,-5 16 32 0,-6-12-37 16,-9-9-34-16,2 14 40 0,-5 2-8 15,-3 22 64-15,-3-27-59 0,-3 16 29 0,-3 6 2 0,-2-1 0 16,-2-18-40-16,-10 41 72 0,8-26-51 16,-3-4 61-16,3-16 4 0,-8 25 152 0,2-14-76 0,0-9-7 15,9-13-66-15,-11 10 52 0,-16 6-51 0,11-14-125 16,1-1-23-16,-3-12-19 0,-5 14-15 0,-4-6-13 15,9-1 0-15,-2 0 0 0,-6-4 0 0,-1 4-2 16,2-7-54-16,7-8-42 0,-24 8-245 0,10-9-68 16,-3-4-176-16,12-5-38 0,-15 2-690 0,2-4 186 0,1-9 80 15,12 0 75-15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400" units="cm"/>
          <inkml:channel name="Y" type="integer" max="15875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2208.69556" units="1/cm"/>
          <inkml:channelProperty channel="Y" name="resolution" value="2204.86108" units="1/cm"/>
          <inkml:channelProperty channel="F" name="resolution" value="0.00114" units="1/dev"/>
          <inkml:channelProperty channel="T" name="resolution" value="1" units="1/dev"/>
        </inkml:channelProperties>
      </inkml:inkSource>
      <inkml:timestamp xml:id="ts0" timeString="2026-03-01T13:30:53.95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12459 6085 894 0,'0'0'1276'0,"-14"-6"-659"0,2 6 25 0,4-2-77 0,-14 2-344 16,10-3-123-16,-2 3 18 0,-6 0-7 0,-4 5 66 16,-3 4 71-16,4-1-21 0,-1-3-41 0,-8 3 54 15,-1 2-6-15,-2 9 39 0,11-8-121 0,-5 2 36 16,0 3-20-16,2 2-23 0,0 1-22 0,7 1-30 16,2 4-3-16,-5-2-9 0,-4 13-11 0,15-15-32 15,-3 6 10-15,3 9-1 0,4 0-8 0,-4-4-25 0,6 6-5 16,3-5 2-16,3 0 0 0,0-8 0 0,7 12 10 15,-2-8 2-15,0-6 23 0,5-5-9 0,4 1 6 16,8 4 7-16,-2-9-14 0,-8-6-13 0,8 2-4 16,-1-7-26-16,6-4-6 0,-4-3 2 0,-1-6-1 15,4-2 3-15,6-6 14 0,-6 1 5 0,8-9 11 16,-3 1 19-16,-2-7 26 0,5-9 33 0,-14 14-36 16,2-10 13-16,-2-1-5 0,-6-9-1 0,-3 11-32 0,-6-10-17 15,-3-7-13-15,-3 9-6 0,-4 0 0 16,-1-4 0-16,-4-5 0 0,-5-2 0 0,5 19 0 0,-12-20 0 15,4 6 0-15,-4 3 0 0,9 19 0 0,-6-16 0 16,1 14 0-16,5 2 0 0,1 13 0 0,-1-8 0 16,0 3 0-16,6 10 0 0,1 0 0 0,1 4 0 15,7 4 0-15,0 3 0 0,0 0 0 0,0 0 0 0,0 0 0 16,0 0 0-16,0 0 0 0,7 3 0 16,1-1 0-16,9 22 0 0,-5-11 0 0,0 5 0 0,10 9 0 15,-2 5 0-15,6 19 0 0,-8-23 0 0,3 14 0 16,-4 4 0-16,10 12 0 0,-12-19 0 0,2 12 0 15,4-1 0-15,-3 3 0 0,4 13 0 0,-10-23 0 16,10 12 0-16,-5-7 0 0,7 10 0 0,-9-26 0 16,2 8 0-16,3-4 0 0,1-4-26 0,-3-5-87 0,-1-1-176 15,2-4-161-15,-9-9-282 0,-6-11 4 0,11 11-449 16,-12-13-294-16,11 3 57 0,-11-3-252 0</inkml:trace>
  <inkml:trace contextRef="#ctx0" brushRef="#br0" timeOffset="831.77">12845 5749 1647 0,'0'-11'907'16,"4"3"-132"-16,-4-3 257 0,0-2-323 0,-4 11-452 0,4-9-38 15,0 11-72-15,-3-13 14 0,3 13-83 0,0 0-18 16,0 0-34-16,0 0-14 0,0 0-3 0,-2 3 3 16,-1 13-4-16,0 2-5 0,-1-3 2 0,4 7-2 15,-2 2 6-15,-1 13 12 0,0-6-1 0,3-2-3 16,-2 12 9-16,4 1 4 0,1 13 6 0,-3-20-22 15,5 7 12-15,-1 0 1 0,4-5 1 0,-1-8-10 0,8 12 2 16,-3-15-6-16,-2 3-1 0,2-13-11 0,6 8-1 16,3 0-5-16,-1-6 2 0,-8-10 3 0,-3-6 4 15,11 9 0-15,-5-8-3 0,-3-1-3 0,5-7-1 16,-2 3-13-16,6-11-16 0,-6 2 4 0,0-2-11 16,-1-14-13-16,-2 3 10 0,0 0-5 0,-6 3 22 15,3-11 9-15,3-7-3 0,-7 2 11 0,1 8 2 0,0-11 2 16,0-3 14-16,-6-1 4 0,2 4-3 0,2-13 5 15,-4 14 32-15,0 1 66 0,3 14 43 0,-3-7 161 16,0 12-39-16,0 8 10 0,3 0-69 0,-3 11 73 16,0 0-97-16,-3 0-116 0,3 0-53 0,3 0-9 15,-3 0-9-15,9 17-10 0,-6-4 0 0,2 8 0 16,-1 5 0-16,1 7 0 0,5-2 0 0,-5-1 0 16,0 12 0-16,2 8 0 0,-4-5 0 0,-1-13 0 0,8 12 0 15,-10 2 0-15,5 4 0 0,-1-21 0 0,1 2 0 16,5-4 0-16,0 3 0 0,0-12 0 0,-1 0 0 15,-3-5 0-15,6 4-40 0,-7-12-132 0,7 8-221 16,-3-8-124-16,-6-2-342 0,2-6 44 0,10-2-393 16,-3-17-103-16,-3 2-509 0</inkml:trace>
  <inkml:trace contextRef="#ctx0" brushRef="#br0" timeOffset="1066.15">13753 6072 2250 0,'15'2'1861'0,"-15"-2"-999"16,0 0 291-16,0 0-174 0,0 0-474 0,0 0-364 16,-7 0-66-16,-1 8-41 0,-10-2-14 0,15-6-4 0,-14 18 9 15,-1 3 29-15,6-3-9 0,6-5-12 0,3 7 11 16,-2 4-2-16,5 4-2 0,2-12-28 0,4 8-12 16,0-2 0-16,6-4 0 0,-4-5 0 0,16 6 0 15,-4-9 0-15,2-2 0 0,-2 0 0 0,6-5 0 16,1-1-33-16,-3 1-103 0,-4-6-53 0,1 1-72 15,-1-7-399-15,4-4-271 0,-6 0-221 0,-6 2 272 0,5-4-197 16,-2-3-679-16</inkml:trace>
  <inkml:trace contextRef="#ctx0" brushRef="#br0" timeOffset="1647.6">13983 7030 416 0,'0'-3'751'0,"5"-8"-339"0,-5 11 97 16,-8-6-3-16,-4 6-92 0,-12 0-160 0,-8 0 135 15,3 6-117-15,-13-1-5 0,-4 1-6 0,4-1-33 16,-32 3 172-16,3-3-118 0,-10 6-2 0,15 0-49 15,-28 2 116-15,-24 5 51 0,-11 6-23 0,37-8-121 16,-35 10 49-16,7-4-50 0,-43 6-46 0,72-12-127 0,-21 6-9 16,10-4-40-16,-5-2-31 0,34-8 0 15,5 5 0-15,14-7 0 0,10-1 0 0,12 1 0 0,11-4 0 16,13 0 0-16,-4-2 0 0,12 0-10 0,2 0-129 16,16-8-270-16,3-2-171 0,3 2-365 0,2-3 46 15,10-2-314-15,5 0-95 0</inkml:trace>
  <inkml:trace contextRef="#ctx0" brushRef="#br0" timeOffset="2230.06">12928 7871 1458 0,'-6'5'1820'15,"-6"1"-734"-15,-2-2 0 0,-4-1-349 0,0 3-495 16,10-4-153-16,-22 9-77 0,-3 2-2 0,16-6-3 16,-6 13 1-16,-4-5 3 0,1 9 23 0,-4 0 52 0,6 5 10 15,-3 3 9-15,7 2 22 0,6-8-18 0,-10 22 67 16,12-10-73-16,4-5-39 0,4 2-8 0,4-3-3 15,0-5-26-15,6-4-9 0,0-2 5 0,-4-15-1 16,8 10 9-16,2-11 8 0,-4 1-7 0,10-6-8 16,5-4 7-16,4-6-3 0,0 0-16 0,-6-4-10 0,8-5-13 15,9-10-7-15,-2-2-16 0,-12 7-6 0,8-11-24 16,-6-4-2-16,4-9-25 0,-16 17 35 0,-2-9-20 16,0-6 11-16,-9 4 27 0,-3 3 11 0,0-12 2 15,-7 9 14-15,-1-1 7 0,-1-1 21 0,-6 4 9 16,-2-2 26-16,0 5 47 0,-5 0 43 0,8 8-17 15,-4-6 28-15,0 6-31 0,3 3-12 0,7 7-47 0,-7-5-19 16,6 8-44-16,6 9 0 0,-2-1 0 0,5 5 0 16,-7-8 0-16,7 11 0 0,0 0 0 0,0 0 0 15,0 0 0-15,3 0 0 0,9 9 0 0,0-2 0 16,12 12 0-16,-4 4 0 0,1-1 0 0,-3-1 0 16,8 8 0-16,6 8 0 0,-8-6 0 0,-6-4 0 15,8 16 0-15,4-3 0 0,2 15 0 0,-11-20 0 0,8 11 0 16,-2 2 0-16,-2 0 0 0,-1-6 0 0,0 0 0 15,0-4 0-15,-4-1 0 0,-2-8 0 0,6 5 0 16,-7-16-1-16,0 4-42 0,-4-9-58 0,-1-2-259 16,9-4-100-16,-13-7-134 0,4 0-256 0,0-5 89 15,-7-3-344-15,19-15-212 0,-18 2 474 0,-2 7 116 16</inkml:trace>
  <inkml:trace contextRef="#ctx0" brushRef="#br0" timeOffset="2462.41">13632 7342 3259 0,'9'-14'1286'0,"-9"14"-113"0,0 0-308 16,0 0-65-16,0 0-473 0,-6 14-132 0,3-10-127 15,-2 20-24-15,-7 0-6 0,5 9-9 0,2-2-10 16,2 11 2-16,0 19 7 0,3-8-8 0,6-11-8 16,6 19-6-16,-3-2-5 0,8 7-1 0,-2-26 0 0,2 12 0 15,7-1 0-15,3 2 0 0,-7-25 0 0,7 10 0 16,2-10 0-16,3-4 0 0,4-4 0 0,-9-11 0 15,5 2 0-15,0-9-12 0,1 2-145 0,-3-8-174 16,-4 0-125-16,-6-7-297 0,4-5-281 0,-9 3 145 16,0-13-313-16,-3-12-83 0,-4 4-400 0</inkml:trace>
  <inkml:trace contextRef="#ctx0" brushRef="#br0" timeOffset="2602.04">13983 7686 542 0,'-32'0'2522'0,"-2"5"-1420"0,12-3-235 16,-12 9 286-16,2 0-328 0,-9 7-274 0,14-7-334 15,-7 4 16-15,4 4-122 0,1 2-58 0,2-2-38 0,1 3-15 16,8-4 0-16,0 0 0 0,7-5 0 0,2-5-39 16,3-3-160-16,6-5-319 0,0 0 23 0,0 0-529 15,-9-13-493-15,12 3 304 0,-3-9-608 0</inkml:trace>
  <inkml:trace contextRef="#ctx0" brushRef="#br0" timeOffset="3113.15">16240 6698 448 0,'0'0'1586'0,"5"6"-731"16,2-1-69-16,-7-5-11 0,-7 11-155 0,5-9-418 15,-13 7-25-15,3-7-58 0,-17 5-5 0,2-1 13 16,-8 8 88-16,-3-4 51 0,1 4 23 0,8-7-56 15,-20 10 194-15,7-8-117 0,-2 4-44 0,11-7-107 0,-14 5-32 16,3-6-55-16,3 1-54 0,12-4-18 0,-1 3 0 16,4-2-1-16,16-3-31 0,-7 0-88 0,12-3-237 15,-5 1-285-15,10-9-478 0,0 0 280 0,7-7-373 16,1-6 32-16,7 6-497 0</inkml:trace>
  <inkml:trace contextRef="#ctx0" brushRef="#br0" timeOffset="3293.66">15977 6461 964 0,'0'0'3337'0,"0"0"-1933"16,0 0 113-16,0 0-654 0,0-3-757 0,0 3-106 15,0 3 0-15,9 4 0 0,-6 1 0 0,4 8 0 16,1 6 0-16,4 4 0 0,2 5 0 0,-2-9 0 16,1 13 0-16,1 4 0 0,6 6 0 0,-8-17-2 0,6 16-61 15,-6-2-151-15,-3 3-179 0,-1-11-161 0,-1 11-516 16,-5-11-99-16,4 6-36 0,-2-14 351 0,1 4-808 15</inkml:trace>
  <inkml:trace contextRef="#ctx0" brushRef="#br0" timeOffset="4778.68">17206 6265 609 0,'2'0'2695'0,"-2"0"-1775"0,0 0 15 0,0 0-428 15,0 0-136-15,0 0-117 0,0 0-148 0,0 0-43 16,0 0 5-16,7 3 17 0,-2-1 37 0,7-4-28 15,3-1 18-15,-3-3-2 0,12-5 16 0,-7 4-33 0,10-12 17 16,-3 1-61-16,-1-1-9 0,-6 3-16 0,7-4 4 16,0-10-7-16,-6 1 6 0,-6 5-5 0,2-7 12 15,1-2 1-15,-3-11 15 0,-4 9 0 0,-1 9-18 16,-2-3 12-16,-2 5 2 0,3 0 17 0,-6 13-18 16,3 6 9-16,-3-8-11 0,0 13-4 0,0-2-14 15,3-9-1-15,-3 9-10 0,0 4-12 0,0-2-2 16,0-2 0-16,0 4 0 0,0-2 0 0,0 0 0 0,0-2 0 15,0 4 0-15,0-4 0 0,0 2 0 0,0 4 0 16,2 10 0-16,2-4 0 0,-1-1 0 0,-3-2 0 16,0 9 0-16,3 0 0 0,-6-6 0 0,0 9 0 15,-1 5 0-15,2-6-12 0,-4 15-65 0,0-13-7 16,0 10-112-16,4-1-89 0,-1 4-53 0,-1 2-80 16,1 5-83-16,3-5-138 0,0-4-166 0,0-10 131 0,3 8-255 15,4-7-152-15,1-7-661 0</inkml:trace>
  <inkml:trace contextRef="#ctx0" brushRef="#br0" timeOffset="5082.88">18334 6545 496 0,'12'6'2026'0,"-2"-4"-1147"0,-8-2-185 16,8 9 54-16,-10-9-333 0,0 0-193 0,0 0-114 0,0 0 47 16,0 0-28-16,-7 4 32 0,4 1 8 0,-21 1 132 15,2 5 31-15,-12-1-17 0,2-2-79 0,-14 5 71 16,-25 9-1-16,0-9-181 0,-6 0-54 0,6 0-54 16,-38 5-12-16,-14 4-3 0,-1-4 0 0,27-5 0 15,-72 11 0-15,35-5 0 0,12-5 0 0,34-5 0 16,-24 2 0-16,0-3 0 0,39-5 0 0,25 2 0 0,1-2 0 15,-4 0 0-15,31-3-47 0,18 0-126 0,2 0-232 16,0 0-233-16,14-14-533 0,4 12 271 0,18-6-313 16,8-3-45-16,8-2-999 0</inkml:trace>
  <inkml:trace contextRef="#ctx0" brushRef="#br0" timeOffset="6511.06">18736 7234 112 0,'22'-9'1928'0,"-12"7"-1267"15,7-7 161-15,-5-1 45 0,-9 5-117 0,6-4-327 16,-9 9-65-16,0-2-73 0,6-6-35 0,-6 8-99 16,-15-8 37-16,7 8-32 0,-4 0-57 0,-7 0-40 15,8 0 26-15,-22 0 26 0,1 3 35 0,15 2-57 0,-7 1 15 16,-6 4 14-16,-2 1-5 0,3 5-17 16,2-1-25-16,1 3-10 0,-4 4-13 0,-2 2-13 0,6 2-30 15,-8 9-5-15,8-4 0 0,3 11 0 0,8-9 0 16,-2 20 0-16,10-11 0 0,7 0 0 0,3-12 0 15,4 9 0-15,5-2 0 0,-2-10 0 0,2-9 0 16,12 6 0-16,8-3 0 0,0-7 0 0,-5-5 0 0,12 0 0 16,5-7 0-16,0 4 0 0,-18-8 0 0,10-2 0 15,-1-1-9-15,1-3-161 0,-21 3-100 0,5-3-250 16,-8 5-353-16,-7-10-270 0,2 2-71 0,-7 0 20 16,-10-4-1079-16</inkml:trace>
  <inkml:trace contextRef="#ctx0" brushRef="#br0" timeOffset="10229.12">17569 7447 90 0,'12'-24'1558'0,"-7"0"-627"0,-2 15-386 16,3-13 205-16,-3-2-153 0,-3 0-162 0,-3 6-87 0,3-8 21 15,-2 2 4-15,-2-3 25 0,1 3 10 0,0 9-115 16,-2-9 104-16,5 13-124 0,-7-5-41 0,5 11-140 16,-4-11 1-16,6 16-84 0,-4-14-9 0,4 14 0 15,0 0 0-15,0 0 0 0,0 0 0 0,0 0 0 16,-8 14 0-16,2 10 0 0,0 0 0 0,4 0 0 16,-2 10 0-16,1 8 0 0,0 9 0 0,3-9 0 15,0 8 0-15,0 1 0 0,-2 1 0 0,2 4 0 16,-3 0 0-16,6 2 0 0,-6-3 0 0,-1 6 0 0,4-13 0 15,0 7 0-15,0-10-44 0,0 0-43 0,0-5-69 16,0-5-116-16,0-7-69 0,4-4-110 0,-1-13 21 16,-3 7-333-16,0-18-235 0,2 11-3 0,-2-9 303 15,3-6-175-15,4-7 110 0,-7-24-493 0</inkml:trace>
  <inkml:trace contextRef="#ctx0" brushRef="#br0" timeOffset="10679.91">17430 7183 2130 0,'-3'-21'1064'16,"-2"-1"-264"-16,5-1 197 0,0 2-656 0,3 7-253 0,2-5-19 15,4 1-20-15,9-6-4 0,-6 6-19 16,0 5-16-16,8-3-3 0,4 0-9 0,5-2-2 0,-5 7 2 16,1-2 1-16,9-1 0 0,-2 6-2 0,0 3-3 15,-6 0 0-15,1 2-1 0,-10 3 0 0,-5 3 3 16,3 2-3-16,-3 0 4 0,-7 1 10 0,2 5 27 15,-4-2 26-15,3 11 17 0,-6 0 30 0,0-12-40 0,0 21 26 16,-4-5 0-16,-1 5-28 0,-2-10-38 0,2 8-2 16,-7-1-7-16,4 0-5 0,-11 6-3 15,9-11-5-15,-9 6 0 0,-4-1 0 0,-1 6-1 0,7-11-2 16,-16 14 6-16,10-9-4 0,-1-2 8 0,7-6 21 16,-7 4 60-16,4-1 28 0,5-8 3 0,6-3-30 15,-1-4 40-15,0 1 26 0,6-3-69 0,-2 3-30 0,6-7 53 16,0 2 12-16,3 9 29 0,0-5-50 0,3-3 34 15,21 10-12-15,-2 5-15 0,2-1-63 0,-3-8-21 16,8 10-17-16,9 5-11 0,-2 3 0 0,-12-9 0 16,7 6 0-16,5 0 0 0,5 5 0 0,-20-10 0 15,8 4 0-15,0 1 0 0,4 0 0 0,-9-9 0 16,-1 7 0-16,-6-4 0 0,4 1 0 0,-6-3 0 0,-1-3 0 16,-10-8 0-16,5 9 0 0,-4-7 0 15,1 2 0-15,-3 1 0 0,-6-10-42 0,0 0-195 0,0 0-370 16,0 0-289-16,0 0-284 0,-6-6-33 0,0 4 303 15,-5-9-1607-15</inkml:trace>
  <inkml:trace contextRef="#ctx0" brushRef="#br0" timeOffset="11711.16">19546 5958 1796 0,'5'-16'814'16,"2"0"-78"-16,-5-2 72 0,1 4-110 0,-3 10-436 15,-3-13 19-15,-2-1-11 0,5 18-63 0,-7-9-40 16,-1 5-12-16,11 4-50 0,-6-3-3 0,-9 3-56 15,10 0 10-15,-5 5-19 0,-5 6-29 0,0 7-5 16,4 8-3-16,-1 7 2 0,1 6-2 0,1 9 0 0,7-12-4 16,-6 31 4-16,4-11 4 0,2 1 10 0,0-14-3 15,0 17 8-15,2-14-1 0,4-2 5 0,3-14 0 16,3 6-11-16,3-3-10 0,5-4-9 0,-5-8 1 16,11-3-7-16,-2-5-23 0,-4 1-23 0,4-6-4 15,3-8-9-15,0 2-6 0,-5-6-20 0,0-7 7 16,15-8-50-16,-4-4 39 0,-3-10 17 0,-10 12 27 0,4-13-8 15,2-8 25-15,-3-3 65 0,-7 5 18 0,-5 14 1 16,1-12 25-16,-6 1 25 0,-3-7 89 0,0 20-46 16,-3-5 62-16,0 5 64 0,-3-2 90 0,3 17-123 15,0-4 42-15,0 11-45 0,0 2-41 0,0 0-84 16,0 0-15-16,0 0-53 0,3 10-32 0,-1-5-1 16,8 30 0-16,-8-11 0 0,1 5 0 0,1-3 0 15,1 9 0-15,-2 7 0 0,4-7 0 0,-2-4 0 0,-2-7 0 16,3 18 0-16,-3-13 0 0,0 3 0 0,-1-8 0 15,1 5-8-15,1 2-137 0,-1-7-165 0,2-8 0 16,-2 1-302-16,1-13-313 0,4 12-263 0,-4-8-8 16,-2-3 117-16,4-7-421 0</inkml:trace>
  <inkml:trace contextRef="#ctx0" brushRef="#br0" timeOffset="11960.49">20597 6355 1837 0,'-3'-3'1240'0,"-2"-11"-145"0,-7 14-435 0,2-2 97 15,-10 0-463-15,-6 4-160 0,-1 6-56 0,7-5-14 16,-4 10 56-16,-3 3 24 0,-14 10 47 0,24-7-53 16,-13 10 60-16,6 0 10 0,-5 3 4 0,14-5-73 15,-2 1 4-15,8-1-15 0,6 2-32 0,6-3-21 16,3 4-14-16,2-7-10 0,11 3-15 0,-2-9-17 15,18 3-8-15,4-6-31 0,-1-6-49 0,-8-6-74 0,31 1-541 16,-17-10-116-16,7-2-325 0,-10-4-69 0,-12 6 310 16,18-15-531-16</inkml:trace>
  <inkml:trace contextRef="#ctx0" brushRef="#br0" timeOffset="12425.25">22268 6360 405 0,'12'0'1728'0,"-4"2"-865"0,-8-2-180 16,7 3 516-16,-2 0-364 0,-5-3-201 0,0 0-268 16,-5 0 55-16,-7 0 8 0,-9 0-148 0,1-6-91 0,2 6-109 15,-18-2-14-15,-3 2-58 0,5 0-9 0,4 2 0 16,-11 1 0-16,-12 0 0 0,6 0 0 0,15-1 0 16,-13 1 0-16,10 3 0 0,-6-4 0 0,17 0 0 15,1 1-1-15,14 3-45 0,-3-4-187 0,12-2-86 16,0 0-262-16,0 0-279 0,0 0-219 0,0 0 175 15,12-6-533-15,-7 4 193 0</inkml:trace>
  <inkml:trace contextRef="#ctx0" brushRef="#br0" timeOffset="12661.61">22173 6680 352 0,'0'0'1293'16,"0"0"-343"-16,0 0 223 0,0 0-212 0,0 0-313 16,-2-2-20-16,-8-9-211 0,-12 5-218 0,3 4-87 15,-4-1 32-15,-6 3-8 0,-15 0 36 0,11 0-49 16,-2 0 48-16,-6 0-39 0,-13 0 18 0,25 0-71 16,-7 0 13-16,7 0-14 0,9-2-70 0,8 0-105 15,-6-2-178-15,18 4-251 0,-9-11-350 0,6 4-283 16,9-1-36-16,8-10-49 0,10-2-1257 0</inkml:trace>
  <inkml:trace contextRef="#ctx0" brushRef="#br0" timeOffset="13045.6">23241 6026 2461 0,'17'-13'1587'0,"-12"8"-506"0,5-5-4 0,-8 1-440 16,-7 2-219-16,-2-1-363 0,-13 3-33 0,3 5-12 0,-10 0-1 16,-11 5-6-16,-6 5 4 0,-3 6 14 0,6 0 9 15,-13 5 31-15,4 8 4 0,-12 11 13 0,30-16-30 16,-9 15 9-16,5 4-18 0,13 2-25 0,4 3-18 16,5-4-2-16,2 4-5 0,16 5-6 0,4-24 5 15,10 19-46-15,5-13-23 0,6-7-14 0,1-7-7 16,30 11-78-16,-13-16 16 0,6-3-8 0,-12-2 61 15,15 0-21-15,11-9 3 0,-4-4 49 0,-22-1 33 16,8-5 4-16,-1-5 18 0,-1-1 22 0,9-14 28 0,-29 11 16 16,5-10 66-16,0-1 49 0,-3-12 111 0,-14 14-90 15,-3-9 58-15,-3-2-16 0,-3 1-39 0,-6-4-59 16,0-3-64-16,-12 6-81 0,-9-3-72 0,-3 14-61 16,-13-16-189-16,-2 10-7 0,-7 8-141 0,7 8-29 15,-12-2-355-15,-5 4-255 0,0 6 77 0,15 3 390 16,-8 5-197-16,-2 3-372 0</inkml:trace>
  <inkml:trace contextRef="#ctx0" brushRef="#br0" timeOffset="35777.56">10049 10172 957 0,'12'-2'672'16,"-12"2"-42"-16,9-5-119 0,-3 5 113 0,-6 0-90 15,0-6 30-15,9-1-253 0,-9 7 67 0,5-11-55 0,-2 9 140 16,1-7-155-16,1 1 89 0,2-3-10 0,-4 11-39 16,-1-13-53-16,1 11-50 0,-3-6-107 0,3 0-66 15,-3 8-41-15,-6-13-28 0,-6 4-3 0,7 5 0 16,-16-5 0-16,6 7 0 0,-17 2 0 0,0 2 0 15,-7 4 0-15,10-1 0 0,-27 8 0 0,0 3 0 16,5 5 0-16,14-7 0 0,-9 10 0 0,-6 4 0 16,8-1 0-16,15-6 0 0,-7 1 0 0,-3 12 0 0,13-10 0 15,8-9 0-15,-2 9 0 0,6-2 0 0,2 2 0 16,12-9 0-16,0 3 0 0,5 2 0 0,10 4 0 16,-6-9 0-16,3-2 0 0,8 5 0 0,7-4 0 15,5-1 0-15,-11-5 0 0,6 3 0 0,2-4 0 16,0 2 0-16,3-5-2 0,0 0-4 0,4-2-2 15,-1-2-5-15,-8-2 0 0,18-9-8 0,-13 0 7 0,-3-4 1 16,-8 2 3-16,3-14 0 0,-7 3 9 0,-8-2 1 16,1 4-1-16,-5-9-5 0,-5-12 3 15,0 9 0-15,0 2-5 0,-9-10 1 0,1-17 3 0,-7 10 5 16,3-5 1-16,0 12 0 0,-6-11 7 0,-8-15 18 16,8 15-6-16,4 10-6 0,-8-8 4 0,5 4-2 15,0-9 2-15,7 25-12 0,-4-14-3 0,2 0-4 0,2-3 0 16,2 14 0-16,6-3 0 0,-5 0 0 0,4 6 0 15,3 3 0-15,0 21 0 0,0-15 0 0,0 22 0 16,0-7 0-16,3 1 0 0,-3 6 0 0,0 0 0 16,9 8 0-16,-6 0 0 0,6 0 0 0,-1 18 0 15,4-4 0-15,0-4 0 0,0 19 0 0,0 0 0 16,-1 1 0-16,1-7 0 0,0 11 0 0,3 19 0 0,-3-11 0 16,0-12 0-16,2 14 0 0,1 12 0 0,3 0 0 15,-9-22 0-15,6 16 0 0,-3 2 0 0,0 15 0 16,-4-30 0-16,4 11-1 0,0-8-21 0,5-4-417 15,-2-12-176-15,9 2-433 0,8-8-70 0,-3-10-41 16,3-3-44-16,-5-4 304 0,9-9-39 0,-4 0 309 16,0-14 509-16,-18 1 120 0,5-5 0 0,-4-6 0 15,-10-2 0-15,-2 4 0 0,1-7 0 0,-4 1 0 16,-4-2 0-16,-4 6 0 0,-2-10 0 0,-4-1 0 0,2 6 0 16,4 5 0-16,-11-4 0 0,8-1 0 0,2 5 0 15,0 2 0-15,3-2 0 0,-3 0 0 0,4-2 0 16</inkml:trace>
  <inkml:trace contextRef="#ctx0" brushRef="#br0" timeOffset="36924.51">10521 9766 378 0,'3'-4'255'0,"6"-1"27"0,-9 5 15 16,0 0-3-16,0 0-106 0,5-11 40 0,-2 11-77 16,-3-10-48-16,0 5 8 0,0 5 98 0,0-18 78 15,0 7 126-15,0 5-151 0,0-7 107 0,0 6 1 16,0-4-42-16,0 0-84 0,-3 0 13 0,1 0-42 0,-5 2 10 15,7 9-73-15,-3-9 35 0,1 1 3 0,2 8-71 16,-3-7-51-16,0 1-5 0,3 6-41 0,0 0-13 16,0 0-7-16,0 0-5 0,-4 8 1 0,2 1 0 15,-1 4 1-15,3-4 10 0,-5 13 1 0,1 0 3 16,1-2 1-16,0-1-7 0,-3 12 3 0,3 7-5 16,-2-10-7-16,5-1-1 0,-3 8-2 0,3 2-1 0,0 2-2 15,3-10 2-15,2 8-1 0,-2-4 4 0,3-4 4 16,4-9 2-16,4 12 8 0,-3-8 0 0,8 0 2 15,-5-6-1-15,-2-4-1 0,11 4 4 0,-5-8-8 16,3-1-7-16,-6-7-1 0,9 1-3 0,-7-3-6 16,10-3-12-16,-10-2-4 0,3-5-23 0,4-4-9 15,-3-1-27-15,-6-4 18 0,12-8-43 0,-7 1 28 16,0-3 17-16,-11 5 27 0,6-5-5 0,2-10 25 0,-8 4 9 16,1 8 2-16,-5-4-3 0,-2-10 0 0,-1 5 1 15,-2-12-2-15,-2 16 6 0,-1-2 3 0,0 0 8 16,-3 5 19-16,0 7 31 0,-3-4 37 0,4 19 0 15,-5-10 3-15,8 14-25 0,-1-7 33 0,3 10-4 16,0 0-59-16,0 0-20 0,0-3-2 0,0 6-3 16,3 7-13-16,-1-1-13 0,5 15-3 0,-2-6-1 0,5 6-1 15,-8-6 2-15,10 19-10 0,-4-2 13 0,2-4 1 16,-5-5 4-16,4 12 4 0,1 1 6 0,-5-2 6 16,4-2-2-16,-3-11-9 0,3 5-46 0,3 0-63 15,-4-3-104-15,1-4-40 0,-3 4-207 0,0-8-214 16,-3-9-157-16,-3 6 179 0,0-2-168 0,0-4-303 15</inkml:trace>
  <inkml:trace contextRef="#ctx0" brushRef="#br0" timeOffset="37250.62">11538 10056 396 0,'-10'11'1787'0,"8"-9"-1303"0,-1 1 164 0,-16 5-51 0,2-6-307 15,12 1-156-15,-29 10 8 0,12-5-66 0,7 6-11 16,3-8-15-16,3 1 23 0,-3 6 24 0,1 0-33 15,4 3-1-15,5-10-11 0,4 7 19 0,1 0 11 16,1-2-32-16,1-1-26 0,5 0-2 0,-5-1 3 16,27 6 4-16,-20-9-10 0,12-1 5 0,3-2 0 15,-1-1-1-15,-8 2-8 0,11-4-64 0,-2-4-176 16,-13 2-249-16,-8 2-42 0,15-3-279 0,-13 1-13 0,-1-7-433 16,-5 2 15-16</inkml:trace>
  <inkml:trace contextRef="#ctx0" brushRef="#br0" timeOffset="37739.31">11767 10664 493 0,'12'-2'778'0,"8"0"-315"15,-13 2-117-15,7-3 108 0,-14 3-15 0,0 0-271 16,0 0-65-16,0 0-56 0,-2 3 21 0,-13 10 27 16,-12-2 50-16,3-4-47 0,-12 4 51 0,-8 2 51 15,-8 2 47-15,-10-1 24 0,-9 5 13 0,-5-4 17 16,-16 5 22-16,21-11-78 0,-49 13 156 0,-4-1 66 16,-3-5-72-16,33-3-127 0,-33 3 48 0,-35 5 8 0,41-5-123 15,30-8-121-15,-21 0-58 0,3 0-22 0,16-3 0 16,39-5 0-16,-14 0 0 0,9 0 0 0,18 0 0 15,0-3 0-15,26 1 0 0,0 2 0 0,1-2 0 16,7 2 0-16,7 0-8 0,7-9-84 0,-2 4-143 16,12-1-134-16,-5 4-4 0,27-9-511 0,-7 4-58 15,1 1-196-15,-6 4 310 0,13-1-151 0,-1-3 136 16,2-1-506-16</inkml:trace>
  <inkml:trace contextRef="#ctx0" brushRef="#br0" timeOffset="38375.64">10619 11446 1110 0,'-12'-3'670'0,"2"3"-42"0,-2 0 12 16,-3 0-30-16,7 0-233 0,-18 3-168 0,4-1-130 16,2 0-9-16,3 7-18 0,-10-4 17 0,-9 8 60 15,10 2 13-15,3-4-22 0,-6 5 47 0,2 3 5 16,-9 10 58-16,19-14-95 0,-10 12 23 0,7-1-25 0,1 4-19 15,9-9-44-15,-9 16 16 0,11-8-45 0,1-2-16 16,7 0-9-16,3-9-12 0,4 6-6 0,2-3-5 16,2-5 6-16,1-5 4 0,5-4 1 0,4 1 1 15,9-5 3-15,-10-3-1 0,10-3-1 0,-4-5-4 16,7-3-4-16,-13 4-1 0,19-12-1 0,-5 1 3 16,-4-4-2-16,-9 6 0 0,6-8-3 0,5-10-2 0,-11 2 3 15,-3 8 1-15,-4-15-1 0,-2 2 5 0,-4-14 7 16,-4 4 10-16,-8 13-1 0,-1-11 7 0,-7 0 6 15,0 0 22-15,-5 0 14 0,-4-3 7 0,-3 8 18 16,-2 6 41-16,2 2 6 0,-3-5 63 0,4 10-35 16,-1 7 2-16,15 9-39 0,1 3 27 0,-7-10-13 15,15 18-62-15,0 0-35 0,0 0 5 0,0 0-11 16,0 0-28-16,0 0-13 0,12 13-1 0,-4-2-2 0,16 9-6 16,-9-4 5-16,12 8 0 0,-1 2 10 0,6 4 2 15,10 12-2-15,-15-15-1 0,7 7 0 0,2 6 2 16,-1 4 1-16,-8-9-2 0,-3 7 2 0,2 0-1 15,-8 4 1-15,2-2 0 0,-2-4 1 0,2 1-5 16,2 5-3-16,-8-6-6 0,6 8-14 0,4-4-27 16,-1-6-82-16,-7-8-39 0,4 3-119 0,4-9-83 0,3-8-218 15,-13-10 137-15,9 1-278 0,-14-7-124 0,18-7-86 16,-10-4 51-16,-5-11 18 0,3-4-766 0</inkml:trace>
  <inkml:trace contextRef="#ctx0" brushRef="#br0" timeOffset="38611.98">11399 11194 1261 0,'0'0'2033'15,"0"0"-1150"-15,3-8-220 0,-1 2 59 0,-2 6-450 16,0 0-177-16,-2 0-67 0,-13 0-21 0,15 0-8 16,-5 14-1-16,1 5 2 0,1 5-1 0,3 5 3 15,0 2 15-15,3-5 8 0,1 17 41 0,4 4 25 0,4-1 10 16,0-15-29-16,2 11 21 0,4 1-14 0,8 8-16 15,-8-23-48-15,6 4-6 0,0 0-20 0,-2-8-7 16,5-4-3-16,-3 2-4 0,0-9-14 0,-1-2-58 16,1-4-73-16,-10-3-21 0,10 1-233 0,-9-8-175 15,2-5-96-15,-5-5 102 0,3-3-216 0,-3-6 11 16,-7-9 31-16,2 10 161 0</inkml:trace>
  <inkml:trace contextRef="#ctx0" brushRef="#br0" timeOffset="38739.65">11691 11509 78 0,'-29'-8'1359'0,"-5"3"-593"16,-12-1 239-16,19 6-382 0,-5 2 175 0,-7 4-306 15,7-1-166-15,-1 1-92 0,4-1-84 0,6 3-80 16,4 0-28-16,14-6-31 0,-15 4-56 0,16-6-94 16,4 0-129-16,0 0-48 0,0 0-239 0,0 0-197 15,0 0-228-15,4-6 260 0,11-4-616 0</inkml:trace>
  <inkml:trace contextRef="#ctx0" brushRef="#br0" timeOffset="39208.37">13281 10405 609 0,'0'-2'954'16,"4"-1"-326"-16,1-5-103 0,-5 8 180 0,0-5 1 15,3-3-290-15,-3 8-156 0,-12-5 66 0,9 5-67 16,-9 0-69-16,0 0-22 0,-17 2-15 0,6 3 8 16,-1 1-16-16,0-1-24 0,-10 3 40 0,-2 0 15 0,1 2 23 15,8-1-61-15,-9-4 16 0,-10 8 4 0,7-5-48 16,4 1-20-16,9-5-58 0,-4-1-30 0,6 3-8 15,12-1-34-15,-5-3-49 0,17-2-158 0,0 0-146 16,0 0-216-16,0 0-281 0,0 0-171 0,15 0-21 16,-1-5 100-16,8-1-260 0</inkml:trace>
  <inkml:trace contextRef="#ctx0" brushRef="#br0" timeOffset="39393.89">13249 10678 626 0,'-3'0'2173'0,"-9"8"-1213"0,0-8-120 16,0 0 5-16,4 0-697 0,-13-2-88 0,-6 2-48 0,5 0-19 16,3 0 0-16,-18 0-8 0,3 0 3 0,2 2-1 15,8 0 6-15,-5 1 10 0,2 3 9 0,-7-4 4 16,14 3-23-16,1-1-13 0,2-2-50 0,7 0-156 16,-4 1-390-16,14-3 32 0,-15 0-255 0,15 0 17 15,0 0-31-15,7-11-400 0</inkml:trace>
  <inkml:trace contextRef="#ctx0" brushRef="#br0" timeOffset="45270.18">12820 10056 392 0,'37'-40'572'0,"-1"1"-303"0,-13 10-93 0,7-8-19 0,-10 2-154 16,0 1-92-16,-8 13-16 0,3-19-165 16,-6 14 30-16,-9 2-17 0,0 8-217 0</inkml:trace>
  <inkml:trace contextRef="#ctx0" brushRef="#br0" timeOffset="46340.32">14590 10501 426 0,'0'0'696'0,"0"0"-368"0,0 0 131 0,0 0 45 15,0 0 27-15,0 0-289 0,0 0 81 0,0 0-56 16,0 0-15-16,0 0-23 0,0 0-10 0,0 0-20 15,0 0-30-15,0 0-30 0,0 0 53 0,0 0 38 16,0 0-45-16,0 0-70 0,0 0 39 0,0 0-1 16,0 0-8-16,0 0-17 0,0 0 0 0,0 0 113 0,0 0 17 15,0 0 47-15,0 0-136 0,-3 3 45 0,-9 7-17 16,-12-10-92-16,4 3-79 0,-4-1-25 0,-5 1-5 16,-3 3-1-16,5 1 2 0,-29 6 9 0,12 0 23 15,-7 4 12-15,10-7-10 0,-20 6 15 0,5 0-2 16,2-9-6-16,22 2-13 0,-9-7-12 0,-1 0-12 15,18-2-1-15,10 0 0 0,6-2 0 0,-2 2 0 0,1-5-19 16,1-1-127-16,8 6-86 0,0-2-262 0,8-11-299 16,11 5-477-16,-2 2 208 0,7 2-133 0,3-5-1220 15</inkml:trace>
  <inkml:trace contextRef="#ctx0" brushRef="#br0" timeOffset="47686.72">15609 9482 1211 0,'-5'-21'1674'0,"2"5"-1110"0,-4-8 397 0,5 0-446 16,-1 4-307-16,0 7-77 0,-1 2 47 0,-4-11 14 15,2 1 5-15,3 13-5 0,-2-2-25 0,1 1 61 0,-2 0 63 16,4 3-64-16,-1-8-62 0,3 14 29 0,-4-2-21 16,-7-4-93-16,11 6-65 0,0 0-16 0,-6 4-17 15,-6 6-3-15,4 6 0 0,-2 2 4 0,1 6 14 16,1 2 11-16,-1 3-2 0,3 14 3 0,0-3 6 16,3 0 0-16,3-9-3 0,-3 19 0 0,3-10-13 15,3 5 8-15,-3-5 0 0,7-9 6 0,1 17 8 0,4-11-4 16,2-5 8-16,-4-8-4 0,10 10 9 0,-8-13-17 15,5 0-29-15,-8-10-11 0,9 2-34 0,3-2-17 16,-1-6-3-16,-5 0 11 0,9-5-33 0,8-5-65 16,-6-6-25-16,-8 4 47 0,8-6-52 0,4-6-44 15,2-8-8-15,-14 12 92 0,2-12-10 0,7-2 69 16,-3-10-7-16,-16 15 54 0,4-9 10 0,-5 0 21 16,-2-4 8-16,-2-7 6 0,-6 16 12 0,0-12 12 15,-3 5 14-15,0 6 39 0,-3 1 41 0,6 4 30 0,1 2 39 16,-1 15 16-16,3-9-27 0,0 8 30 0,0-1-62 15,0 9-39-15,0 0-41 0,12 0-7 0,-9 0-32 16,2 9-2-16,4-1-4 0,3 8 13 0,-4-9-2 16,7 12-5-16,-3-6-6 0,3 16 13 0,-1-2-6 15,-2-1-13-15,3 6-13 0,-10-8-5 0,5 12 0 0,2-1-4 16,-3-2-8-16,-3-11 8 0,-1 24-5 0,2-17 22 16,-5 6-1-16,1-15-5 0,4 10 1 0,-7 7 6 15,2-10-6-15,-4-7-18 0,-5 6-63 0,4 1-172 16,-2-6-103-16,5-18-29 0,-4 12-351 0,4-11-230 15,0-4-21-15,0 0 177 0,9 0-658 0</inkml:trace>
  <inkml:trace contextRef="#ctx0" brushRef="#br0" timeOffset="47990.9">16493 9794 976 0,'-6'-10'1392'0,"6"7"-721"16,-8-5 0-16,-2 5-243 0,-2-1-110 0,7 4-192 16,-4 2-50-16,-9-2-27 0,9 0 14 0,-8 7 5 15,-3 4 19-15,10-5-49 0,-2 7-8 0,0 5-4 16,7 4 0-16,2-4-6 0,3 3-3 0,6-3-2 16,-4 2-4-16,2-7-6 0,7 5-2 0,1-5-3 15,5-2 2-15,5 2-2 0,-5-8-2 0,10 3-1 0,-1-5 5 16,4-1 2-16,-13-2-1 0,4-2-2 0,-1-3-2 15,7-4 2-15,-12 2 7 0,-1-1 21 0,-4-3 12 16,4-2 8-16,-11 6-2 0,9-15 9 0,-12 11-15 16,-3-13-18-16,-3 13-44 0,-2 4-73 0,-22-14-224 15,6 10-120-15,7 6-2 0,-12 0-301 0,-7-1-52 16,-6 4-145-16,13-1 145 0,9 1 10 0</inkml:trace>
  <inkml:trace contextRef="#ctx0" brushRef="#br0" timeOffset="48405.8">16844 10427 185 0,'18'2'851'0,"-16"-2"-608"0,13 0 99 0,-12 0 60 16,-3 0-37-16,0 0-76 0,0 0 63 16,0 0-48-16,0 0 20 0,0 0-68 0,-12-2 36 0,-14-9-6 15,0 11-90-15,2-2-64 0,-15 2 55 0,-11 0-12 16,-6 0-13-16,-36 0 14 0,34 0-75 0,-30 4 58 0,-10-1 21 15,-43 8 125-15,53-5-59 0,-34 3 102 0,2 8-10 16,-4-1-30-16,3-6-34 0,6 1-44 0,13-4-87 16,7 4-105-16,24-8-36 0,-12 3-2 0,31-4 0 15,11 0 0-15,17-2 0 0,9 0 0 0,3 3 0 16,12-3 0-16,10-5-33 0,12-6-214 0,26-2-337 16,-1 0-255-16,-11 0-12 0,16-5-358 0,11-4-5 15,-2 3-5-15</inkml:trace>
  <inkml:trace contextRef="#ctx0" brushRef="#br0" timeOffset="49236.57">15706 10882 69 0,'-2'-3'921'0,"2"6"-149"0,0-6 23 16,-3-10-158-16,3 13-204 0,0 0-41 0,-4 0-180 15,8 0-88-15,-4 0-89 0,-4 0-18 0,8 0-1 16,-4 0-3-16,0 0-2 0,0 0 33 16,3 5 7-16,2 3 24 0,-2 5-8 0,1-4 25 0,1 6 14 15,4 9 45-15,-6-6-72 0,0 11 37 0,-3-5-11 16,6 5-9-16,0 11 34 0,-6-16-56 0,2 10 29 15,5 1-15-15,-4-1-18 0,-1-8-14 0,4 14 11 0,-2-10-29 16,1 1-14-16,-2-12-19 0,3 8-1 0,0-5 2 16,0 2 0-16,-6-18 0 0,6 5 2 0,-4-4-1 15,5 4 1-15,-11-11 5 0,8 0 46 0,-4 0 41 16,-4 0 13-16,8-2-11 0,-4-14 30 0,0 5-6 16,-4-15-14-16,-1 0-47 0,-5 2-38 0,5-5-15 15,-4-4-3-15,-3 2-5 0,6 5-9 0,-6-22-5 0,4 6-2 16,2-4 5-16,3 11 1 0,3-7-2 0,0-13 4 15,0 10 9-15,3 13 0 0,6-7 2 0,-1-3 1 16,4 9 0-16,0 9-2 0,5-2-5 0,5 6-11 16,7-4 1-16,-12 15 2 0,10-4 3 0,-3 8 1 15,-1 2 1-15,1 3 3 0,2 0 0 0,1 3-7 16,-7 4-2-16,7 7-10 0,-6-1-5 0,2 4-33 16,-2 3-10-16,-9-1 1 0,-1-1 15 0,-2 15-29 15,-3-11 16-15,-2 5 15 0,-4-6 32 0,-4 8 1 0,1 1 9 16,-5 4 3-16,1-13 1 0,-7 8 2 0,-1 0 3 15,-5-5 1-15,-1 0-3 0,-9 2-1 0,1 1 0 16,-3-3 0-16,8-9 0 0,-8 9 3 0,-7-2 10 16,12-9 8-16,7-2 6 0,6-6 0 0,4-3 45 15,-2 7 27-15,10-9-21 0,-10 4-24 0,12-4 7 0,0 0 0 16,9 3-26-16,-1 0-33 0,4 2 1 0,0-5-2 16,27 11 0-16,-17-9 15 0,14 7 14 0,-1-2-4 15,13 4-11-15,-13-3-10 0,9 3 0 0,-5 2-1 16,2 0-20-16,-9-3-1 0,16 14-12 0,-11-2 19 15,-1-9 6-15,-9 0-1 0,5 3-14 0,-3-3-18 16,-5-7-61-16,-16-4-63 0,11 3 7 0,-16-3-122 16,11-2-159-16,-11 4-237 0,-3-4 59 0,3-17-279 0,-3 10 14 15,0-12 53-15,-3 6 262 0,-5-16-771 0</inkml:trace>
  <inkml:trace contextRef="#ctx0" brushRef="#br0" timeOffset="49553.72">16920 10932 2252 0,'-2'-5'1354'0,"-8"-1"-699"0,-2 1 221 15,-20-5-280-15,15 7-463 0,-4 1-83 0,-6-2 2 0,2 4-6 16,-14 0 10-16,17 0-18 0,-3 4 33 0,-6 3 44 15,6 1 51-15,6 0-39 0,-1 8 15 0,6 0 3 16,-1 2 11-16,6 4 3 0,3-4-43 0,0 12-16 16,6-2 11-16,4-4-32 0,4 16 46 0,4-6-60 15,2 3-27-15,-2-13-16 0,18 15 5 0,-4-10-19 16,4-5-2-16,-4 0-2 0,-3-11-1 0,23 9-1 16,-14-6-13-16,-3-6-2 0,-9-5-8 0,19 8-76 15,-13-7-107-15,-2-6-55 0,-9-2-10 0,2-2-282 0,-5-3-467 16,12-12-239-16,-16 8 452 0,7-7-251 0,-3-3-1150 15</inkml:trace>
  <inkml:trace contextRef="#ctx0" brushRef="#br0" timeOffset="50306.71">17657 9919 213 0,'0'0'771'0,"0"0"-258"16,0 10 98-16,0-7 22 0,0-3-281 0,0 0-4 15,0 0-42-15,0 0-58 0,0 0-8 0,0 0-48 0,0 0 0 16,6 8 54-16,-3-6-53 0,2 2 83 0,5 0-85 15,2-1-1-15,-7-3-49 0,12 6 32 0,-5-6-32 16,6 0-27-16,0 2-43 0,2-4 32 0,7-4-36 16,2 1-3-16,10-6-3 0,-15 3-33 0,8-2-11 15,-3-3-13-15,10-6-24 0,-19 6 2 0,7-3-9 0,-3 0 0 16,-4 0 7-16,-8 2 16 0,3-6-3 0,-6 3 6 16,-9-1-11-16,0 5-3 0,-7-9-4 0,2 13-6 15,-13-19 4-15,2 19 7 0,-4-5-6 0,-6 4 12 16,-6 1 7-16,10 7 2 0,-10 2 4 0,6 5 14 15,-4 1 11-15,-11 4 38 0,21 4-3 0,-9 4 33 16,2 6 18-16,-2 13 73 0,10-8-45 0,-1 10 55 0,3 9 1 16,7-6-30-16,1 9-13 0,4-3-21 0,5-4-44 15,2 2-49-15,8-7-26 0,4 6-15 0,4-8-2 16,-1-5 0-16,4-9 0 0,14 12 0 0,-2-14 0 16,-1-5 0-16,-5-8 0 0,17 0 0 0,0 0 0 15,-3-8-8-15,3-6-76 0,-12 4-128 0,22-9-563 16,-10-2-137-16,-5-3-289 0,-10 3 291 0,3-9-400 15,1 2-1317-15</inkml:trace>
  <inkml:trace contextRef="#ctx0" brushRef="#br0" timeOffset="51024.79">18458 9228 751 0,'10'-5'503'0,"-10"5"-83"0,8-8 182 16,-2 8 174-16,-6 0-237 0,6-11-182 0,-1 11 91 0,-5 0-110 15,0 0-1-15,0-5-90 0,7-3 31 0,-7 8-19 16,0 0 45-16,0 0 21 0,0 0-14 0,0 0-42 16,0 0-36-16,0 0-87 0,-15-5 46 0,6 3-127 15,1-2-43-15,-14 2-12 0,14 2-3 0,-28 0 6 16,12 0-5-16,-2 0 1 0,6 2-3 0,-10 4 1 15,1-4-4-15,0 3-6 0,7-1-2 0,-4 1 0 0,15-3 0 16,-10-2-2-16,15 0-1 0,-6 0-2 0,12 0 2 16,0 0 2-16,0 0 1 0,-12-2-3 0,10 2 5 15,2 0-1-15,0 0 4 0,0 0-5 0,0 0-9 16,0 0 0-16,0 0 2 0,0 0-1 0,14 0 5 16,-6 0-8-16,14-3 5 0,-2-3 13 0,4 4-1 15,5-1-13-15,0-1-23 0,-2 0-4 0,5 2-49 0,-1-3 0 16,-6 2-2-16,-4-3 23 0,-6 4-29 0,2 0 39 15,-17 2 20-15,0 0 34 0,0 0 2 0,0 0-1 16,0 0 8-16,0 0-7 0,0 0 13 0,-14-6 5 16,4 3-16-16,-12 3 14 0,-2 0 14 0,-3 0-15 15,-10 0 29-15,-2 0-17 0,10 3-12 0,-7 0 18 16,1 0-34-16,-6-1-15 0,23 0-1 0,-6-2-31 16,15 3-85-16,-6 0-207 0,15-3 5 0,0 0-326 0,0 0-331 15,3-8-47-15,1 0 271 0,16-6-1772 0</inkml:trace>
  <inkml:trace contextRef="#ctx0" brushRef="#br0" timeOffset="51658.1">19029 8521 338 0,'0'-13'1418'0,"0"6"-935"0,-2-2 220 16,2-4 36-16,-3 11-36 0,0-9-413 0,3 9 46 16,0 2-62-16,-2 0-79 0,2 0-81 0,-12-6-33 15,9 6-57-15,-1 10-14 0,1-4 0 0,3 2 3 0,-2 18 0 16,-1-2-1-16,3-5-1 0,-3 10 18 0,3 8 51 15,-4-3 20-15,4-4 16 0,0 7 52 0,7-3 7 16,-2 5 51-16,2-2-13 0,-2-10-92 0,1 5 14 16,3-3-56-16,0 6 27 0,-6-15-48 0,6 7-15 15,-1-3-14-15,7 2-6 0,0-10-8 0,-3 5-5 16,2-3-16-16,4-5-5 0,0-2-7 0,2 2-38 0,-2-2-113 16,3-2-84-16,-4-5-9 0,3-4-317 0,4 0-300 15,-17-2-78-15,8-6 188 0,-7 3-170 0,18-17 84 16,-11 7-705-16</inkml:trace>
  <inkml:trace contextRef="#ctx0" brushRef="#br0" timeOffset="51841.6">19321 8852 1023 0,'-2'-13'1497'0,"2"11"-537"16,-3 2-162-16,-4-9-247 0,5 7-202 0,-8 0-154 15,0-4-44-15,0 6-17 0,-2 0-58 0,-8 0 10 16,11 3-15-16,-20 0-8 0,9-1-3 0,-4 0 4 15,-3 7 3-15,0-4-2 0,10-3-23 0,-19 9 20 0,13-3-28 16,2-1-64-16,9-3-33 0,4-2-171 0,-7 1-396 16,3-3-216-16,12 0 138 0,-9-13-231 0,9 8-281 15</inkml:trace>
  <inkml:trace contextRef="#ctx0" brushRef="#br0" timeOffset="52620.53">19740 9400 147 0,'3'-3'740'0,"9"3"-337"16,-9 0 40-16,-6 0 11 0,6 0-141 0,9-7-10 16,-12 7-120-16,2-4-105 0,10 2-63 0,-12 2-21 15,10 0-4-15,-5 0-12 0,-5 0-19 0,12-2 37 0,-9 2 38 16,-3 0 24-16,0 0-21 0,0 0 11 0,0 0 56 15,0 0 38-15,0 0-35 0,0 0 28 0,-10-5 8 16,5 1 21-16,2 4-35 0,-9 0-18 0,-2 0-36 16,4 4 3-16,-16 1 1 0,20-5-20 0,-23 2 63 15,8 0-18-15,-5 2 15 0,2-2-20 0,-12 1 38 16,-8-1 70-16,-2-2-32 0,4 3-43 0,-11 0 50 16,-9-3 62-16,-8 0 61 0,19-3-85 0,-10 0 89 15,2 3 0-15,-6-5-9 0,6 3-33 0,-6-4-51 0,18 6-81 16,0-5-57-16,8 3-56 0,-7-2-12 0,16 4-10 15,4 0 0-15,7 0 0 0,8 0 0 0,-10 0 0 16,21 0 0-16,-12 0 0 0,9 4 0 0,3-4-7 16,0 0-60-16,18 7-158 0,-4-7-78 0,8 2-166 15,4 4-183-15,1-1-284 0,-10-5 124 0,13 3-335 0,-6-3 158 16,-1 0-558-16</inkml:trace>
  <inkml:trace contextRef="#ctx0" brushRef="#br0" timeOffset="53319.65">18897 9786 1349 0,'0'0'1877'0,"0"0"-1243"0,0 0 423 0,0 0-559 15,0 0-281-15,0 0-162 0,0 0-42 0,0 0-17 16,12 13-4-16,-9-4 2 0,0-7-1 0,6 17-4 16,-6-6-3-16,9 19-1 0,-7-17 5 0,4 9 0 15,-3-2 0-15,0-2 1 0,4 2 0 0,-2 4 1 16,1-2 0-16,-4-2 8 0,2-7 3 0,1 6 5 0,-1 0 10 15,-5-10 5-15,1 5-5 0,0-10 4 0,-1 7-7 16,-2-11 2-16,0 9-9 0,4-8 5 0,-8-6 14 16,8 6 4-16,-8-6 10 0,-6-3-17 0,0 4 8 15,-7-11 2-15,0-5-5 0,1-2-12 0,1 5 4 16,-2-9 2-16,2 0 2 0,3 0-7 0,-3-13 11 16,7 8-11-16,-1-2 1 0,4 1-7 0,-2-6 3 15,7-8 3-15,0 13-3 0,3 5-5 0,1-7 5 0,4 7-5 16,6-3 1-16,-4 14-3 0,2-7-1 0,2 6-2 15,4 1-4-15,2 2-4 0,4 2-1 0,-3 0-3 16,11 6-1-16,-3 2-1 0,-9 0 1 0,16 3-2 16,-9 3 0-16,-4 3 1 0,-2-4 2 0,-1 6-5 15,-1 3-2-15,1 2-5 0,-14-10 3 0,5 10-8 0,-4-8 0 16,1 10-8-16,-4 2 13 0,-2-7-14 0,-4 7 0 16,-5-4 6-16,4-6 4 0,-14 19-6 0,-2-9 5 15,2 1 3-15,2-7 14 0,-7 5 1 0,-14 3 7 16,6-4 9-16,1-7 4 0,8 2 6 0,1-1 16 15,-16 4 23-15,16-2-14 0,5-6-4 0,3 3 13 16,0-1 0-16,0 2-4 0,7-5-20 0,5-4 7 16,5 14-6-16,2-6-13 0,-2 0-7 0,22 8 5 0,-6-3-7 15,2 0-7-15,1-5-3 0,14 8 8 0,-8-8 2 16,4 2 1-16,-4-1-1 0,8-2 4 0,4 4-1 16,2 0-7-16,-12-3-9 0,-6-1-2 0,10 2-2 15,-4-2-6-15,0 4-6 0,-13-5-2 0,1-2-65 16,-10 1-94-16,10 1-166 0,-8-3-205 0,-7-1-181 15,-5-2-172-15,9-2-3 0,-3 2 271 0,-6 0-965 0</inkml:trace>
  <inkml:trace contextRef="#ctx0" brushRef="#br0" timeOffset="53605.89">20079 9752 122 0,'-7'-3'2095'0,"-1"-10"-975"16,-6 10-282-16,2 1-30 0,2-1-409 0,-12 1-137 15,-2 4-86-15,0 1-54 0,4-1-21 0,-10 4 67 16,-6 4 112-16,10 7-52 0,8-10-53 0,-8 12 73 0,2-1-2 16,4 14 48-16,10-11-162 0,0 5 1 15,0 4-23-15,8-3-41 0,-1 1-33 0,6 1-10 0,5-2-23 16,4-6-3-16,0 0 0 0,5 3 0 0,7-3 0 15,5-5 0-15,3-3 0 0,4 0 0 0,-1-2 0 16,6-6 0-16,3 3 0 0,-8-5-7 0,3-1-111 16,-7 2-183-16,-3-4-130 0,-8-4-41 0,5 2-473 0,-14-1-368 15,10-8-24-15,-14 7 522 0,1-5-1178 0</inkml:trace>
  <inkml:trace contextRef="#ctx0" brushRef="#br0" timeOffset="62806.29">30812 12006 389 0,'-5'-26'676'0,"5"8"-427"0,-4-4 97 15,1-2 7-15,-2-2-27 0,2 5-199 0,-1-6 79 16,-4 4 31-16,2 4 26 0,-2 1 69 0,4 12 41 16,-4-12-1-16,-2 7-19 0,10 8-95 0,-5-3 23 15,-2 4-70-15,7 2-96 0,0 0-59 0,0 0-41 0,0 0 3 16,0 6-5-16,0 1-1 0,0 6-6 0,0 4 4 15,4 12-8-15,-1-11-8 0,0-2-2 0,2 8-8 16,2 8-5-16,1-6 5 0,-2-2 0 0,4 3-6 16,-2 4 3-16,4 9 0 0,-7-14 17 0,2 11-2 15,1-4 7-15,-2 3 38 0,-3-4-5 0,4 5 7 16,-7 0-1-16,0-3-8 0,0 14 13 0,-4-24-34 0,1 13-4 16,-2-3-1-16,-7 3 3 0,5-5-3 0,-1 2 3 15,-4-4 3-15,-3-1-5 0,3-11-2 0,-5 8 12 16,2-4-6-16,-2-9 0 0,8-5-5 0,-1 0 2 15,-7 0 1-15,0-3-7 0,14-5-3 0,-24 0 0 16,3-7 3-16,4-2 4 0,6-2-2 0,-10-2 8 16,6-7 10-16,-6 1 35 0,3-5 24 0,10 8-15 15,-3-10 20-15,-1 2 23 0,6 6-12 0,2 7-17 16,2 0 5-16,-5 0-20 0,5-4 14 0,5 15-30 0,-5-14 18 16,5 12-15-16,0 0-14 0,0 2-24 0,-7-9-2 15,7 9-7-15,0 0-4 0,0 0-8 0,0 0-1 16,0-2-5-16,-3 7 2 0,3 8-4 0,-3 0-2 15,3-5 1-15,-6 6-1 0,3-6 6 0,-2 5-3 16,-2 0-10-16,-5 1 11 0,4-7 8 0,-9 6 0 16,-5-5-1-16,2 3 3 0,-9-4 5 0,5-1 9 0,-20 2-3 15,12-5-7-15,-9 2 10 0,10 0 8 0,-18 1 38 16,10-4 22-16,-2-2 20 0,11 3-13 0,-7-3 35 16,-11 0 17-16,16-3-46 0,11 3-36 0,-9-2-13 15,4-1-24-15,18 0-37 0,-7 0-5 0,8 1-65 16,-4 0-164-16,11 2-377 0,-4-6-418 0,2-2 191 15,4-5-270-15,2 5-414 0</inkml:trace>
  <inkml:trace contextRef="#ctx0" brushRef="#br0" timeOffset="62964.71">30171 12091 1326 0,'8'-8'1992'0,"1"-3"-1421"0,-6 11 191 15,-1-13-351-15,1 13-350 0,-3 0-58 0,4-13-19 16,-4 13-11-16,0 0-44 0,0 0-69 0,0 0-257 16,0 0-269-16,-12-5-83 0,9 5 192 0,-11 2-471 15</inkml:trace>
  <inkml:trace contextRef="#ctx0" brushRef="#br0" timeOffset="63833.39">29693 12472 55 0,'-3'0'948'0,"-6"6"-455"0,9-6 24 0,-7 0-115 0,-3 0-12 15,10 0-187-15,-15 0-15 0,15 0-41 0,-15 0 73 16,15 2 38-16,-9-2 46 0,0 0-55 0,9 0 227 15,-8-2-118-15,1-2-6 0,7 4-19 0,-8-2-9 16,-1-3-24-16,3 2-3 0,-8-5-33 0,7 0-73 0,-17-13 65 16,13 8-96-16,-7-6-25 0,7 6-44 0,-13-14 12 15,3 7-56-15,1 1-14 0,2 5-11 0,0-1 0 16,-5-7-1-16,8 9-6 0,9 8-5 0,-12-8-4 16,6 2-5-16,0 0-1 0,2 4 0 0,3 4 0 15,-1-5 0-15,4 6 0 0,1-6 0 0,3 8 0 16,0 0 0-16,0 0 0 0,10-9 0 0,-8 9 0 15,16 3 0-15,-4 0 0 0,20 0 0 0,-14-1 0 16,12 0 0-16,-3-2-10 0,7 4-41 0,-9-4-19 16,5 2-52-16,-3-2-24 0,3 3-43 0,1-3-22 0,-1 2 9 15,-2 1 29-15,-9 0 52 0,-3 0 38 0,-4-1 12 16,4 0 52-16,-12 1 12 0,-6-3 3 0,15 3-3 16,-15-3 6-16,0 0-6 0,11 3-4 0,-7 2 0 15,-4-5-4-15,0-3 4 0,0 6-2 0,0-1 4 16,-7 6-7-16,-1 6 7 0,4-4 3 0,-1-2 3 0,-5 13-3 15,-2-2 0-15,2-1 3 0,3-4 1 0,-5 4-3 16,-8 6-5-16,8-9 2 0,-3 0 2 0,3 5-2 16,-5-1 1-16,-3-1-3 0,8-7 6 0,-7 2 3 15,-6 3 6-15,-6 3 0 0,-4-1-5 0,11-2 4 16,-10 3-1-16,-5-1-1 0,-2 8-3 0,14-15 1 16,-8 7 4-16,-1-1 1 0,2-4 0 0,-2-3 4 0,-2 0-1 15,2-4 0-15,2 2-1 0,7-8 10 0,-9 2 32 16,1 2 5-16,6-4 13 0,5 0-11 15,0-4 44-15,-8-1 70 0,10 0-55 0,2-1-32 0,6 6 43 16,-6-7-4-16,-2-1-19 0,17 5-54 0,-16-7 10 16,6-1 22-16,6 0-17 0,3 1-14 0,-3-3-14 15,4-1 17-15,-5-2-11 0,5 3-13 0,5 8-11 0,0-10 1 16,0 1-2-16,0 8-9 0,3-7-5 0,3 8-5 16,2-3-4-16,10 0-10 0,-9 5 5 0,3 1-9 15,17 2-4-15,-2 0-6 0,-12 2 13 0,9 4-20 16,2 1-4-16,6 2-28 0,-9 2 7 0,8 2-10 15,-6 2-14-15,-1 3-3 0,6 4-8 0,-16-6 44 16,4 10 3-16,-2 0 17 0,-2 4 6 0,-8-7 23 16,3 7 6-16,-4 4 11 0,-2-2 6 0,0-5 2 0,-6 1-5 15,0 5 2-15,-2-4-4 0,-4-8-7 16,-3 13 3-16,-3-5 1 0,-5 1-1 0,5-12 8 0,-18 10 25 16,1-6 10-16,0 0 9 0,2-13-11 0,-11 6 21 15,-10 0 22-15,2-4-30 0,-2-4-10 0,17-4-23 16,-26-3 5-16,8 0-23 0,-2-5-12 0,22-4-31 15,-13 0-89-15,-7-15-339 0,13 5-145 0,10 1-65 16,-7-11-460-16,4-1-59 0,2-4 45 0,4-1-1069 0</inkml:trace>
  <inkml:trace contextRef="#ctx0" brushRef="#br0" timeOffset="64502.61">27739 12636 2022 0,'0'2'1197'0,"0"9"-441"0,0-11-206 16,0 0-219-16,0 0-322 0,0 0-109 0,0 0 16 0,0 0-27 15,0 0 5-15,-15 0 66 0,10-2 96 0,-7-1 34 16,0-5 25-16,4 6 12 0,-4-7-28 0,-6-4 91 16,0 0-65-16,6 2-16 0,-6-9 21 0,6 3-15 15,-2-4 63-15,2 2-4 0,1-1 11 0,4 3-30 16,-1-3 40-16,-1-9 21 0,6 7-59 0,6 7-57 0,0-7 4 16,9 0-22-16,-7 7-44 0,-1 10-18 0,23-14-14 15,-13 6-21-15,12 2-1 0,-5 6 6 0,6-3-11 16,5 5 2-16,15 1 4 0,-21 2 8 0,13-3-7 15,0 6-7-15,-10-1-31 0,3 7-62 0,-8-5 7 16,-1 7-39-16,-5 2-19 0,-3 3 4 0,-7-5 39 16,7 8-49-16,-9-12 79 0,0 20 19 0,-4-19 36 0,-4 10 3 15,-6 6-6-15,-4-8 20 0,2-3 11 0,-7 4-3 16,-10-2 5-16,-11 1 0 0,6-8 6 0,-10 5 9 16,-4 1 10-16,-5-7 2 0,10-1 7 0,-21 5 55 15,9-4 23-15,-1 4 30 0,5-7 38 0,10 5-8 16,-7-1 55-16,4-1-48 0,13-4-27 0,12 3-61 15,-10-1 16-15,12-2-70 0,6 4-10 0,0-1-3 16,1 4 21-16,1 3 12 0,4 0-5 0,6 7-11 0,9 0 10 16,3 4-1-16,2 0-44 0,-2-5-16 0,6 2-16 15,-4-2-25-15,10 10-70 0,-12-11 27 0,-3 8-35 16,-3-2 17-16,2 0-2 0,-7-2 29 0,-4 11-29 16,-7-9 67-16,-8-2 30 0,-5-7 9 0,-4-1 15 15,-10-6 65-15,-8-1 85 0,-6-7 84 0,11 0-37 16,-26-7 99-16,-5-4-7 0,10-4-47 0,13-2-106 0,-23-12-12 15,12-2-104-15,7-2-19 0,16 7-1 0,-7-11 0 16,-6-16 0-16,12 11 0 0,16 11 0 0,-3-15 0 16,1-11 0-16,11 13 0 0,6 13 0 0,3-8 0 15,5-1 0-15,5-10-116 0,10 4-322 0,-2 20-9 16,9-12-417-16,10 2-302 0,7 6-47 0,-8 6 303 16,26-9-1984-16</inkml:trace>
  <inkml:trace contextRef="#ctx0" brushRef="#br0" timeOffset="64667.16">27492 11938 2742 0,'0'0'1624'0,"0"-3"-867"15,0-8 226-15,0 9-383 0,0 4-593 0,0-2-106 0,0-2-12 16,0-2-4-16,-3-3 14 0,3 7 36 0,0 0-68 16,0 0-206-16,0 0-127 0,0 0 29 0,0 0-308 15,0 0-154-15,0 0 12 0,-14 3 215 0,7-1-883 16</inkml:trace>
  <inkml:trace contextRef="#ctx0" brushRef="#br0" timeOffset="65518.9">25769 12588 341 0,'-10'2'528'0,"-7"-2"-143"0,0 6-73 0,13-3-98 15,-19 2 10-15,14 1-96 0,-6-2 47 0,0 5-74 0,3-1 63 16,0-3 51-16,-8-3 110 0,8-2-86 0,-3 0 82 15,-9-2 16-15,14 0 41 0,0-1-105 0,-11-5 163 16,16 2-109-16,-5 1-71 0,2-6-43 0,6 4-44 16,-5-1-53-16,2-3-26 0,5 6-38 0,-3-1-19 15,6-7 16-15,2 6-22 0,-2 1-9 0,-3 6-6 0,18-10 5 16,-7 4-17-16,-2 6-8 0,6 0-1 0,-3 0-3 16,3 0-8-16,5 2-12 0,-6 4 0 0,11 5-26 15,-4-4-43-15,-1 7-49 0,-5-4 58 0,-1 6-28 16,-2-5 10-16,0 4 5 0,-6 2 36 0,0 1 52 15,-3-13 5-15,0 19 7 0,-9-11 0 0,6-4 4 16,-12 15-2-16,0-6-6 0,-8-3 6 0,2-2-1 16,-12 4 1-16,-2-1 2 0,-4-3 3 0,7-2 3 0,-30 2 18 15,6 0 27-15,3-6 62 0,2 2 7 0,-22 2 155 16,-1-4 68-16,10-1-3 0,17-1-59 0,-10-3 69 16,-10 4 4-16,23-6-147 0,14-6-111 0,0 4-7 15,3-9-32-15,12 6-52 0,-2-6-4 0,11 6 0 16,-2-3 0-16,5 6 0 0,8-18 0 0,-4 18 0 15,21-9 0-15,6 2 0 0,-6 3-8 0,-1 3-18 16,6 1-75-16,6 2-142 0,-10 5-11 0,-11-3 25 0,-4 2-92 16,13 9-25-16,-15-6-64 0,-1 12 154 0,-4-6 17 15,-8 11 41-15,-4-8 50 0,-7 4 16 0,-3 2 49 16,-2-3 43-16,-12 2 19 0,-7 0 44 0,3-3 48 16,-4-5 70-16,-14 3 133 0,4-5 82 0,-6 2 51 15,-3-5 27-15,3 1-16 0,-5-4-58 0,13-3-129 0,-19 0-21 16,14-4-124-16,-1-9-47 0,10 6-34 0,-3-10-5 15,11-4 0-15,10-2 0 0,-1 0 0 0,4-3 0 16,14 0 0-16,4 0 0 0,-2 8 0 0,7-18 0 16,0 13 0-16,7-1 0 0,5-4 0 0,-2 10 0 15,5-2 0-15,4 1 0 0,1 2 0 0,1-1-21 16,-1 8-155-16,0-3-314 0,-4 6-275 0,-10 3 23 0,23 7-741 16,-20-5 271-16,14 13-285 0,-8-2-183 15</inkml:trace>
  <inkml:trace contextRef="#ctx0" brushRef="#br0" timeOffset="65660.5">24637 13493 496 0,'11'21'2017'0,"-7"-10"-1175"0,7 7-176 16,-5-15-100-16,0 5-336 0,12-3-19 0,-7-2-80 0,1-3-72 16,17 3-21-16,-14-3-16 0,-3-6-18 0,5 3-67 15,5-7-200-15,-8 0-255 0,-2-3-43 0,3-6-226 16,0-5 1-16,2-5-1406 0</inkml:trace>
  <inkml:trace contextRef="#ctx0" brushRef="#br0" timeOffset="65855.98">25006 12289 853 0,'5'-26'3745'0,"-2"10"-2835"15,1 1 304-15,-2 4-207 0,1 0-680 0,0-2-229 16,-1 13-61-16,-2-13-37 0,0 10 0 0,0 3 0 0,0 0-20 16,0 0-151-16,0 0-168 0,0 0-3 0,-10 7-294 15,3-1-306-15,-5 8-260 0,-11-1 25 0,-1 2-268 16</inkml:trace>
  <inkml:trace contextRef="#ctx0" brushRef="#br0" timeOffset="66299.78">23555 12324 2388 0,'-12'-26'1413'0,"-5"-4"-299"0,8 14-474 15,-3-4-351-15,4 3-173 0,5 12-71 0,-6-8-33 16,6 10-11-16,3 3-10 0,-9-10-2 0,9 10 1 0,0 0-2 16,0 15 1-16,6-2 0 0,-3 7 5 0,2 0 3 15,2 12-7-15,4 13-15 0,-5-19 2 0,0 16-9 16,3 4-4-16,0-2 0 0,2-3 2 0,-2 14-1 16,-3-7 12-16,3 1-4 0,-6 2-37 0,4-14-43 15,-5 24-227-15,1-16-119 0,0 0-136 0,-3-14 3 16,0 13-237-16,0-11 38 0,0 7-1046 0</inkml:trace>
  <inkml:trace contextRef="#ctx0" brushRef="#br0" timeOffset="67086.69">23197 12337 2056 0,'-19'-35'1235'0,"-1"4"-424"0,-1 1-17 0,3 7-483 0,1-3-178 15,2 9-47-15,1 6-28 0,7 9-39 0,-4-5-17 16,-3 1-7-16,7 6-2 0,-2 2 1 0,-2 9 1 16,-8 13 6-16,5 0 3 0,2 2-2 0,6 1-1 15,-6 10 3-15,0 16 2 0,4-11-4 0,2-7 2 16,3 9-1-16,0 17 4 0,-2-13 3 0,5-14-4 16,0 14 7-16,0-3 2 0,0 2 1 0,5-10-1 0,1 5 4 15,3-4-5-15,3-1-1 0,0-5-2 0,5-1-8 16,1-2-10-16,-1 1-27 0,-2-12-12 0,18 6-95 15,-4-6-43-15,-2-5-53 0,0-2-46 0,5-2-41 16,-6-7-34-16,-8-2-2 0,-4 0 43 0,1 0 121 16,-3-8-47-16,-9 8 67 0,6-10 76 0,-9 6 65 15,0-9 24-15,-9 0 19 0,1 8 5 0,-14-8-1 0,-4 5 35 16,-9-6 73-16,-6 10 62 0,11 1-22 0,-14 0 92 16,-4 3 24-16,-10 0 132 0,19 0-178 0,-11 0 61 15,0 0-4-15,-6 0 4 0,12 0-65 0,0 0 60 16,0-3 0-16,2 1 4 0,-4-3 76 0,24 1-150 15,-4 0 69-15,3-5-20 0,2 2-17 0,13 5-94 16,-8-7-7-16,1-2-39 0,7-2-39 0,1 2-25 16,2-13-22-16,8 6-19 0,-1-6-3 0,2 9 0 0,4-20 0 15,-1 15 0-15,4-4 0 0,-5 8 0 0,6-6 0 16,-9 14 0-16,6-10 0 0,-6 12 0 0,2 1 0 16,-5 0 0-16,7-5 0 0,-7 10 0 0,0 0-1 15,5-3-18-15,1-3-6 0,0 6-37 0,2 0-2 16,2 0-48-16,4 3-101 0,4 5-12 0,-6-6 33 15,9 4-76-15,-4 2-42 0,7 0 85 0,-13-1 87 0,-2-3-9 16,13 11 53-16,-14-6 36 0,4 4 38 0,-7-3 3 16,4-2 3-16,-3 3 1 0,-2-6 0 0,-8 5 3 15,-2 1-4-15,-6-4 4 0,-8 10 2 0,-1-10-2 16,1 10 5-16,-7-7 2 0,-5 3 1 0,-1 0 6 16,1-2-4-16,-3 0 3 0,-1-3 2 0,7-1-4 15,-15 4 1-15,12-2 1 0,-1-2 0 0,10-7 2 0,-16 6 12 16,10-4 11-16,2 1 19 0,10-3 37 0,-5 0 71 15,8-3 71-15,-4 1 20 0,6-4-54 0,0-1 70 16,0-13 40-16,2 2-132 0,6-1-55 0,1-4 11 16,3-3-58-16,3-15-9 0,1 8-25 0,1 0-7 15,0-9 1-15,5-11 1 0,-8 3-10 0,5 15-7 16,-2-12 0-16,1-3-5 0,0-14-6 0,-6 27-1 0,6-11 0 16,-6 6 0-16,0-8 0 0,0 23 0 15,0-4 0-15,0 7 0 0,0 3 0 0,0 10 0 0,0-7 0 16,0 7 0-16,-3 4-5 0,3 7-44 0,-3-6-181 15,1-3-171-15,2 9-86 0,0 0-85 0,-10 20-189 16,5-2-145-16,-2-2-107 0,-1 2 82 0,4-2 333 16,-6 6-127-16,-2 6-546 0</inkml:trace>
  <inkml:trace contextRef="#ctx0" brushRef="#br0" timeOffset="67436.75">21484 12834 384 0,'-12'0'1610'0,"4"2"-878"0,8-2-167 15,2 0 310-15,-4 0-400 0,4 0-204 0,-2 0-135 16,0 0-27-16,0 0-69 0,0 0-27 0,10-2-13 15,2 0-5-15,2 2-4 0,1 0 1 0,-4 0 6 16,13 0 1-16,-9 2 1 0,11 0 2 0,-14 2 0 0,6-2 5 16,-4 3-3-16,-4 1-1 0,2 1 0 0,-7 4-2 15,0-2 1-15,2 9 3 0,-10-3 0 0,-1-6-1 16,2 9-1-16,-4-8 3 0,-11 17 9 0,2-10-6 16,-11 1 1-16,-1 0-2 0,-2 3-1 0,-13 3-2 15,-2 0-7-15,3-6-18 0,-1-2-14 0,13-8-16 16,-12 1-146-16,-10-5-268 0,22-4-69 0,9-2-11 0,-4-6-217 15,6-3 8-15,4-5-121 0,4 1-118 0</inkml:trace>
  <inkml:trace contextRef="#ctx0" brushRef="#br0" timeOffset="67904.5">21220 12313 2268 0,'-4'-29'1383'0,"4"16"-483"0,-3 5-222 15,3-3-93-15,-3 4-438 0,1-4-57 0,2 11-56 0,0 2-25 16,0-2-11-16,0 0-7 0,0 0 4 0,-7 5-1 15,4 1 0-15,3 15 7 0,0 11 6 0,0-10-2 16,3 9 3-16,0 0-5 0,3 6-2 0,0-4-1 16,0 13-4-16,0-8-1 0,-4 1-1 0,2-12 3 15,-1 13-1-15,-3 7 6 0,-3-7 1 0,-1-16-2 0,2 11-3 16,-4-4-5-16,0 12-5 0,-2-23 3 0,-2 9-6 16,-2-2-2-16,-5 0 3 0,0-4 5 0,-7 3 8 15,-3-6 7-15,4-5 4 0,2-2 12 0,-6-4 35 16,5-4 27-16,0-3 52 0,-2-4 20 0,10-3-12 15,-13-4 116-15,4-4-57 0,9 0-22 0,-1 2-49 16,0-9-5-16,-3-4-7 0,7 5-64 0,4 5-22 0,4-1 2 16,1 4-12-16,-1-2-20 0,-1 13-1 15,1-13-1-15,3 13-12 0,0 0-61 0,0 0 15 0,0 0-26 16,-2 0-12-16,-8 19-75 0,8-6 56 0,-4 7-20 16,0 4 34-16,-2 0-2 0,-4 8-12 0,-3-6 38 15,-4 4 18-15,2-10 8 0,0 7-2 0,-3-8 27 16,-14 12 0-16,14-12 19 0,-4-1 17 0,10-7 22 15,-13 2 67-15,15-8 86 0,-3 1 56 0,10-3-52 16,-10-1 121-16,15-4-78 0,-12-7-41 0,12 9-74 0,-2-9-28 16,-1-21-77-16,8 9-14 0,-2 2 0 0,4-7 0 15,10-14 0-15,-2 6-1 0,2 0-33 0,0 5-31 16,7-1-74-16,8-15-146 0,-5 13-146 0,-8 12 18 16,10-7-199-16,-4 3-103 0,6-2-389 0,-14 7 348 15,3 3-209-15,-5-2 182 0,-3 1 93 0,-9 15-363 16</inkml:trace>
  <inkml:trace contextRef="#ctx0" brushRef="#br0" timeOffset="68044.13">20645 12662 188 0,'-15'-8'3604'0,"6"-2"-2774"15,1 2 291-15,-2-11-92 0,10 14-550 0,0-6-280 16,6-2-105-16,3 0-51 0,8-5-29 0,1 7-14 16,12-7-16-16,2 1-3 0,3 4-7 0,-6 6-19 0,19-2-200 15,-10 7-110-15,1 0-166 0,-13 4 52 0,6-2-339 16,4 13-528-16,-12-2 295 0,-13-4 303 15,-2-1-1136-15</inkml:trace>
  <inkml:trace contextRef="#ctx0" brushRef="#br0" timeOffset="68595.64">18736 12348 1672 0,'0'0'2013'16,"0"0"-992"-16,0 0-1 0,0 0-656 0,8 5-339 0,-6 0-19 15,5 16-5-15,-4 6-2 0,-1-12-4 0,5 7-11 16,-2 7-17-16,7 3-4 0,-2 8-15 0,-2-16 20 15,7 9-8-15,-3 7 5 0,0-3 14 0,-3-2 9 16,2 9-24-16,-5-4-45 0,0 3-80 0,-4-12-44 16,2 11-217-16,-1 9-324 0,-3-14 1 0,0-13 123 15,-3 5-163-15,-3-3-128 0</inkml:trace>
  <inkml:trace contextRef="#ctx0" brushRef="#br0" timeOffset="69052.45">18414 12403 1727 0,'-17'-21'2144'0,"-2"0"-1035"15,9 4 25-15,3 8-198 0,-5-2-588 0,12 9-181 16,0 2-100-16,0-4-37 0,0 8-23 0,0-4-32 16,0 0-7-16,12 18 0 0,3-3 7 0,-3 4 8 15,12 13 5-15,-7 0 22 0,0-1 7 0,-2-7-2 16,9 18 6-16,-9-7-16 0,-1-4-34 0,-4-4-3 15,4 5-18-15,4 8-16 0,-4-9 7 0,-4-10 14 16,-8 3-18-16,1 10-6 0,-6-8 4 0,-6-6 14 0,0 4-15 16,-2 2 4-16,-10 3-12 0,3-8 39 0,1-7 21 15,-12 1 7-15,2-4-1 0,-17 2 4 0,17-6 8 16,-11 2 4-16,-1-4-1 0,-5-5 2 0,12 0 2 16,-7-3 5-16,7-2-1 0,3-3-7 0,2-3-1 15,3-2 5-15,4 3 7 0,11 7 19 0,-3-4-19 16,-3-4-7-16,3 2-13 0,12 7-1 0,-8-6-5 0,8 8-18 15,-3 0-14-15,6 0 22 0,-3 0 11 0,0 0 6 16,0 0-3-16,0 0-3 0,-3 0-6 0,3 0 5 16,-4 0 5-16,-6 10-9 0,-2 7 6 0,0-7 10 15,-10 3 16-15,-10 0 34 0,0 6 22 0,3-8-16 16,-7 2 43-16,-8 1 0 0,-24 1 7 0,33-6-49 16,-15 0 1-16,0 0-19 0,-6-1-27 0,15-3-20 0,2-5-2 15,12-3-102-15,5-3-131 0,10 4-59 0,-3-14-536 16,6-5-127-16,9-3-140 0,5-7-7 0,4 2 367 15,3-11-321-15</inkml:trace>
  <inkml:trace contextRef="#ctx0" brushRef="#br0" timeOffset="69213">17651 12524 2753 0,'3'-2'1141'0,"-3"2"-128"16,-9-13-10-16,9 10-471 0,0 3-279 0,0 0-147 15,-11-10 9-15,11 10-53 0,0 0-38 0,0 0-10 16,8-3-4-16,4-3-20 0,17 6-67 0,-11-2-11 15,15 2-130-15,2 0-14 0,-3 0-60 0,-8 0 7 16,5 0-181-16,0 2-250 0,-2 2 0 0,-12-2 141 0,-6 1-221 16,8-1 45-16,-17-2 66 0,12 8-299 0</inkml:trace>
  <inkml:trace contextRef="#ctx0" brushRef="#br0" timeOffset="69732.62">17295 12845 1723 0,'-4'2'951'16,"-13"11"-146"-16,11-9 1 0,0 1 22 0,6-5-634 0,-6 2-75 16,-3 1-81-16,9-3-13 0,-8 10-5 0,4-7-7 15,1 8 3-15,1-3-3 0,-4 3-1 0,0 2-12 16,-4-3-3-16,2 0 2 0,-6 10 1 0,2-10 3 16,-12 6 4-16,4-9 4 0,2 4 21 0,4-9 13 15,-13 4 98-15,6-1 27 0,-2-10 44 0,2-1-12 0,-9 2 69 16,4-5-25-16,2 0-13 0,9-2-100 0,-10-5 35 15,9 5-79-15,10 1-19 0,1-1-25 0,-4-11-31 16,9 9-53-16,0 3-18 0,14-14-32 0,4 14 4 16,11-12-88-16,-2 9 4 0,9 2-45 0,-10 6 52 15,6 0-60-15,10-1-73 0,-16 9 45 0,-3 0 56 16,1 2-65-16,0 4 38 0,-1 0-42 0,-14 0 129 16,3 1-14-16,-7 1 34 0,7 18 18 0,-12-13 65 0,-2 5 10 15,-10 0 12-15,-3 3 4 0,-5 2 10 0,-4 0 6 16,-3-2 23-16,-5 0 38 0,-1-2 47 0,-2 2 52 15,-3-4 26-15,-4 2 72 0,-4-4 55 0,10-7-69 16,-31 4 179-16,16-1-82 0,-2-6-1 0,11-3-90 16,-19-5 83-16,14 0-130 0,3-5-49 0,15-3-70 15,-19-8-9-15,13-4-60 0,9-4-25 0,8-3-1 16,-6-12 0-16,3-12 0 0,13 3 0 0,-1 6 0 0,6-19 0 16,-2-16 0-16,7 11 0 0,4-2 0 0,-6 14 0 15,9-22 0-15,-4 4 0 0,5 6 0 0,-5 18 0 16,-2-7 0-16,3-11 0 0,-6 18 0 0,0 19 0 15,-2-6 0-15,-2 4 0 0,-2 10 0 0,6 12 0 16,-9 0-1-16,9 3-25 0,0 6-176 0,0 0-105 16,-3 2-213-16,-2 9-95 0,5 2-192 0,0-5-73 0,3 21-424 15,-3-10 275-15,12 2-40 0,-7-6-262 0</inkml:trace>
  <inkml:trace contextRef="#ctx0" brushRef="#br0" timeOffset="69840.33">16738 12340 1150 0,'12'4'1453'15,"-12"0"-546"-15,12 3 0 0,-15-7-309 0,3 0-451 0,3 0-250 16,-6 0-231-16,-6 11-71 0,6-11 15 16,-6 5-272-16,-4 1-78 0,-1 1-66 0,-13 1 208 0,12-5-283 15</inkml:trace>
  <inkml:trace contextRef="#ctx0" brushRef="#br0" timeOffset="71052.1">14967 12964 242 0,'12'-3'1071'0,"-1"3"-439"0,1-2-125 16,-5 2 173-16,-7 0 71 0,0 0-326 0,0 0-172 16,0 0-11-16,0 0-98 0,0 0 7 0,0 0 19 15,0 0-2-15,0-5 9 0,0-3-2 0,0 8-53 0,-19-6 32 16,4 1-29-16,3 0-68 0,-5-8-27 0,-6 2-10 16,2-2 2-16,1-6 36 0,-1-2 26 0,6 2-22 15,-2-5 48-15,2 4 18 0,3-2 17 0,3-2-6 16,1 6-13-16,-2-1-4 0,5 1-6 0,1 7-50 15,4-2 23-15,4 0-36 0,4-8-13 0,4 10-22 16,5 3-11-16,10-3-10 0,9 9-10 0,-9-1-5 0,7 1-40 16,14 2-41-16,2 2-110 0,-12 1 35 15,9 2-117-15,0 5-23 0,-6 1-17 0,4 5 16 0,-7 3 11 16,-5 1 64-16,2 2 62 0,-8-4 61 0,-10-1 43 16,7 7-4-16,-4 2 29 0,-8-8 29 0,-5-5 8 15,-2 5-7-15,-5 4 2 0,-5 4 1 0,-2-12 11 16,-10 7 6-16,-7-3 10 0,-6 4 8 0,-5-4 7 15,-10 3 3-15,-2-5 14 0,-11 6 21 0,14-7-17 16,-30 7 42-16,-8-2 31 0,2-7 21 0,21 1-23 16,-24-1 62-16,-17-5 39 0,24-5-23 0,5-3-5 0,21 0-44 15,-9-3 70-15,-12-2 66 0,21-3-46 0,20 0-50 16,-11-2 51-16,9-7-23 0,-7-6-4 0,22 7-123 16,0-11-2-16,5-12-43 0,-3-9-25 0,15 16-18 0,0-12 0 15,3 1 0-15,6 3 0 0,-4-2 0 16,5 7 0-16,-5 4 0 0,4-1 0 0,-3 5 0 0,0-6 0 15,-3 3 0-15,0 9 0 0,-3 0 0 0,2-1 0 16,-2 13 0-16,0-11 0 0,0 2 0 0,-2 12 0 16,2-7 0-16,0 11 0 0,-3-14 0 0,3 16 0 15,-3 0 0-15,3-2 0 0,-9-7 0 0,9 9 0 16,0 0 0-16,0 0 0 0,0 0 0 0,0 0 0 16,-3 14 0-16,9 1 0 0,-6-6 0 0,9 12 0 0,-4 0 0 15,7 0 0-15,3 8 0 0,-6-7 0 0,-1-4 0 16,4 8-2-16,0 3-25 0,-2-2-12 0,-5-6 1 15,7 3-25-15,-3 7-15 0,-1-1-6 0,2-10 30 16,-5 7-8-16,2 3 7 0,-2 9 0 0,-2-18 29 16,-3 5-13-16,0 11-21 0,-3-2-5 0,-6-6 20 15,-2 3-12-15,-13 0 3 0,-8 13-7 0,8-18 37 0,-12-1 13 16,1 0 1-16,-3 3 7 0,-4-5 6 0,1-6 4 16,6-1-3-16,-4-10 9 0,-5 6 10 0,18-10 12 15,-6-6 54-15,2 1 27 0,1-9 17 0,2-2 13 16,1 2-11-16,6-7-7 0,-2-6-34 0,8 6-48 15,2-8-14-15,0 7-24 0,9-3-8 0,0 9 0 16,3-3 0-16,0-4 0 0,0 9 0 0,0 5 0 16,0-7 0-16,3 13 0 0,-6-3 0 0,3 3 0 0,3 3 0 15,-6-6 0-15,6 6 0 0,0 3 0 0,6 1 0 16,-9 10 0-16,0-4 0 0,0 0 0 0,0 8 0 16,-3 3 0-16,-6-3 0 0,1 0 0 0,-1-5 0 15,-3 5 0-15,-8 0 0 0,-4 1 0 0,9-12 0 16,-12 3 0-16,1-2 0 0,-6-5 0 0,8-4 0 15,0 0 0-15,1-4 0 0,-6 0 0 0,10-2 0 16,-1-6 0-16,2 0 0 0,-3-6 0 0,9 5 0 16,-3-8 0-16,5 3 0 0,0-5 0 0,1-6 0 0,6 14 0 15,1-2 0-15,2-3 0 0,0 1 0 0,0 4 0 16,0-1 0-16,0 14 0 0,0-9 0 0,0 0 0 16,0 9 0-16,0 0 0 0,0 0 0 0,0 0 0 15,-12 5 0-15,0 6 0 0,6-5 0 0,-15 10 0 0,-6 4 0 16,7-1 0-16,3 3 0 0,0-4 0 0,-14 3 0 15,6 0 0-15,1-6 0 0,2-1 0 0,5-4 0 16,-6-1 0-16,14-7 0 0,-8 1 0 0,10-3 0 16,2 0 0-16,-5-8 0 0,8-2 0 0,2-6 0 15,5-3 0-15,10-8 0 0,-1 3 0 0,5 9 0 16,10-9 0-16,6-10 0 0,9 2 0 0,-11 8 0 0,11-5 0 16,3-2 0-16,12-9 0 0,-23 21 0 15,11-3 0-15,-3 7-7 0,4 2-88 0,-4 2-204 0,-18 8-8 16,1-1-305-16,-4 1-269 0,-5 3-246 0,0-3-73 15,-13 3 98-15,-5 0-481 0</inkml:trace>
  <inkml:trace contextRef="#ctx0" brushRef="#br0" timeOffset="71189.72">13134 12972 3298 0,'-24'-11'1294'0,"2"-2"-121"0,10 5-324 0,2 3-343 16,-2-6-127-16,10-2-129 0,2 8-135 0,0-3-165 15,5-3-109-15,7 4-42 0,9-7-58 0,-18 12 23 16,26-6-169-16,-9 5-119 0,7 1-206 0,-3 2 62 15,5 2-235-15,-2 1-5 0,0 1 73 0,-7 7 281 16,13 2-376-16</inkml:trace>
  <inkml:trace contextRef="#ctx0" brushRef="#br0" timeOffset="71397.16">13776 13842 1230 0,'0'11'857'0,"0"2"-211"16,0-13 56-16,0 0-80 0,9 0-267 0,-3 0-83 0,6-5-92 16,5-1 13-16,14-7-59 0,-6 6-64 0,-4-2-37 15,23-4-4-15,-5-2-30 0,3-1-3 0,-13 5 2 16,18-8-5-16,3 1 3 0,-15 2 2 0,-3 6-2 16,13-1-37-16,2-5-213 0,-8 3-180 0,-17 2-5 15,12-4-336-15,-2-5-10 0,-3 2-286 0</inkml:trace>
  <inkml:trace contextRef="#ctx0" brushRef="#br0" timeOffset="71592.64">15075 12551 217 0,'4'-21'3660'0,"-4"0"-2352"0,0 8-444 16,-4 2 352-16,-1-10-880 0,2 11-217 0,3 7-86 15,-2-3-6-15,-5-1-19 0,7 7-71 0,0 0-22 16,-5 2-144-16,-5 3-78 0,-4 14-140 0,4-5 81 16,0-1-359-16,-2 5-206 0,0 3-86 0,-3-5 329 15,-9 8-670-15</inkml:trace>
  <inkml:trace contextRef="#ctx0" brushRef="#br0" timeOffset="72130.2">11888 13174 232 0,'-4'7'3908'0,"2"6"-2817"16,-1-2 425-16,3-9-446 0,0-2-786 0,-9 6-307 15,3 1-128-15,6-7-157 0,-9 9-64 0,9-7-3 0,0-2-302 16,0 0-184-16,0 0-236 0,0 0-63 0,0 0 457 16,0 0-188-16,4-21-513 0</inkml:trace>
  <inkml:trace contextRef="#ctx0" brushRef="#br0" timeOffset="72251.89">11930 12985 1897 0,'-10'-11'2655'0,"8"7"-1441"0,-8 1-1 0,1 0-509 16,-2 3-251-16,2 0-406 0,-3-3-39 0,9 3-8 0,-6 0-19 15,1-2-110-15,11 2-204 0,-3 0-143 0,0 0-80 16,-3 0-479-16,6 0-466 0,-3-11 322 0,0 9 305 16,0-1-1102-16</inkml:trace>
  <inkml:trace contextRef="#ctx0" brushRef="#br0" timeOffset="74332.32">31723 5833 688 0,'-6'-15'1034'0,"6"10"-606"16,0-8 161-16,2 13 40 0,-2-20-120 0,4 16-271 16,-4-7-35-16,3-5-2 0,-3 8 19 0,3-3-54 15,-1-2 86-15,-2 10-40 0,3-5 33 0,1 1-52 16,-4 7 80-16,0 0 55 0,0 0-81 0,0 0-95 16,0 0 16-16,0 0-40 0,0 0-31 0,0 0-71 0,0 0-22 15,0 0-14-15,0 0-8 0,0 0 3 0,-4 13 4 16,4-6-5-16,0 10-1 0,-3 12 3 0,3-8 10 15,0 8-4-15,0 0 1 0,3 11 0 0,1-16 4 16,-1 13-4-16,2 0 1 0,2 3 2 0,1-1 4 16,-1-2-3-16,3 5-1 0,2-2 0 0,-5-5 5 15,5 7-5-15,-7-7-11 0,1-2-6 0,-2 2 0 16,-4-13 5-16,-4 9-8 0,1-2 20 0,-5-5 8 0,4-9 4 16,-7 9 18-16,-7-5 3 0,-3-5 0 0,0-7-10 15,-6 1-9-15,-13-8 1 0,7 0 2 0,6 0-8 16,-7-2-4-16,-2-9 7 0,6-2 11 0,13 4 12 15,-10-1 13-15,3-6-1 0,4-10 11 0,6 10-21 16,2-6 5-16,-3 4-12 0,10-8-19 0,1 20-7 16,4-12 8-16,0 7-5 0,0-2-7 0,0 0 12 0,4 13-8 15,-4-11-3-15,2 6 2 0,-2 5-8 0,0 0 9 16,0 0-11-16,15 9-17 0,-10-2 15 0,-1 1 11 16,2 8-2-16,-4-3 0 0,-2 9-10 0,-5-9 1 15,-7 13 25-15,-5-8-9 0,-5 4-30 0,0-7 1 16,-12 7-4-16,-10-2 8 0,6-3 1 0,6-7-18 15,-12 1-44-15,2-3-220 0,-7 3-299 0,7-9-148 0,13-2 14 16,-10 0-316-16,7-6 12 0,2-3-192 16</inkml:trace>
  <inkml:trace contextRef="#ctx0" brushRef="#br0" timeOffset="74517.82">30205 6913 3385 0,'6'5'1048'0,"0"1"-379"16,-6-6 182-16,15 13-726 0,-3-10-159 0,-4-1 13 15,11 3-8-15,-2-5 7 0,12-3-11 0,-5 3-6 16,6-2-24-16,-3-3 1 0,2-1-32 0,-6 4-36 0,3-1-204 16,4-10-410-16,-6 2-55 0,0-2-29 0,-12 0 210 15,2 0-391-15</inkml:trace>
  <inkml:trace contextRef="#ctx0" brushRef="#br0" timeOffset="75035.44">30406 6368 1959 0,'-3'-16'999'0,"0"6"-285"0,1 10-191 16,2-17-112-16,0 17-290 0,-5-5-40 0,0-3-60 15,5 8-11-15,0 0-10 0,0 0 1 0,0 0-6 16,0 0-1-16,-9 13 0 0,6-4 1 0,3-5 4 15,-5 13 4-15,2-4-6 0,-4-3 9 0,2 7 0 16,1-8 6-16,-7 19-1 0,-7-10-6 0,7-2 0 0,-4-6-2 16,-6 4-3-16,-3-1-1 0,-5 0-5 0,9-5 8 15,-7 0 7-15,-5-2 4 0,-1-4 22 0,6-2 31 16,-5 0 43-16,0-2 24 0,3-1 22 0,11-3-22 16,-6-5 120-16,15 7-34 0,-6-7-14 0,7 0-54 15,-1 0 30-15,0-7 13 0,3 0-67 0,4 12-57 16,-1-12-14-16,-1 10-20 0,4-1-19 0,0 9-13 0,0-7-4 15,-3-1-4-15,6 10-11 0,-6-4-31 16,3 4 0-16,-9 7-35 0,6 1-5 0,-5-2-11 16,-1 11 16-16,-6 2-4 0,1 0 30 0,-8 0 19 0,5-5 19 15,-18 13-5-15,9-5 6 0,-4-3 9 0,6-7 3 16,-5-1 0-16,-15 0 1 0,14-8 18 0,4-3 21 16,-6 2 76-16,-4-8 59 0,-6-3 150 0,16 1-114 0,-4-7 70 15,-2-5-15-15,-4-9 0 0,11-1-125 16,6 1-79-16,-1-10-46 0,3-3-12 0,-4-16 0 0,11 20 0 15,2-12 0-15,-4-5 0 0,3-10 0 0,4 23 0 16,-1-16 0-16,2 3 0 0,-1 0 0 0,2 13 0 16,1-21 0-16,-5 14 0 0,2 8 0 0,1 9 0 15,1-4 0-15,0 10 0 0,1 6 0 0,2 12 0 16,-7-9 0-16,7 15-138 0,0 0-195 0,0 0-182 16,0 0 56-16,4 2-331 0,4 9-181 0,4 7-448 0,-3-7 627 15,3 4-89-15,6 2 146 0,4-4-361 0</inkml:trace>
  <inkml:trace contextRef="#ctx0" brushRef="#br0" timeOffset="75175.06">29908 5908 253 0,'12'2'4752'0,"-4"0"-3539"0,-8-2-303 16,0 0 102-16,0 0-961 0,0 0-53 0,0 0-29 15,0 0-64-15,0 0-59 0,0 0-100 0,0 0-13 16,0 0-232-16,-5 0-391 0,-10 4-96 0,6-2 152 15,-14 6-226-15,2-2-255 0</inkml:trace>
  <inkml:trace contextRef="#ctx0" brushRef="#br0" timeOffset="75479.25">28506 6318 456 0,'-9'-19'1626'15,"-9"-5"-433"-15,4 8-185 0,7 9 75 0,-13-6-319 0,13 9-297 16,-7-9 169-16,-4 6-252 0,13 1-90 0,-2 1-152 15,2-1-66-15,-2 1-16 0,7 5-58 0,-2-5-2 16,-1-5 0-16,3 12 0 0,0-4-26 0,0 2-41 16,3 0-151-16,11 0-203 0,-2 4-236 0,-5-4-105 15,8 9-319-15,2-7-108 0,-5 1 80 0,5 3 63 16</inkml:trace>
  <inkml:trace contextRef="#ctx0" brushRef="#br0" timeOffset="77062.02">28573 6720 1964 0,'0'5'1191'16,"0"-5"-62"-16,0 0 24 0,0 0 103 0,0 0-735 16,0 0-86-16,0 0-170 0,0 0-114 0,0 0-95 15,0 0-2-15,-3 0-38 0,-5 0-16 0,8 0 0 16,0 0 0-16,0 0 0 0,0 0 0 0,0 0 0 0,0 0 0 16,0 0 0-16,-12 8 0 0,12-8 0 0,-9 3 0 15,1 5 0-15,-4-3 0 0,0 1 0 0,9-1 0 16,-9-1-50-16,12-4-286 0,-15 9-193 0,15-7 2 15,0-2-441-15,-2-2-220 0,-10 4-329 0,12-2 656 16,0-2-952-16</inkml:trace>
  <inkml:trace contextRef="#ctx0" brushRef="#br0" timeOffset="77931.69">30788 9538 82 0,'15'8'1389'0,"-11"-6"-832"0,7 3 72 0,-11-2-247 16,0-3-71-16,0 0-187 0,0 0 12 0,0 0-48 15,-11 8 54-15,2-8 8 0,-11 11-32 0,-7-3 43 16,6-1-55-16,-6 4 21 0,-5-2 4 0,-3-2-6 0,-3 4 14 16,-1-7 0-16,0 5-8 0,-2-7-8 0,16 1-20 15,-26-3 43-15,19 0-22 0,5-3 37 0,10 1-42 16,2-3 76-16,0-6-60 0,6 3-26 0,-3-13-43 16,9 2-32-16,-3-7-64 0,6 2-3 0,0 3 4 15,4-9-7-15,1 6 5 0,7-9 33 0,0 4 18 16,0 10-3-16,3-5 5 0,2 3 4 0,7 5-5 0,-13 6-12 15,-5 4-6-15,21-5-3 0,-12 11-3 0,2 11 2 16,3 2 1-16,2 0 1 0,2 11 1 0,-7-2-2 16,6 9-2-16,-5 2 2 0,2-2-1 0,-8-5 0 15,3 27 5-15,-6-10 2 0,-3 2 2 0,-6-14-2 16,-3 19 6-16,-4 3 1 0,-3-5 0 0,0-16-4 16,-2 10 1-16,-17 6 2 0,5-14-4 0,-5-5-1 15,6-8-3-15,-16-1-61 0,-2 0-172 0,-3-9-221 16,14-9-97-16,-11-2-391 0,-6 0-33 0,-9-7-312 0,11-6-666 15</inkml:trace>
  <inkml:trace contextRef="#ctx0" brushRef="#br0" timeOffset="78415.39">29296 8633 2141 0,'-7'-37'1250'0,"4"5"-477"0,-2 8-24 16,1 5-470-16,4 10-255 0,-3-5-10 0,3 11-7 16,0 3-1-16,0 0 4 0,0 0-1 0,0 0 1 15,0 8-6-15,0 3-3 0,12 18-2 0,-2-8-2 16,-8 0-1-16,10 11 4 0,-1 5 6 0,1 10 6 0,-5-17-4 16,5 10 1-16,-2-1 4 0,5 12 7 0,-6-20-13 15,3 9-1-15,0-1-4 0,3 3 2 0,-3 1 2 16,-1-3 2-16,3 2-1 0,-4-2 3 0,-4-14 3 15,2 24 16-15,-1-17-3 0,-7 0-1 0,-4 0-1 16,-1-13-6-16,-7 15 10 0,0-11-12 0,-6-6-3 16,4-5-3-16,-18 4 8 0,2-7 7 0,-3-4 11 0,6-4 2 15,-10 0 25-15,-16-9 61 0,14 1 27 0,10-1-21 16,-10-7 60-16,-5-4 88 0,9 0-56 0,11 4-41 16,-5-5 55-16,5 4-44 0,-6-9 11 0,16 10-108 15,-4 1 2-15,13 8-14 0,-7-11-35 0,3 6-35 16,6 10-3-16,3 0 1 0,0 0-7 0,0 0-2 15,0 0-6-15,0 0-2 0,0 0-1 0,20 7-4 0,-13-1 6 16,1-1 0-16,1 17 0 0,-4-13 6 0,5 13 1 16,-10-11 0-16,0 15-1 0,-3-2 1 0,-4-8 0 15,-1 5 1-15,-6-5-3 0,-8-1 1 0,5-1 1 16,-18 5 9-16,2-10-5 0,-4 5-4 0,-5-6 0 16,6 0-1-16,-10-3-21 0,4-5-67 0,1 0-118 15,14 0-132-15,-7-2-200 0,-2-4-453 0,12-4-67 0,4 2 184 16,-2-5-231-16,0 2-189 0</inkml:trace>
  <inkml:trace contextRef="#ctx0" brushRef="#br0" timeOffset="78576.97">27914 9617 1377 0,'-15'13'1932'0,"8"-11"-1043"0,-1 7 0 16,8-9-346-16,0 0-277 0,0 0-172 0,0 0-91 15,0 0-12-15,11 2-2 0,1-2-1 0,9-2 2 16,21 2-11-16,-10-5 5 0,0 1-6 0,-6 2-9 15,10-5-58-15,6 1-181 0,-17 1-155 0,-4-1 3 16,-1 1-300-16,-1 0-126 0,-4-1 12 0,2-1-301 16,-5-1 102-16</inkml:trace>
  <inkml:trace contextRef="#ctx0" brushRef="#br0" timeOffset="79147.44">27675 9050 3591 0,'-15'-9'1238'0,"6"-2"-170"16,6 5-304-16,-4-5-289 0,7 11-561 0,0 0-136 0,0 0 72 15,0 0-61-15,0 0 10 0,0 0 23 0,0 0 54 16,0 0 68-16,12 19 54 0,-8-10 32 0,2 0 4 16,-1 11 14-16,5 4 12 0,-5-4-15 0,-5-4-13 15,4 8-23-15,-1 0-11 0,-6 0-5 0,-1 2-7 16,-1-10 3-16,-1 5-2 0,-3-3 0 0,-3 4 0 15,-8-9 1-15,-2 3 6 0,5-1 4 0,-10-4 7 0,10-3 2 16,-19 1 19-16,9-2 39 0,2-7 50 16,4 0-10-16,-3-2 51 0,-8-9 52 0,2 0 31 0,10 0-67 15,-4-4 36-15,3-3-49 0,-2-2-24 0,2 2-23 16,6-3-28-16,3 3-27 0,2-6-31 0,0 0-13 16,5 11-5-16,1-3 4 0,1 8-2 0,1-8-2 15,-1 0-4-15,3 14-7 0,0 2-6 0,-3-11-12 16,3 9-3-16,0 2-17 0,0 0-16 0,-4 2-1 0,-4 9 18 15,-4 5-26-15,0-1 18 0,-2 4 5 0,2-3 18 16,-15 4 6-16,-2 4-2 0,-3 0-2 0,10-10 5 16,-3 1-6-16,-17 9-3 0,13-11 10 0,5-2 9 15,-3 0 3-15,3-6 10 0,-8-3 19 0,3-2 33 16,12-2 10-16,-5-3 45 0,0-6 0 0,-9-7 26 16,14 5-58-16,-3-9 20 0,1-4-36 0,2-11-40 0,9 8-24 15,-4-11 0-15,5 1 0 0,2-7 0 0,-1-2 0 16,2-1 0-16,2-5 0 0,-4-4 0 0,2 8 0 15,-1-24 0-15,-4 10 0 0,1-2 0 0,1 19 0 16,-8-27 0-16,7 21 0 0,-1 3 0 0,0 8 0 16,1 15 0-16,-2-5 0 0,5 10 0 0,2 17 0 15,-1-8-7-15,4 13-92 0,0 0-268 0,0 0-31 16,-2 5 67-16,-6 3-200 0,10 19-195 0,-2-3-184 0,3 0-66 16,0 7 77-16,6 6 83 0,-1-8 11 0,7-7-238 15</inkml:trace>
  <inkml:trace contextRef="#ctx0" brushRef="#br0" timeOffset="79291.06">27171 8651 673 0,'12'11'2719'0,"-12"-11"-1746"16,5 10 1-16,-1-10-218 0,-8 0-498 0,4 0-214 16,4 0-126-16,-8 0-60 0,1 3-50 0,-5 5 4 15,8-8-143-15,-4 0-215 0,-8 5-124 0,-2 1-79 16,8-4 139-16,-14 9-173 0,2-4 67 0,-2 2-421 0</inkml:trace>
  <inkml:trace contextRef="#ctx0" brushRef="#br0" timeOffset="79592.25">26059 9569 2164 0,'-5'6'1214'15,"-15"2"-248"-15,4-3-126 0,16-3-455 0,-5-2-255 16,-7 6-61-16,12-6-29 0,0 0-78 0,0 0-44 16,0-3-139-16,-8-10-178 0,10 2-135 0,-2-5-244 15,3-2 243-15,2-3-209 0,-5-8 80 0,4 0 130 16,-1 3 190-16,0-1 230 0,-1-3 230 0,-4 4 356 16,-1 10 28-16,0-5 366 0,-1 5 128 0,-6-4 22 0,6 16-282 15,-4-12 132-15,-2 6-127 0,5 7-302 0,-4-5-180 16,9 8-5-16,-3-3-139 0,-9-1-105 0,12 4-8 15,0 0 0-15,0 0 0 0,0 0-16 0,0 0-56 16,0 0-153-16,0 0-153 0,0 0-43 0,17 4-414 16,-17-4 108-16,0 0-410 0,15 0 35 0,-15 0 162 15,7-4-384-15</inkml:trace>
  <inkml:trace contextRef="#ctx0" brushRef="#br0" timeOffset="87271.72">7289 14959 1521 0,'3'0'1075'0,"2"-2"-420"16,4-2 240-16,-9 8-86 0,0-4-181 15,0-4-214-15,0 8-138 0,0-4-18 0,0-4 4 0,0 8-3 16,-9-4 13-16,1 2-16 0,-4-2-35 0,0 3-61 16,4-3-78-16,-19 0 5 0,15 4-39 0,-14-4-35 15,11 0-13-15,-12 4 0 0,3-2 0 0,4 3 0 16,3 1 0-16,-7 1 0 0,-8-1 0 0,10 4 0 15,5-4 0-15,0 1 0 0,-5 2 0 0,2-3 0 0,14-4 0 16,-14 5 0-16,8-3 0 0,0 1 0 0,0-1 0 16,4 0 0-16,-2 1 0 0,-2 0 0 0,12-5 0 15,0 0 0-15,-14 6 0 0,14-4 0 0,0-2 0 16,0 0 0-16,0 0 0 0,-3 0 0 0,0-2-9 16,-6 2-103-16,9 0-275 0,0-3-393 0,0-8-323 15,3 5 193-15,1-1-303 0,4-6-1157 0</inkml:trace>
  <inkml:trace contextRef="#ctx0" brushRef="#br0" timeOffset="88131.44">8132 14358 426 0,'-7'-16'1757'16,"5"6"-1209"-16,-1-1 211 0,-4-7-3 0,2 9-188 16,-2 0-239-16,-1-4-77 0,8 13-6 0,-6-11-2 15,6 7-73-15,0 4 53 0,0 0-11 0,0 0-116 0,0 0-46 16,0 0-15-16,-3 0-26 0,-9 4-15 0,12 3 1 15,-5 4 4-15,2 13 6 0,3-3 22 0,0 6 65 16,0-1 4-16,0 8 34 0,0 1 16 0,0 4 5 16,0-4-42-16,3 20 41 0,-1-9-76 0,5-2-21 15,-4-11-25-15,-1 11-3 0,4-2 1 16,-2-2-8-16,-2-10-10 0,4 6-5 0,6 9 0 0,0-14-2 16,-3-11-2-16,6 0-12 0,-13-9 7 0,21 2-7 15,-11-9 1-15,-3-2-21 0,15-4-28 0,-13-4-84 0,16-8-78 16,-9 4 18-16,0-8-74 0,-1-6-22 0,3 0 5 15,-4 3 54-15,7-20-102 0,-2 13 106 0,2-6 38 16,-11 10 84-16,2-8-21 0,1-10-4 0,-6 7 92 16,-3 11 34-16,3-7 11 0,-6-1 4 0,-1 5 6 15,2 6 18-15,-1-7 39 0,-3 8 29 0,0 13 34 16,-3-10-9-16,-1 10 61 0,2-4 100 0,-1 3-31 0,3 8-76 16,-3 0 40-16,6 0 3 0,-6 0-42 0,6 0-14 15,-6 0-49-15,-9 6 54 0,6 12 53 0,3 6-30 16,0-6-38-16,1 17 14 0,2 2-28 0,-3 11-13 15,6-19-87-15,-3 19-1 0,2-6-22 0,4 2-12 16,0-14 0-16,0 6 0 0,0-1 0 0,0-3 0 16,3-3 0-16,-6-5 0 0,2-3 0 0,2-8-10 0,-2-2-30 15,2-1-126-15,-2 1-162 0,-5-11-130 0,12 5-128 16,-9-5-36-16,-1-7-407 0,3-2-237 0,-3-10 110 16,-2 4 493-16,0-12-855 0</inkml:trace>
  <inkml:trace contextRef="#ctx0" brushRef="#br0" timeOffset="88437.6">8976 14711 1145 0,'-22'2'1828'0,"-5"5"-772"0,10-1-95 0,2-1-287 16,6-2-157-16,-21 13-143 0,13-6-126 0,2 1-77 15,1 4 65-15,-2-1-14 0,1 7 29 0,7-2-76 16,8-14-82-16,-7 22-1 0,14-9-25 0,5 1-31 16,-1-6-13-16,10 3-6 0,-4-3-12 0,7 0-5 15,3-5 0-15,0 0 0 0,-2-5 0 0,6 0 0 16,-11-3 0-16,16-3 0 0,-4-3 0 0,-10 1 0 16,-3-1 0-16,1-3 0 0,-8 3 0 0,5-10 0 0,-13 11 0 15,4-8 0-15,-8-6 0 0,-5 8-6 0,-2-2-39 16,-10 0-43-16,-3 2-156 0,-7 1-223 0,-23 0-574 15,18 4 156-15,-15 3-323 0,-6 6 40 0,-1 0-211 16,20 0-166-16</inkml:trace>
  <inkml:trace contextRef="#ctx0" brushRef="#br0" timeOffset="88879.42">9313 15276 269 0,'-6'0'984'0,"-6"8"-269"0,-12-3 21 0,-8 6 34 16,8-5-207-16,-20 4 170 0,0-2-325 0,-7 3-91 15,7-4-67-15,-12 10 122 0,-22 1 161 0,7-5-137 16,12-5-119-16,-18 6 54 0,-2-1-61 0,-28 2-57 0,22-4-160 15,26-2-52-15,-11-2-1 0,-16 4 0 0,28-7 0 16,19 0 0-16,-5 1 0 0,5-3 0 0,1-2 0 16,23 3 0-16,3 0 0 0,1-6 0 0,7 6 0 15,4-3 0-15,0-3-10 0,7-11-31 0,5 10-310 16,5-5-149-16,7-6-653 0,-4 4-51 0,7-2-9 16,-10 5 213-16,7-2-1571 0</inkml:trace>
  <inkml:trace contextRef="#ctx0" brushRef="#br0" timeOffset="89550.62">8447 15893 2206 0,'0'2'1048'0,"-3"-2"-328"16,6 13-95-16,-3-9-485 0,-3 1-50 0,3 6-99 0,0 4-4 16,0-4 4-16,3 2 0 0,-1 22 4 0,4-12 8 15,0-4 4-15,0 7 6 0,3-2 12 0,0 10 4 16,-6-4-6-16,5 4 1 0,-1-4-1 0,-2-2-1 15,2-1-7-15,-5 2-8 0,4-3 2 0,0-7 13 0,-3-12 22 16,2 13 44-16,2-7 72 0,-7-4 34 0,0-9 51 16,6 9-30-16,-4-7 122 0,-2-2 59 0,-5-5-82 15,0 3-100-15,-8-15 62 0,1-9 2 0,-2-1-131 16,2 3-64-16,-3-4 12 0,3-1-31 0,-3-17-30 16,6 13-33-16,-2-7-1 0,5 0 0 0,0-12 0 15,4 19 0-15,2-11 0 0,2 1 0 0,6 3 0 0,2 3 0 16,7 1 0-16,-2 1 0 0,6 6 0 0,2 3 0 15,3 2 0-15,-1 2 0 0,1 4 0 0,1 1 0 16,-10 10 0-16,13-4-1 0,-9 3-13 0,-13 8-24 16,16 0 5-16,3 11-44 0,-22-9-17 0,16 11-13 15,-15-7 25-15,11 15-17 0,-8 6 1 0,-3-6 31 16,-6-6 34-16,-6 9 15 0,0 5 14 0,-5-1 6 16,-1-13 2-16,-5 3 7 0,-5 2-3 0,-7 2 2 15,12-7-5-15,-13 5 6 0,4-1 4 0,-10 4 24 0,9-6 25 16,10-4-3-16,-4 0 31 0,3-2 10 0,7-6 21 15,-1 3-54-15,12-5 3 0,-12 8-28 0,9-9-17 16,6 5-21-16,0-1-6 0,18 12 0 0,-1-5 0 16,7-4 0-16,5 2 0 0,4-4 0 0,-1 4 0 15,1-5 0-15,10-4 0 0,-7 3 0 0,5 1 0 16,-15-4 0-16,25 3 0 0,-13 1 0 0,-4 1 0 0,2 2 0 16,-12-2 0-16,7 1 0 0,-10-3-35 0,3-1-104 15,-12-2-51-15,2 0-249 0,-5-2-79 0,3 0-240 16,-15 0-16-16,9-4-369 0,-4 4-179 0,-5 0 334 15,10-11-489-15</inkml:trace>
  <inkml:trace contextRef="#ctx0" brushRef="#br0" timeOffset="89881.74">9661 15809 1507 0,'-3'-13'2418'0,"-4"2"-1052"15,5 2-456-15,-13 1 197 0,6 6-435 0,-3-3-466 16,-11-1-201-16,-1 3-5 0,4 3 0 0,-4 3 0 16,4 0 0-16,-4 5 0 0,-3 0 0 0,10-1 0 15,5 8 0-15,-3 0 0 0,1 9 0 0,7-6 0 0,2 0 0 16,5 12 0-16,0 7 0 0,0-3 0 0,5 1 0 15,2-11 0-15,1 15 0 0,4-7 0 0,0-2 0 16,-3-12 0-16,11 10 0 0,4-6 0 0,-4 0 0 16,1-9 0-16,14 0 0 0,-6-3 0 0,1-7 0 15,-6 0 0-15,2-3 0 0,10-11-116 0,-6 2-338 16,-13 0-103-16,7-4-533 0,-4-7-124 0,0 2 0 16,-1-1-1645-16</inkml:trace>
  <inkml:trace contextRef="#ctx0" brushRef="#br0" timeOffset="90912.99">10524 14917 295 0,'0'10'1410'0,"0"-4"-785"16,0-4-140-16,2 7 196 0,-2-9-134 0,0 0-48 15,3 7-280-15,4-5 82 0,-5-2 39 0,10 6 20 16,-4-6-107-16,2 0 146 0,4 0-124 0,1-2-29 15,-5 2-76-15,7-4 49 0,0-1-95 0,-5 1-17 0,15-5-17 16,-18 7-33-16,18-11 15 0,-10 2-60 0,1 0-3 16,-6 3-3-16,5-6-4 0,0-1-2 0,-5-1-2 15,-5 5-7-15,-2 1-1 0,1-4 5 0,0-6-1 16,-12 9 4-16,3 0-4 0,-5-4 2 0,1 9 11 16,-5-1-4-16,-8-2-4 0,6 7 3 0,-13 2 1 15,7 2 2-15,-16 7 4 0,4-2 3 0,-1 6 9 0,10-2-1 16,-25 15 38-16,10-2 1 0,0 5-1 0,6-3-3 15,8 1-14-15,-8 10 4 0,5 0-15 0,12 3-25 16,3-10-5-16,3 17 0 0,6-10 0 0,10 2 0 16,1-12 0-16,7 5 0 0,9 2 0 0,5-10 0 15,-2-9 0-15,5 5 0 0,18-5 0 0,-6-2 0 16,-12-7 0-16,7-6 0 0,17 0 0 0,-9-3 0 16,-11-4 0-16,1-2 0 0,9-2-14 0,3-7-259 15,-17-6-433-15,-8 6-89 0,3-12-411 0,-10-1-7 0,0 2-448 16</inkml:trace>
  <inkml:trace contextRef="#ctx0" brushRef="#br0" timeOffset="91527.34">11438 14279 157 0,'0'0'1358'15,"0"0"-803"-15,0-3 257 0,0 6 41 0,0-3-23 16,-15-3-70-16,6 3-163 0,-6 0-128 0,-9 5-87 16,1-1-83-16,-10-2 48 0,1 3-128 0,2-3-38 15,4 2-76-15,-16 3 22 0,8-1-54 0,0-1-35 0,2 0-13 16,8 3-21-16,-5 1-4 0,9-5 0 0,13-1 0 16,-10-1-8-16,5 2-122 0,9-4-263 0,3 0-302 15,0 0-106-15,-5-13-412 0,5 7-1 0,8-5-1034 16</inkml:trace>
  <inkml:trace contextRef="#ctx0" brushRef="#br0" timeOffset="92314.24">11962 13822 188 0,'0'0'1339'0,"0"-9"-650"0,3 1-50 0,-3 5-18 16,0-7-138-16,-3 7-140 0,0-10-142 0,3 13-55 0,-7-13 15 15,7 6-37-15,-2 3 53 0,2-9 12 0,2 0-73 16,-2 8-48-16,3-6 36 0,4-2-3 0,-4 2 15 16,6 4-42-16,-4-10 42 0,1 12 16 0,0-6 5 15,0 4-42-15,3-4 84 0,-4 3 36 0,-5 6-3 16,0 2-62-16,10-14 82 0,-13 14-61 0,6 0-25 15,-3 0-49-15,0 0-68 0,0 0-1 0,0 0-16 0,-3 0-5 16,-4 11-2-16,7 0 2 0,-5 15 5 0,0-3 0 16,1-6 0-16,1 9 4 0,0 8 2 0,-3 6-5 15,3-10-7-15,0 7-1 0,3-1-1 0,0 12 4 16,0-22-2-16,3 9 3 0,0-4 4 0,1 2 2 16,1-2-1-16,2 6-1 0,1-8-4 0,-2 1-3 15,2-12-3-15,4 11-5 0,3-10-5 0,-3-1-33 0,3-7-62 16,-10-9-66-16,24 11-231 0,-22-10-30 0,17 3-208 15,-19-9-15-15,19-10-386 0,-6-4-52 0,6-3-86 16,-14 9-141-16</inkml:trace>
  <inkml:trace contextRef="#ctx0" brushRef="#br0" timeOffset="92528.66">12223 13938 405 0,'-8'7'1704'0,"-1"-3"-921"0,-8 5 41 0,7 0 6 16,-7-1-323-16,-3 2-89 0,-7 1-189 0,3-1-52 0,10-5-24 15,-8 8 82-15,-3-2-1 0,-4 0 36 16,5-3-70-16,17-3-69 0,-13 1 21 0,10-1-64 0,-10 3-151 16,20-8-74-16,-17 3-171 0,17-1-253 0,0-4-318 15,0 2 85-15,-7-16-568 0,10 3 275 0,1 7-945 16</inkml:trace>
  <inkml:trace contextRef="#ctx0" brushRef="#br0" timeOffset="93028.33">12542 14472 90 0,'5'2'1820'0,"5"2"-1029"16,-10-4 4-16,0 0-199 0,0 0 64 0,0 0-217 15,0 0-242-15,0 0-152 0,-15 2-13 0,3-2 53 0,-3 5 75 16,-2-2-47-16,-4 5 66 0,1-3 76 0,-10 1 70 15,4 1-56-15,-4 1 14 0,-6-3-16 0,-5 4-25 16,0 1-54-16,-9-2-61 0,0 0-38 0,-6 0-35 16,12 0-40-16,-27 2-18 0,19-4 0 0,-2-1 0 15,-4 0 0-15,24-1 0 0,0-2 0 0,4-2 0 0,4 0 0 16,14 0 0-16,-8 0 0 0,20 0 0 0,-16-2 0 16,13 2-9-16,3 0-173 0,0 0-251 0,19-9-285 15,-14 4-49-15,22-1-437 0,-1-2-161 0,6 3-847 16</inkml:trace>
  <inkml:trace contextRef="#ctx0" brushRef="#br0" timeOffset="93646.68">11979 14797 218 0,'-14'11'1808'0,"8"-5"-1235"0,-1-1 190 0,-1 6-4 0,4-4-129 16,-1 1-338-16,5-5-195 0,-3 10-53 0,3-5-7 16,0-3 40-16,6 14 54 0,0-1 12 0,0 1 11 15,-1-3-35-15,5 4 28 0,2 7 26 0,-4-6-88 16,-2-1-36-16,-3 0-1 0,4 4-9 0,-2 0 2 16,-2-8-17-16,3 3-3 0,-3-1 12 0,-3-7 29 15,3 7 18-15,-3-12-20 0,0 3 26 0,0-9 8 16,-3 17 30-16,3-17-31 0,3 0 33 0,-3 0 5 0,-18 2 10 15,18 1-36-15,-9-12 7 0,0 2-9 0,1-8-39 16,1 4-23-16,-4-16-17 0,2 6 0 0,-1-3-3 16,5 0-9-16,-4-18 5 0,3 11-10 0,0-4 1 15,3 11-2-15,3-21 4 0,-3 11 1 0,6 5-3 16,0 7-3-16,3-7 3 0,4-5-4 0,0 10-11 16,5 3-3-16,-3 8 1 0,18-4-1 0,-6 8 12 15,-4-2 4-15,-2 5-1 0,5 1 12 0,4 0 0 0,-10 2 3 16,-1 3-12-16,7 0-4 0,-2 6-5 0,2 1-25 15,-14 1 0-15,0-3-20 0,14 17-16 0,-11-7-20 16,0-2 13-16,-7 7-13 0,-1-5 13 0,-1-2 10 16,0 1 13-16,-3 1 16 0,-3 7 9 0,0-4 5 15,3-7 6-15,-9 8 1 0,4-6 1 0,-2-3 0 0,-10 14 3 16,2-8 5-16,-2-6 7 0,-5 3 3 0,5-4 6 16,0 1 2-16,-7 1 35 0,12-6-2 0,0 0 7 15,-3 1-14-15,7-1 34 0,-1-3-12 0,9-2-13 16,-3 4-21-16,-6 0 11 0,9 1 3 0,0 6-12 15,6-5-9-15,0 1 3 0,8 12 5 0,1-5-14 16,2-1-10-16,-2-6-4 0,6 6-3 0,2 0-1 16,-2-4-1-16,-3-3 0 0,6 3 0 0,0 0 0 0,-2-1 0 15,2-3 0-15,0 0 0 0,-1 1 0 16,6-4-9-16,-10-2-31 0,4 3-93 0,-14-6-237 0,11 1-145 16,-8-1-243-16,-3-3-267 0,3-9-163 0,-9 6 38 15,0 0 351-15,2-10-1001 0</inkml:trace>
  <inkml:trace contextRef="#ctx0" brushRef="#br0" timeOffset="93928.92">12796 14784 170 0,'0'0'2893'0,"0"0"-1981"0,-12-7 428 0,6 3-347 0,-6 8-476 15,-2-2-251-15,-22 5-23 0,4 4-59 0,2 2-32 16,9-4-50-16,-2 6 26 0,-10 7 24 0,13-4-80 16,10-5-39-16,0 6-5 0,0 2-22 0,10 3-6 15,0-9 0-15,3 5 0 0,9 0 0 0,3 4 0 16,2-7 0-16,-2-8 0 0,9 5 0 0,8-1 0 16,7 0 0-16,-15-9 0 0,8 0 0 0,2-1 0 15,12-6-2-15,-24 1-34 0,2 2-114 0,3-2-202 0,0-2-251 16,-7-1-31-16,6-3-791 0,-6 3 214 0,2 0 57 15,-13-1 89-15</inkml:trace>
  <inkml:trace contextRef="#ctx0" brushRef="#br0" timeOffset="95445.87">15314 15427 134 0,'9'0'580'0,"1"0"-277"16,-10 0-31-16,0 0 74 0,0 0-95 0,14 5-76 15,-14-5-75-15,0 0 28 0,0 0-25 0,0 0 31 16,0 0 50-16,8 0-27 0,-1 0 159 0,-11 0-74 16,8 0-1-16,-1-2-63 0,12-1 47 0,-15 3-7 0,5-2-93 15,4-1-64-15,-9 0 12 0,15 0-14 0,-3 1-11 16,-9 2-30-16,11-2-3 0,-4-1-1 0,-5 3 9 15,-2-3-6-15,11 0 10 0,-14 3-1 0,0 0 0 16,10 0 4-16,-5-2-1 0,-1 2-5 0,-4 0-6 16,-4 0-4-16,8-3 1 0,11 3 6 0,-15 0 6 15,5 0 4-15,4 0-8 0,-6 0 21 0,9 0-6 0,-12 0 0 16,8-2-12-16,-1-2-3 0,1 4 1 0,-2-2-7 16,-6 2-4-16,3 0 3 0,12-2 7 0,-15 2 20 15,0 0-7-15,0 0 33 0,9-3 2 0,-6 6 16 16,-3-3-36-16,0-3 22 0,0 6 3 0,0-3-17 15,0 0-28-15,0 0 20 0,0 0-14 0,-12-3 0 16,2 3-23-16,2 0-8 0,-6 5-2 0,2-3-2 16,-6 4-2-16,4-1-1 0,-20 1-1 0,14 1-3 0,-6-4 0 15,6 3 1-15,-4-1-1 0,-18 1 2 0,13-2 2 16,2 1 3-16,-5 1 18 0,-9-1 44 0,-1 1 39 16,18-4-21-16,-8 1 79 0,-4-1 27 0,4 2 74 15,8-2-108-15,2-2 38 0,-2 0-19 0,9 0 32 16,-5 0-82-16,8-2-28 0,0-2 4 0,-5 2-4 15,13-1-33-15,-7 1-30 0,7 2 1 0,4 0-21 0,0 0-12 16,0 0 0-16,0 0 0 0,0 0 0 0,0 0 0 16,7-2 0-16,-2-7 0 0,7 9 0 0,5-2-1 15,-10-2-20-15,16 2-37 0,-2 2-12 0,3-3-25 16,-4 1-15-16,-3-4-39 0,10 6-20 0,5-2 16 16,7-6-12-16,-13 5 53 0,10-2-74 0,-1 3 9 15,4-4-9-15,-17 6 45 0,12 0-48 0,-12 0 0 0,0 0 29 16,-5 3 69-16,-5 0-56 0,8-1 24 0,-10 0 23 15,-5-2 50-15,-1 0-18 0,11 6 6 0,-15-9 26 16,0 3 32-16,-4 3 16 0,-11 0 30 0,-5-1 19 16,5 1-1-16,-12-1 58 0,1 4 28 0,-4-4 13 15,6 3-34-15,-8-1 52 0,0 3 51 0,-16-3 101 16,14 0-67-16,7 1-61 0,-12-1 76 0,-2 1-9 0,4-3-47 16,15-2-121-16,-4 2-18 0,3-2-9 15,-1 0-41-15,21 0-19 0,-11 4 3 0,14-4-22 0,-18-4-84 16,18 4-74-16,0 0-214 0,8-7-55 0,4 1-321 15,-2 1 161-15,10-8-394 0,6 0-102 0,-6 2 128 16,-1 0 341-16,4-4-343 0</inkml:trace>
  <inkml:trace contextRef="#ctx0" brushRef="#br0" timeOffset="95680.25">15121 15212 1258 0,'0'-2'1839'0,"0"4"-890"0,2-9 86 15,1 1 15-15,-3 6-691 0,0 0-45 0,0 0-43 16,0 0-39-16,0 0-116 0,-3 0-14 0,6 0-18 16,12 4 19-16,-6 5-31 0,-4-3 21 0,10 16-13 0,-3 1 12 15,-3-10-45-15,-1 13 4 0,2-2-14 0,-2 11-30 16,-2-8-7-16,2 4 0 0,2 1 0 0,-4 8 0 16,0-22 0-16,-4 14 0 0,5-1 0 0,-2 4 0 15,5-11 0-15,-5 3 0 0,-2 1-32 0,6 5-160 16,-4-15-226-16,2-5-10 0,-4-8-387 0,6 6-322 15,2-1-373-15,-5-10 648 0,9 5-871 0</inkml:trace>
  <inkml:trace contextRef="#ctx0" brushRef="#br0" timeOffset="96194.86">16379 14768 2104 0,'2'0'997'0,"-2"0"-58"0,0 0 46 0,0 0 22 16,6-8-491-16,-4 6-229 0,-2 4 40 0,4-12-23 15,-4 4 12-15,0 6-158 0,3-10-10 0,-3 2-88 0,3 0-22 16,-3 3-33-16,0 3-5 0,6-11 0 0,5-4 0 16,-2 4 0-16,3-8 0 0,3 2 0 0,12-10 0 15,-13 8 0-15,6-6 0 0,4-4-1 0,0-4-3 16,-9 11 0-16,2-9-3 0,-2-5-11 0,0-5-8 15,-6 7 7-15,-4 12 6 0,5-6 6 0,-5-1 5 16,0 9 14-16,-5 18 3 0,4-14 6 0,-1 14 3 0,-6-9-10 16,3 8-7-16,3 7 0 0,-6-4-6 0,6 4-1 15,-3-2-2-15,0 0 0 0,-9 11 2 0,6 5 0 16,3 5 0-16,-5 6 0 0,5 15 1 0,-4-5 2 16,4-8-3-16,4 10 0 0,-2 14 0 0,1-10 0 15,-3-9 0-15,3 6 0 0,-1 0 0 0,2 0-37 16,-1-6-72-16,0-8-80 0,3 9-168 0,2 0-316 15,-1-7-147-15,-2-14 53 0,5 7-401 0,-2-5 63 16,1-9-798-16</inkml:trace>
  <inkml:trace contextRef="#ctx0" brushRef="#br0" timeOffset="96434.22">17168 15168 518 0,'6'2'2156'15,"-1"4"-1453"-15,-8-6 265 0,6 0 212 0,-14 5-589 16,7-5-370-16,-13 3-44 0,2-3 1 0,-26 2 14 16,17-2-63-16,-8 0 77 0,-7 0 51 0,-5 0-4 15,0-2-85-15,15 2-70 0,-18 2 8 0,-21-2-31 16,15 0-60-16,9 4-15 0,-18 0 0 0,-18-4 0 16,15 3 0-16,18-1 0 0,-29-2 0 0,8 6 0 15,18-6 0-15,18 3 0 0,-7-3 0 0,7-3 0 0,15 3-12 16,17 0-63-16,-12-2-272 0,6-2-331 0,6 4-404 15,-6-5 182-15,3-3-313 0,18-2 11 0,-1 2-498 16</inkml:trace>
  <inkml:trace contextRef="#ctx0" brushRef="#br0" timeOffset="97046.59">16603 15475 687 0,'-4'11'2778'16,"4"-11"-1779"-16,-6 13-248 0,6-10 294 0,-12 7-711 16,10-2-222-16,-8 2-93 0,5 1-6 0,-2 5-8 0,2 10 12 15,2-10 8-15,3 5 33 0,3 11 33 16,0-8-18-16,-1-3-18 0,8 10 17 0,2 9 18 0,-7-5-28 16,4-11-22-16,3 11 13 0,-4 7 47 0,4 0 18 15,-5-14-19-15,-2 0-19 0,5 12 44 0,-5-12-37 16,-2-1-12-16,-1-6-48 0,2 8 11 0,-4-8-17 15,3-8-19-15,0-2-1 0,-3-1-1 0,0 1 2 16,-3-11-1-16,3 0-1 0,3 0 0 0,-6 0 3 0,-4-19 0 16,7 17-2-16,-5-32 0 0,2 10-16 0,-3 0-10 15,0 5-3-15,-3-26-41 0,6 6-4 0,-5-3-20 16,4 9 16-16,2-19-42 0,-4-1 29 0,6 5 3 16,0-3 1-16,0 7 10 0,6-2 20 0,0 4 6 15,5-10 3-15,-2 17-15 0,6-5 4 0,6 3 14 0,5-3-2 16,-8 18 21-16,3-8-9 0,3 6 6 0,-2 6 33 15,0 2 1-15,-2 5-4 0,4 6-2 0,-7-3-10 16,-2 8-3-16,-3 0-3 0,0 5-1 0,5-2-8 16,-8 5 11-16,-3 0-9 0,3 12 7 0,-6 0-17 15,-1 0 0-15,-2-3 8 0,-2 7-9 0,-4 2-3 16,-6-3 4-16,3-4 16 0,-3 5 4 0,-8 7 14 0,-1-9 33 16,13-9 5-16,-10 8 17 0,0 0 18 15,-9-2 33-15,12-5-30 0,-2 1 48 0,-3 1 13 0,-4-3 17 16,12-2-50-16,4-9 26 0,-7 17 24 0,8-9-47 15,5-6-38-15,4 9 15 0,5 0-20 0,-2-6-23 16,7 4-4-16,0-3-13 0,15 8 5 0,-1-5-27 16,-2 0-3-16,-3-2 0 0,16 10 0 0,-7-1 0 15,6-2 0-15,-16-5 0 0,21 10 0 0,-5-5 0 16,-4-3 0-16,-12-4 0 0,13 1 0 0,-6 0 0 0,-4-4 0 16,-17-6 0-16,14 11-25 0,-8-9-88 0,-6 1-177 15,-6-3-76-15,0 0-590 0,14 0-192 0,-14 0-65 16,0 0 328-16,-5-14-285 0</inkml:trace>
  <inkml:trace contextRef="#ctx0" brushRef="#br0" timeOffset="97629.03">17551 15486 125 0,'6'2'545'16,"0"3"-309"-16,-6-5 223 0,0 0-35 0,0 0 37 16,6 9-153-16,-4-7 184 0,-2-2-126 0,0 0-21 15,0 0-5-15,0 0-120 0,0 0 63 0,0 0-25 16,10-5-79-16,-5 5-47 0,-5 0 17 0,0 0 28 16,12 0-50-16,-12 0-58 0,0 0 16 0,15-6-6 15,-13 6 21-15,-2 0-50 0,10-7-1 0,-8 7 7 0,-2 0 2 16,0 0-4-16,10-13 1 0,-10 13 29 0,0 0 35 15,0 0-24-15,0 0 13 0,0-11 1 0,2 9-1 16,-4 2 21-16,-8-9-68 0,10 7 17 0,-8-2 7 16,-4 2 21-16,3 2-33 0,-3 0 39 0,4 0 16 15,-16 2 25-15,9 4-72 0,-9 3 12 0,4 0-12 0,-4 4-8 16,12-2-50-16,-2 2-12 0,-1 7-11 0,-3 2 0 16,6 0 0-16,3 2 0 0,1 5 0 0,-1 13 0 15,3-15 0-15,0 5 0 0,3-1 0 0,3 10 0 16,0-19 0-16,7 5 0 0,-2-6 0 0,4 1 0 15,-1-2 0-15,4-9 0 0,3 0 0 0,12 2 0 16,-7-8 0-16,1-1 0 0,6-2 0 0,10-2 0 0,-6-2 0 16,-11-4-8-16,7-2-68 0,-1 0-144 0,-6-3-186 15,-5 4 37-15,4-6-306 0,3-6-470 0,-4-3 29 16,-6 6 293-16,6-4-171 0,0-4-460 0</inkml:trace>
  <inkml:trace contextRef="#ctx0" brushRef="#br0" timeOffset="100327.81">18420 14514 1704 0,'-8'-7'793'0,"1"1"-66"0,-1-1 3 16,4 4-130-16,-4-3-434 0,8 6 19 0,-15-7-97 0,15 7-33 16,0 0-18-16,-14-4 16 0,10 4-8 15,4 0-11-15,0 0-8 0,0 0 20 0,-6 11 67 16,4-8 9-16,2 0-10 0,-7 7 67 0,7 3 32 0,-3-5 4 15,1 10-52-15,2-4-49 0,0 7 59 0,-3 12 22 16,3-7-57-16,0-3-40 0,0 18 29 0,0-5 10 16,0 7-52-16,0-14-60 0,3 10-2 0,-1 6-4 15,-2-11-6-15,0-7-8 0,3 2-5 0,4 1 0 16,-2 1-2-16,-2-16-4 0,6 12-15 0,-2-6-2 0,1-7-8 16,1-4 7-16,-1-1-9 0,13 4-8 0,-9-8 19 15,-4-5 5-15,7 0 7 0,-3-3 1 0,5 1 3 16,7-9-2-16,-14 9-6 0,7-9-17 0,-2 3-18 15,-6-1-1-15,6 0 9 0,5-5-22 0,-3-2-45 16,7 0 1-16,-9 3 28 0,9-3-16 0,-4-5-3 16,1-3 11-16,-9 10 38 0,3-8 14 0,-1 0 35 15,1-10 10-15,-7 16-1 0,7-8 8 0,-3-5 1 0,0-6 11 16,-9 13-7-16,6-5 30 0,-4-3 54 0,-2-7 44 16,4 8-14-16,-2 9-13 0,-1-7 49 0,4 3 82 15,-8 8-73-15,3 13-77 0,1-12 30 0,-4 12 4 16,-4-8-62-16,4 11-32 0,0-2-25 0,0 4-19 15,0-4 0-15,0 2 0 0,0 5 0 0,6 6 0 0,-3 7 0 16,-3-5 0-16,3 6 0 0,-3 10 0 0,2-5 0 16,2-6 0-16,-4 6 0 0,0 8 0 0,0-3 0 15,0-5 0-15,-4-4 0 0,2 18 0 0,-4-8 0 16,4 1 0-16,-5-10 0 0,4 13 0 0,-6-4 0 16,4-7 0-16,2-6 0 0,-1 11 0 0,1-6 0 15,1-4 0-15,2-7 0 0,0 7 0 0,2-10 0 0,1 10 0 16,1-9 0-16,-1-1 0 0,6-3 0 0,-4 0 0 15,-5-2-2-15,18 0-145 0,-4-6-234 0,-7 0-286 16,4-11-348-16,-2 5 105 0,-2-2-455 0,10-15-942 16</inkml:trace>
  <inkml:trace contextRef="#ctx0" brushRef="#br0" timeOffset="100688.84">19345 14977 571 0,'0'0'2008'0,"-6"-5"-982"0,3-3 29 0,-12 6-74 15,-5 2-465-15,2 0-299 0,-8 0 119 0,0 0-56 16,2 8 4-16,6-1-80 0,-3 6 53 0,-2 3 20 15,9 3-154-15,4-1-85 0,-2 6-20 0,3 3-18 16,6-6 0-16,3-3 0 0,0 12 0 0,3-7 0 0,6 1 0 16,1-8 0-16,2 8 0 0,5-5 0 0,0-1 0 15,-2-7 0-15,12-1 0 0,-1 1 0 0,-2-6 0 16,-1-3 0-16,1-2 0 0,5-4 0 0,-9-5 0 16,-8 2 0-16,-2-1 0 0,2-6 0 0,0-7 0 15,-7 14 0-15,-5-13 0 0,-3 7 0 0,1 2 0 16,-8-11-8-16,1 11-52 0,-11-5-340 0,5 3-80 15,-9-4-227-15,10 6 3 0,-6-4-441 0,-10-1-356 16,9 5 368-16,9 4-476 0</inkml:trace>
  <inkml:trace contextRef="#ctx0" brushRef="#br0" timeOffset="104493.67">20223 14876 982 0,'0'0'1188'0,"0"0"-631"0,0 0 12 16,0 0-171-16,0 0-293 0,3 0 21 0,6 4 21 15,-1 1 16-15,-1 0-27 0,8 5 40 0,2-1-34 16,-8-1-28-16,11-1-53 0,2 2 20 0,4-4-26 16,-3-3-3-16,-8 2-19 0,14-8 15 0,4 4-4 15,-6-5-14-15,-7 0-11 0,4-3 2 0,11-5 0 0,-11 2-2 16,-7 0 1-16,4-4 8 0,-1-7 8 0,-2 4 16 15,-4 0 12-15,-7 4-5 0,-2-7 25 0,2 2 27 16,-7 9-12-16,-4-11-17 0,1 3 14 0,-5-4-12 16,-6 3-19-16,2 9-30 0,-10-6 2 0,2 6-9 15,-16-1-13-15,10 5-7 0,-9 6 11 0,-4 4 20 16,-2 1 50-16,9 3 18 0,-7 5 76 0,7 5 24 16,-6 11 76-16,23-10-111 0,-12 10 46 0,7 0-28 15,3 10-20-15,5-9-87 0,5-3-35 0,5 6-2 0,2 2-15 16,9 2-15-16,3-13-16 0,-1 10 0 0,15 9 0 15,-2-14 0-15,-6-9 0 0,8 8 0 0,6 1 0 16,-5-9 0-16,0-9 0 0,2 2 0 0,7 0 0 16,-1-2 0-16,-14-5 0 0,8-6-19 0,3 0-87 15,-10-3-371-15,-8-7-32 0,4-4-506 0,-4 0-192 16,1-6-6-16,2-6-1130 0</inkml:trace>
  <inkml:trace contextRef="#ctx0" brushRef="#br0" timeOffset="105155.91">21054 14176 411 0,'0'0'704'15,"0"0"-350"-15,0 0-73 0,0 0 78 0,-2-3-85 16,-10 1-13-16,0 2-107 0,2 0 61 0,-4 2 0 16,-6 1-1-16,10-1-41 0,-12 2 38 0,-5-2-24 0,3-2-23 15,4 2-2-15,11 1-24 0,-27-3 103 16,15 0-44-16,-3 0 22 0,22 0-48 0,-25 0 58 0,10 0 49 15,5 2-80-15,-6-2-62 0,9 0 37 0,4 0-48 16,5 0-39-16,-7 4-44 0,2-2 3 0,5-2-25 16,0 0-4-16,0 0-8 0,0 0 0 0,0 0-8 15,0 0-7-15,0 0-4 0,0 0-16 0,9 5-7 0,-6-3-14 16,9-2-9-16,2 4-1 0,9-4 0 0,-11 2 3 16,15-4 12-16,-10 2 11 0,10-4 3 0,-12 4 17 15,6-4 3-15,-16 4 8 0,17-5 7 0,-5-1 10 16,-14 6 16-16,2-3 7 0,4 1 23 0,-9 4 20 15,0-4 2-15,0 2-10 0,0 2 46 0,0-2-7 16,0 0 4-16,0 0-45 0,-12-2 15 0,-2 2-32 16,-16 7 11-16,6-1-28 0,4-3-12 0,-12 1 9 0,-1 0-10 15,-11 1 23-15,17-3-18 0,-5 4-15 0,0-3-7 16,-4 1-20-16,21 2-16 0,7-6-13 0,-13 5-19 16,21-5-114-16,0 0-46 0,0 0-388 0,0 0-176 15,12-5-217-15,-7 2 207 0,22-13-250 0,2 1 110 16,10-3-726-16</inkml:trace>
  <inkml:trace contextRef="#ctx0" brushRef="#br0" timeOffset="105592.73">21422 13718 100 0,'3'-8'1722'0,"4"-8"-768"0,-2 1-397 0,-2 4 204 0,6 0-157 15,-4-4-166-15,-5 9-102 0,3-8 37 16,4-1-5-16,-7 6-1 0,5 2-12 0,-5 5-53 0,0-15-82 15,3 17-70-15,-3 0-57 0,0-13 16 0,0 13-56 16,0 0-26-16,0 0-17 0,0 0-4 0,0 0-5 16,0 0-1-16,0 3-4 0,-3 11-5 0,3 1 9 15,0 1 0-15,0 3 0 0,-3 4 2 0,3 9 0 16,-2-11 4-16,2 9-4 0,-3-12-3 0,-1 21-4 0,4-10 1 16,0 6 6-16,4-14 1 0,-1 13 4 0,-1 7 2 15,1-10 5-15,0-13-2 0,6 12 2 0,-2 7-9 16,1-10-10-16,-2-12-6 0,5 6-42 0,1 0-119 15,3 1-134-15,-6-17 44 0,6 8-190 0,-6-7-140 16,9 3-318-16,-1-9 322 0,-8 0-238 0,9-2-45 16,-6-9 57-16,-7 9 118 0,7-11-188 0</inkml:trace>
  <inkml:trace contextRef="#ctx0" brushRef="#br0" timeOffset="105780.24">21625 13958 491 0,'-5'0'870'0,"5"0"-353"0,0 0 233 0,0 0 60 0,-3-4 201 16,-1-7-439-16,4 11-198 0,-2 0 49 0,-13-5-3 16,-2 3-109-16,11 2-120 0,-18 0 51 0,-2 2-15 15,-9-2 30-15,11 0-133 0,-6 2 10 0,-3 1-27 16,-4-1-16-16,15 2-57 0,0-4-2 0,-2 2-23 16,14 1-33-16,-10-3-108 0,11 2-126 0,1 0-184 15,8-2-315-15,0 0-59 0,0 0-645 0,0-2 320 0,15-9-182 16</inkml:trace>
  <inkml:trace contextRef="#ctx0" brushRef="#br0" timeOffset="106161.22">21815 14437 876 0,'0'4'734'15,"0"-8"131"-15,8 4-314 0,-4 0 181 0,-4 0-120 16,0 0-53-16,0 0-221 0,0 0-21 0,0 0-80 15,-4 0-40-15,-8 4-60 0,9-8-41 0,-17 8-25 16,5-4 7-16,-11 2 30 0,-1 1 26 0,-5-1 64 16,-4 4 21-16,-17 4 91 0,18-7-118 0,-19 4 22 0,1 2-44 15,-18-1-29-15,31-1-93 0,-20-4-4 0,8 3-31 16,-4 1-13-16,27-7 0 0,-4 4 0 0,6-2 0 16,10-2 0-16,5 0 0 0,0 0-78 0,12 2-253 15,0-2-243-15,0-2-340 0,6-11-263 0,12 4-36 16,-1-1-91-16,2 2-732 0</inkml:trace>
  <inkml:trace contextRef="#ctx0" brushRef="#br0" timeOffset="106745.65">21252 14678 78 0,'0'11'1331'0,"0"-2"-784"0,0 0-181 0,0 4 214 0,2-4-177 15,1-4-207-15,4 11-16 0,-2-6 63 0,12 12 67 16,-13-14-14-16,11 10-80 0,-4 1 57 0,-5-9-16 16,6 16-48-16,-6-9-81 0,-4-10 34 0,5 17-24 15,-4-11 5-15,-1 3-65 0,1-5 2 0,1 4-9 16,-1-4-10-16,-1-2-21 0,-2 1-21 0,0-10-10 16,0 14 2-16,0-14 1 0,-2 0 40 0,4 0 47 0,-2 0 8 15,-2 0 17-15,2-4-8 0,-3-6 48 0,3 0-34 16,0 1-47-16,0-4-46 0,-4-5 19 0,4-4-33 15,0 4-14-15,0 2-8 0,0-11 17 0,0 4-13 16,0-3-1-16,0 4-1 0,4-10 4 0,-4 9-2 16,0-3-5-16,3 7 0 0,-1-5 4 0,1 3 1 15,0 8-5-15,3 0 2 0,0-4-1 0,3 7 0 0,-4 4-3 16,10 2 0-16,-8 0 0 0,7 2 2 0,6-1-1 16,-8 6-1-16,3-3-2 0,2 2-3 0,13 4-8 15,-9-4-7-15,-3 1-16 0,6 0-36 0,2 5-31 16,-11-6 15-16,-7 2 20 0,16 9-33 0,-15-8-27 15,6 8 30-15,-10-8 38 0,-2 3-19 0,1 3 1 16,-4-9-13-16,-4 11 55 0,-1-4-4 0,-7 2 10 0,-12 2 16 16,1-4 12-16,4 2 6 0,-6-2 1 15,-4-2 2-15,-5 6 10 0,14-9-6 0,-4 3 2 0,0-5-1 16,7 4 11-16,9-3 4 0,-4-1 16 0,12-2 21 16,-19 8 48-16,19-8-16 0,0 0 66 0,0 3 13 15,7 12 53-15,2-9-86 0,-4 2 32 0,10 2-20 16,5 6-18-16,1-3-49 0,-1-2-5 0,2 2-19 15,10 3-6-15,-8-5-24 0,-7-3-12 0,7 0-3 16,-1 2-15-16,1 1-1 0,-9-5 0 0,-3-1 0 0,5 3 0 16,7 2 0-16,-19-7 0 0,14 2 0 0,-4 0-30 15,-7-5-94-15,1 3-104 0,-4-3-205 0,-5 0-473 16,0 0-122-16,0-3 126 0,15-4-282 0,-15 7 13 16</inkml:trace>
  <inkml:trace contextRef="#ctx0" brushRef="#br0" timeOffset="107058.81">22203 14742 1035 0,'7'-13'1758'0,"-5"13"-902"0,-2 0-194 0,3-13 129 16,-3 10-299-16,-12-5-229 0,12 5-117 0,-15-1 55 15,0-2 50-15,3 3-36 0,-10 3-37 0,3 3 68 0,-1-3 1 16,5 6-38-16,-9 1-98 0,4-1 4 0,-1 9-10 16,6-1-42-16,10-4-21 0,-7 11 10 0,3 5 6 15,9-4-25-15,0 4-7 0,0-10-9 0,9 8 1 0,0 2-17 16,6-10-1-16,-7-3 0 0,19 9 0 0,-10-7 0 16,7 1 0-16,-7-8 0 0,10 5 0 0,-6-2-8 15,-1 0-54-15,-2-6-33 0,9 1-323 0,-15-4-84 16,0 3-259-16,8-3-24 0,1-4-401 0,-6 2-244 15,9-7 95-15,-19 3-162 0</inkml:trace>
  <inkml:trace contextRef="#ctx0" brushRef="#br0" timeOffset="107756.94">24263 14861 304 0,'0'0'1308'0,"0"-3"-657"15,-3 1 5-15,-7-4 2 0,-4 1-152 0,6 3-181 16,-11-1-182-16,8 0-66 0,-22-2 67 0,10 5-14 15,-1 0 8-15,-2 0-3 0,2 0-1 0,-6 0-11 16,-4 0 0-16,0 2-8 0,12 1-26 0,-26-3 52 0,18 3-38 16,1-3-8-16,9 3-41 0,3-1-1 0,2-2-35 15,-4 0-29-15,14-2-2 0,-7 2-7 0,-3-3-32 16,15 3-60-16,-5-3-67 0,-4 0-300 0,6-1-433 16,-4-5 4-16,11 9 229 0,-1-15-524 0</inkml:trace>
  <inkml:trace contextRef="#ctx0" brushRef="#br0" timeOffset="108005.29">24165 15137 411 0,'0'0'1740'0,"0"0"-1118"0,0 0 339 15,7 0-15-15,1 0-399 0,-8 0-256 0,0 0 125 0,0 0-95 16,0-17 25-16,0 17-79 0,0 0 167 0,0 0-96 15,-6-5-65-15,4-1-129 0,-17-1-28 0,4 5-98 16,-17-2-18-16,8 2 0 0,-25-1 0 0,5 1 0 16,3 2 0-16,7-3 0 0,-15 0 0 0,8 3 0 15,6 0 0-15,-1 0 0 0,7-3 0 0,-3 3-11 0,2-2-117 16,4-3-451-16,7-1 28 0,-1-1-802 0,11 3 139 16,-6-5 1-16,3 3-586 0</inkml:trace>
  <inkml:trace contextRef="#ctx0" brushRef="#br0" timeOffset="115557.09">26007 14564 335 0,'-14'-4'1401'15,"-16"-2"-782"-15,-3-2 163 0,10 2-332 0,-7 2-20 16,0-1-190-16,-7-1-26 0,1-1 20 0,1 3 5 16,-1 2 21-16,2-3 26 0,4 5-71 0,-3 5 30 15,3-5-79-15,4 6-54 0,6-4-45 0,-10 11 13 16,6 0-46-16,0 3-8 0,4-3-6 0,-9 11 15 0,0 0-7 15,7 0-5-15,5-1-5 0,-12 12 4 0,9-6-8 16,4 1-12-16,5 3-2 0,-1-11 0 0,-3 22 2 16,9-11 0-16,3-2 0 0,3-5-1 0,3 11 1 15,1-8 0-15,6-1 2 0,2-15 16 0,6 10 18 16,6-4-14-16,-3-6 1 0,-4-8-5 0,18 8 17 16,-8 0-17-16,-1 1-22 0,-4-6 3 0,10 3 1 0,-3-4-1 15,3 1-8-15,-11-3 1 0,23-7-7 16,-9-5 3-16,1 1 5 0,-1-8 1 0,-2 4 3 0,9-6 5 15,-5-2-1-15,-4-1 13 0,5 1 2 0,-2-6-3 16,-2 2-1-16,-4-7-1 0,-1 1 1 0,-2-1 12 16,-3-1 6-16,-3-1 16 0,-10 2 1 0,-2-4 12 15,0 2 3-15,-9-4 4 0,-4 1 2 0,2 5-4 16,-6-2-9-16,-7 1-12 0,-6 3-4 0,1 7-4 0,-4 3-6 16,-6 1-20-16,-2 6-14 0,8 5-11 0,-5 5-49 15,-4 2-120-15,-7 4-177 0,18 1 19 0,-10-1-341 16,3 2-230-16,2 0-167 0,6 0 172 0,1-3-129 15,11-5-574-15</inkml:trace>
  <inkml:trace contextRef="#ctx0" brushRef="#br0" timeOffset="117576.69">31231 16613 166 0,'0'-3'2835'0,"0"3"-1618"0,0 0-86 15,0 0-53-15,0 0-412 0,0 0-185 0,0 0-221 16,0 0-121-16,0 0-18 0,0 0-59 0,0 0-29 16,0 0-31-16,0 0-2 0,0 0 0 0,0 0 0 15,3 0 0-15,9-3 0 0,-12 3 0 0,0 0 0 16,12 11 0-16,-9 2 0 0,-1-2 0 0,4-3 0 0,-2 16 0 16,-4 2 0-16,0-3 0 0,0-4 0 0,0 16 0 15,-4-6 0-15,4 2 0 0,-3-7 0 0,-2 11 0 16,5-1 0-16,-3-4 0 0,3-12 0 0,-7 14 0 15,7-9 0-15,-5-4-30 0,5-1-106 0,-7 4-335 16,5-4-256-16,2-2-336 0,0-13 158 0,0 10-309 16,2 0-585-16</inkml:trace>
  <inkml:trace contextRef="#ctx0" brushRef="#br0" timeOffset="117892.86">31429 17359 1070 0,'-15'7'1593'15,"0"4"-464"-15,6-2-213 0,-6-2-267 0,9-1-191 16,-2-1-212-16,5-5-62 0,-12 4-107 0,15 0-38 0,0-4-6 16,-4 5-38-16,2 1-69 0,2-6-109 15,12 13-63-15,2-8-155 0,-11 0 139 0,16 1-92 0,-11-2 11 16,4-1 61-16,0 3 172 0,-12-4 47 0,8 1 132 15,-4-1 121-15,-4-2 65 0,0 0 22 0,0 4 179 16,0 5 192-16,-19-3-148 0,14-3-149 0,-13 5 94 16,-15-1-7-16,8 2-227 0,3-5-110 0,2 2-15 15,-9 8-21-15,2-7-40 0,6-1-28 0,-2-1-46 16,-7 3-163-16,7-3-246 0,11-5-15 0,-3 2-448 0,-2-2-377 16,-13-2-48-16,24-1 494 0,-14-1-1244 0</inkml:trace>
  <inkml:trace contextRef="#ctx0" brushRef="#br0" timeOffset="118228.95">30300 17010 173 0,'3'0'2961'0,"-3"0"-1695"0,2-8-397 0,5 3 511 16,-7 5-732-16,8-6-210 0,-1 6-277 0,-7 0-21 0,8-7-68 16,-2 7-28-16,5-4-19 0,5 4-11 0,-11 4-14 15,10-4 0-15,9 4 0 0,-9 1 0 0,0 1 0 16,7 5 0-16,9 2 0 0,-16-6 0 0,5 7 0 16,-6-4 0-16,8 6 0 0,-8-3 0 0,-8-7 0 15,6 12 0-15,-7 4 0 0,-5-9 0 0,-3 0 0 0,-9 11 0 16,-5 0 0-16,5-14 0 0,-12 7 0 0,1-2 0 15,-1-2 0-15,-5-2 0 0,5-1-1 0,-5-2-28 16,-4-5-151-16,4-1-109 0,8-4-40 0,-9-3-369 16,4-4-336-16,0-4-172 0,5-2 43 0,1-1-223 15</inkml:trace>
  <inkml:trace contextRef="#ctx0" brushRef="#br0" timeOffset="118381.54">30073 16562 3508 0,'0'-13'1999'0,"0"13"-786"0,0-11-44 0,0 9-873 16,0 2-290-16,0 0-6 0,0 0 0 0,0 0 0 15,0 0 0-15,0 0 0 0,0 0-11 0,0 0-61 0,0 0-148 16,0 0-264-16,0-2-139 0,-14 2-313 16,14 0-266-16,-15 7 9 0,11-5 251 0</inkml:trace>
  <inkml:trace contextRef="#ctx0" brushRef="#br0" timeOffset="118561.06">29513 16806 501 0,'-5'5'3959'0,"-2"1"-3049"0,7-6 303 15,0 0 80-15,0 0-1050 0,0 0-262 0,0 0-25 16,0-9-21-16,-3 5-111 0,3 0-40 0,-2-6-174 0,2 7-253 15,-3-13-565-15,3 16 334 0,-7-11-264 0,7 9-300 16</inkml:trace>
  <inkml:trace contextRef="#ctx0" brushRef="#br0" timeOffset="118908.15">29720 17023 1824 0,'15'16'1065'0,"-13"-9"-562"0,10 10 168 16,-4-2-324-16,-4-4-256 0,-1 0-62 0,-3 2 14 16,-3 0 9-16,3-3 24 0,-4 1-2 0,2-3 30 0,-1 5 0 15,-6 5 47-15,3-12-30 0,-3 8 71 0,-3 1 28 16,-3 3 22-16,-2-9 3 0,2-1-54 0,-9 8 119 15,1-3-94-15,-6 0-10 0,2-6-49 0,-6 4 48 16,-16 0 27-16,7-5-74 0,16-6-57 0,-18 2 34 16,5-2-44-16,10-2-60 0,11 2-27 0,-8-6-4 15,8-1 0-15,4-8 0 0,4 6 0 0,-4-15 0 0,4 2 0 16,5-4 0-16,0 8 0 0,-2-9 0 0,7 6 0 16,0-1-1-16,0 4-30 0,3 2-232 0,-3-5-257 15,-3-1-390-15,3 2-291 0,-3 4 290 0,-2 5-1068 16</inkml:trace>
  <inkml:trace contextRef="#ctx0" brushRef="#br0" timeOffset="120403.14">27999 17256 1863 0,'0'7'2622'15,"0"-4"-1105"-15,0-3-327 0,0 8-612 0,3-3-204 0,-3-5-327 16,0 0-47-16,0 0 0 0,0 0-4 0,0 0-80 16,0 0-147-16,-6-13-197 0,6 8-62 0,-4-8-712 15,2 2 12-15,-1 4-6 0,0-7 357 0,3 4-743 16</inkml:trace>
  <inkml:trace contextRef="#ctx0" brushRef="#br0" timeOffset="120556.72">27955 17020 3033 0,'3'0'1863'0,"-3"0"-650"0,0 0 101 0,0 0-745 0,0 0-373 16,-3-3-193-16,-9-2-3 0,12 5 0 0,0 0 0 16,0 0 0-16,0 0 0 0,0 0 0 0,0 0 0 15,0 0 0-15,0 0-58 0,0 0-93 0,0 0-251 16,0 0-207-16,0 0-312 0,-7-2-280 0,-1-4-10 15,-4-1-338-15</inkml:trace>
  <inkml:trace contextRef="#ctx0" brushRef="#br0" timeOffset="121743.55">20072 16946 688 0,'0'-13'2409'0,"0"13"-1252"0,0-17 19 16,0 17-174-16,0-13-578 0,0 8-232 0,4 8 28 16,-1-14-57-16,-3 9-10 0,0 2-47 0,0 0 42 15,0 0-49-15,0 0-17 0,0 0-45 0,0 2-14 16,0 15-12-16,-3-2-2 0,-3 1-3 0,-6 13 6 15,0-3-2-15,4 4 2 0,-2-7-3 0,-4 17 6 16,-1-3-5-16,3-2 0 0,4-9-6 0,-11 16 0 16,9-2-4-16,-5-3 0 0,3-7 0 0,3 17 0 15,-1-15 0-15,5 2 0 0,2-8 0 0,3 0 0 0,6 2 0 16,3-8 0-16,3 4 0 0,3-6 0 0,5-1 0 16,1-4 0-16,2-3 0 0,-5-6 0 0,12-4 0 15,4-4 0-15,-2 2 0 0,2-6 0 0,7 0 0 16,1-8 0-16,4-5 0 0,-11 5 0 0,4-5 0 0,-3-8 0 15,5-6 0-15,-16 12 0 0,9-12 0 0,-2 3 0 16,4-10 0-16,-14 11 0 0,-10 9 0 0,3-4 0 16,-3-3 0-16,-9 5 0 0,-6 5 0 0,-6-4 0 15,-3-3 0-15,4 9 0 0,8 14 0 0,-15-15 0 16,6 10 0-16,6 6 0 0,3 2 0 0,0 0 0 16,0 0 0-16,0 0 0 0,0 0 0 0,0 0 0 15,-12 13 0-15,12 0 0 0,0-8 0 0,0 25 0 16,-3-4 0-16,3 1 0 0,0-3 0 0,0-4 0 0,3 17 0 15,-3-8 0-15,-3 1 0 0,1-4 0 0,2 6 0 16,-7-4 0-16,7 2 0 0,-5-12 0 16,2 17 0-16,-4-14 0 0,5 3 0 0,-1-9 0 0,-4 9-9 15,7-11-77-15,0 7-234 0,0-13-143 0,4 6-330 16,-4-13-323-16,0 4-98 0,8 3 21 0,-8-7-1235 16</inkml:trace>
  <inkml:trace contextRef="#ctx0" brushRef="#br0" timeOffset="122030.78">21098 17570 283 0,'-14'0'2321'0,"-4"3"-1398"0,12-1-213 0,-24 4 257 16,4 1-106-16,3-1-463 0,2-1-161 0,1 6 6 16,-2 2 37-16,10-4-70 0,2 4-34 0,3-2-31 0,7 7 6 15,3-5-54-15,3 2-7 0,0-4-49 0,11 7-1 16,-5-9-25-16,17 10-12 0,-10-14-3 0,16 5 0 16,1 1-20-16,-10-8-54 0,4-1-86 0,4 0-375 15,-4-4-189-15,-13 0-386 0,-5-1 202 0,7-8-564 16,1 3-474-16</inkml:trace>
  <inkml:trace contextRef="#ctx0" brushRef="#br0" timeOffset="122407.78">21685 17089 663 0,'3'-8'2696'0,"-3"-3"-1941"0,-3-7 567 16,-1 12-440-16,2-4-398 0,-8-3-201 0,8 5 22 0,-4-1-79 16,-3 0-32-16,9 9-56 0,-3-11-19 0,3 9-37 15,0 2-46-15,0 0-30 0,0 0-6 0,0 0 0 16,-2 0 0-16,2 13 0 0,0-6 0 0,0 6 0 15,-3 16 0-15,-1 6 0 0,4-11 0 0,0 11 0 16,0-2 0-16,4 18 0 0,-1-23 0 0,-1 10 0 16,1 5 0-16,4-4 0 0,-5-10 0 0,4 6 0 0,3-6 0 15,3 8 0-15,-4-17 0 0,1 7 0 16,3-3 0-16,6-3-48 0,-4-5-117 0,-11-11-89 0,9 8-291 16,3-7-579-16,-13-6-13 0,2 0 234 0,11-13-265 15,-10 4 120-15,10-11-571 0</inkml:trace>
  <inkml:trace contextRef="#ctx0" brushRef="#br0" timeOffset="122580.31">21979 17305 136 0,'0'0'1801'0,"0"0"-472"16,0 0-99-16,0 0-250 0,-3 0-389 0,-5 9-194 16,-16-7-191-16,0 4-66 0,7-1-30 0,-13 1 31 15,-6 3-9-15,-1-3-18 0,10-1-26 0,-11 1-1 16,-6 1-42-16,5-1-42 0,12-1-8 0,-5 0-8 15,0-1-12-15,6-2-30 0,16 0-22 0,-7-2-149 0,11 3-343 16,-6-10-213-16,10 7-281 0,2-4 239 0,0-6-243 16,8-9-1621-16</inkml:trace>
  <inkml:trace contextRef="#ctx0" brushRef="#br0" timeOffset="122843.61">21446 17086 187 0,'-9'-10'2474'0,"6"6"-812"16,-3-5-291-16,6 5-367 0,0 4-616 0,0 0-146 15,0 0-166-15,0 0-45 0,0 0-10 0,0 0 12 16,0 0 13-16,-11 9 5 0,7-7-6 0,-1 17-2 16,-2 5 11-16,4-1-10 0,-2 3 0 0,2-4-10 0,-3 20 19 15,6-2-8-15,0-6 3 0,0-5-14 0,-3 22 19 16,3-14-15-16,3 2-7 0,-1-12-13 0,8 10-16 15,-1-5-22-15,8-5-66 0,1-7-121 0,3-1-302 16,2-5-151-16,3-4-302 0,-1-5 91 0,13-2-610 16,-8-6 376-16,-1 1-39 0,-6-4 95 0</inkml:trace>
  <inkml:trace contextRef="#ctx0" brushRef="#br0" timeOffset="123093.92">22095 16969 721 0,'8'-5'2977'0,"1"1"-2070"0,-1-10 610 0,-8 14-415 16,7-10-452-16,-5 7-426 0,-2 3-154 15,3-8-49-15,0 5-19 0,-3 3-2 0,0 0 0 0,12 14 0 16,-6-4 0-16,0 13 0 0,-4-1 0 0,2 2 0 16,2 7 0-16,-1 9 0 0,-1-13 0 0,-1 7 0 15,2 3 0-15,2 3 0 0,1-6 0 0,7 4 0 16,-6-5 0-16,0 4 0 0,2-10 0 0,-2 3 0 0,1-4-20 15,-2 8-72-15,-8-10-25 0,6-3-14 0,-6 0-128 16,-4 0-124-16,2-3-304 0,-4-12 174 0,-3 12-327 16,-6-9-182-16,-2-4-247 0,-7-3 583 0,1 2-1077 15</inkml:trace>
  <inkml:trace contextRef="#ctx0" brushRef="#br0" timeOffset="123410.07">22790 17390 760 0,'8'9'3118'0,"-8"-9"-1752"0,4 2-304 0,4 9-55 16,-11-15-461-16,6 8-266 0,-3-4-238 0,-18-4-32 16,9 2-10-16,-11 2 0 0,3 0 0 0,5 0 0 15,-12 0 0-15,12 2 0 0,-6 2 0 0,4-4 0 0,2 2 0 16,-8 3 0-16,1-1 0 0,16-2 0 0,-11 5 0 16,2-1-2-16,12-3-67 0,0-3-135 0,-11 5-407 15,4 1-459-15,7-6-66 0,0 0 226 0,0-3-301 16,0 6-198-16</inkml:trace>
  <inkml:trace contextRef="#ctx0" brushRef="#br0" timeOffset="123622.5">22822 17626 836 0,'0'2'2917'0,"2"9"-1545"16,-2-14-158-16,0 6 97 0,0-3-931 0,0-3-234 15,-2 3-132-15,-10-4-13 0,0-2-1 0,6 3 0 0,-6 1 0 16,-14-4 0-16,8 6 0 0,-6 0 0 0,-2 3 0 16,3 0 0-16,14-3 0 0,-9 0 0 0,9 0-41 15,-3-3-469-15,9 0-387 0,-9-4 0 0,12 7-317 16,-5-11-130-16</inkml:trace>
  <inkml:trace contextRef="#ctx0" brushRef="#br0" timeOffset="124308.67">23814 16615 1947 0,'-5'-5'1050'0,"0"-5"112"16,5 10-231-16,-7-11-272 0,7 11-318 0,0-3-159 15,0 6-39-15,0-3-48 0,-3 2-37 0,-9 14 44 0,3 3 21 16,1 1 34-16,-1 21 49 0,1-14-84 0,-2 6 44 16,1 4-10-16,4 1-62 0,-1 1-16 0,0 3-27 15,0 1 4-15,0 4 18 0,3-7-20 0,0 5 3 16,1 3-9-16,-2 10-1 0,1-26-27 0,3 13-5 15,0-1-9-15,0 10-5 0,0-14 0 0,3-14 0 0,3 8 0 16,0-2 0-16,0-8 0 0,2-11 0 0,-4-8 0 16,11 11 0-16,0-13 0 0,-7 0 0 0,18-3 0 15,-2-6-2-15,-4-4-11 0,-8-1 0 0,10-5-6 16,3-11-4-16,-1 1 3 0,-7 5 5 0,7-11-3 16,11-5 5-16,-8 1 1 0,-6 3 6 0,6-6-2 15,5-12 1-15,-6 9 2 0,-2 0 1 0,-6 10 7 0,8-23 10 16,-8 18 4-16,2 2 10 0,-8 8-5 0,0-1 5 15,-7 4-3-15,2 8-1 0,-4 10-11 0,-1-7-2 16,-2 13-10-16,0-10 0 0,0 10 0 0,0 0 0 16,0 7 0-16,0 2 0 0,-2 12 0 0,-4 6 0 15,-3-4 0-15,-1 9 0 0,2 3 0 0,-1 1 0 16,-3-4 0-16,1 3 0 0,5-9 0 0,-6 19 0 16,0-13 0-16,4 2 0 0,-2 5 0 0,2-12 0 0,-1 3 0 15,0-1 0-15,6 2 0 0,-2-12 0 0,1-1 0 16,1-7-47-16,-5 4-315 0,8-9-41 0,-4 4-404 15,4-10-334-15,0 0-73 0,0 0 0 0,0 0-1223 16</inkml:trace>
  <inkml:trace contextRef="#ctx0" brushRef="#br0" timeOffset="124627.81">24321 17520 123 0,'22'0'2462'16,"-10"-2"-1442"-16,-7 4 34 0,0-4-25 0,5-1-332 16,-10 3-264-16,0 0-126 0,-3 0-140 0,-6-3-92 15,1 3 13-15,-4 3 27 0,-12 2 0 0,4 1 2 0,-2 4-1 16,2-2-9-16,1 8-24 0,2-3-26 0,12-7-36 16,-10 9-16-16,8 3-5 0,5-9 0 0,2 9 0 15,0 3 0-15,2-10 0 0,-2 5 0 0,4-5 0 16,4 4 0-16,7 1 0 0,-6-10 0 0,-1-4 0 0,19 3 0 15,-12-10 0-15,0 5 0 0,18-2 0 0,-10-7 0 16,6-4 0-16,-5 2 0 0,0-2 0 0,-4-2 0 16,-5-3 0-16,-9-4 0 0,0 11-5 0,-6-2-43 15,-6-11-87-15,6 8-176 0,-6 3-223 0,-9-11-255 16,3 6-307-16,-3 5-103 0,1 0 331 0,-9-6-746 16</inkml:trace>
  <inkml:trace contextRef="#ctx0" brushRef="#br0" timeOffset="125293.04">25562 17210 1687 0,'-6'11'2381'0,"4"-8"-1542"0,4-1 290 16,-4-4-60-16,4 4-699 0,-2-2-247 0,-6 4-52 15,6 3 10-15,0-7-11 0,0 0-13 0,-3 0 18 16,6 0 9-16,-3 0-28 0,12 2-8 0,-10 2-21 15,13-4-5-15,12 0-20 0,0 2-2 0,-6-2 0 0,16-2 0 16,-7 2 0-16,3-4 0 0,-1-1 0 0,9 1 0 16,-9-7 0-16,2 2 0 0,-12 2 0 0,14-4 0 15,-4-2 0-15,-8 5 0 0,-6-1 0 0,2-4 0 16,-8 6 0-16,0-9 0 0,-10 8 0 0,1-10 0 16,-6-4 0-16,-5 1 0 0,2 14 0 0,-14-13 0 15,-2 7 0-15,0 6 0 0,-5-1 0 0,3 5 0 0,-11 3 0 16,2 3 0-16,-11 5 0 0,17-1 0 0,-10 4 0 15,-4 5 0-15,-1 8 0 0,18-9 0 0,-8 9 0 16,8 9 0-16,0 0 0 0,9-3 0 0,5 6 0 16,3 1 0-16,7 11 0 0,3-21 0 0,11 4 0 15,5 1 0-15,6 6 0 0,-3-14 0 0,10 4 0 16,4-4 0-16,8 5 0 0,-12-7 0 0,-3-13 0 16,5 2 0-16,12-2-23 0,-16-7-144 0,-6-2-258 15,2-5-383-15,-6-6-355 0,0-8-354 0,-10 6 607 0,2-5-1058 16</inkml:trace>
  <inkml:trace contextRef="#ctx0" brushRef="#br0" timeOffset="125676.01">25945 16496 429 0,'12'-2'1841'16,"-15"2"-878"-16,6 0 353 0,-3 0-526 0,-3 0-16 15,6 0-225-15,-3 0-149 0,-12-11-131 0,4 9-106 16,-19-4-51-16,0 6 7 0,1 0-33 0,-9 0 4 16,-4 0-10-16,-11 6 2 0,23-4-52 0,-8 1-21 15,6-1-34-15,2 0-86 0,18 2-70 0,-6-4 10 0,7-4-211 16,1 2-350-16,10-9-421 0,9-2 290 0,9 0-248 15,14-5-295-15</inkml:trace>
  <inkml:trace contextRef="#ctx0" brushRef="#br0" timeOffset="126206.61">26770 16002 309 0,'0'0'1346'0,"0"0"-604"16,0-19 62-16,0 19 82 0,8-13-14 0,-4 8-289 15,2-4-63-15,-1-1-52 0,-5 7-77 0,4-10 53 16,-8 2-137-16,4 9-86 0,-5-7-52 0,2 5-93 15,6 4-25-15,-3 0-49 0,0 0-2 0,0 0 0 0,0 0 0 16,0 0 0-16,0 0 0 0,-6 4 0 0,-6 0 0 16,6 14 0-16,-6 0 0 0,1 1 0 0,-1 5 0 15,0 5 0-15,-5 6 0 0,7-12 0 0,-2 9 0 16,-2 5 0-16,2 3 0 0,6-14 0 0,1 9 0 16,-2-1 0-16,5 3 0 0,2-5 0 0,2-14 0 15,1 6 0-15,4 5 0 0,1-7 0 0,1-4 0 16,6 1 0-16,2-1 0 0,2-5-34 0,-2-5-102 0,6-3-226 15,1-2-411-15,-3-6-200 0,-4 1 83 0,3-1-322 16,-10 0-106-16,10-10-313 0</inkml:trace>
  <inkml:trace contextRef="#ctx0" brushRef="#br0" timeOffset="126379.13">26858 16343 2014 0,'0'2'1400'0,"0"-2"-621"0,0-2 550 16,0 4-443-16,-2-9-378 0,-1 1-277 0,3 6 25 15,0 0-67-15,-7-11-36 0,5 9-30 0,-4-1 3 16,-3-3-36-16,-12 2-27 0,18 1-40 0,-32-3-5 16,14 6-15-16,-8-2-3 0,-3 2 0 0,8 0 0 15,-6 0 0-15,1 0-1 0,0 0-29 0,17-3-58 0,2 3-144 16,-10-2-209-16,20 2-347 0,-9-11-340 0,6 11-84 16,6-8 27-16,1-2-1312 0</inkml:trace>
  <inkml:trace contextRef="#ctx0" brushRef="#br0" timeOffset="126723.23">27141 16790 1481 0,'3'-3'1019'0,"-3"3"-293"0,-12-13-1 16,12 10-107-16,-11-2-383 0,-3-5-109 0,-10 4-96 15,2-2 79-15,-4 2 27 0,-4 4 86 0,10 0-54 0,-7-1 100 16,-2 6 39-16,-10-6 49 0,17 6-158 0,-8-1 67 15,-6 4-27-15,-10 1-13 0,19-4-125 0,-9 7-4 16,4-1-24-16,-7 2-65 0,17-7-55 0,-2 2-183 16,6-3-153-16,0 2-315 0,12-5 89 0,-6 0-484 15,12 0-26-15,-2-3-39 0</inkml:trace>
  <inkml:trace contextRef="#ctx0" brushRef="#br0" timeOffset="127306.67">26508 16936 503 0,'-6'7'2058'0,"0"-1"-1250"15,0 5 10-15,6-9-107 0,0 11-275 0,0-10-297 16,0 5-29-16,3 3-8 0,4 4-15 0,-5-4 13 0,1 2-3 16,2 10-9-16,2-4-8 0,-2-1-18 0,-2 2-24 15,4 0-11-15,-2-1-18 0,-2-3-4 0,6 8 5 16,-9-3-3-16,3 0 0 0,-1-2-2 0,-4-1 1 15,2 4-3-15,0-4 0 0,-3-8-3 0,0 8 1 16,1-9 4-16,-2-1 1 0,4-8 4 0,-3 7-2 16,0-1 4-16,3-6 2 0,0 0 0 0,-5-10 9 15,5 7 6-15,-4-8 27 0,4-2 23 0,-5-2-13 0,5-5 20 16,-3 2 5-16,0-3 2 0,-1-1-9 0,4-1-30 16,0-7-4-16,0-1 19 0,4 2-10 0,-1-1-11 15,2 2-9-15,2-7 4 0,4 6-3 0,1 13-24 16,-3-3-5-16,3-4 19 0,3 7 2 0,-7 6-8 15,1 4 9-15,6-7 1 0,-1 6 11 0,-7 3-25 0,22-1-4 16,-18 3-4-16,8 2 1 0,-5 2-4 0,9 3 1 16,-8-1-4-16,-6-2-8 0,6 9-3 0,-3-6 3 15,5 5-3-15,0 1-5 0,-10-8 6 0,8 7 1 16,-3 0 5-16,-4-2 1 0,-4-3-4 0,-4-5 1 16,0 15-4-16,-4-15-2 0,-2 13 6 0,4-11 4 15,-8 3-1-15,-7 3 4 0,5-3 6 0,0 1-2 16,-15 1 5-16,-2 2-16 0,2-2-3 0,10-1 7 0,-7 5-2 15,4-6-3-15,0 3 3 0,16-6 4 0,-11 9 17 16,1 2-2-16,8-5 10 0,0 2 15 0,0 6 30 16,4-5-6-16,-1-3-13 0,6 5-16 0,-1 3 22 15,1-8-38-15,12 13-23 0,2-4-2 0,2-4 0 16,1 0 0-16,4 0 0 0,0-3 0 0,-2 1 0 16,5-3 0-16,-10-1 0 0,2-1 0 0,-4-1 0 0,5 1 0 15,-11-4-14-15,11 3-51 0,-5-1-121 0,-6-4-168 16,8 2-224-16,-2-4-230 0,-12 2 51 0,9-4-708 15,0-1 340-15,8-3-153 0,-16 3-174 0</inkml:trace>
  <inkml:trace contextRef="#ctx0" brushRef="#br0" timeOffset="127571.94">27373 17036 408 0,'4'0'1686'0,"-10"-8"-1161"0,0 0 273 15,-6 5-31-15,-5 1-397 0,8 2-119 0,-15 0-69 16,1 5 123-16,2-2-54 0,-6 7 19 0,10-2-48 0,-15 8 166 16,8 3-152-16,-3 1-54 0,2 2-62 15,1 2 18-15,2 2-32 0,12-2-35 0,-2 0-3 0,8-1-5 16,4-1 0-16,0-1 2 0,4-5-14 0,1 10 30 16,4-15-23-16,-1 5-10 0,-4-8-19 0,19 5-2 15,-8-3-10-15,9-6-5 0,2 0-22 0,-8-4-44 16,8 3-48-16,4-6-51 0,-4-1-155 0,-6 0-71 0,2-6-167 15,-8 2-232-15,-4 3-234 0,4-6-41 0,-8-2 60 16,-1 7-124-16</inkml:trace>
  <inkml:trace contextRef="#ctx0" brushRef="#br0" timeOffset="129026.05">17995 17279 177 0,'0'0'3029'0,"-5"8"-1440"0,2-3-402 0,3-5-373 0,0 0-152 15,0 0-275-15,0 0-258 0,0 0-84 0,0 0-23 16,0 0-15-16,11-2-3 0,-7-1 0 0,11 6 1 16,-1 3 4-16,-2-6-1 0,8 7-2 0,0-1-1 15,17 1-1-15,-5 1-5 0,1 1 0 0,-4-7-2 16,21 9-2-16,-12-4 1 0,-3 2 1 0,-8-5 1 15,14 7 3-15,-12-2-1 0,-2-7-2 0,-12 3 1 0,-3-5-7 16,5 2-25-16,-17-2-32 0,12 4 8 0,-5-4-37 16,-7 0 16-16,-7 0-1 0,-5 0 24 0,-15 2-1 15,-2 1 46-15,0-1 6 0,-1 4 0 0,-23 1-3 16,6 4-3-16,-6-5-2 0,1 7-2 0,-4-6-1 16,-7 7-2-16,4-4 1 0,-2 1-2 0,1 2 7 15,-1 1 1-15,5-4 0 0,0 4 1 0,12-4 7 0,0 4 4 16,5-5 7-16,-2 2 5 0,23-5-4 0,-6 1 4 15,10-1 0-15,8-6 6 0,-6 0 13 0,15 0 10 16,-3 0 1-16,-5-19 5 0,5 1-12 0,2-4 2 16,-2-2-12-16,3-9-11 0,0-2-15 0,-3 11-1 15,0-11 0-15,-6 2 1 0,4-15 2 0,-1 16 1 16,-4-7 8-16,2-9 17 0,-4 2 17 0,1 17-10 16,-2-10 22-16,-7-9 21 0,2 12-22 0,6 8-20 0,-3-3-1 15,-3 0-7-15,7 4-16 0,1 11-12 0,5 5-1 16,-8-5 0-16,10 16 0 0,-2-7 0 0,-4-1 0 15,9 8 0-15,-6 0 0 0,6 0 0 0,2 13 0 16,7 2 0-16,-5 7 0 0,1 2 0 0,-5-4 0 16,11 15-1-16,-2 5-2 0,0-3 0 0,-2-11-6 15,5 22-26-15,-3-8-7 0,-2 2-14 0,-3-13 9 0,1 24-63 16,-1-8 11-16,-2 0 2 0,2-11 23 0,-5 19-52 16,-2 2-22-16,-2-9 20 0,-2-4 30 0,-2 8-16 15,4 9 4-15,-5-19 48 0,2-3 31 0,-1-1 23 16,-6 4 10-16,-2 0 10 0,-1-17 33 0,0-4 32 15,-4-1 85-15,-6-4 57 0,-2-6 11 0,-2-6-28 16,2-6-18-16,-9-10-15 0,-8-2-85 0,20 2-69 0,-5-8-15 16,-3-13 0-16,5 2 0 0,7 7 0 15,-6-10 0-15,-4-14 0 0,6 10 0 0,7 14 0 16,-4-15 0-16,3-6-12 0,4 15-102 0,8 8-126 0,-3-3-305 16,6-6-633-16,1 13-35 0,2 16 302 0,0-12-748 15</inkml:trace>
  <inkml:trace contextRef="#ctx0" brushRef="#br0" timeOffset="130710.55">16196 17072 731 0,'5'-9'2942'16,"-2"-10"-1915"-16,1 5 263 0,-1 1-606 0,-3-2-488 15,-3 6-101-15,3-4-88 0,-7 0-6 0,7 13-5 16,-5-5 8-16,-2-1-7 0,2 6-7 0,-2 0 9 0,5 0 39 16,-10 8 4-16,4 3-10 0,5-6-14 15,-4 17 4-15,2 4-30 0,2-2 9 0,-1-6-21 16,8 12-8-16,4 6-5 0,2 4 5 0,-5-13 32 0,7 7 16 16,8 8-7-16,1-7 21 0,-6-1 4 0,0-10-10 15,11 16 7-15,-6-3-15 0,2-3-4 0,-14-10-18 16,10 15-22-16,-6-10 1 0,-4 1-4 0,-5-9 3 15,1 3-7-15,-1 4-1 0,-6-8 18 0,-4-2 1 0,2 1-3 16,-2-12 4-16,-10 6 3 0,5-7 7 0,-15 1 0 16,10-3 0-16,-22-4 1 0,14 0-1 0,-2-6 10 15,-17-5 18-15,8 2 12 0,7-2 8 0,-13-6 44 16,4-3 29-16,6 4 4 0,5-6 1 0,10 9-27 16,-15-13 51-16,13 2-56 0,4 2-16 0,3 9-33 15,-2-10 7-15,8 15-23 0,-3-8-13 0,6 8-5 0,1-3-3 16,-1 9-2-16,3-9-2 0,0 11-4 0,0-3 0 15,3-10-2-15,-1 13 0 0,-2 0 1 0,0 0-6 16,0 0-8-16,0 0-1 0,0 0 2 0,0 0-10 16,0 0 3-16,0 0 0 0,0 0 5 0,0 0 14 15,0 0 1-15,0 0 6 0,0-13 16 0,3 13-6 16,-3 0 4-16,-5-16 1 0,2 6 1 0,0-6-9 16,-1 8-1-16,-1-10-8 0,-2-9-2 0,2 14 1 15,0 2-1-15,-5-21-1 0,1 1 1 0,4 11 2 0,-1-6-1 16,-3-3 0-16,0-8 10 0,6 17 7 0,0-7 7 15,-3 3-2-15,0 0 5 0,4 9-5 0,2 11-7 16,-7-14-3-16,2 7-12 0,5 11 0 0,0 0 0 16,-10-13 0-16,10 13 0 0,0-2 0 0,0 2 0 15,0 2 0-15,0-4 0 0,0 6 0 0,0 10 0 16,4-6 0-16,-1 5 0 0,9 11 0 0,-9-8 0 0,5 8 0 16,4 2 0-16,0-4 0 0,0-2 0 0,2 4 0 15,4 11 0-15,-4-9 0 0,-4-2 0 0,4 5 0 16,-2 8 0-16,0-5-4 0,-6-6-7 0,-4 0-7 15,8 9-26-15,-8-6-5 0,5 1-16 0,-4-1-12 16,-3-3 4-16,0 1 3 0,-3 7 0 0,-4-18 38 16,-2 10-7-16,-2-5 24 0,-3-4 8 0,2-4 4 0,-12 0 5 15,4-6 2-15,-4-3 3 0,6-4-3 0,-3 0 1 16,-11-6 0-16,8 1-2 0,7-6 1 0,-10-4 2 16,4-2 6-16,-3-4 29 0,2 2 21 0,9 6-8 15,-17-13 46-15,11-1-22 0,-3 7-3 0,6 3-24 16,-8-9-6-16,11 10-30 0,10 8-11 0,-13-6-4 15,9 7 0-15,3 5 0 0,6 2 0 0,-9 0 0 0,0 0 0 16,6 0 0-16,-2 13 0 0,-2-3 0 0,-5 17 0 16,7-4 0-16,-1 7 0 0,0-7 0 0,3 7 0 15,3 3 0-15,0-9 0 0,5 5 0 0,-1-14 0 16,4 5 0-16,2-1 0 0,-5-9 0 0,2-7 0 16,5 13 0-16,2-5 0 0,-3-9 0 0,-2 3 0 15,13-5-2-15,-7-2-15 0,-7-3-14 0,6-1-19 16,-4-5-22-16,-8 4-16 0,1-12-36 0,-6 1 52 0,1-6-39 15,-5 15 32-15,-1-14 15 0,-4 13 30 0,-3-4-1 16,-12-1 1-16,3 4 8 0,2 3 10 0,-14-3 2 16,4-2 6-16,-7 2 4 0,4 4 3 0,-3 1 17 15,-1 1 29-15,4 2 26 0,-3 3 28 0,-4 0 17 16,13 0 13-16,-3 0-3 0,-1-2-19 0,7 2-35 16,-4 0-10-16,10-8-32 0,0 3-21 0,1-4-9 0,2-4 0 15,14 8 0-15,-12-21 0 0,3 2 0 0,3 0 0 16,4-2 0-16,-5 2 0 0,5 2 0 0,-2-4 0 15,2 5 0-15,-1 0 0 0,2-1 0 0,-1 11 0 16,5 4 0-16,0-9 0 0,0 3 0 0,0 13 0 16,0-8 0-16,0 3 0 0,0 5 0 0,0 0 0 15,-3 0 0-15,6 0 0 0,-3 0 0 0,5 7 0 0,5-1-4 16,11 4-25-16,5 1-31 0,-8-5-11 0,5 3-55 16,10 0-68-16,2-3-46 0,-14-2 60 0,5 1-81 15,-2-1-18-15,12 1-64 0,-14-5 112 0,-7 2 68 16,-3 0-33-16,0-2 16 0,8 0 29 0,-20 0 48 15,12-2-1-15,-8 4-14 0,-4-2 40 0,-12 0 25 16,3 4-5-16,-21-2 26 0,4 3 37 0,6 1 2 0,-10-1 4 16,-6 3 4-16,-2 6 0 0,15-1-5 0,-6 0 0 15,-7-2-3-15,-3 12-5 0,19-13-2 0,-7 6-6 16,-2 1-20-16,-3 3-10 0,8-7 12 0,0 4-8 16,1 1 1-16,-6 0-8 0,7-7 21 0,8-3 10 15,-4-3-1-15,4 4 4 0,2-7-2 0,0 0 3 16,12 1 0-16,-15-3 2 0,12 0 4 0,3 0 0 0,-9-7 3 15,6-4 9-15,1 2 4 0,-5-6 29 0,4 4 47 16,-2-12 22-16,-4-4 69 0,3 6-63 0,-3-5 54 16,-3-9 43-16,0-2-19 0,7 8-62 0,-5-11 42 15,-4-8 53-15,8 11-40 0,-3 1 1 0,6 6-44 16,-2-7 53-16,-4-7 57 0,6 15-77 0,0 2-63 16,-3-5 32-16,3 3-28 0,0 5-57 0,1 9-45 15,-2-7-18-15,-2 6-4 0,6 8 0 0,0-5 0 16,-2 2 0-16,2 9 0 0,-3-6 0 0,-1 2-2 0,4 6-57 15,0 0-151-15,-12 0-135 0,9 0-29 0,-11 3-327 16,2 0-634-16,4-3 136 0,-14 5 349 0,5 0-1042 16</inkml:trace>
  <inkml:trace contextRef="#ctx0" brushRef="#br0" timeOffset="131090.53">13605 17272 216 0,'-2'2'1739'0,"2"-4"-1128"0,-12 4 0 0,12-2-161 15,0 0-37-15,0 0-364 0,0 8-47 0,0 0-11 16,2-6-10-16,8 9 4 0,-1-5 2 0,-6-4 10 0,11 11 13 16,6-4 14-16,2 4 6 0,-5-3-7 0,10 6 33 15,-1 0 10-15,-2 0 11 0,-6-6-11 0,8 6 28 16,-3 0 1-16,-2 0 32 0,-6-2-27 0,2 4 58 16,-5 0-50-16,-2 1-13 0,-8 2-3 0,1-7-30 15,-8 6-15-15,-5-1-37 0,1-1-3 0,4 1-7 16,-10-1-17-16,-9 6-35 0,0 0 9 0,-1-8 2 15,-11 8-9-15,1-11 14 0,-6 3 13 0,17-8 30 0,-15-3 4 16,7 3-1-16,3-11-61 0,11-2-114 0,-6-3-233 16,-5-6-278-16,2-12-281 0,13 8 383 0,-4-8-1298 15</inkml:trace>
  <inkml:trace contextRef="#ctx0" brushRef="#br0" timeOffset="131605.16">13176 17078 468 0,'-7'-8'3718'0,"4"1"-2833"0,-2-4 304 16,2 9 98-16,-3-9-911 0,6 8-270 0,0 3-65 16,-3 0 9-16,0-10-21 0,3 10-7 0,0 0-9 15,0 0-6-15,0 0-7 0,0 0 0 0,3 13 0 16,2 0 0-16,5 11 0 0,4 0 0 0,-8-6 0 16,8 13 0-16,2-1 0 0,-5 1 0 0,-2-7 0 0,3 14 0 15,0-1 0-15,-6 0 0 0,-1-14 0 0,7 22 0 16,-5-7 0-16,-5-1 0 0,4-11-2 0,0 16-30 15,-3-7-14-15,-8-4-13 0,-2 6-19 0,4-15 31 16,-6 4-32-16,1-12 24 0,-4 1 36 0,5-6 16 16,-18-2 6-16,6-7 7 0,-1-5 8 0,6 3 3 15,-22-9 28-15,6-2 9 0,4 2 2 0,-4-8-3 16,-2-4-6-16,6 1-8 0,-6-7-9 0,10 3-19 0,2-6-14 16,-1 5-1-16,6 6 0 0,5 0 0 0,3 13 0 15,-5-10 0-15,12 18 0 0,-5-16 0 0,5 16 0 16,0 0 0-16,0 0 0 0,0 0 0 0,0 0 0 15,0 0 0-15,12 0 0 0,-10 16 0 0,-2-3 0 16,3 7 0-16,-3 2 0 0,-3 10-3 0,1-14-4 16,-5 6-5-16,-5 5-5 0,4-5 4 0,-4-6-2 0,0 4 0 15,-5-1 4-15,2-5 11 0,-2-3 4 0,-2-2 2 16,-4-4 10-16,2-3-1 0,6-2 3 0,7-2-9 16,-8 0 2-16,-1-11-1 0,2 1-6 0,12 5-4 15,-9-8 0-15,7-7 0 0,2 13 0 0,3-12 0 16,0 6 0-16,6-14 0 0,3 3 0 0,-1 11 0 15,4-5 0-15,6-6 0 0,3 6 0 0,-6 5-1 0,14-9-19 16,6-4-81-16,-6 4-113 0,-5 7-104 0,5-3-279 16,-2-6-400-16,0 2-338 0,-22 17 449 0,14-11-331 15,-14 6-1151-15</inkml:trace>
  <inkml:trace contextRef="#ctx0" brushRef="#br0" timeOffset="131749.76">12654 17269 900 0,'-2'-3'3129'0,"-13"0"-1438"15,3-10-477-15,5 6-207 0,4-4-757 0,1-2-250 16,2 2 0-16,-3 3 0 0,6 3 0 0,6-6 0 16,2 0 0-16,-2 6-13 0,23-8-41 0,-8 5-53 15,11-3-91-15,-2 6-148 0,-3-3-100 0,-1 5-98 16,3 1-407-16,-11 4-106 0,-6 1-34 0,-10 0 342 16,17 11-842-16</inkml:trace>
  <inkml:trace contextRef="#ctx0" brushRef="#br0" timeOffset="132255.44">11107 16901 2574 0,'0'-3'1199'16,"0"-1"-103"-16,-3-2 19 0,3 1-275 0,-3-4-346 15,3 9-298-15,0 0-100 0,0 0-32 0,-2-10-18 16,2 7-33-16,0 3-6 0,2 11-4 0,-2-6 0 0,8 8 0 15,2 4-2-15,2 9 4 0,0 1 6 0,2 1 7 16,4 4 8-16,3 2 0 0,4 14 9 0,-6-16-11 16,1 5 6-16,4 8-5 0,-6 0-15 0,-6-16-11 15,2 10-9-15,-2 1-44 0,3 8-189 0,-10-19-26 16,5 5-342-16,-2-5-352 0,-2 4-357 0,0-15 306 16,-2-5-1082-16</inkml:trace>
  <inkml:trace contextRef="#ctx0" brushRef="#br0" timeOffset="132689.26">10833 16907 244 0,'-14'-22'4599'0,"7"17"-3385"0,-10-14 0 0,14 14-471 0,-6-8-566 16,13 13-177-16,-11-6 0 0,4 1 0 0,3 5 0 15,0 0 0-15,3 11 0 0,4-1 0 0,3 14 0 16,2-7 0-16,3 5 0 0,6 2 0 0,-3 0 0 15,8 5 0-15,4-2 0 0,-1 3 0 0,0-8 0 16,7 11 0-16,-10-4 0 0,-5 3 0 0,-1-9 0 16,-5 4 0-16,-3 0 0 0,0-1-6 0,-3 1-24 0,-4-3-13 15,5-2-19-15,-8 5-38 0,-2-6 9 0,-12 3-40 16,4-2-16-16,-8 4-6 0,-9 3-43 16,4-11 95-16,-9 1-25 0,-14 5-5 0,12-8 58 0,6-9 39 15,-10 2 14-15,-14-7 10 0,12-2 14 0,8-5 2 16,-6-1 9-16,-8-7 26 0,10 0 22 0,10 3-2 15,0-3 42-15,1-6 45 0,5 3-18 0,6 5-14 0,0 7 30 16,-5-10 1-16,8 6-50 0,3 3-39 0,-3-3 10 16,9 8-10-16,-3 0-45 0,6 0-9 0,-8-3-2 15,-5-3-4-15,8 10-1 0,-13 9 0 0,0-8 2 16,-6 11 1-16,1-6 2 0,-7 1 1 0,6 2-1 16,-11 9 1-16,5-12 0 0,7 0-1 0,6-1-1 15,-13 2-1-15,6-9-9 0,1 0-47 0,5-2-62 0,-2-4-189 16,-2-2-265-16,-1-10-172 0,5 0 6 0,1-3-416 15,-1-7-248-15,3 2 122 0,5 3-249 0</inkml:trace>
  <inkml:trace contextRef="#ctx0" brushRef="#br0" timeOffset="132855.82">10146 17070 3184 0,'0'-5'1907'0,"3"-8"-694"0,-3 11 101 0,0-12-788 0,4 14-480 15,-4 0-45-15,0-6-1 0,0-1 0 0,0 7 0 16,0 0 0-16,8-6 0 0,1 4 0 0,1 2 0 15,0-3 0-15,17 1 0 0,2 2 0 0,-7 0 0 16,7-6 0-16,10 4 0 0,-10-1-38 0,-9 1-30 16,9 2-114-16,-2 0-168 0,2-4-306 0,-14 2 98 15,6-1-468-15,-3-1-151 0,-4 0-197 0,-2 2-202 16</inkml:trace>
  <inkml:trace contextRef="#ctx0" brushRef="#br0" timeOffset="133455.21">10056 17258 54 0,'-3'3'940'16,"-4"8"-438"-16,7-11 30 0,0 0 6 0,-2 4-204 16,2 2-58-16,-3 4-60 0,3-4-58 0,0 5-46 15,3-6 67-15,-3 8 15 0,-3 0 62 0,0-7-126 16,-1 7 25-16,-4 0 64 0,2-5 58 0,0-2-79 15,-8 7 78-15,7-8 8 0,-1 5 79 0,-9-1-110 0,7-7 27 16,-4 5-27-16,-13-3 53 0,24-4-133 0,-26 0 33 16,5-8 11-16,6 3-80 0,1-6-46 0,13 11-36 15,-16-17-29-15,5 4-25 0,6 8-1 0,4-8 0 16,-2 8 0-16,4-3 0 0,1-1 0 0,-1 2 0 16,3 5 0-16,3-9 0 0,-3 9 0 0,9-7 0 15,-4 7 0-15,7-2 0 0,6-1 0 0,-13 3 0 0,14 2-4 16,10 0-18-16,-6 2-26 0,-5 3-4 0,9 4-45 15,-1 1-27-15,-2-1-5 0,-3 0-5 0,-6 0 34 16,2 2-71-16,-8-7 47 0,6 7 17 0,-10-2 37 16,5 0-27-16,-2 2 27 0,-6 0 26 0,-2-5 21 15,-5 9 1-15,-12 3 9 0,2-2 0 0,0-3 8 16,-18 6 4-16,1-3 5 0,0-3 6 0,5-2 18 16,-24 5 69-16,7-6 1 0,-2-1 22 0,7-2-8 0,-5 1 50 15,0-5 26-15,0-3-27 0,8-3-59 0,-13-3 44 16,10-3-52-16,-2-2-10 0,-1-11-24 0,20 7-56 15,-2-4-4-15,6-2 0 0,-6-5 0 0,15 7 0 16,-3-10 0-16,4 0 0 0,-4 0 0 0,7-3 0 16,-2-3 0-16,2 1 0 0,5-3 0 0,0 8 0 15,2-5 0-15,1-1 0 0,6-5 0 0,-9 14 0 0,6-11 0 16,0 3 0-16,2-6 0 0,-5 19 0 0,1-8 0 16,-1 5 0-16,-3-5 0 0,-3 10 0 0,-1 6 0 15,4 2 0-15,-8-7 0 0,1 5 0 0,7 8 0 16,-5-6 0-16,5 11 0 0,-3-3 0 0,1-7 0 15,2 10 0-15,0 0-1 0,0 0-48 0,0 0-115 16,0 0-336-16,2 5-328 0,4 0-274 0,-6-5 192 0,2 0-303 16,17 0-1618-16</inkml:trace>
  <inkml:trace contextRef="#ctx0" brushRef="#br0" timeOffset="133611.79">9675 16830 3831 0,'8'7'1376'0,"-1"-1"-163"0,-7-6-326 0,0 0-108 15,0 0-674-15,0 0-105 0,12 0 0 0,-12 3 0 16,0-3 0-16,0 0 0 0,0 0 0 0,0 0-1 16,0 0-33-16,0 0-135 0,0 0-197 0,0 0-92 15,0 0-163-15,0 2-299 0,0 9-279 0,-9-6 321 16,3-3-502-16</inkml:trace>
  <inkml:trace contextRef="#ctx0" brushRef="#br0" timeOffset="134920.29">8708 17160 357 0,'4'8'1486'0,"-4"3"-781"0,-4 2 0 16,-4-8-294-16,6 1-51 0,-13 4-183 0,-9 3-150 0,9-2-15 16,-11 0 11-16,-1 2 28 0,-8 2 84 0,11-6-33 15,-3 2 54-15,-11-2 57 0,3 2 24 0,14-7-48 16,-9 3 91-16,1-5-30 0,-3-2 133 0,11 0-158 15,-2-2 59-15,-1-5-6 0,-5-8-1 0,14 6-128 0,-2-11 33 16,-5 0-36-16,5-6-15 0,8 6-59 0,1-1 5 16,-2 0-17-16,10-11-20 0,3 9-29 0,1 6-11 15,1-7 0-15,7-2 0 0,3 3 0 0,2 10 0 16,7-9 0-16,-1 7 0 0,6 2 0 0,-5 4 0 16,12 1 0-16,6 1 0 0,-2 4 0 0,-7 3 0 15,14 0 0-15,6 7 0 0,-3 2 0 0,-17 2 0 0,16-2 0 16,2 10-10-16,-16-1-20 0,-9-4-8 0,13 10-35 15,-22-3 4-15,5 3-4 0,-12 3-3 0,-10-7 23 16,4 12-16-16,-4-5 32 0,-9 2 5 0,0-5 10 16,-9 7-2-16,-4-5 5 0,-9 2 5 0,-4 3 2 15,-9-2-9-15,-6 1 4 0,-4 1 5 0,10-7 12 16,-32 16 8-16,15-12 6 0,-14 5 36 0,19-13 11 16,-5 4 40-16,2-8 1 0,-12 1 15 0,33-10-49 15,-9-1 12-15,6-4-22 0,2-4-22 0,0 2-30 0,19-4-6 16,-1 2 0-16,-2-5 0 0,11-4 0 0,3 0 0 15,-11-8 0-15,10-4 0 0,2 1 0 0,4 4 0 16,2-1 0-16,2-2 0 0,2 13 0 0,5-7 0 16,-4 2 0-16,2-4 0 0,2 7 0 0,-7 10 0 15,5-17 0-15,-1 17 0 0,-8 0 0 0,4 0 0 16,4 0 0-16,-8 0 0 0,8 0 0 0,-4 0 0 0,-7 6 0 16,5 8 0-16,2-1 0 0,-3 5 0 0,3-3 0 15,0-1 0-15,-4 10 0 0,4-16 0 0,-3 23 0 16,1-14 0-16,-1-10 0 0,-12 22 0 0,3-15 0 15,-2 2 0-15,-1 0 0 0,-14-8 0 0,14-3 0 16,-9 3 0-16,4-8 0 0,5 0 0 0,-11-3 0 16,4-2 0-16,0-4 0 0,0 0 0 0,8 0 0 0,-6-6 0 15,-4-4 0-15,6-2 0 0,6-5 0 0,-2 9 0 16,-4-12 0-16,6 8 0 0,-2-2 0 0,2 6 0 16,2 4 0-16,2-5 0 0,2 9 0 0,0-4 0 15,0-2 0-15,3 12 0 0,3 3 0 0,-3-6 0 16,3-1 0-16,0 7 0 0,-2-2 0 0,4 4 0 15,-11 3 0-15,1 1 0 0,-1 7 0 0,6-11 0 0,-9 27 0 16,0-10 0-16,7-9 0 0,-7 14 0 0,-3-5 0 16,0-1 0-16,-2-7 0 0,-2 0 0 0,2 2 0 15,-3-2 0-15,1-9 0 0,8 3 0 0,-5-3 0 16,-1 2 0-16,9-8 0 0,-4 2 0 0,-3-9 0 16,9 6 0-16,-6-3 0 0,-3-10 0 0,10 7 0 15,-5 0 0-15,-4-13 0 0,6 9 0 0,1-1 0 0,4 8 0 16,-2-8 0-16,5-4 0 0,-4 14 0 0,4-7 0 15,0 10 0-15,0-12 0 0,0 15 0 0,0 0 0 16,0 0 0-16,0 0 0 0,0 0 0 0,0 0 0 16,0 0 0-16,12-4 0 0,-9 4 0 0,-3 0 0 15,6 6 0-15,-3-1 0 0,-3-5 0 0,9 6 0 16,-6-4 0-16,-3-2 0 0,0 0 0 0,3 3 0 16,6 5 0-16,-9-8 0 0,0 0 0 0,0 0 0 15,0 0 0-15,0 0 0 0,0 0 0 0,0 0 0 0,0 0 0 16,0 0 0-16,0 0 0 0,0 0 0 0,0 0 0 15,0 0 0-15,0 0 0 0,0 0 0 0,0 0 0 16,0 0 0-16,0 0 0 0,0 0 0 0,0 0 0 16,0 0 0-16,0 0 0 0,0 0 0 0,0 0 0 15,0 0 0-15,0 0 0 0,0 0 0 0,0 0 0 0,0 0 0 16,0 0 0-16,0 0 0 0,0 0 0 0,0 0 0 16,0 0 0-16,0 0-4 0,0 0-62 0,3 0-71 15,9 2-166-15,-12-2-283 0,0-2-191 0,12-9-321 16,-4 3-107-16,-2 1 68 0,6 1-631 0</inkml:trace>
  <inkml:trace contextRef="#ctx0" brushRef="#br0" timeOffset="135524.68">7660 17432 661 0,'0'4'614'0,"6"1"-315"16,-3 0 98-16,-3-2-26 0,0-6-136 0,0 3-182 16,0 3-12-16,0 2-46 0,3 0-17 0,-3-5 8 15,0 0-3-15,0 0-19 0,0 8 5 0,0-3-13 16,0-5-4-16,0 0 54 0,0 0 10 0,0 0 13 16,2 13 69-16,-2-9 9 0,0-4 97 0,0 0-26 15,3 5 4-15,-3 3 16 0,4-8-17 0,-8 0 11 0,8 0-96 16,7 2 7-16,-11-2-31 0,4 0-9 0,6 5-32 15,-6-5 1-15,-4 0-7 0,15 6-4 0,-15-6-9 16,12 0-1-16,-9 0-6 0,-3 0 4 0,14 0-2 16,-11 0 3-16,-3 0 5 0,12-3 39 0,-9 3 28 15,-3 0 109-15,9-8 77 0,-6 6 130 0,-3-4-137 0,2-1 94 16,-4 3-19-16,2-11-33 0,-3-1-6 0,-1 11-141 16,-7-16 22-16,-1-1 2 0,3-2 5 0,4 8-56 15,-10-8 21-15,3-9-29 0,-3 3-52 0,6 7-23 16,-8-14 2-16,-1 2-22 0,-6-13-25 0,10 22-1 15,-4-12 0-15,0-4 0 0,0 9 0 0,10 9 0 16,-4-6 0-16,-2-4 0 0,-1 8 0 0,6 13 0 16,-3-7 0-16,6 10 0 0,0-8 0 0,0 9 0 0,4 4 0 15,2 5 0-15,0 0 0 0,0-2-1 0,0 4-13 16,8 1-70-16,-2-1-109 0,14 11-146 0,-13-4-25 16,16 4-474-16,-2 0-163 0,-1 0-177 0,-5-4 337 15,6 4-490-15</inkml:trace>
  <inkml:trace contextRef="#ctx0" brushRef="#br0" timeOffset="135922.64">8013 16813 3202 0,'-5'-13'1608'15,"5"11"-394"-15,-7-9 279 0,7 8-847 0,0 3-618 16,0 0-28-16,0 0 0 0,0 0 0 0,0 0 0 0,0 0 0 16,0 0 0-16,0 0 0 0,0 0 0 0,0 0-15 15,0 0-103-15,0 0-178 0,0 0-245 0,0 0 36 16,0 0-340-16,12 11-603 0,-12-11 293 0,3 13 364 15,1-10-405-15</inkml:trace>
  <inkml:trace contextRef="#ctx0" brushRef="#br0" timeOffset="136257.72">7416 17854 470 0,'2'8'3725'0,"-2"-1"-2565"16,0 6 1-16,3-13-72 0,-6 3-887 0,3 8-175 15,0-11-24-15,-5 15-1 0,5-15 0 0,-4 13-2 0,4-9 1 16,0-4 0-16,0-4-2 0,0 8 0 0,0-4-3 15,0-4-1-15,12 8 0 0,-3-10 1 0,-1 4 0 16,8-3 1-16,2-4 3 0,-10 5 3 0,1-5 1 16,8 4 3-16,-5-3 0 0,0 3 2 0,-2 5-4 15,7-6-1-15,-9 4-2 0,1 2-25 0,-6-3-32 16,12 1-196-16,-15 2-181 0,12-6-464 0,-6 4 116 16,-3-1-655-16,0-5 319 0,2-1-777 0</inkml:trace>
  <inkml:trace contextRef="#ctx0" brushRef="#br0" timeOffset="136806.25">6879 17353 826 0,'0'-5'1481'0,"-9"-8"-703"0,6 5-133 16,1-3 396-16,-5-5-245 0,2 3-271 0,5 8-177 15,-3-14 99-15,3 19 87 0,-9-15-241 0,9 15-141 16,-3-5-7-16,0-4-21 0,3 9-80 0,0 0-33 0,0 0-10 15,0 0-1-15,0 0 0 0,0 0 0 0,0 0 0 16,0 0 0-16,0 3 0 0,-4 8 0 0,8 2 0 16,-4-5 0-16,6 13 0 0,-4-13 0 0,2 14 0 15,-1 0 0-15,-3-13 0 0,0 20 0 0,3-8 0 16,-6 1 0-16,3-2-5 0,-3-1-16 0,-3 2-13 16,-4 3-8-16,2 0-3 0,-6 2-8 0,2-8 11 15,-6 4 1-15,0-1 19 0,-2-3 9 0,8-9 10 16,-6-2 6-16,1-1 18 0,5-1 17 0,-12-5 10 0,19-3-13 15,-10 3 24-15,-12-10-13 0,10 2-7 0,5-2-18 16,-7-10-10-16,5 0-11 0,-4-2 0 0,6 4 0 16,-2-8 0-16,2 2 0 0,3 0 0 0,7 8 0 15,-5-8 0-15,7 9 0 0,7-4 0 0,-5 5 0 16,11-7 0-16,7 5 0 0,-3 1 0 0,2 1 0 16,13-1 0-16,-3 4 0 0,0-2 0 0,7 4 0 15,-4-1 0-15,3 2-2 0,-2 6-36 0,2-6-157 0,-11 3-115 16,5 5-237-16,-2-4-320 0,-7 4-306 0,-1 0 265 15,13-2-647-15,-8 2-899 0</inkml:trace>
  <inkml:trace contextRef="#ctx0" brushRef="#br0" timeOffset="137007.71">6643 17028 2098 0,'-24'-8'1222'0,"10"0"-651"15,3 6 193-15,-1-11-278 0,12 13-363 0,-9-4-18 16,3-3 81-16,6 7 7 0,0 0-22 0,0 0-45 16,0 0 5-16,18-6-38 0,6 1-60 0,-2 5-25 0,0-6-3 15,19 4-5-15,-6-1-9 0,1 1-79 0,-10 0-23 16,6 2-148-16,-14 0-112 0,-1 0-175 0,-10 0 0 16,10 2-370-16,-2-2-132 0,-3 0-408 0</inkml:trace>
  <inkml:trace contextRef="#ctx0" brushRef="#br0" timeOffset="137642.01">5376 16771 684 0,'0'0'2784'0,"-3"-13"-1619"0,3 11-251 15,-5-4-75-15,2 1-402 0,3 5-241 0,0 0-160 16,0 0 0-16,0 0-10 0,0 0-3 0,0 0-7 15,11 21 18-15,-2 0 27 0,9 0 27 0,0 8-3 0,0-5-24 16,2 9 31-16,16 3 35 0,-14-2-50 0,0-7-37 16,2 10 8-16,8 5 10 0,-10-5-22 0,-3-8-16 15,1 11-10-15,7 8 0 0,-13-9-17 0,1-6-30 16,0 4-95-16,2 7-287 0,-5-9 26 0,-5-17 0 16,7 8-368-16,-6-4-279 0,-1-9-350 0,-2 5 646 15,-2-9-861-15</inkml:trace>
  <inkml:trace contextRef="#ctx0" brushRef="#br0" timeOffset="138620.4">5032 16903 872 0,'-27'-31'3466'0,"0"-4"-2358"0,7 2 280 0,2 0-849 15,7 12-471-15,-1-2-1 0,-3-1 53 0,13 15-13 0,-8-1-29 16,10 10 25-16,0 0 25 0,0 0-36 0,0 0-51 15,0 0-27-15,0 0-14 0,0 0 0 0,18 10 0 16,-1 4 0-16,10 7 0 0,-3 0 0 0,-4-5 0 16,6 11-2-16,10 2-4 0,-9-3-3 0,-7-2 0 15,7 11-8-15,0-2-18 0,-10 0-20 0,4 0-27 0,-3 5-17 16,-6-4-28-16,2 1-31 0,-2-1-17 0,-4-10 42 16,10 21-102-16,-6-9 37 0,0-1-3 0,-3-6 39 15,-4 8-13-15,2-4 41 0,-7-7 28 0,-4-6 37 16,-4-3 34-16,5-10 24 0,-11 7 23 0,2-8 5 15,-15 1 37-15,6-5 41 0,-2-2 43 0,2-2 13 16,-9-1 70-16,4-1 2 0,-4-7 12 0,1-5 38 0,9 5-137 16,-7-4 15-16,3-4-22 0,0-3-7 15,4 6-52-15,3-2-4 0,-2 5-20 0,8 2-1 0,5 3-24 16,0 1-3-16,4 3-8 0,-10-5-10 0,12 9 0 16,2 0 0-16,-2 0 0 0,0 0 0 0,0 0 0 15,0 0 0-15,12 7 0 0,0 4 0 0,-4-5 0 16,4 12-7-16,0 3-35 0,-6-11-33 0,3 7-6 15,3 3-43-15,-7-9-10 0,2 8-46 0,-4-6 51 16,-1-6 51-16,-2 13-25 0,3-20 51 0,-11 13 14 0,8-8 20 16,-9 5 0-16,-3-5 4 0,4-5 1 0,-4 0 14 15,-3-2 22-15,0-3 11 0,-11-3-3 0,11 3 10 16,-12-8 37-16,1-4 13 0,4 4-18 0,5 3-24 16,-12-12 47-16,11 7-14 0,4 2-10 0,4 4-17 15,-2-6 34-15,4 6-15 0,-1 2-6 0,0-4-11 16,9 9-20-16,-6-4-7 0,1-1-15 0,5 9-5 0,0-2-12 15,0-2 0-15,0 4 2 0,0-2 0 0,3 13 0 16,-1-6 0-16,8 7 0 0,-8 2 2 0,1-8-17 16,6 7-18-16,-6-2-12 0,0-4-9 0,3 6-10 15,-3-1-5-15,-3-6 2 0,3 5 18 0,-6-2 10 16,3-4 16-16,-7 2 7 0,7-9 4 0,-8 4 1 16,-1 0 7-16,-3-8 4 0,-3 2 4 0,-5-5 16 15,8-2 4-15,7 5 19 0,-16-5 19 0,1-9 16 0,5 7-29 16,-4-4 13-16,-1-2-10 0,-4 4-14 0,10 2-20 15,-6-2-8-15,5 3-3 0,5-1-3 0,-2 3-2 16,10 6 0-16,2-1 2 0,-6-5-5 0,6 8-4 16,0 0-6-16,0 0-7 0,0 0-5 0,0 0 8 15,0 0-8-15,6 13-3 0,-1-5 7 0,2 3-8 0,-2 2 4 16,5 1-17-16,-8-5 6 0,10 8-5 0,-6-6 8 16,-2 2-17-16,-2 3 24 0,-2-1 4 0,0-10 6 15,-2 8-3-15,-10-4 11 0,2-5 4 0,1 0 2 16,-9-2 0-16,13-2 7 0,-10 0 4 0,1 0 6 15,-5-2 27-15,-4-2 13 0,11 0 14 0,-12-5-10 16,2 0 14-16,0-5-16 0,-2 1-14 0,-5-11-7 16,12 11-33-16,-10-6-5 0,-2-2 0 0,-1-3 0 0,10 5 0 15,-6-5 0-15,-4 1 0 0,1-11 0 0,10 10 0 16,-7-8 0-16,0 0 0 0,-7-8 0 0,10 14 0 16,-3-11 0-16,-1 3 0 0,-9-14 0 0,16 16 0 15,-12-13 0-15,1 0 0 0,-4-8 0 0,9 17 0 16,-6-12 0-16,2 6 0 0,1-12 0 0,8 14 0 15,3 12 0-15,1-1 0 0,2 0 0 0,6 7 0 0,6 14 0 16,-9-5 0-16,12 13 0 0,-2-10-26 0,2 4-26 16,0 9-113-16,0-6-232 0,0 9 21 0,8 7 54 15,-4-5-188-15,4 5-291 0,4 11 33 0,-3-11 123 16,6 3-241-16,-7 3 49 0,6 5-1145 0</inkml:trace>
  <inkml:trace contextRef="#ctx0" brushRef="#br0" timeOffset="138841.81">3827 17605 510 0,'3'13'3533'16,"-3"-13"-2226"-16,0 14-205 0,3-12-180 0,-1 6-840 15,-2-3-167-15,0-2-5 0,7 10-16 0,-7-13-18 16,3 11-17-16,-3-9-97 0,0-2-59 0,0 0-93 16,0 0-405-16,0 0-134 0,0-5-66 0,8-3 75 15,-11 3-410-15</inkml:trace>
  <inkml:trace contextRef="#ctx0" brushRef="#br0" timeOffset="139606.76">3526 17290 178 0,'-6'-5'2359'0,"-6"-8"-563"0,3 2-795 0,6 8-89 0,3 3-597 15,0-8-176-15,0 3-54 0,0 5-38 0,0 0-18 16,0 0 16-16,0 0-3 0,0 0-6 0,10 0-13 16,-5 3-12-16,-2 7-18 0,-3-5-32 0,4 6 0 15,1-3-27-15,-2 6-29 0,6-1 16 0,-6-2 20 16,-1 2-26-16,2 5 34 0,-4-3 21 0,0-4 5 15,-6 5 13-15,0-3-6 0,4-5 11 0,-5 6 6 16,2-10 1-16,-7 2 4 0,0 5 4 0,-3-8 3 0,10-1-1 16,-26 3 2-16,11-5 4 0,0-3 9 0,-1 1 4 15,-11-9 45-15,8 0 0 0,-6-2 10 0,13 0-17 16,-16-7 58-16,7-2-24 0,2 0-18 0,7 0-19 16,-12-2 12-16,2-3-13 0,0 6 1 0,10 3-8 15,-5-2-1-15,8 5 21 0,8 6 11 0,-12-4 15 16,15 8-18-16,-2-3 5 0,5 6-6 0,-7-12 0 0,7 14-51 15,4-13-2-15,-4 8-16 0,11-3-9 0,7 3-5 16,-6-1 0-16,14 1 0 0,3 3 0 0,-13 2-2 16,7 0-7-16,1 0-5 0,11 2-30 0,-14 3 11 15,6 1-15-15,-5-1-1 0,12 8-9 0,-20-8 21 16,-8 1-7-16,11 7 16 0,-5 0 2 0,-5-2 6 16,-2 2 5-16,-2 8-8 0,-3 3 6 0,-8 0-1 15,-2-3 3-15,-4 2-2 0,-10 12-2 0,1-6 13 0,-4-8 5 16,-2 6 3-16,-12 5 11 0,5-5 3 0,9-9-2 15,-14 6 10-15,3-3 16 0,-1-3 27 0,15-7-13 16,-13 0 35-16,8-4-20 0,-5-1-4 0,14-4-20 16,-6-2-7-16,-10-2-31 0,13-4-7 0,-1-5 0 15,9 4 0-15,-9-4 0 0,7 0 0 0,8 9 0 0,-9-3 0 16,4-3 0-16,6 5 0 0,-8 1 0 0,16 2 0 16,0 0 0-16,0 0 0 0,-11-8-8 0,11 8-24 15,0 0-56-15,0-3-12 0,0 6-15 0,-7 5-25 16,2-1-32-16,2 12-48 0,-1-1-70 0,2 0 112 15,-4 9-91-15,-6 5-83 0,3-5 23 0,1-3 31 16,-13 2 32-16,6 0 52 0,-8-10 64 0,-3 3 59 0,7-6 100 16,-18 3 89-16,7-3 14 0,-11-2 101 15,7-1 24-15,5-4 66 0,-6-2 100 0,11-4-65 0,7 0-40 16,2-2 60-16,-17-3-7 0,20 5-144 0,-6-8-60 16,3-1-27-16,4 5-54 0,-1-12-28 0,10 5-24 15,-5-2-14-15,7-11 0 0,7 4 0 0,3-4 0 16,5 2 0-16,6 4 0 0,6-8 0 0,5 2 0 15,-12 10 0-15,11-5 0 0,3 4 0 0,-4-1 0 16,-9 5 0-16,6 0 0 0,-4 4 0 0,6-1-38 0,-10 3-45 16,6 1-128-16,2 0-185 0,-1-2-253 0,-8 3 45 15,3-4-503-15,3-6-71 0,-4 0 85 0,-3-1-1198 16</inkml:trace>
  <inkml:trace contextRef="#ctx0" brushRef="#br0" timeOffset="139782.29">2297 17320 195 0,'-23'7'3298'0,"9"-7"-1826"0,-8 0-676 16,17 0 181-16,-4-3-588 0,3 3-275 0,6 0-34 15,0 0 23-15,0 0 7 0,0 0-8 0,3-8-44 16,0 3-3-16,6-1-59 0,3-1-58 0,11-4-55 16,-11 3-7-16,8-2-88 0,10-7-122 0,2 8-70 0,-8-2 7 15,2 0-262-15,10-4-425 0,-9 1 115 0,-10 1 274 16,7 0-472-16</inkml:trace>
  <inkml:trace contextRef="#ctx0" brushRef="#br0" timeOffset="139970.79">2751 17023 121 0,'-6'0'1614'0,"-8"5"-442"0,14-5-130 0,0 0-221 0,-3 0-346 15,-9 0-112-15,12 0-114 0,0 0-131 0,0-8-43 16,0 0 15-16,5 0-12 0,2 1-57 0,10-6-19 15,1 2-4-15,6 0-5 0,-15 9 1 0,14-7-2 16,-14 7-1-16,3-1-52 0,-4 0-146 0,-1 3-65 16,-7 0-16-16,2 0-475 0,-4 0-74 0,4 0-66 0,-2 0 274 15,0 0-729-15</inkml:trace>
  <inkml:trace contextRef="#ctx0" brushRef="#br0" timeOffset="140323.85">1882 17615 1949 0,'-2'3'3012'0,"-2"11"-1799"0,4-14-303 16,0 0-2-16,0 0-718 0,-3 0-181 15,3 0-9-15,3 0 0 0,-6 0 0 0,6 0 0 0,-3 0 0 16,0 0 0-16,0 0 0 0,0 0 0 0,0 0 0 15,-3 0-3-15,6 0-142 0,6 2-362 0,-4-2-85 16,-5 0-551-16,19-2-71 0,-19 2-440 0,12-9-1100 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400" units="cm"/>
          <inkml:channel name="Y" type="integer" max="15875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2208.69556" units="1/cm"/>
          <inkml:channelProperty channel="Y" name="resolution" value="2204.86108" units="1/cm"/>
          <inkml:channelProperty channel="F" name="resolution" value="0.00114" units="1/dev"/>
          <inkml:channelProperty channel="T" name="resolution" value="1" units="1/dev"/>
        </inkml:channelProperties>
      </inkml:inkSource>
      <inkml:timestamp xml:id="ts0" timeString="2026-03-01T13:33:39.89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15777 6325 65 0,'0'0'1131'0,"0"0"-564"15,0-13 87-15,0 13-275 0,0 0 21 0,-3 0-156 0,6 0-155 16,-3 0-83-16,-3 0-2 0,6 0 6 0,-3 0 5 16,-3 0 9-16,6 0 8 0,-3 0 17 0,-3 0-6 15,6 0 0-15,-3 0-14 0,-3 0 30 0,6 0-28 16,-3 0-9-16,0 0 1 0,-3 0 19 0,6 0 23 15,-6 0 8-15,3 0-6 0,3 0 48 0,-3 0 19 16,0 0 41-16,0 0-29 0,0 0 35 0,-3 0 3 16,6 0 11-16,-3 0-52 0,-3 0 77 0,6 0-75 15,-3 0 12-15,0 0-49 0,-3 0 25 0,6 0 7 0,-6 0-35 16,6 0 8-16,-3 0-18 0,0 0 9 0,0 0 2 16,0 0-45-16,0 0-28 0,-3 0 9 0,6 0-14 15,-6 0-54-15,3 0 0 0,3 0-21 0,-3 0-17 16,0 0-14-16,0 0-9 0,0 0-65 0,-3 0-67 15,6 0-100-15,-3 0-43 0,-3 0-493 0,6 0-44 0,-15-2-34 16,7 2 273-16,5-3-185 0,-3 6-534 0</inkml:trace>
  <inkml:trace contextRef="#ctx0" brushRef="#br0" timeOffset="1570.8">15777 6384 774 0,'0'0'604'0,"0"0"-251"0,0 0 130 0,0-6 69 16,-5-1-214-16,5 7-169 0,0 0-36 0,0 0-32 16,-4-3-51-16,-2-5-25 0,6 8-6 0,0 0-35 15,0 0 26-15,0 0 8 0,0 0 11 0,0 0 25 0,0 0 15 16,0-8 0-16,0 0-12 0,3 11-22 0,-3-3-13 16,0 0-3-16,0 0-15 0,0 0 0 0,-3-3 5 15,6 6 6-15,-3-3 4 0,-3-3 2 0,6 6 7 16,-3-3 1-16,0 0-6 0,0 0 12 0,0 0-16 15,-3-3-4-15,3 3-4 0,3 3-2 0,-6-6 5 16,6 6 3-16,-3-3 0 0,0 0 16 0,0 0 29 16,0 0 15-16,0 0-13 0,-3-3 20 0,6 6-4 0,-6-6 12 15,6 6-42-15,-3-3-21 0,0 0-3 0,0 0-17 16,0 0-5-16,0 0-3 0,-3-3 6 0,6 6 5 16,-3-3 6-16,-3-3 6 0,6 6 6 0,-3-3 5 15,-3-3 5-15,6 6-8 0,-3-3 3 0,-3-3-6 16,6 6-8-16,-3-3-6 0,-3-13 3 0,6 10 0 15,-3 3 19-15,0 0 2 0,-5-15 36 0,5 15 23 0,0-4-1 16,-3-7 1-16,3 11-30 0,0 0 10 0,0-15 10 16,0 15 2-16,0 0-28 0,0-14 19 0,3 12 25 15,-3-9-12-15,0 9-25 0,0 2 15 0,0-9-30 16,2 5 11-16,-2 4-32 0,0-9-1 0,-2 2-13 16,4 7 10-16,-2-8 1 0,0 0 9 0,0 8-11 15,0 0 15-15,0 0 23 0,0-16 9 0,0 16 0 0,0 0-6 16,0 0-12-16,0 0 4 0,0 0-32 0,0 0-13 15,0 0-24-15,0 0-16 0,0 0 7 0,0 10 0 16,0 1 15-16,0 5 8 0,3-5-3 0,-6 15 9 16,6-2 3-16,0 7-19 0,1 2 8 0,1 0 5 15,0 2-5-15,2-6 13 0,2 21 19 0,-1-15-8 16,2 0 3-16,-8-6-9 0,8 13 6 0,-5-5-7 16,4-2-10-16,-3-9-4 0,-1 5 1 0,7 6-2 0,0-13-5 15,-3 0-3-15,-3-8-1 0,11 10-4 0,-8-8-4 16,1-4-3-16,-8-8 2 0,10 7-6 0,0-2-10 15,-6-7-8-15,3-1-4 0,2-8-24 0,1 3-40 16,0-4-19-16,0 1 24 0,-3-4-34 0,14-9 10 16,-14 8 0-16,9-4 56 0,-1-1-7 0,-2-1 32 0,6-5 5 15,-12 5 17-15,2-3-4 0,1-5-7 16,0-3 3-16,0 1 11 0,-4-5 4 0,1-6 15 0,1 2 27 16,-2-5 6-16,1-2 11 0,-4-3 5 0,5-5 8 15,-5 5 14-15,2 16-25 0,2-32 19 0,-4 19 4 16,-2 2 19-16,4 8-8 0,1 1 34 0,-6 7-9 15,5 6 11-15,-4 7-22 0,-1 0 24 0,1-2 12 16,4 0-33-16,-7 7-34 0,2 1 17 0,-2 5-26 16,0-13-25-16,0 10-18 0,0 3-2 0,0 0-3 0,0 0-5 15,0 0-2-15,3 7-2 0,4 2 0 0,-7 6 5 16,0 2 3-16,0-1 0 0,0 8 1 0,0 9 4 16,0-9-2-16,0 0-1 0,0 8 3 0,0 11 3 15,0-1 11-15,0-13-4 0,0 8 13 0,0 0-3 16,-4 11 5-16,4-25-17 0,0 14 2 0,0-2-11 15,0 2-7-15,4-11-4 0,-2 6 0 0,1-6 0 0,0 4 0 16,3 4 0-16,0-15 0 0,0 1 0 0,2 2 0 16,-1 2 0-16,-2-11 0 0,5 0 0 0,-5-2 0 15,10 5 0-15,-9-8 0 0,2-1-3 0,4 2-71 16,-12-9-215-16,0 0-121 0,15 2-661 0,-15-2-129 16,0 0-13-16,0-11 193 0,0 9-1732 0</inkml:trace>
  <inkml:trace contextRef="#ctx0" brushRef="#br0" timeOffset="2637.95">16944 6817 978 0,'0'0'1534'0,"8"0"-866"0,-1 4 226 0,-7-4-18 0,0-4-212 15,0 8-315-15,0-4-298 0,0-4-35 0,-7 8-9 16,-1 3-1-16,6 1-1 0,-2 0 3 0,4 6-2 15,-3 2 2-15,3 2-3 0,0 1-3 0,0 4 2 16,3-15-1-16,-3 16-1 0,0 0 1 0,4-6-3 16,-2-10 0-16,1 19-1 0,-3-22-1 0,3 16-1 15,-1-8 3-15,2 1 1 0,-1-1 2 0,0 0 1 0,-3-5 1 16,0-8 4-16,0 3-1 0,2 10 6 0,-2-13 16 16,0 0-6-16,0 0-5 0,0-16 6 0,0 8-6 15,3-5-1-15,1-11-14 0,1-3-6 0,-2 1-2 16,4-3-1-16,-7 5 6 0,2-13 12 0,1 2 3 15,-3 2 5-15,0 9 1 0,0-9 12 0,-3-3 7 16,3 1-8-16,0 9-14 0,3 0 12 0,-3 2 29 16,3 10 63-16,-1-10-22 0,2 20-26 0,2-13 22 15,0 4-3-15,0 8 3 0,-1 0-72 0,7-1-19 0,-3 6-4 16,9 6-4-16,-1-1-7 0,-5-3-4 0,15 11 2 16,-13-4-1-16,-11-4-2 0,18 5-1 0,-9 4 7 15,-4-6 7-15,4 5 1 0,-2-2-35 0,-8-6-15 16,6 10-6-16,-4-6-1 0,-4 2-49 0,3 4-13 15,-10 7-27-15,-1-9 79 0,-4 3-15 0,0-1 5 0,-10-2 21 16,-5 5 27-16,12-7 18 0,-9 0 0 0,3 0 6 16,10-3 6-16,-1-3 1 0,-2 3 7 0,2-3 24 15,0 0 12-15,9-5-6 0,3 4 31 0,0-8 74 16,0 8-12-16,0-2-2 0,9 9 45 0,2-4 38 16,1 1 23-16,0-5-92 0,12 8 32 0,3 2-11 15,2-2-27-15,-9-4-81 0,9 4 5 0,-5-1-31 0,3 6-17 16,2-3-13-16,-9-4-1 0,4 1 0 0,0 0 0 15,-1 7 0-15,-2-10-1 0,-1 4-29 0,-2 0-143 16,-2-3-209-16,-11-6-73 0,15 3-482 0,-5 1-569 16,-6-6 295-16,6-3-99 0</inkml:trace>
  <inkml:trace contextRef="#ctx0" brushRef="#br0" timeOffset="3041.86">18517 6564 72 0,'0'2'1277'0,"0"-4"-309"16,3 4-118-16,6 1-158 0,-6-3 243 0,-6 0-209 16,-2 2 0-16,-2-2-320 0,-10 0 58 0,5 4-102 15,-18-2-84-15,4 1-63 0,-6 1-89 0,-4 2-51 16,-2-3-56-16,9 2-19 0,-12 3 0 0,5-3 0 15,1 1 0-15,16-4 0 0,-10 1 0 0,14-3 0 0,3 2 0 16,1 2 0-16,7-4 0 0,-8 0 0 0,12 0 0 16,0 0-6-16,0 0-42 0,0 0-280 0,0 0-115 15,0 0-223-15,7 2 4 0,-2 3-449 0,10-3-393 16,0 2 333-16,-6-4-592 0</inkml:trace>
  <inkml:trace contextRef="#ctx0" brushRef="#br0" timeOffset="3253.31">18505 6834 1455 0,'0'0'2130'0,"12"5"-1299"0,-9-3 333 0,-6-2 49 16,6 0-602-16,-3 0-321 0,0 0-67 0,-18 6-66 16,4-6-60-16,2-6-77 0,-11 4-20 0,-8-1 0 0,-1-3 0 15,3 4 0-15,5 2 0 0,-8 0 0 0,0-2 0 16,3 2 0-16,7 0 0 0,0-3-3 0,3 1-89 15,11-2-306-15,-4-1-422 0,0-8-346 0,9 2-48 16,-3 4-123-16,6-6-1128 0</inkml:trace>
  <inkml:trace contextRef="#ctx0" brushRef="#br0" timeOffset="6954.4">31829 6571 57 0,'-3'-7'989'0,"-3"-4"-478"0,-5 0-21 15,4 9 0-15,-1-3-80 0,8 5-251 0,-18-11-25 16,18 11-66-16,0 0-31 0,-12-3-3 0,9 6 24 0,3-3 27 15,-6 11 4-15,6-11 18 0,-2 7 58 0,-5 4 27 16,2 2 0-16,-2-4-59 0,2 0 54 0,-1 13 9 16,2 0-21-16,2-7-86 0,-1 7 73 0,0 1 8 15,-1 7 23-15,2-4-32 0,-1 3 15 0,-2 2 4 16,1 1-13-16,1 13-27 0,0-21-45 0,1 11 25 16,-1 4-28-16,-1 1-4 0,4-11-26 0,-3 8 8 0,1 2-14 15,2-1-26-15,0-1-14 0,-3-8 17 0,3 5 14 16,0-2 4-16,-3-11-14 0,3 8 24 0,-4-7-14 15,4-4-6-15,-2-12-25 0,2 12-6 0,-6-8 8 16,6-1 31-16,0-7 20 0,-6 11 51 0,0-13 31 16,-3 8-30-16,-3-8-2 0,9-3-42 0,-17 1 8 15,6-11-71-15,-8-1-14 0,10 4 0 0,-2-8 0 0,-4-12 0 16,4 9 0-16,8 8 0 0,-6-6 0 0,0 1 0 16,7 9 0-16,1-4 0 0,1 6 0 0,-2-1 0 15,2 3 0-15,-1-6 0 0,4 11 0 0,0 0 0 16,0 0 0-16,0 0 0 0,0 0 0 0,0 2 0 15,4 16 0-15,-4 2 0 0,0-13 0 0,0 17 0 16,-4-3 0-16,4-7 0 0,0-1 0 0,-2 2 0 0,-1 9 0 16,0-10 0-16,-3 1 0 0,0-6 0 0,-6 9 0 15,-12-2 0-15,7-8 0 0,-10 2 0 16,-2-5 0-16,-3 4 0 0,-4-7-61 0,-1-2-270 0,-7 0-344 16,2-2-402-16,16-1 167 0,-11-8-303 0,-1-2-1280 15</inkml:trace>
  <inkml:trace contextRef="#ctx0" brushRef="#br0" timeOffset="7156.86">30323 7548 197 0,'-11'11'3347'0,"4"-4"-2052"0,2-1-148 0,5-6-82 15,0 0-527-15,0 0-368 0,8 7-144 0,-8-3 6 0,15-4 14 16,-6 0 10-16,3 0-19 0,12-4 23 15,-1-1-13-15,-2 3-7 0,-3 0-21 0,6-4-21 0,-2-2-65 16,0 0-81-16,-20 8-44 0,28-11-216 0,-18 4-320 16,8-6-59-16,-14 7 89 0,9-5-332 0,-3-5-12 15,-7 12 114-15,5-16-36 0,-8 7 74 0</inkml:trace>
  <inkml:trace contextRef="#ctx0" brushRef="#br0" timeOffset="7654.53">30420 7135 1088 0,'-14'-24'1652'0,"-1"9"-687"0,3-3 58 15,6 9-12-15,-3-6-461 0,-3 4-56 0,4 0-156 16,-4 3-42-16,12 8-68 0,-12-8-45 0,9 8-30 16,3 0-41-16,0 0-42 0,0 0-52 0,0 0-8 15,3 14-10-15,0-10 0 0,3 10 0 0,-3 5 0 16,2 5 0-16,-1-6 0 0,-1 0 0 0,-3 6 0 0,0-3 0 16,-3 3-9-16,3-10-10 0,-6 10-26 0,3-17-14 15,-6 14-7-15,3-16 15 0,-11 17-21 0,8-14-13 16,-18 5 30-16,12-8 25 0,-11-2 7 0,-9 3 1 15,3-4 4-15,-4-2 7 0,12-2 13 0,-8-4 12 16,-3-8 46-16,2 4 13 0,10 2-10 0,-1-8 24 16,0-7 19-16,2 1-31 0,10 9-28 0,-7-9-19 0,8-2-18 15,2-7-10-15,4 16 0 0,-2-5 0 0,2 5 0 16,5 2 0-16,-3 4 0 0,3 7 0 0,0-1 0 16,0-7 0-16,0 7 0 0,0 6 0 0,0-3 0 15,5 13 0-15,-5 0 0 0,-2 4 0 0,-5 1 0 16,-4 3 0-16,-1 0 0 0,-2 5 0 0,-8-4 0 15,2 2 0-15,-6-6 0 0,4-3 0 0,-5-1 0 0,5-6 0 16,-2-3 0-16,4-5 0 0,-10 0 0 0,12-7 0 16,-2-4 0-16,8-2 0 0,-6-11 0 0,4-5 0 15,2-8 0-15,2 8 0 0,2-11 0 0,-1-13 0 16,4 5 0-16,-2 14 0 0,4-19 0 0,-2-13 0 16,5 13 0-16,-4-2 0 0,4 9 0 0,0-22 0 15,-3 15 0-15,6 7 0 0,-6 9 0 0,3-10 0 0,0 13 0 16,-2 5 0-16,2 10 0 0,0-4 0 0,-3 12 0 15,3 0 0-15,0 11 0 0,-3-13 0 0,3 13 0 16,0 0-7-16,0 0-52 0,0 5-316 0,-6 8-490 16,6 4-153-16,0-8 108 0,2 18-303 0,2-6-394 15</inkml:trace>
  <inkml:trace contextRef="#ctx0" brushRef="#br0" timeOffset="7798.15">29964 6696 2915 0,'0'16'1778'0,"-3"-8"-626"0,3-1-288 0,-2-3-17 16,-10 9-657-16,-3-13-206 0,11 0-12 0,-13 2-80 15,2 3-238-15,7-1-67 0,-8 1-43 0,8-5-399 0,-1 2-204 16,-3-2-50-16,1-2 108 0,-4-3-905 0</inkml:trace>
  <inkml:trace contextRef="#ctx0" brushRef="#br0" timeOffset="8079.39">28777 7373 1011 0,'-10'13'3974'0,"10"-13"-2697"15,0 0-599-15,0-2-881 0,0 2-354 0,0 2-208 16,0-12-203-16,0 2 254 0,3-5 322 0,1 0 153 15,-1-1 131-15,5-20 91 0,-8 18 25 0,4-6 9 0,-4 4 3 16,2 8 15-16,-4-4 5 0,-2-10 109 0,4 14 139 16,-6 0 104-16,1-3-12 0,1 4 184 0,-4-1 248 15,5 7-166-15,-9-5-220 0,12 8 46 0,-2-3-123 16,4 6-78-16,-2-3-171 0,-2-3-52 0,4 6-55 16,-8 3-131-16,3-1-396 0,3-5-65 0,0 0-370 15,-3 0-202-15,-6 10-10 0,9-7 317 0,-8-6-742 16</inkml:trace>
  <inkml:trace contextRef="#ctx0" brushRef="#br0" timeOffset="9752.92">19236 6241 1277 0,'0'-24'1921'0,"0"11"-1158"0,0 0 182 0,0 0-132 15,3-7-368-15,-3 11-163 0,0-2-33 0,0-8 6 16,0 9-23-16,0 2-44 0,2-5-58 0,2 13-26 16,-8 0-13-16,8-6-17 0,-1-2-12 0,-3 8-4 15,0 3-20-15,3 8-38 0,-1-3 0 0,2 15-2 0,-1-2-1 16,-3 8 0-16,3-5 1 0,-3 27 3 0,0-12 1 16,0 9-2-16,-3-17 0 0,0 17-1 0,-1 10 2 15,2-8 4-15,2-15 0 0,-6 13 1 0,0 10 0 16,3-10-5-16,0-9-5 0,1-7-2 0,2 2-23 15,-4 4-30-15,8-12-7 0,-4-10-1 0,0-6-44 16,2 8-49-16,-2-9 25 0,0-4 46 0,0-5-35 0,0 0-8 16,0-5-30-16,3-4 55 0,-3-4-47 15,-3-13-28-15,3-5-75 0,0 7 103 0,-6-11-47 0,6-5 9 16,-3 7 27-16,3-7 45 0,-3-1 31 0,1-1 30 16,-1 0 18-16,-1-11 31 0,1 19 21 0,-2-11 23 15,2-5 24-15,3 2 38 0,-4 3 64 0,4 0 54 16,0 3 43-16,4 2 22 0,2 5-26 0,-1 4 68 0,2 1-50 15,-2 4-51-15,2 8-78 0,3-4 39 16,2 7-73-16,0 1-29 0,3 4-39 0,2 2-4 0,10 2-22 16,-3 2-11-16,-7 4 0 0,13 2-1 0,6 9 0 15,-12 0-2-15,-1-2-3 0,3 8-8 0,4 3-6 16,-6 4-3-16,-7-2 8 0,-2-4 6 0,9 6-1 16,-7 8 10-16,-5-5 9 0,-7-7 0 0,7 9-1 15,-12 3-8-15,-2 3-8 0,-8-14 3 0,-4 5-4 16,-1 0-5-16,-14 7 0 0,9-13 6 0,-10 4-3 0,0-2-6 15,-2 4-3-15,2-10 7 0,-5 3 5 0,6-9 10 16,2 3 31-16,6-2 28 0,4-5 11 16,7-4 1-16,-2 3-4 0,12-5 8 0,0 0-43 0,0 0-18 15,0 0-15-15,0 0-4 0,0 0 0 0,0 0 0 16,0 3 0-16,12 11 0 0,7-5 0 0,1 8 0 16,4-1 0-16,-1-1 0 0,3 3 0 0,10 4 0 0,-3-1 0 15,-4 0 0-15,-8-4 0 0,17 9 0 0,-14-8 0 16,0 4 0-16,-14-9 0 0,12 2-46 0,-10-1-316 15,2-4-323-15,-8-5-25 0,6 8-469 0,-10-9-34 16,10 3-686-16</inkml:trace>
  <inkml:trace contextRef="#ctx0" brushRef="#br0" timeOffset="10282.5">20730 6646 2261 0,'3'0'942'0,"3"-3"-301"0,0-3 215 15,-4 6-118-15,-4 0-414 0,2-9-253 0,0 5-12 16,0 4-7-16,-12-10 3 0,9 10-7 0,-6 0-1 16,-6 3 3-16,-5 4 3 0,3-1 12 0,-7 7 65 15,2 0-15-15,2 1-3 0,6-4-18 0,-8 6 47 0,5 6-29 16,0-7-56-16,5 1-28 0,-8 3-3 0,1-1-10 15,-4 4-29-15,9-9-13 0,2-4-35 0,2-3-139 16,-4 8-149-16,2-6-432 0,9-6 198 0,0-2-307 16,-6 8-120-16,9-11 57 0,0 3 329 0,0-13-491 0</inkml:trace>
  <inkml:trace contextRef="#ctx0" brushRef="#br0" timeOffset="10434.11">20455 6696 1093 0,'0'0'1701'0,"7"-11"-936"0,-4 9 566 0,-3 2-263 16,2 0-322-16,10-9-267 0,-12 9-222 0,12-4 54 15,-9 4-137-15,9 4-40 0,-7 0-62 0,7 6-25 16,3-2-37-16,0 5-7 0,-9-8-3 0,17 21 0 16,-8-6 0-16,3-7 0 0,-6 0 0 0,8 3 0 0,-2 3 0 15,3-10-2-15,-9 2-33 0,11 0-241 0,-5 0-347 16,-3-6-758-16,5 3 470 0,4-6-302 0,-4 1-1805 16</inkml:trace>
  <inkml:trace contextRef="#ctx0" brushRef="#br0" timeOffset="14185.07">15297 6874 651 0,'0'0'1043'15,"-12"10"-347"-15,12-10-124 0,-6 3 250 0,-6-1 9 16,3 7-318-16,-6-5-174 0,10-1-132 0,-24 8-1 15,-1 2-61-15,6-2-109 0,7-7-14 0,-10 7 1 16,-2-2 2-16,-3 4 17 0,16-11-9 0,-4 7 15 16,5-5 0-16,6-1 6 0,1 3-13 0,8-6 9 15,-7 5-18-15,2-1-10 0,5-4-10 0,0 0 1 0,0 0-4 16,-3 14-3-16,3-14-3 0,0 0-4 0,6 13-4 16,0-5 4-16,0-3 3 0,6 6 2 0,-7-5 3 15,12 7-2-15,7 5 7 0,-9-5-9 0,6 9-8 16,-6-2-1-16,2 10-4 0,-2-1-1 0,-6 0 3 15,2 6 1-15,-2-1 7 0,-3-7 3 0,3 12-2 16,-6-5-3-16,-3 6-1 0,0-3-1 0,-3 8-4 16,-6 11 2-16,-2-14 1 0,-1-8 5 0,0 19 6 0,-5-7 6 15,-13 9 7-15,6-11-1 0,3-9-4 0,-14 16 16 16,3 1 45-16,-9 12 33 0,14-24-42 0,-5 12 20 16,-4-4 3-16,7 12 23 0,14-30-67 0,1 2-11 15,2 5-10-15,6 0-4 0,6-8-6 0,6 3-9 16,-1-5-1-16,7-1-22 0,0-6-20 0,12 4-34 15,-4-8-32-15,4-3-19 0,-7 2 27 0,13 3-31 0,11-3-1 16,-8 4 43-16,-10-9 36 0,6 7 22 0,5 3 22 16,0 4 7-16,-12-2-2 0,-12-7 2 0,5 12 0 15,-6 2 0-15,1 19 0 0,-8-17 1 0,-4 14 0 16,-2 3 0-16,-4 5 7 0,-2-11 7 0,-4 35 38 16,2-13 19-16,-3-3 16 0,10-8-7 0,-7 26 105 15,6-22-10-15,-3 0 12 0,4-18-34 0,-2 17 31 16,2-1 22-16,2-16-76 0,3-6-58 0,-4 4-4 0,8 0-23 15,1-14-48-15,1-1 0 0,-2-7 0 0,1-2 0 16,10 1 0-16,-6-4 0 0,-1-4 0 0,7 2 0 16,-1-2 0-16,-2-4 0 0,3-2 0 0,-6 0 0 15,6 0 0-15,-6-8-24 0,-3 8-213 0,-1-11-412 16,2 1-271-16,-5-1-268 0,1-10 278 0,4 3-304 16,-5-6-1691-16</inkml:trace>
  <inkml:trace contextRef="#ctx0" brushRef="#br0" timeOffset="16765.16">16313 9373 1411 0,'0'6'751'0,"0"-1"-16"16,-2 3 23-16,2-5-51 0,0-3-326 0,0-3 75 15,0 6-158-15,0-3 14 0,0 0-39 0,0-3 131 0,0 6 109 16,0-6-144-16,2 3-58 0,10-6-129 0,-2 4 3 16,0-3-65-16,5-3-98 0,-3 3-19 0,12-8-3 15,0-6 0-15,-7 3 0 0,-2 5 0 0,2-9 0 16,7-2 0-16,-1-2 0 0,-11 9 0 0,7-7 0 16,-2 2 0-16,0-4 0 0,-7 10 0 0,2-5 0 15,-4 4 0-15,-2 4 0 0,2-2 0 0,-8 5 0 0,7-2 0 16,-7-1 0-16,3 8 0 0,-3-5 0 0,0 1 0 15,0 7 0-15,0 0 0 0,0 0 0 0,0 0 0 16,0 0 0-16,0 0 0 0,-10 13 0 0,5 7 0 16,-4 0 0-16,-3 2 0 0,6-2 0 0,-6 17 0 15,3-6 0-15,4 4 0 0,-1-11 0 0,0 9 0 16,3 2 0-16,0-8 0 0,1-8 0 0,2 1 0 16,2-4 0-16,6 5 0 0,2-10 0 0,7 2 0 15,4 3 0-15,-1-10 0 0,4-1 0 0,-9-5 0 0,14 0 0 16,-5-3 0-16,3 1 0 0,-7-2 0 0,7-3 0 15,2-6-61-15,-5 2-194 0,-9 0-117 0,2-4-407 16,-5-7-305-16,-4-4-427 0,-1 13 603 0,-2-3-559 16</inkml:trace>
  <inkml:trace contextRef="#ctx0" brushRef="#br0" timeOffset="16970.18">16613 8587 812 0,'-8'-7'3278'0,"-1"-6"-1948"0,0-3-270 0,9 16-53 15,-8-8-620-15,8 5-246 0,0 3-51 0,-10-10-30 16,8 7-35-16,2 3-24 0,0 0-1 0,0 0 0 16,0 0 0-16,0-2 0 0,0 2-3 0,0 2-71 15,0-4-231-15,0 4-109 0,0-2-69 0,-10 7-434 16,10-7-227-16,-5 20-345 0,5-20 659 0,-9 10-1229 15</inkml:trace>
  <inkml:trace contextRef="#ctx0" brushRef="#br0" timeOffset="17537.66">17937 9048 202 0,'12'0'1423'0,"-10"0"-735"16,-4-2-29-16,4 4 12 0,10-2-264 0,-9-2-85 16,-3 4-122-16,0-2-19 0,12-5 2 0,-9 5-47 0,-3 0 24 15,0 0 25-15,0 0 8 0,0 0-50 0,0 0 79 16,0 0-58-16,0 0 9 0,0 0-25 0,0 0 71 16,0 0-14-16,0 0-32 0,0 0-38 0,-15 3 85 15,-2 1 44-15,-7 0-94 0,9 1-79 0,-9 0 16 16,-8 1-11-16,-7-2-52 0,17 2-39 0,-14-1-3 15,4-2-2-15,-15 3 0 0,14-4 0 0,13 0 0 0,-7 1 0 16,0-3 0-16,13 0 0 0,2 0 0 0,12 0-30 16,-18-5-193-16,18 5-575 0,0 0 136 0,10-16-504 15,0 10-48-15,14-7-101 0,-9 6-861 0</inkml:trace>
  <inkml:trace contextRef="#ctx0" brushRef="#br0" timeOffset="17830.89">18129 9313 1361 0,'-9'5'588'0,"9"-3"178"16,0-2 46-16,0 0-3 0,-6 6-150 0,0-1-163 15,6-5-77-15,-13 0 21 0,5 0-118 0,-10 0 169 16,10-2-160-16,-2 2-33 0,-7-3-115 0,0 3-3 16,-5-3-148-16,-4 3-28 0,8 0-4 0,-8 0 0 15,-4 3 0-15,1-3 0 0,-3-3 0 0,11 3 0 0,1 0 0 16,-7-3 0-16,3 1 0 0,12 2 0 0,4 0 0 16,-4 0-4-16,3-2-207 0,3-1-111 0,6 0-400 15,-9-13-308-15,9 9-176 0,0 1 296 0,0-12-645 16</inkml:trace>
  <inkml:trace contextRef="#ctx0" brushRef="#br0" timeOffset="18966.86">19292 8582 397 0,'12'-8'705'0,"-3"3"-170"0,-1-3-60 0,2 1 178 16,-2-4 106-16,4-2-251 0,-10 8-167 0,2-4 58 15,2 1 47-15,-4-2-131 0,-2 7 59 0,7-8-55 16,-7 11 90-16,0-16 1 0,3 14-47 0,-10-3-144 0,2-3 30 16,-13-1-77-16,1 7-93 0,-2 0-53 0,-10 2-4 15,2 0-13-15,-5 2-4 0,3 6-3 0,-10 3-2 16,-5 2 0-16,3 5 0 0,0 4 0 0,-6-2 0 15,0 13 0-15,9 2 0 0,11-7 0 0,-17 19 0 16,17-6 0-16,3 1 0 0,12 5 0 0,4-2 0 16,5-5 0-16,6-3 0 0,9 0 0 0,5-13 0 0,16 12 0 15,5-12 0-15,6-4 0 0,-8-5 0 0,35 1 0 16,-12-5 0-16,9-3 0 0,-19-6 0 0,10-2 0 16,11-2-116-16,-2-6-264 0,-24 5-29 0,10-10-438 15,-7 2-320-15,1-2-46 0,-16 2 303 0,14-7-2089 16</inkml:trace>
  <inkml:trace contextRef="#ctx0" brushRef="#br0" timeOffset="19737.79">20948 8551 296 0,'0'-8'1300'0,"-3"-1"-591"0,-2 0 36 15,-2 0 32-15,4 5-75 0,-9-7-325 0,7 5-7 16,-12-5-32-16,-10 4-97 0,8 4-60 0,-10 0 66 15,-1 3-19-15,-14 0 19 0,15 6-114 0,-10-1 40 16,-2 5-16-16,6 4-33 0,-9 10-18 0,18-9-54 0,-6 9 13 16,2 3-18-16,0 7-2 0,15-13-14 0,-2 9 10 15,9-1-4-15,4-3-11 0,4-2-11 0,6 2-6 16,6-2 0-16,6-6-8 0,2-2 9 0,13-3 6 16,-1-4 3-16,3-1 3 0,-2-6-5 0,16-2 9 15,-5-2-8-15,-2-4-24 0,-13 1-8 0,15-8-20 16,2 0-16-16,-9-6 6 0,-1-2 6 0,-9 0 7 15,10-14-17-15,-13 4 31 0,-3-4 7 0,-10 8 12 16,8-19-2-16,-11 8-9 0,-8-7 21 0,0 8 2 0,-3-23 12 16,-9 12 1-16,-3-3 40 0,3 16-8 0,-8-11 20 15,-9-16 6-15,-4 23-23 0,13 4-20 0,-7-9 9 16,-8-7-42-16,8 12-9 0,6 6 0 0,1 0 0 16,-1-7 0-16,6 16 0 0,7 2 0 0,1 9 0 15,5 2 0-15,-8-7 0 0,10 18 0 0,-2-13 0 16,2 11 0-16,0 2 0 0,2-4 0 0,8 4 0 0,7 9 0 15,2 1 0-15,3 6 0 0,-7-5 0 0,9 9 0 16,3 10 0-16,-7-1 0 0,-1-5 0 0,10 20 0 16,-6-4 0-16,-2 3 0 0,-4-12 0 0,7 25 0 15,-4-6 0-15,2-2 0 0,-8-13 0 0,9 20 0 16,1 3 0-16,-7-4 0 0,7-2 0 0,-9-5 0 16,2 1 0-16,-2 0 0 0,6-6 0 0,-9-13 0 15,11 14 0-15,-2-14 0 0,-3-9-22 0,-4-6-30 0,1 2-209 16,2-5-168-16,-7-8-221 0,4-3-3 0,-2-6-450 15,-4-2-235-15,11-13 85 0,-11 5-159 0</inkml:trace>
  <inkml:trace contextRef="#ctx0" brushRef="#br0" timeOffset="20250.41">21569 8053 410 0,'-2'-13'3284'0,"-1"2"-2154"0,-2 0-269 0,1 7 214 16,-2-10-396-16,-6 6-381 0,12 8-149 0,-9-5-28 16,1 3-29-16,-2-1-24 0,2 3-46 0,4 0-20 15,-6 0-2-15,6 3 0 0,-2 8 0 0,4-2 0 16,-5 15 0-16,7 3 0 0,0 3 0 0,0-10 0 15,0 9 0-15,9 6 0 0,3 13 0 0,-4-20 0 0,11 10 0 16,-4-1 0-16,0 0 0 0,2-3 0 0,3 9 0 16,-1-12 0-16,1-2 0 0,-6-8-5 0,8 17-35 15,-2-14-44-15,-3-9-30 0,-2-2 13 0,6 1-158 16,-6-6-60-16,-3-3 25 0,5 0 69 0,-5-5-36 16,15-3 18-16,-19-2-15 0,10-3 160 0,-7-3 41 15,8-13 6-15,-5 4 35 0,-6-13 28 0,2 13 27 0,-5-10 30 16,2-1 33-16,-5-4 66 0,1 6 22 0,0-10 90 15,1 7 9-15,-4-2 5 0,0 10-75 0,-4-8 103 16,4 11-146-16,0 10-39 0,-3 0-69 0,3 2-17 16,0 9-42-16,0 0-9 0,0 0 0 0,0 0 0 15,0 0 0-15,9 9 0 0,-6 0 0 0,6 17 0 16,-1 0 0-16,7 12 0 0,0-10 0 0,-3-4 0 16,2 8 0-16,8 8 0 0,-8-8 0 0,-2-14 0 15,-1 6 0-15,-2 6-4 0,6-8-65 0,-12-13-41 16,9 6-205-16,-6-6-94 0,9 6-138 0,0-10-285 0,-5 1-219 15,6-1-91-15,4-1 93 0,-2-2 327 0,3-2-1113 16</inkml:trace>
  <inkml:trace contextRef="#ctx0" brushRef="#br0" timeOffset="20473.82">22519 8498 629 0,'5'-14'2913'0,"-5"14"-2050"0,0 4 298 15,-2-13-25-15,-1 4-293 0,-6-1-582 0,-1 4-215 16,-2 0 13-16,7-1-15 0,-10 0-1 0,-5 0 1 16,8 6-4-16,-6 3-4 0,0 4-6 0,6-2-13 0,4 8 3 15,-1 5-14-15,6 3-6 0,6-9 0 0,0 9 0 16,6 3 0-16,3-3 0 0,-4-9 0 0,7 5 0 16,1-5 0-16,6 1 0 0,-7-8 0 0,9 5 0 15,0-5-18-15,1-2-145 0,-1-4-135 0,6 0-362 16,-13-4-295-16,-8 2-231 0,9-8-28 0,-9 3 322 15,-4-6-1617-15</inkml:trace>
  <inkml:trace contextRef="#ctx0" brushRef="#br0" timeOffset="20999.42">22091 9300 118 0,'4'2'2048'0,"-4"-2"-1053"0,0 0-300 0,0 0 234 15,-10 3-53-15,1-1-480 0,-11-4-98 0,3 2-115 16,-5-3 57-16,-22 1 86 0,3 2-54 0,2 0-72 0,-17-4 44 16,-25 4-20-16,4 0-134 0,9 0-56 0,-23 0-12 15,-9 0-21-15,-42 0-1 0,57 0 0 0,-30 4 0 16,-15-2 0-16,15 3 0 0,44-2 0 0,-12 0 0 16,-5 2 0-16,30-3 0 0,26 4 0 0,-10-3 0 15,6-1 0-15,7 1 0 0,17-1 0 0,4 2 0 16,1 0-1-16,19-4-68 0,12 5-192 0,-6-1-92 15,14-2-381-15,9 1-336 0,10-3-295 0,-10 0 309 16,6 0-954-16</inkml:trace>
  <inkml:trace contextRef="#ctx0" brushRef="#br0" timeOffset="21583.86">21308 10045 2004 0,'0'4'1073'0,"-7"1"-492"15,2 3 185-15,-13-6-235 0,4 3-329 0,-20 4-133 0,5-5-47 16,-6 5 7-16,-3-4 21 0,8 3 8 0,-31 8 85 15,13-6-4-15,1-1 38 0,11 0-8 0,-1 8 117 16,-17 1 87-16,16-2-110 0,11-10-74 0,-2 7 53 16,2-3 3-16,10-2-130 0,9-2-63 0,-4 4-18 15,12 0 8-15,-4 4-17 0,13 5-12 0,-6-10-4 0,11 13 1 16,8-6-39-16,-2-3-13 0,-6-5-37 0,8 3-51 16,0-4-36-16,12-1-126 0,-11-1 10 0,10-5-99 15,-4-2-47-15,3-9 37 0,0 6 15 0,2-8 52 16,-5-3 91-16,-9-3 74 0,-5 1 120 0,6-8 86 15,-4-4 74-15,-7-4 29 0,-2-1 15 0,-6 4-33 16,-2-17 108-16,-2 11-92 0,-6-14-23 0,1 12-36 16,-8-12 39-16,-2-12 63 0,2 12-5 0,1 14-43 0,-1-10 78 15,-2 4 62-15,-2-1 72 0,7 20-162 0,-3-10 31 16,5 10-48-16,-2-2 13 0,8 20-118 0,-2-10-29 16,4 11-30-16,-1-1-12 0,-4 2 0 0,10 4 0 15,-3 0 0-15,9 10 0 0,1 8 0 0,2 0 0 16,-4 6 0-16,6 6 0 0,1 6 0 0,4 2 0 15,3 5 0-15,0 1 0 0,-5 2 0 0,3-7 0 0,7 11 0 16,-6-7 0-16,-4 4 0 0,-2-2 0 0,2-3 0 16,1-2 0-16,0-1 0 0,-6-1 0 0,6 1 0 15,-4-2 0-15,4-4 0 0,-4-4 0 0,10-1 0 16,-9-4 0-16,-3-10-9 0,-4-6-82 0,4-1-254 16,9-1-219-16,-13-9-317 0,2-2-259 0,2-6 229 15,2-7-294-15,6-11-1325 0</inkml:trace>
  <inkml:trace contextRef="#ctx0" brushRef="#br0" timeOffset="21830.19">21611 9757 1819 0,'-3'-5'2577'0,"3"5"-1667"16,0 0 304-16,0 0-54 0,0 0-789 0,0 0-282 15,0 0-41-15,0 0-45 0,0 0-3 0,-5 5 0 16,-5 4 0-16,5 19 0 0,1-4 0 0,1-3 0 0,3 14 0 15,0 4 0-15,0 16 0 0,3-20 0 0,1 16 0 16,1-1 0-16,10 14 0 0,0-18 0 0,-1-13 0 16,4 6 0-16,6-1 0 0,12 4 0 0,-16-21 0 15,6 0 0-15,-6-2 0 0,7-1 0 0,-12-7 0 16,3-9-86-16,-10-2-177 0,14-5-315 0,-5-3-209 0,-2-5-262 16,2-1-157-16,-2-4-2 0,-1 5 306 0,-2-6-1096 15</inkml:trace>
  <inkml:trace contextRef="#ctx0" brushRef="#br0" timeOffset="21970.82">21897 10072 516 0,'-18'-14'2454'0,"-2"5"-1372"0,10 3 48 0,-2 1-312 0,-17-3 43 15,2 3-312-15,5-1-217 0,0 6-177 0,-7 6-24 16,-12-1-32-16,11 5-47 0,6-1-41 0,-1 0-10 16,-11 5-1-16,1 2 0 0,16-6 0 0,-10-2-1 15,0 3-42-15,2-6-310 0,10-1-204 0,11-4-122 16,-18-9-461-16,7-2-73 0,-7 3-297 0,12 1-62 15</inkml:trace>
  <inkml:trace contextRef="#ctx0" brushRef="#br0" timeOffset="23151.68">14404 8501 436 0,'-14'-9'1786'0,"7"5"-1263"0,2-5 262 16,-5 1-31-16,10 5-433 0,-2-7-253 0,2 7-53 15,0 3-19-15,0 0 2 0,0 0 5 0,0 0 12 16,-3 0 31-16,6 0 22 0,-3 0 43 0,0 0 26 15,0 0 142-15,0 0-40 0,0 0 7 0,12 0-74 16,-10 0 46-16,-2 0-11 0,0 0-114 0,0 0-43 16,0 0 5-16,0 0-17 0,-2 9-15 0,2-5-10 15,-15 7 3-15,6-2-7 0,-14 4-8 0,2-8-1 0,-14 5 1 16,6-5 0-16,-2 1-2 0,11-6 0 0,-9-2 5 16,-10-2 28-16,12 2 14 0,13-1 8 0,-4 1 51 15,-2-6 24-15,6 3 53 0,-2-4-38 0,13 9-37 16,0-2 26-16,-6-9-30 0,6 9-31 0,0-14-29 15,6 8-4-15,0-1-9 0,21-9-15 0,-12 8-14 0,15-6-1 16,-7 8-1-16,4 0-9 0,-4 0 1 0,4 6-3 16,5-1-6-16,-2 3 7 0,-10 3-1 0,10-1-5 15,-1 6 4-15,1 3-2 0,-3 2 8 0,1 3 4 16,2 2 7-16,-3 6 4 0,-4 2 4 0,1 1-1 16,-6 5 0-16,2-1-3 0,-2-2-3 0,-6 6 2 15,3 5 2-15,-4-3 1 0,-1 0 11 0,-4-11 1 0,-3 14 9 16,-10 4 11-16,0-6-6 0,-6-8-8 15,-7 3 7-15,-18 15-7 0,2-17-15 0,10-7-6 0,-15 5-3 16,-3-2-28-16,-13-6-104 0,13-5-95 0,1-5-237 16,-8-3-174-16,1-8-298 0,3-8-209 0,6-8-35 15,3-2 100-15,0-6-432 0</inkml:trace>
  <inkml:trace contextRef="#ctx0" brushRef="#br0" timeOffset="24065.23">13579 8450 258 0,'0'-10'2047'0,"4"-4"-1567"16,-8-1 159-16,1 6-34 0,-9-17-323 0,4 15-284 0,-11-4-11 16,9 4-2-16,-14-2 5 0,9 5 5 0,-9 0 15 15,1 8 31-15,-3 2 72 0,2 1-4 0,0 3 45 16,-3-1 15-16,7 5 5 0,-4 4-15 0,6-4-52 15,-8 6 37-15,11 0-49 0,0 5-21 0,3-8-31 16,0 5 8-16,7 4 13 0,2 0-36 0,3-4-11 16,3-8 5-16,0 8 0 0,9 4-2 0,0-4-2 0,2-7-9 15,10 0 0-15,-1-5-2 0,-4-4-6 0,1 0-4 16,16-2-7-16,-11-2 5 0,-3-4 3 16,4-1-9-16,1-2-1 0,-2-4-1 0,-1-2 2 0,-12 4 6 15,0-5-1-15,-4-3 2 0,-1-1 6 0,-4 3 1 16,-3-12 11-16,0 5 11 0,-6-2 18 0,0 10-1 15,0-8 32-15,-8 4 5 0,-13-10 42 0,10 14-30 0,-7-2 32 16,-8-1-1-16,-7 3 24 0,15 8-63 0,1-2 23 16,-1 2-29-16,0 8-30 0,7 0-24 0,5 0 1 15,-18 8-15-15,13 2-12 0,5-2 1 0,-3 10 11 16,-2 6 25-16,5-2-1 0,3 2-9 0,3-9-8 16,4 9 6-16,-8 8 5 0,8-8-20 0,-1-9-7 15,-4 7-4-15,2 2 4 0,-4 2 0 0,3-13 1 16,0-2 3-16,0 0-2 0,-8 9-1 0,7-9-1 0,-8 0 1 15,7-9 3-15,-4 3 2 0,0-5 2 0,-2-2 8 16,-13-3 45-16,7-6 6 0,-1 6-2 0,3-3 57 16,-2-3 8-16,-6-7 10 0,2-1-18 0,9 9-62 15,-2-11 11-15,-5-3-28 0,2-3-37 0,6 3-6 16,-1 6 0-16,3-1 0 0,3 4 0 0,3 1 0 16,0 4 0-16,0 5 0 0,6 2 0 0,-5-5 0 0,5 8 0 15,0 0 0-15,0 0 0 0,-7 5 0 16,2 12 0-16,2-2 0 0,-1 6 0 0,-1-2 0 0,-2 2 0 15,-1-3 0-15,-6 4 0 0,-4-2 0 0,-6 0 0 16,3-2 0-16,-9-5 0 0,-2 2 0 0,3-4 0 16,-7 2 0-16,-1-2 0 0,3-8 0 0,12-1 0 15,-2 2 0-15,4-13 0 0,-7-2 0 0,10 4 0 0,-2-14 0 16,-1-1 0-16,-1 2 0 0,1-4 0 0,2 2 0 16,0 4 0-16,7-4 0 0,4 15 0 0,-5-12 0 15,7 6 0-15,2 0 0 0,-1-1 0 0,4 12 0 16,0-9 0-16,0 3 0 0,0 8 0 0,0 0 0 15,-2-3 0-15,4 6 0 0,-2-3 0 0,7 6 0 16,-2-1 0-16,5 10 0 0,4 7 0 0,-2-9 0 0,-4 9 0 16,2-7 0-16,-1 9 0 0,-4-17 0 15,2 15 0-15,-2 2 0 0,-5-2 0 0,-2-9 0 0,-5 5 0 16,-1 11 0-16,-7-5 0 0,3-11 0 0,-12 0 0 16,0 0 0-16,-8 0 0 0,-2-2 0 0,10-6 0 15,-15-1 0-15,1-4 0 0,-7-4 0 0,20 2 0 16,-14-3 0-16,3-4 0 0,1-4 0 0,14 2 0 15,-8-2 0-15,6 0 0 0,8 0 0 0,6 6 0 16,0-4 0-16,3-8 0 0,6 5 0 0,3-4 0 0,9-6 0 16,5 3 0-16,7 0 0 0,-4 2 0 0,10 1 0 15,23-11 0-15,-5 5 0 0,-1 0-28 0,-9 3-63 16,3-2-170-16,21-5-262 0,-15 10-106 0,-15 5-47 16,7-2-417-16,5 4-89 0,-8-2 108 0,-2 2 119 15</inkml:trace>
  <inkml:trace contextRef="#ctx0" brushRef="#br0" timeOffset="24290.61">12713 7908 427 0,'0'0'2978'16,"0"0"-1774"-16,0 0-146 0,0 0-96 0,0 0-633 16,0 0-213-16,0 0-165 0,0 0-153 0,0 0-56 15,-15 2-301-15,1 7-465 0,-16-2 8 0,9 4 245 0,-2 0-221 16,-6-3-391-16</inkml:trace>
  <inkml:trace contextRef="#ctx0" brushRef="#br0" timeOffset="24668.6">10919 8780 1361 0,'-6'6'1818'0,"-12"5"-1271"0,12-6 182 16,-3 3-272-16,9-8-457 0,0 0-41 0,0 0-45 15,0 0-216-15,-3-6-171 0,3-7-133 0,6 0 60 16,6-16-359-16,0 14-290 0</inkml:trace>
  <inkml:trace contextRef="#ctx0" brushRef="#br0" timeOffset="24782.31">10897 8545 971 0,'-8'-5'1517'0,"-13"-5"-403"0,13 7-429 0,-4-3 243 15,-3 1-245-15,6 5-311 0,1-2-98 0,8 2-114 16,0 0 0-16,0 0-56 0,0 0-139 0,0 0-107 16,-7 2-270-16,-1 1-444 0,8-3-312 0,0 0 380 15,0 0-330-15,0 0-1197 0</inkml:trace>
  <inkml:trace contextRef="#ctx0" brushRef="#br0" timeOffset="26411.94">1417 7302 103 0,'0'-5'1768'0,"9"-3"-955"0,-9 5 125 0,3-10-370 16,-1 13 22-16,4-11-242 0,-6 9-31 0,4-4-40 16,-4-1-13-16,0 9 61 0,0-10 23 0,0 3-92 0,0 5 82 15,-12-6-76-15,5-1-67 0,-5 4-58 0,7 3-24 16,-15 0-50-16,-14 0-52 0,8 5-11 0,6 0 4 16,-16 3 0-16,4 3 1 0,-12 5 1 0,20-8-4 15,-8 5 3-15,2 1 1 0,1-4-5 0,8-2 6 16,-2-2-2-16,5-2 4 0,9-1 1 0,-8 5-5 15,7-5-2-15,1-1-5 0,1 6-3 0,1-5 1 0,5-3-3 16,-4 13-1-16,6-11 2 0,3 9 5 0,0-8 1 16,3 7 0-16,5 1 1 0,4 0 1 0,3 2 1 15,0 3 3-15,2-1 11 0,1 1-2 0,-6-3-8 16,9 11 1-16,-9-2-8 0,2 2-2 0,-5-9-4 16,0 12-12-16,3 10-3 0,-5-2 10 0,-3-6 5 15,1 10 4-15,-8 1 2 0,4 13 3 0,-4-16 1 0,-4 13 3 16,-1 1-1-16,-1-1-3 0,-6-3-5 0,3 6 3 15,1-3 0-15,-8-4 0 0,5-9 4 0,-3 20 7 16,2-9 5-16,0-6 0 0,2-2-2 0,-2-11-4 16,2 6 3-16,0-9-6 0,1-4-6 0,9-18-2 15,-8 18 0-15,5-9 0 0,-1-2-1 0,4 0-2 0,0-11-7 16,0 9-28-16,0-3-49 0,0-6 20 16,4 8-25-16,-1-2 2 0,5 4 3 0,-4-2 28 0,4 5 7 15,9 11 44-15,-7-5 21 0,-4-1-1 16,9 6 4-16,-4 13 4 0,-2-3-9 0,0 3-1 0,-1-2-3 15,-1 18 0-15,5 13 0 0,-7-11-1 0,5-7 1 16,0 15 5-16,-3 14-2 0,5 2-2 0,-1-13 1 16,-2 11 2-16,0 0-1 0,3 5-3 0,-1-2-1 15,-2-1 6-15,1 3 3 0,0-3 1 0,0-15-2 0,-1 23 22 16,3-3 19-16,-7-12 2 0,1-17-20 0,0 11 11 16,2-4-5-16,-4 4 5 0,-1-29-32 0,2 5-8 15,-5-5-8-15,4 0 0 0,-4-13 0 0,0-8 0 16,0-1 0-16,0-4 0 0,3 0 0 0,-3 0 0 15,0-11 0-15,0 0 0 0,0 2 0 0,3 9 0 0,-3-11 0 16,0 0 0-16,0 0 0 0,0 0 0 0,0 0 0 16,0 0-10-16,0 0-78 0,0 0-87 0,0 0-277 15,0 0-300-15,0 0-354 0,0 0 44 0,0 0-294 16,0 0-1224-16</inkml:trace>
  <inkml:trace contextRef="#ctx0" brushRef="#br0" timeOffset="29583.6">2221 7056 939 0,'3'0'872'0,"-6"-2"81"0,3-9-368 15,0 8 212-15,0-5-53 0,0 0-251 0,0 8-247 0,-3-18 68 16,3 7-67-16,0 8 11 0,-4-5-41 16,4 3-71-16,0 5 61 0,-5-8-19 0,2 3-33 0,3 5-58 15,0 0 5-15,0 0-11 0,0 0-42 0,0 0-41 16,0 0-10-16,0 0-4 0,0 2-1 0,3 14 1 16,0 3-2-16,3 2 10 0,0 3 3 0,-4-3 1 0,1 19 2 15,1 2-1-15,-1 3-1 0,-1-16 1 0,-2 22-4 16,3-1-4-16,1 8 0 0,-1-13 0 0,-1-16 1 15,1 11 2-15,0-3-2 0,1 5-1 0,-2-18 1 16,4 8-4-16,0-5-13 0,-6 1-12 0,3-12 0 16,0-3 10-16,2-2 12 0,-1 2 6 0,-1-10 6 15,-3-3 19-15,5 10 7 0,-2-10-4 0,-3 0-25 0,-3 0 6 16,6-4-5-16,1-5-6 0,-4-6 1 0,-4 1-6 16,1-12 9-16,-2-4 4 0,-2 7-18 0,-1-7-9 15,-1 1 11-15,1 1 4 0,-2-5 3 0,1 2 1 16,-3-4 12-16,4-2 4 0,-4 3 10 0,7 4-12 15,-10-14 3-15,6 4-2 0,3 1-8 0,0 10-6 16,-4-6 1-16,8-4-6 0,2 1 1 0,0 14 3 16,2-4-4-16,-2-5 0 0,4 10 2 0,4-4 0 0,-4 6 0 15,4-3-3-15,-1 0-3 0,-2 9 1 0,7-9-21 16,-9 19-16-16,6-17-2 0,-3 14-1 0,-1 3 12 16,4 0-17-16,1-1-9 0,-5 6 11 0,-2-2 24 15,18 2-7-15,-9 0 1 0,3 2-2 0,-1 4 19 16,-2-3 21-16,14 4 21 0,-8 1-7 0,-3 1-4 15,-7-7 5-15,11 14-1 0,-8-5-11 0,5 4-11 0,-11-6-6 16,4 19 7-16,-6-4 2 0,0-8-12 0,-6 10-15 16,0 3-18-16,-9 6-27 0,6 0 12 0,-6-11 23 15,-6 7 0-15,4 0 14 0,-7 4 8 0,12-13 23 16,-6 4 12-16,6-6 4 0,4-14-16 0,-5 8-5 16,8-4 21-16,-4-5 4 0,6 1 3 0,-2 1-11 15,2-4 4-15,2-3 15 0,6 11-20 0,-8-11-13 0,19 2 3 16,-11-2-2-16,21 4 1 0,-14-2-16 15,9-2-5-15,0 0 12 0,3 2-7 0,-4 1 5 0,6 8 3 16,-5-3-3-16,0 2 21 0,5 6-10 0,-9-6-10 16,10 9 3-16,-6 3-8 0,-4 1 1 0,-2-7 5 15,9 5-7-15,2 3 6 0,-11 0 6 0,-1-11-1 16,4 3 1-16,-1-6-20 0,7 6-16 0,-12-5 13 0,2 0-17 16,-8-7-76-16,9 7-256 0,-9-2 7 15,3-5-409-15,-1 2-342 0,-14-6 103 0,3 0 174 0,3 0-1372 16</inkml:trace>
  <inkml:trace contextRef="#ctx0" brushRef="#br0" timeOffset="30381.47">3615 7283 1421 0,'15'-5'837'15,"-10"3"-66"-15,4-7 67 0,-9 7 115 0,6-11-457 16,-6 4-61-16,0 4-54 0,0 1-15 0,-3-7-88 16,3 8 127-16,-9-13-145 0,1 11-43 0,1 2-67 0,-8-7 6 15,-5 4-37-15,-6-2-59 0,11 6-36 0,-9-2-5 16,-5 4-14-16,-6 4-5 0,-1-2 0 0,9 3 0 16,-5 1 0-16,0-1 0 0,2 6 0 0,7-6 0 15,2 1 0-15,9-2 0 0,-6 2 0 0,16-6 0 16,-8 5 0-16,5 0-30 0,5-5-73 0,0 0-66 0,0 0-187 15,0 0-185-15,5-5-257 0,5 0 74 16,-1-1-391-16,-1 6 7 0,16-4 145 0,-15 1 328 0,6-3-717 16</inkml:trace>
  <inkml:trace contextRef="#ctx0" brushRef="#br0" timeOffset="30611.83">3756 7442 1406 0,'3'3'958'0,"-3"-3"-244"0,0 0-151 16,0 0 148-16,0 0-366 0,0 0-83 0,0 0-134 16,0 0 10-16,0 0 13 0,-12-11 57 0,7 11-54 15,-7-2 90-15,-7-1 6 0,11 3 18 0,-19 0-4 16,3 0 7-16,2 0-24 0,0 3-52 0,2-1-74 16,-13 4 73-16,4-4-65 0,-1 1-26 0,13-3-72 0,-12 0-11 15,5 0-12-15,1-3-89 0,11 3-104 0,0 0-237 16,0-2-305-16,3-9-360 0,9 0-109 0,0 7 298 15,4-18-839-15</inkml:trace>
  <inkml:trace contextRef="#ctx0" brushRef="#br0" timeOffset="31330.92">4303 6508 1493 0,'-2'-8'1012'0,"-4"-7"-446"16,4 6 249-16,-5-4 43 0,2-5-455 0,-2 5-207 15,2-9 48-15,-5 3-28 0,8 4-33 0,-1 7-16 0,0-13 5 16,-1 12 30-16,2 2 37 0,2 5-47 15,-3-11 122-15,3 13-97 0,0 0-43 0,0 0-36 0,0 0-70 16,0 0-15-16,0 0-39 0,-5 9-11 0,5-3-3 16,0 12 0-16,0-2-1 0,5 21 4 15,-2-15-2-15,-1 9 2 0,5 1-3 0,-2 5 1 0,5 1 0 16,-5-2-1-16,2 3-8 0,1-2 1 0,1-7 1 0,3 12-8 16,5 0-3-16,1-9 1 0,-6-13 5 0,9 4 3 15,6-2-3-15,-2-7 0 0,-1-1 7 0,-2-10 1 16,0 5-3-16,5-1-33 0,9-5-60 0,-19-3 4 15,13 0-84-15,2-3-41 0,-3-10-19 0,-8 5 59 16,14-14-93-16,-11 4 88 0,5-6 50 0,-11 8 71 16,3-12 14-16,-1-5 18 0,-3 2 8 0,-7 7 17 15,-5-5 7-15,-1-6 5 0,-8 1 2 0,-4 7 3 16,-7-10 62-16,3 6 61 0,-5-4 110 0,8 15-31 0,-6-13 89 16,0 2 92-16,6 7-94 0,1 2-52 0,1 9-113 15,5 6-47-15,-1-4-52 0,3 11-26 0,0 0-9 16,0 0 0-16,0 0 0 0,12 16 0 0,-12-14 0 15,12 11 0-15,3 3 0 0,-1 3 0 0,4-1 0 16,-1 4 0-16,4-1 0 0,-1 8 0 0,-2-11 0 16,8 17 0-16,-4-4 0 0,-8 2 0 0,-2-13 0 0,6 23 0 15,-6-14 0-15,-2 2 0 0,2-3 0 0,-2-8-24 16,4 9-190-16,1 1-249 0,-3-12-53 0,-3-2-52 16,-6-8-392-16,9 8-230 0,3-6-245 0,-10-7 724 15,5-1-594-15</inkml:trace>
  <inkml:trace contextRef="#ctx0" brushRef="#br0" timeOffset="31951.25">5417 6608 138 0,'4'3'2356'0,"-8"-6"-1080"0,8-4-567 15,-4 4 213-15,0 3-259 0,0-3-411 0,0 3-190 16,0 3-36-16,0-6-24 0,0 6-4 0,0-3 1 16,0 0-7-16,3 0-3 0,12 16 3 0,-13-6 8 0,4-2 5 15,6 16 4-15,2-6-1 0,-2 4 2 0,-2 0-1 16,2-4-1-16,-4 6-1 0,1-6-2 0,-1-2-5 15,-1 5 1-15,-2 0 2 0,2-7 0 0,-5-6-1 16,4 5 1-16,-6-8 1 0,4 6 4 0,-4-11-4 16,0 2 6-16,0-2 10 0,0-2 13 0,0 4 28 15,0-2 28-15,-12-13-11 0,2 11-1 0,1-7-23 0,4 2 11 16,-10-15-2-16,6 1-51 0,1 5-3 0,-2-8 10 16,5-2 1-16,-2-11-7 0,-1 8-2 0,4 5-7 15,2-5 0-15,2 3-11 0,0-9-8 0,2 17 20 16,2-6 27-16,2 2-8 0,-1 4 7 0,2 3-7 15,5-7 19-15,2 6-8 0,-2 3-24 0,-1 2-12 16,-2 5-2-16,21-7-3 0,-21 13-2 0,8-5 1 16,1 5-4-16,-4 0-13 0,8 5-20 0,-10-1 9 0,-2 1-16 15,5 5 0-15,-8-2-1 0,-2 6-15 0,2 2 35 16,-10-3 1-16,-4 7 7 0,2 2 9 0,-4-9 4 16,-9 13-3-16,1-4 6 0,-4-4 0 0,3-5 3 15,-3 6 0-15,-2-3-2 0,9-3 2 0,10-10 1 16,-14 7 1-16,18-10 3 0,-8 9 1 0,8-9 4 15,0 0 3-15,-4 0 9 0,8 0 16 0,-4 0-5 16,-4 0 19-16,8 2-10 0,7 5-6 0,8-3-1 0,-5-4-17 16,16 5-8-16,-4-5-3 0,4 5-7 0,-4-2-7 15,4 2 0-15,2 6-11 0,4-4-10 0,-16 1 18 16,9 3-9-16,-5 2-4 0,3 1 0 0,-7-1-75 16,1-2-135-16,-3 2-197 0,-4-2-242 0,-11-7-35 15,12 7-294-15,-6 0 7 0,-6 2-1539 0</inkml:trace>
  <inkml:trace contextRef="#ctx0" brushRef="#br0" timeOffset="32331.25">6131 7196 27 0,'-7'11'494'0,"7"-11"-83"0,-10 10 125 0,3-7-113 16,-8 2 339-16,-2 0-152 0,-7-1-52 0,4-2-204 15,-7 3 68-15,-11 1-112 0,-18 7 58 0,9-3-169 16,-24 3 56-16,-6 1 20 0,-9 4 86 0,20-2-83 15,-58 8 174-15,29-9-116 0,4-4-37 0,23 0-108 16,-20 0-8-16,-24-4-108 0,32-7-63 0,24 4-12 16,-15-4 0-16,1-4 0 0,8-1 0 0,29 5 0 0,1-8 0 15,5 3 0-15,15 5 0 0,-8-8 0 0,20 8 0 16,0 0 0-16,-2 0 0 0,2-14-27 0,5 10-98 16,16-5-234-16,2 4-293 0,1-3-369 0,-4 3 111 15,16-3-455-15,-1 3-956 0</inkml:trace>
  <inkml:trace contextRef="#ctx0" brushRef="#br0" timeOffset="40577.37">21408 6934 449 0,'9'0'757'0,"-9"0"-164"0,8-5 97 0,1 5-3 0,-9 0-273 15,18-11 188-15,-9 0-134 0,-4 4-101 0,7-9-163 16,0 0 3-16,3-5 9 0,3 2 3 0,-4 6-75 16,1-3 100-16,0 1 1 0,6-9 47 0,-10 8-15 15,1 3-66-15,2-4 55 0,-4-1-2 0,-1-4-96 16,-1 13-81-16,-1-10 0 0,-2 14-55 0,4-8-31 15,-1-1-1-15,-4 4 0 0,4-1 0 0,-8 8 0 0,3-12 0 16,1 9 0-16,-1-1 0 0,-1 3 0 0,4-3 0 16,-6 7 0-16,0 0 0 0,0 0 0 0,0 0 0 15,0 0 0-15,0 0 0 0,0 0 0 0,0 0 0 16,0 0 0-16,0 0 0 0,0 2 0 0,9 9 0 16,-12-4 0-16,-3 6 0 0,-2 11 0 0,-4-2 0 15,2 0 0-15,-7 6 0 0,-7-1 0 0,1 2 0 0,2-5 0 16,-8 15 0-16,9-8 0 0,-2-1 0 15,7-6 0-15,1 8 0 0,6-4 0 0,4-1 0 0,4-10 0 16,0 1 0-16,4-8 0 0,1 14 0 0,-2-19 0 16,9 8 0-16,5-2 0 0,-5-6 0 0,15 3 0 15,-10-5 0-15,15-1 0 0,-10-4 0 0,10-1 0 16,-8 3 0-16,8-4 0 0,6-5 0 0,-8 1 0 16,-10-3-7-16,10 1-172 0,0-3-521 0,-10-4-375 0,-8-1 165 15,2-8-305-15,-2 2-1217 0</inkml:trace>
  <inkml:trace contextRef="#ctx0" brushRef="#br0" timeOffset="40826.71">21771 6098 2767 0,'0'-2'1427'0,"5"-15"-262"0,-2 17 34 0,-3 0-446 0,0 0-449 16,0-7-55-16,0-1-70 0,0 5-76 15,0-8-66-15,0 11-29 0,0 0-8 0,0-4 0 0,0-5 0 16,0 9 0-16,0 0-11 0,0 0-98 0,0 0-70 16,0 0-218-16,-6 5-199 0,4 1-608 0,-8-4-2 15,5 3 306-15,-7 1-294 0,5-1-1071 0</inkml:trace>
  <inkml:trace contextRef="#ctx0" brushRef="#br0" timeOffset="44421.09">5609 7906 583 0,'0'0'905'0,"-6"-11"-391"0,6 11 0 0,0 0-135 16,-18 0 42-16,10 0-341 0,-1 0-178 0,-6 0-67 15,13 0-9-15,-8 0-156 0,-4-6-127 0,11 9-166 16,-6-9 280-16,1 4-89 0,4 2-300 0</inkml:trace>
  <inkml:trace contextRef="#ctx0" brushRef="#br0" timeOffset="45094.3">5324 8198 1504 0,'0'0'847'0,"0"4"72"0,5 3-180 0,-2-4-143 16,-3-3-406-16,0 0-33 0,9-8-93 0,-6 8-30 16,2-10-16-16,-1 1 9 0,4-4 9 0,-1 6 35 15,-2-2 10-15,10-17 78 0,0 13-16 0,-3-5 4 0,0-4 29 16,0 9-33-16,2-11 82 0,-2 2-38 0,-1 4 15 16,-4 3-45-16,2-12 107 0,2 6-21 0,-5-3-38 15,-6 8-63-15,3-5 21 0,0 0-12 0,-3 13-59 16,2-8-49-16,-2 5-3 0,4-2-18 0,-1-5-18 15,0 7-4-15,-1 1 0 0,8-6 0 0,-5 5 0 0,2 0 0 16,7 1 0-16,-6 2 0 0,2 0 0 0,-1-3 0 16,2 6 0-16,-2-3 0 0,0 3 0 0,-6 5 0 15,-3 0 0-15,15-2 0 0,-15 2 0 0,0 0 0 16,12 7 0-16,-12 4 0 0,0-6 0 0,0 19 0 16,0-11 0-16,-7 8 0 0,2 6 0 0,-1-1 0 15,0-8 0-15,0 10 0 0,-3 5 0 0,0-6 0 0,3-3 0 16,1 5 0-16,-4-3 0 0,6 9 0 0,-4-14 0 15,7 8 0-15,0-2 0 0,4-1 0 0,-1-4 0 16,2-7 0-16,2 7 0 0,4-4 0 0,3 3 0 16,-2-13 0-16,12 5 0 0,0-2 0 0,8-7 0 15,-12-4 0-15,14-4 0 0,0-7 0 0,5 0 0 16,-12 4 0-16,14-15 0 0,-6 4 0 0,-2-1-4 16,-15 3-56-16,8-8-282 0,-11 6-127 0,0-1-195 0,-10 4-42 15,-5-3-453-15,0 9-51 0,-5-9 95 0,-14 1-939 16</inkml:trace>
  <inkml:trace contextRef="#ctx0" brushRef="#br0" timeOffset="45585.98">5863 7357 106 0,'3'0'1828'0,"-6"-5"-1009"16,3-3-250-16,0 8 296 0,0 0-216 0,-9-7-403 15,6 3-142-15,0 2-27 0,-9-1-23 0,10 6-9 16,-8 8-28-16,5-7-10 0,-2 5 3 0,-5 9-4 0,9-7-1 15,-9 4 7-15,7-4-4 0,0 6 0 0,-7-4 2 16,12-8-3-16,-7 10 14 0,7-15 12 0,-5 20-6 16,5-20-4-16,0 0 7 0,0 7 5 0,2-1 89 15,-2-6 4-15,0 0 86 0,15-6 12 0,-6 1 3 16,-3 3-58-16,8-12 103 0,-4 8-133 0,-5 2-85 16,-2 4-44-16,9-11-21 0,-12 11-55 0,0 0-113 0,0 0-61 15,0 0-335-15,0 0-370 0,0 0-120 0,-8-3 19 16,-1 1-691-16</inkml:trace>
  <inkml:trace contextRef="#ctx0" brushRef="#br0" timeOffset="53760.14">2867 9961 521 0,'-15'0'926'15,"11"0"-274"-15,-1-2-147 0,-10 2 201 0,12-4 38 16,-6 4-278-16,9 0-227 0,-15 0-49 0,13 0 15 16,-13 0 45-16,12 0-110 0,-15 0 35 0,10 4 13 15,-7-2 34-15,0 1-40 0,9-1 19 0,-2 4 18 0,-11-1 20 16,14 0-46-16,-13 14 91 0,4-4-82 0,-5 1-27 15,4-3-69-15,-5 9 12 0,-1 2-44 0,-6 0-40 16,7-6-12-16,-9 19-9 0,2-6-13 0,3 2 0 16,-5 1 0-16,12-7 0 0,-10 20 0 0,9-8 0 15,4-2 0-15,4-10 0 0,2 23 0 0,8-10 0 16,6-3 0-16,-4-11 0 0,10 3 0 0,3 8 0 0,2-13 0 16,-4-8 0-16,11-5 0 0,14 0 0 0,-8-7 0 15,-4-4 0-15,12 0 0 0,0-2 0 0,12-5 0 16,-20 1 0-16,12-7 0 0,-5-1 0 0,7-4 0 15,-15-3 0-15,-7 8 0 0,2-9-13 0,-7 6-129 16,-5 1-387-16,-7 10-47 0,5-6-549 0,-10-6-88 16,0 10-1-16,-10-4-76 0</inkml:trace>
  <inkml:trace contextRef="#ctx0" brushRef="#br0" timeOffset="55593.24">4207 10178 348 0,'6'-3'623'0,"-6"3"-291"0,9-3 301 0,-4 3-67 0,-5 0-72 16,3-2-179-16,12-3 93 0,-15 2-67 0,9-5-52 15,-9 8-124-15,8-8 17 0,-4 6-1 0,-4 2-26 16,8-9 9-16,-4 9-32 0,-4 0 21 0,-4 0-3 16,8 0 3-16,-4-2-44 0,8-5 67 0,-5 7-12 15,-3 0 67-15,0 0-61 0,0 0 63 0,0 0-10 0,-3 0-50 16,3 0-62-16,3 0 4 0,-14 4-77 0,2-1-21 15,-1-1-6-15,-2 4 17 0,-5 1 31 0,-10 4 23 16,10 0-11-16,-10-3 24 0,7 2 0 0,-9 7 7 16,5-10-46-16,7 4-28 0,-7-3-8 0,4-3-20 15,-4 11 0-15,6-10 0 0,-6 1 0 0,7 4 0 16,-4-3 0-16,13-6 0 0,-14 3 0 0,14-1 0 16,-4-4-3-16,12 0-49 0,-9 0-136 0,4 0-145 0,5 0-124 15,0 0 0-15,0 0-372 0,0-4-445 0,2-9 11 16,-2 13 487-16,12-7-1299 0</inkml:trace>
  <inkml:trace contextRef="#ctx0" brushRef="#br0" timeOffset="56133.78">4505 10416 675 0,'0'-2'1121'0,"3"2"-362"16,9 0 46-16,-12 0-6 0,0 0-127 0,0 0-192 16,0 0-169-16,0 0-141 0,0 0 38 0,-10-6-68 15,5 3 18-15,-7 1-17 0,3 2 94 0,1 0 11 16,-14 0 106-16,10 0-145 0,-15 2 55 0,5 4-49 16,-2-1-83-16,4-3-78 0,-22 9 1 0,6-2-51 15,2-5-2-15,7 5 0 0,-9-4 0 0,-5 5 0 0,9-1 0 16,14-7 0-16,-6 3 0 0,7-3 0 0,2 2 0 15,6-4 0-15,9 0-12 0,0 0-117 0,0 0-142 16,-12-6-297-16,12 4-159 0,4-9-373 0,1-2-113 16,1 4 30-16,3-4 44 0</inkml:trace>
  <inkml:trace contextRef="#ctx0" brushRef="#br0" timeOffset="57596.86">5585 9977 77 0,'3'2'1028'0,"-3"-2"46"0,0 0-333 16,0 0 13-16,0 0-231 0,0 6-31 0,0 1-191 15,0-7-129-15,0 0-106 0,0 0 4 0,0 0 31 16,0 0 26-16,0 0-18 0,0 0 101 0,0 0-18 0,0 0 10 16,0 0-46-16,0 0 40 0,0 0 21 0,0 0-71 15,0 0-26-15,0 0-35 0,0 0 37 0,0 0 47 16,7-10-45-16,-5 10-29 0,-2 0 27 0,10-8-2 16,-5 0-3-16,-5 8-48 0,9-7-26 0,-9 3-15 15,3 4-13-15,6-7-8 0,-6 7-6 0,-3 0-1 16,5-6 0-16,2 1 0 0,-11 5 0 0,8 0 0 0,-8 0 0 15,4 0 0-15,7 0 0 0,1-2 0 0,-8 2 0 16,0 0 0-16,0 0 0 0,0-3 0 0,0 6 0 16,0-3 0-16,0-3 0 0,0 6 0 0,0-3 0 15,0-3 0-15,0 3 0 0,0 3 0 0,0-6-1 16,0 6-10-16,0-3-1 0,0 0-18 0,0 0-35 16,0 0-38-16,0 0-2 0,0-3-69 0,0 6-90 15,0-3-77-15,0 0-11 0,0 0-435 0,0 0-74 0,0-3-146 16,-8-3 233-16,5 6-164 0,3 0 83 0,-12-2-503 15</inkml:trace>
  <inkml:trace contextRef="#ctx0" brushRef="#br0" timeOffset="58428.64">5886 9577 444 0,'-3'13'2052'0,"3"-13"-1432"0,0 0 236 0,0 0-1 0,0 0-319 16,0 0-277-16,0 0 45 0,0 0-129 15,-3 0-15-15,1 9-31 0,2-7 79 0,-3-2-14 0,6 0 26 16,-3 0-106-16,-3 0 23 0,6 0-27 0,-3 0-44 15,-3 0-54-15,6 0 0 0,-3 0 8 0,-3 0-3 16,6 0 5-16,-3 0 10 0,0 0 11 0,0 0 34 16,0 0 17-16,0 0-24 0,0 0 25 0,12 3-5 15,-4-8-22-15,1-1-10 0,6-4-18 0,-3 2-38 16,5-11-2-16,-8 3 0 0,9 0 0 0,2-5 0 0,-2 0 0 16,-10 5 0-16,14-5 0 0,-8-3 0 0,9-2 0 15,-7 2 0-15,-8 8 0 0,7-5 0 0,-3 5 0 16,-3-8 0-16,-6 11 0 0,2 2 0 0,-2 1 0 15,1-9 0-15,-2 14 0 0,-2-5 0 0,0 4 0 16,-2-4 0-16,2 10 0 0,0 0 0 0,-7 0 0 16,-1-4 0-16,8 4 0 0,-19 9 0 0,11 2 0 0,-16 9 0 15,12-6 0-15,-2 7 0 0,-1-2 0 0,3 10 0 16,-5 6 0-16,7-15 0 0,2 17 0 16,-4 0 0-16,3 1 0 0,1-7 0 0,-1 11 0 0,3-1 0 15,2-2 0-15,4-12 0 0,0 4 0 0,4 8 0 16,-1-12 0-16,0-6 0 0,6 1 0 0,-6-12 0 15,6 9 0-15,-1-4 0 0,-1-6 0 0,3-2 0 0,9 1 0 16,-7-8 0-16,17-2 0 0,-14-4 0 0,8 1 0 16,3-6 0-16,-11 1-1 0,6-4-33 0,-6-4-90 15,0-1-114-15,-3 4-97 0,2-9-316 0,-6 3-262 16,-1 2-261-16,-7 3 294 0,0-5-210 0,-3 3-1138 16</inkml:trace>
  <inkml:trace contextRef="#ctx0" brushRef="#br0" timeOffset="58790.68">6187 8910 93 0,'0'-5'1240'0,"3"8"-379"0,-6-6-131 16,-6-8-184-16,9 11-271 0,-6 0-132 0,-6 3-187 15,0 0-57-15,12-3-28 0,-17 5-13 0,17-2 2 0,-9 3 8 16,3-2 37-16,6-4-10 0,0 0 47 0,8 9 30 16,-4-7 22-16,-1-2 10 0,12 0 6 0,2-2 35 15,-8-2 23-15,-1-1 41 0,4 3 87 0,-2 0 46 16,2-4 118-16,-10 6-124 0,10-5 100 0,-12 5 10 15,0 0-55-15,0 0-105 0,0 0 51 0,0 0-96 16,0 0-45-16,0 0-52 0,-4 5-19 0,2 3-76 0,-6 3-188 16,-4-6-100-16,2 1-321 0,-10 1-185 0,8-5-27 15,3 2 218-15,-11-4-1329 0</inkml:trace>
  <inkml:trace contextRef="#ctx0" brushRef="#br0" timeOffset="59626.44">5288 10318 1152 0,'0'3'948'0,"-9"4"-162"16,9-7 15-16,0 0-128 0,0 0-15 0,-15 3-259 16,12-3-167-16,1 0-101 0,-8 0 12 0,10 0 29 15,-8-3-36-15,-1 3-19 0,6 0 63 0,6 0-1 16,-15-2 78-16,9 2-81 0,3 0 59 0,0 0-27 15,0 0-25-15,0 0-83 0,0 0 3 0,0 0-44 0,0 0-38 16,0 0-14-16,10-11-9 0,-5 6 0 0,19-1-3 16,-1-1-8-16,1 1 8 0,12 1 10 0,-2-3 1 15,2 3 2-15,6-3 2 0,-1 1 0 0,8 1 1 16,2-2-3-16,-16 6-2 0,23-6 3 0,10-1-4 16,-2 2-2-16,-14 1-1 0,16-1 0 0,17-4-5 15,-7 3-3-15,-22 3 0 0,17-4-7 0,10-4-22 0,-7 6-6 16,-18-1 12-16,17-3-20 0,-1 0-23 15,14 4-37-15,-20-2 35 0,-24 7 21 0,17 0-17 0,2-4-8 16,-11 6 18-16,-19-3 34 0,11 1-13 0,-3-4-50 16,-6 3-23-16,-2 1-13 0,0-6-5 0,-4 5-9 15,0-4-9-15,-14 3 35 0,17-5-19 0,-13 3 44 16,3-1 11-16,-10 1 18 0,0 3-8 0,6-8 12 16,0 7-10-16,-10-2 15 0,2 1-10 0,-5 5-2 15,-5 0-14-15,7-6 7 0,-2 1-42 0,-5 5 38 0,0 0 11 16,0 0-6-16,0 0 15 0,0 0-43 0,0 0-31 15,0 0-101-15,0 0-56 0,0 0-263 0,0 0-121 16,-9-8-264-16,6 5 395 0,-12 1-307 0</inkml:trace>
  <inkml:trace contextRef="#ctx0" brushRef="#br0" timeOffset="60529.02">5583 10697 519 0,'-10'-9'781'0,"8"5"-337"0,-10-7 198 16,6 0-252-16,0 6 43 0,-2-3-52 0,-2-3-28 15,8 9 2-15,-8-9-89 0,10 11 142 0,-14-13-132 16,14 13-50-16,-6-8-71 0,4 0 53 0,2 8-21 16,-12-11 23-16,9 11-107 0,6 0 2 0,-3 0 6 15,-3 0-6-15,3 0-67 0,3 0-4 0,-6 0-33 16,3 0-9-16,-9 6 1 0,9 4-19 0,-6 11-20 15,6 8 31-15,-4-10 10 0,-1 8 4 0,2 4 6 16,-3 6 9-16,3-10 1 0,-2 28 10 0,2-12-2 0,-4 7 6 16,2 8 4-16,-2-10 1 0,2 20 60 0,-7 20 73 15,7-17-22-15,-2-17-30 0,2 19 73 0,-2-3 7 16,2 14 13-16,2-34-131 0,3 14-1 0,0-9-8 16,5-2-18-16,5-14-43 0,2 15-7 0,2-12 0 15,1-11 0-15,0-9 0 0,2 4 0 0,7 3 0 16,-7-5 0-16,1-11 0 0,3 5 0 0,2 2 0 0,3-2 0 15,6 1 0-15,-13-12 0 0,8 4 0 0,-2-5 0 16,-1-4-2-16,0 1-31 0,-7-1-144 0,1-2-176 16,-9 2-166-16,3-2-47 0,-12 0-486 0,18 0-149 15,-18 0-259-15,0 0 631 0,2-2-1062 0</inkml:trace>
  <inkml:trace contextRef="#ctx0" brushRef="#br0" timeOffset="61709.87">6378 10842 296 0,'9'-8'1462'0,"-6"8"-736"15,3-5 37-15,2 0-184 0,-10 1 160 0,2 2-295 16,-3-5-40-16,3 7-194 0,0-6 26 0,-9-1-29 16,6 7 9-16,-12-6-62 0,3 6 17 0,3-3-25 15,-14 3-7-15,9 0-34 0,-1 0 31 0,-18 5-3 16,10 1-45-16,4-1-27 0,-10 6 7 0,0-3-27 15,6 2-12-15,-4 6-4 0,1-2 1 0,-1 4 0 0,7-3-9 16,-1 7-2-16,6 2-4 0,0 0-2 0,6 2-1 16,1 5-2-16,5-9-7 0,3 9-9 0,3 2-10 15,2-9-7-15,5-9-3 0,-2 3-20 0,6-2-8 16,5-3-12-16,-7-7 11 0,3-1-13 0,10 3 4 16,-6-8-1-16,-2 3 19 0,10-6-44 0,-7-3 9 15,4 1-4-15,-7-3 25 0,4-5-22 0,2-3 8 16,6-13-12-16,-14 11 47 0,6-6 3 0,-3-6 12 0,-1 2 7 15,-5-17 4-15,-9 19 12 0,3-17 2 0,-6 3 5 16,0 0 7-16,0 14 12 0,-6-16 42 0,0 2 31 16,-3 6 17-16,4 7-5 0,-10-8 63 0,3 4 29 15,-8-11 38-15,8 18-101 0,-3-5 49 0,-2-1-24 16,2 2-36-16,-1 6-38 0,6 2-27 0,-2 0-15 16,5 11-23-16,2 0-21 0,2 1 0 0,-4 1 0 15,5 1 0-15,2 6 0 0,0 0 0 0,0 0 0 0,2 3 0 16,5 7 0-16,1 1 0 0,7 8 0 0,11 1 0 15,-4 2 0-15,-2-4 0 0,4 12 0 0,5 1 0 16,3 6 0-16,-8-8 0 0,3 13 0 0,-7-5 0 16,4 7 0-16,-10-16 0 0,11 25 0 0,-8-13 0 15,-2-3 0-15,-3-13 0 0,2 10 0 0,4 0 0 0,-4-12-15 16,4-6-60-16,-9-6-43 0,0 1-162 0,11 2-233 16,-10-10-51-16,-2 2-39 0,-8-5-423 0,14-3-97 15,-14 3 82-15,10-11 82 0,-8 1-813 0</inkml:trace>
  <inkml:trace contextRef="#ctx0" brushRef="#br0" timeOffset="62326.22">6821 10511 749 0,'0'-3'1179'16,"-10"-7"-487"-16,8 7-158 0,-1-4 169 0,-6-6-39 16,6 4-314-16,0 5-149 0,-6-11 41 0,9 13 0 15,-5-5-1-15,-2 1-21 0,7 6-15 0,-5-3-36 16,-2 1-54-16,7 2-9 0,0 0-57 0,-3 0 4 0,-6 7-3 15,4 1-33-15,2-3 7 0,-4 14 12 0,5-3-12 16,-4 10 17-16,4-6-23 0,2 8 34 0,0 1 20 16,0 4-3-16,2-13-5 0,1 10 14 0,0-1-2 15,6 2-11-15,-6-7-40 0,9 13 15 0,0-8-12 16,2 3-14-16,-6-9-7 0,11 5 6 0,-4-8-5 16,7 4 5-16,-7-8-8 0,6-3-4 0,-1 0-2 15,-1-4-1-15,4-1-25 0,-9-3-2 0,4-8-41 0,-9 3-30 16,15-2-43-16,-16-4 11 0,16 1-91 0,-9-3 2 15,-6-1 27-15,6 0 62 0,-10 0-29 0,7-6 19 16,-7-7 32-16,2 7 23 0,-4-7-16 0,-3 4 20 0,0-1 12 16,0 14 27-16,-6-21 7 0,0 2 4 15,0 0 16-15,0 10 12 0,3-6 5 0,-2 1 9 0,-2-5 14 16,-1 6 8-16,5 2-2 0,-1-3 22 0,2 12 18 16,-4-12 8-16,6 14-5 0,-4-11 42 0,-1 3 13 15,5 13 22-15,0-8-43 0,-3-3 22 0,3 11-8 16,0 0-32-16,0 0-19 0,0 0 4 0,0 0-9 15,12 13-29-15,-9-11-6 0,12 28 34 0,-6-9-14 16,-4-2-5-16,5-3-16 0,-2 5 7 0,1 0 14 16,3 5 8-16,-4-10-8 0,-1-3-6 0,7 6 21 0,-8-1 14 15,3 1-3-15,-9-14-26 0,12 14-1 16,-6-3-12-16,0-11-12 0,0 8-22 0,-1-7-36 0,7 1-40 16,-3-1-63-16,-9-6-81 0,15-2-274 0,-10 2-326 15,-5 0-285-15,3-6 283 0,1-3-637 0</inkml:trace>
  <inkml:trace contextRef="#ctx0" brushRef="#br0" timeOffset="62814.91">7618 10482 1170 0,'0'0'858'0,"0"0"29"0,0 0-34 16,-2 0-10-16,-1 11-324 0,3-11 20 0,-17 0-54 15,17 2-178-15,-10-2-105 0,1 0 32 0,4 0-44 16,-10 6-30-16,8 1-80 0,-1 9-1 0,6-3 3 15,-10 9 1-15,9-7-27 0,-1 18 29 0,-1-4-23 0,5-5-13 16,0-9-21-16,2 9-1 0,5 5 1 16,1-3-9-16,1-6-1 0,-1-10-6 0,7 4 2 0,4 1-1 15,7-4-2-15,-11-4-16 0,5-4-14 0,1 0-33 16,-10-3-63-16,8-3-55 0,1 0-376 0,-8 1-169 16,8-7-299-16,-11 5 143 0,6-7-263 0,6 4-305 15</inkml:trace>
  <inkml:trace contextRef="#ctx0" brushRef="#br0" timeOffset="63459.19">8013 11099 70 0,'10'0'936'0,"-5"0"-67"0,4-3-108 0,-1 3 218 16,-8 0-257-16,0 0-273 0,-2 0-11 15,4 0-114-15,-2 0-41 0,-2-3-39 0,2-7-15 0,0 10-12 16,-15-3-43-16,10 0-85 0,-10 6-16 0,-6 3-58 16,-2-2-13-16,4-1 0 0,-10 5 2 0,-3 1 6 15,-12 1 38-15,14-2 15 0,-18 2 39 0,-1 4 14 16,-10-1 28-16,11-5-11 0,-42 13 95 0,12 0-77 15,-12-3-43-15,-1 4-19 0,20-4-33 0,-45 17 2 16,28-9-53-16,5-2-5 0,22-8 0 0,-22 5 0 0,13 0 0 16,11-7 0-16,18-4 0 0,-6 0 0 0,-1 1 0 15,4 2 0-15,24-8 0 0,-4 1 0 0,6-3 0 16,12-3 0-16,-6 2 0 0,12-2 0 0,0 0 0 16,0 0 0-16,0 0-22 0,0 0-106 0,9-16-309 0,6 1-186 15,-3 4-41-15,5-5-500 0,4 6-49 16,-3-4-62-16</inkml:trace>
  <inkml:trace contextRef="#ctx0" brushRef="#br0" timeOffset="64394.69">7377 11993 1079 0,'0'0'1420'0,"0"0"-491"0,0 0 26 16,0 0-41-16,-3-7-364 0,1-2 18 0,-10 3-217 16,-3 1-131-16,8 3-84 0,-19 2 28 0,6 0-16 15,-7 2-46-15,7 1-50 0,-7 3 26 0,-5 1 1 0,-1 4 16 16,6 2-2-16,-2 0-4 0,2 3-9 0,4 1-36 16,-1 1-18-16,10-3-11 0,-10 9-11 15,9-2-4-15,3-4 0 0,4 1 0 0,1 7 0 0,2 1 0 16,8 2 0-16,-1-11 0 0,5 3 0 0,-2 3 0 15,5-6 0-15,2 1 0 0,5-5 0 0,0-1 0 16,-2 0 0-16,0-8-6 0,11 6-14 0,-2-9-14 16,-4-2-47-16,-8 0-6 0,12-5-38 0,-4-6-19 0,10-7-36 15,-9 2 39-15,-6 0 50 0,5-8 24 16,1-5 47-16,-3-6-11 0,-6 9 43 0,-4-8 12 0,-4-5 13 16,-4-1 15-16,0 10-6 0,-10-17 28 0,-2 10 27 15,-5 0-11-15,2 8-3 0,-6-10 33 0,-8-5-17 16,-6-8 3-16,13 25-48 0,-3-12 3 0,-2 4-20 15,3 6-30-15,7 11-7 0,-2-4-4 0,14 14 0 0,-12-8 0 16,17 16 0-16,-3-4 0 0,-4-2 0 0,7 6 0 16,0 0 0-16,0 0 0 0,0 0 0 0,3 6 0 15,4 4 0-15,7 8 0 0,4 2 0 0,3 0 0 16,2 4 0-16,1 5 0 0,5-3 0 0,3 1 0 16,2-1 0-16,-12-4 0 0,14 6 0 0,-6 2 0 15,-1-7 0-15,-9 1 0 0,4 3 0 0,3 5 0 16,-3-1 0-16,-4-7 0 0,4 5 0 0,-7-3 0 0,3-2 0 15,1 3-4-15,-6-12-51 0,0 2-153 0,2-4-108 16,2-5-194-16,-5-2 2 0,1-6-673 0,8-6 29 16,-5-8 34-16,-10 1 377 0,7-2-156 0,-6-9-338 15</inkml:trace>
  <inkml:trace contextRef="#ctx0" brushRef="#br0" timeOffset="64649.01">7706 11336 1778 0,'-14'0'2494'0,"11"-2"-1635"0,-9 2 572 0,9 0-643 16,-11 0-495-16,14 2-232 0,-6 4-46 0,0-1-12 16,6 17-5-16,0-15-1 0,2 17 2 0,5 2 3 0,5 7 32 15,0 0 8-15,-1-9-5 0,7 9 27 0,0 0 7 16,6 11 17-16,-10-18-43 0,9 11-11 0,1-3-15 15,3 1-19-15,-10-9-30 0,13 11-98 0,-6-10-37 16,-4 1-55-16,-2-14 12 0,8 1-135 0,-2 2-231 16,0-10-74-16,-10-7 40 0,9 3-357 0,-4-6-29 0,-11-2 74 15,13-8-527-15</inkml:trace>
  <inkml:trace contextRef="#ctx0" brushRef="#br0" timeOffset="64827.53">8055 11630 148 0,'-3'3'1977'0,"-24"10"-427"0,10-2-396 0,-2-5 12 16,2 1 94-16,-3 1-880 0,-1 6-113 0,-2 4-142 16,-4-5-58-16,0 6-10 0,1-1-19 0,-1 1-36 15,0-3-2-15,7-9 0 0,-6 12 0 0,11-8 0 16,0-4 0-16,9-4 0 0,-5 5-2 0,7-8-51 16,-7 2-243-16,11-2-49 0,-6-15-447 0,6 4-367 15,2-20-54-15,-2 12 304 0,7-10-2142 0</inkml:trace>
  <inkml:trace contextRef="#ctx0" brushRef="#br0" timeOffset="65258.44">8225 10451 129 0,'-8'-19'2218'0,"-4"5"-1452"0,0-6 150 16,-2 1 59-16,2-2-17 0,2 2-372 0,2 4-260 0,6 6-8 15,-8-2-3-15,10 11-96 0,0 0 41 0,0 0-123 16,0 0-98-16,0 0-19 0,0 0-11 0,0 0-9 15,18 20 0-15,-9-7 0 0,8 11 0 0,7 2 0 16,-6 3 0-16,-1 0 0 0,16 19 0 0,-7-6 0 0,10-5 0 16,-12-5 0-16,10 10 0 0,13 20 0 0,-2-18 0 15,2 4 0-15,-15-14 0 0,12 9 0 0,4 7 0 16,2-1 0-16,-21-14 0 0,7 7-1 0,-7 6-12 16,3 13-11-16,-14-23-18 0,-4 14-70 0,2 1-75 15,-13 2-74-15,0-9 28 0,-3 33-201 0,-6-18-3 16,-3 2-73-16,-3-15 64 0,-5 11-163 0,-7 4-99 15,-3-14 18-15,10-16 266 0,-7 2-87 0,4-9 16 16,2-3 38-16,6-12 15 0,0-3 183 0,3-6-276 0</inkml:trace>
  <inkml:trace contextRef="#ctx0" brushRef="#br0" timeOffset="66754.38">20203 9032 21 0,'0'0'454'0,"0"0"-183"16,0 0 35-16,0 0-68 0,0 0 72 0,0 0-4 15,0 0-73-15,0 0-102 0,11-8 37 0,-4 8-7 16,-7 0 17-16,8-2 52 0,-2 2 28 0,-6 0 7 0,0 0 4 16,0 0 70-16,0 0-143 0,0-3 58 0,0-8-51 15,3 11-31-15,-3 0-54 0,0 0 36 0,0 0-61 16,0 0-25-16,0 0-32 0,0 0-7 0,-12 0-17 16,9 0-11-16,1 3-7 0,-10 8-2 0,0-3 4 15,0 5 3-15,6-2 1 0,-8 5 0 0,4-9 1 16,-5 17 4-16,7-11-4 0,-8 3-6 0,11-6-44 15,-7 1-72-15,-3 2-101 0,10-7-20 0,-12 8-359 16,1-5-57-16,8-5-133 0,-2 1 226 0,10-5-177 0,-14 2-644 16</inkml:trace>
  <inkml:trace contextRef="#ctx0" brushRef="#br0" timeOffset="66980.78">20064 9000 1195 0,'-2'-5'1858'0,"-8"-3"-1098"0,10 8-189 0,0 0-31 0,0 0-343 16,0 0-126-16,0 0-36 0,0 0 14 0,0 0 7 16,0 0 41-16,3 0 10 0,9 11 24 0,0-5-3 15,-4-2 38-15,4 5-20 0,12-2 128 0,-15 1-56 16,14 8-5-16,-8-5-64 0,-6-3 60 0,23 10-51 16,-14-5-53-16,0 3-39 0,-7-5-33 0,10 4-18 0,-9 2-12 15,-4-10-12-15,-4 7-27 0,4-4-166 0,-5 6-200 16,-3-5-216-16,4-9-48 0,-4-2-418 0,0 0-25 15,0 0-263-15,0 0-556 0</inkml:trace>
  <inkml:trace contextRef="#ctx0" brushRef="#br0" timeOffset="72357.5">30992 13075 67 0,'0'5'1163'0,"3"3"-555"0,0 1-162 0,-6-9 191 16,6 13 123-16,-6-13-331 0,3 0-198 0,3 5 79 0,3 3 51 16,-6-8 104-16,0 3-184 0,6 7 98 0,-9-13-22 15,8 11 38-15,-2 1-213 0,-3-9 12 0,0 0-31 16,4 7-21-16,-4-1 31 0,0-6-87 0,-4 7 11 15,-1 4-9-15,-5-3 4 0,0-3-47 0,-2-3-13 16,-10 7-24-16,8-4-8 0,-16-5 0 0,13 3 0 16,5-3 0-16,-15 0 0 0,22-3 0 0,-12 3 0 0,5-5 0 15,8 5 0-15,-7-9 0 0,2 5 0 0,3-7 0 16,2 0 0-16,-1 0 0 0,5-4 0 0,0 1 0 16,3-10 0-16,3 11 0 0,0 4 0 0,3-2 0 15,14-8 0-15,1 11 0 0,-12 2 0 0,10 6 0 16,0 0 0-16,7 0 0 0,-12 6 0 0,5 2 0 15,4-2 0-15,-3 7 0 0,-8-2 0 0,6 4 0 0,2 6 0 16,4 3 0-16,-15-9 0 0,2 9 0 0,4 6 0 16,-2 1 0-16,-8-9 0 0,1 9 0 0,-4 2 0 15,2 6 0-15,-4-12 0 0,-3 6 0 0,-3 4 0 16,-9 3 0-16,-9-5 0 0,6-6 0 0,-5 8 0 16,-19 2 0-16,10-10 0 0,2-7 0 0,-5 4 0 15,-7-2 0-15,5-8 0 0,10-8-3 0,-8-1-97 16,5-1-223-16,-6-8-471 0,10-2 33 0,2-3-443 15,1-4-9-15,-2-2-406 0</inkml:trace>
  <inkml:trace contextRef="#ctx0" brushRef="#br0" timeOffset="73224.19">30244 13117 804 0,'-7'-15'2790'0,"-1"-1"-1580"0,-4-6 107 16,-2 9-561-16,7 5-618 0,-10-5-91 0,-1 3 0 16,6 2-44-16,-8-1 0 0,14 9-2 0,-12-2-2 15,4 4 0-15,-1 2 9 0,6 3-6 0,-3-1 4 0,1 1 9 16,-1 6 13-16,5 1 0 0,-10 10 11 0,12-9-11 16,-5 7 4-16,5-7-12 0,5 7-13 0,0 4-38 15,0-4-10-15,0-6 12 0,3 4-13 0,2 4-10 16,2 0-1-16,-2 0 12 0,-2-11 30 0,-1-4 7 15,14 13 3-15,-10-13-7 0,-1 2-3 0,-1-11 8 16,11 4 2-16,-15-4-22 0,8-2 2 0,-2 0-9 0,-6-4 3 16,11-8 11-16,-7-4-16 0,1-3 17 0,-2 0 13 15,1-3 10-15,-1 3 13 0,-1-8 24 0,1-2 8 16,-3-2 10-16,0 12-10 0,-3-19 56 0,3 14-18 16,-2 2-1-16,-1 1 1 0,-1 17-15 0,-1-10 11 15,-5 3-28-15,5 8-22 0,-2-3-14 0,-3 3-1 16,0 5-17-16,-2 3 1 0,7 4 1 0,-4 4 5 15,-11 8 0-15,5-1-2 0,6-3 2 0,-6 9 5 16,0-2-8-16,-9 2-14 0,12-6 1 0,-2 8 0 0,-9-2-6 16,2 0-9-16,3-10 7 0,1 4 7 0,-4-3 4 15,-9 4 1-15,13-11 2 0,-4 2 6 0,-5-1 1 16,-1-4 8-16,3-2 18 0,7-3 3 0,-4 0 19 16,3-3-1-16,-2-5 9 0,16 6-27 0,-16-15 6 15,8 6-19-15,-2-11-19 0,4 5-6 0,0-4 0 16,3 0 0-16,-1-3 0 0,8 3 0 0,-4 11 0 15,1-10 0-15,1 7 0 0,2 6 0 0,0-9 0 0,0 16 0 16,-3-3 0-16,3-8 0 0,0 9 0 0,0 2 0 16,0 0 0-16,-3 8 0 0,-3 5 0 0,-4 9 0 15,5 1 0-15,-7-2 0 0,7-5 0 0,-10 14 0 16,0-7 0-16,-3-4 0 0,7-4 0 0,-8 1 0 16,-7 6 0-16,6-4 0 0,0-8 0 0,-7-1 0 0,-2 4 0 15,-1-6 0-15,12 2 0 0,-12-5 0 0,4-4 0 16,-6-2 0-16,14 0 0 0,-6-7 0 0,4 2 0 15,-4-9 0-15,12 3 0 0,-3-6 0 0,3 1 0 16,0-4 0-16,2-9 0 0,6 14 0 0,-4-1 0 16,5 8 0-16,-4-14 0 0,5 16 0 0,-1-5 0 15,3 0 0-15,0 13 0 0,-4-11 0 0,4 5 0 16,0 6 0-16,0 0 0 0,-17 11 0 0,9-3 0 0,-14 10 0 16,2 2 0-16,2-7 0 0,-14 13 0 15,0-10 0-15,2 5 0 0,6-5 0 0,-10 2 0 0,-5-2 0 16,7-8 0-16,1 5 0 0,11-7 0 0,-12 1 0 15,6-4 0-15,4 0 0 0,5-3 0 0,-7 0 0 16,13-3 0-16,-1 3 0 0,0-5 0 0,10 5 0 16,-5-13 0-16,4 10 0 0,3-3 0 0,0-7 0 0,12-7 0 15,3 7 0-15,0-1 0 0,11-2 0 0,13-5 0 16,2 0 0-16,-9 5 0 0,30-8 0 0,-12 6 0 16,6 1 0-16,0 2 0 0,-14 4 0 0,22-2 0 15,-16 5 0-15,-8 2-69 0,-10-1-114 0,3 1-330 16,-1-1-660-16,-26 3-23 0,14 0 286 0,-10-1-303 15,-5 1-1170-15</inkml:trace>
  <inkml:trace contextRef="#ctx0" brushRef="#br0" timeOffset="73430.64">29325 12617 3202 0,'3'-3'1760'0,"-3"3"-395"0,0 0-175 16,0 0-544-16,0 0-618 0,0 0-28 0,-3 0 0 15,-12 0 0-15,-3-2-4 0,10 0-63 0,-14 2-119 16,2-6-206-16,-1 3-310 0,4 3-73 0,-3 0-430 0,-7 0-151 16,-2 3-821-16</inkml:trace>
  <inkml:trace contextRef="#ctx0" brushRef="#br0" timeOffset="73626.12">27575 13390 240 0,'0'6'3642'0,"0"-6"-1921"0,-4 0-597 16,8 0-213-16,-4 0-974 0,2-9-111 0,4-2-244 15,0-2-130-15,2-5-246 0,2-1 67 0,4-4-343 16,-2-1 32-16,3-11-73 0,-6 17 367 0</inkml:trace>
  <inkml:trace contextRef="#ctx0" brushRef="#br0" timeOffset="73740.81">27668 13027 2332 0,'-5'-11'1502'16,"2"7"-297"-16,3 4-298 0,-12-9 152 0,9 7-354 16,-11-1-406-16,14 3-168 0,-10-2-89 0,1 2-33 15,1-2-9-15,-1 2 0 0,9 0 0 0,-3 0 0 16,-9 2 0-16,12-2-77 0,0 0-27 0,0 0-243 15,-3 0-266-15,-9 5-383 0,7-8-210 0,-2 1-4 0,-15-6-329 16</inkml:trace>
  <inkml:trace contextRef="#ctx0" brushRef="#br0" timeOffset="76690.02">15114 12445 87 0,'0'0'1169'0,"0"3"-150"15,0-3-174-15,0 0 245 0,0 0-479 0,0 0 18 16,0-3-162-16,7 1-80 0,-2-3-201 0,-5 5 42 16,0 0-20-16,0 0 14 0,0 0-95 0,-3-13 16 0,3 13-14 15,0 0 20-15,0 0-38 0,-6-4 4 0,0-1-25 16,6 5-18-16,0 0-1 0,0 0-45 0,0 0-16 16,-12 0-10-16,0 0 0 0,-5 5 0 0,-7-1 0 15,1 3 0-15,-3 1 0 0,-4 6 0 0,1-7 0 16,0 6 0-16,2-5 0 0,6 1 0 0,-9-2 0 15,6-1 0-15,2-1 0 0,7-3 0 0,3 1 0 0,0 0 0 16,-5 2 0-16,14-3 0 0,-6 2 0 0,3-4 0 16,-3 7 0-16,9-7 0 0,-9 13 0 0,6-2 0 15,0-6 0-15,3 14 0 0,0-6 0 0,0 5 0 16,0 12 0-16,3-7 0 0,-3-4 0 0,5 13-2 16,5 0-5-16,-4-8-8 0,0-4 3 0,6 9-6 15,-4 8-7-15,4-4 6 0,-6-7 7 0,2 11-1 0,4 8 7 16,-2 0 3-16,-8-11 1 0,1 9-9 15,0 4-14-15,1 14-10 0,-4-24 13 0,-4 14-9 16,-2 2 0-16,-6 4-6 0,-2 4 16 0,-1-23 13 0,-5 14-1 16,-4-1 1-16,-3 4 1 0,10-23 8 0,-7 6 2 15,4-5 5-15,-4 2 18 0,9-11 6 0,-2 2 9 16,2-5 2-16,3 3-1 0,0-5 0 0,3-1-6 0,6-10-14 16,0 8-13-16,1-3-6 0,-2 3 2 0,4-3-4 15,9 6 0-15,0-6 0 0,6 11-1 0,2-6 2 16,1 4-1-16,6 1-1 0,-10-2 1 0,16 14 1 15,-4-4 0-15,4 2 2 0,-13-9-1 0,10 20 3 16,-6-7 1-16,-1 5 0 0,-8-7-2 0,3 23 3 16,0-5-3-16,-3 1-1 0,-4-12-1 0,4 21 0 15,0 3-3-15,-3-11 0 0,-4-15 0 0,5 16 0 16,-2 10 0-16,-2-8 0 0,-3-12 0 0,4 14 0 0,-2 9 0 16,0 4 0-16,2-14 0 0,-4-14 0 0,6 27 0 15,-4-24 0-15,1-2 0 0,-2-13 0 0,4 9 0 16,1 3 0-16,0-9 0 0,-1-9 0 0,2 8 0 15,4-3 0-15,-6-6 0 0,2-10 0 0,4 19 0 16,-2-17 0-16,0 0 0 0,0-5 0 0,-1 4 0 16,1 3 0-16,-3-9 0 0,-3-3 0 0,3 3 0 0,3-1 0 15,-12-10 0-15,8 6 0 0,-4-4-25 0,-4-2-133 16,5-13-432-16,-5-3-279 0,-2-8-16 0,2-13-632 16,0-2 303-16,0-3-1168 0</inkml:trace>
  <inkml:trace contextRef="#ctx0" brushRef="#br0" timeOffset="78622.77">16045 12634 305 0,'0'-11'1296'15,"-3"0"-657"-15,3-11 54 0,0 15-160 0,3-12 173 16,-3 1-268-16,3 5 11 0,-3 4-128 0,2-4 67 15,5 0 65-15,-4 6-92 0,-3-2-125 0,0 7 52 16,0-6-80-16,3 3-54 0,-3 5-63 0,0 0-38 16,-3 0-45-16,6 0 7 0,-3 0-3 0,-3 0-4 0,6 5-1 15,3 10 6-15,0 2 14 0,0 1-5 0,0 6-10 16,-6 0-5-16,2 5-3 0,1-11 0 0,1 14 3 16,-4 8-3-16,3-5-3 0,-3-7-2 0,2 4 0 15,-2 0-4-15,3 8-1 0,4-22 2 0,-2 8 0 16,-2 0 5-16,-1-4 0 0,5 0-2 0,-4-2 2 15,-1-3-1-15,2-2-3 0,-4-10-5 0,3 6-2 16,0-11 5-16,-3 0 3 0,-3 0 6 0,3 0 1 0,3 0 6 16,-6-16 9-16,3-3-12 0,-3 14 0 0,-3-26 1 15,0 4-7-15,0-2-1 0,3 11 0 0,0-11-3 16,-6-3 3-16,6 0-1 0,1-2-1 0,-5-1 3 16,7 1-2-16,-3-1 2 0,1 1-1 0,2-6 0 15,-3 9 1-15,3-2 3 0,0 7 4 0,0-3 6 16,0-10 5-16,0 15-3 0,3 6-2 0,-3-6 3 15,2 4-5-15,8 0-9 0,-8 12 1 0,8-6 12 16,-5 6-9-16,0 1-3 0,17 1 7 0,-13 3-4 0,2 3 3 16,15 0-5-16,-2 0-15 0,-4 6 12 0,4-1-1 15,3 4-1-15,0-5 0 0,-10 2 6 0,19 8 4 16,-7-1-1-16,-2-4-1 0,-10 0-4 0,10 6-6 16,0-1-6-16,-7-1-16 0,-15-7 3 0,10 1-11 0,-3 6-14 15,-6 0 6-15,-3 7-9 0,-6-16 9 0,-11 23-9 16,-8-6-13-16,0-3-4 0,3-1 27 0,-13 1 8 15,-12 6 10-15,5-3 13 0,13-5 8 0,-12 8 8 16,-7-3 29-16,13-2-20 0,12-9-4 0,-7 9 7 16,3-4 5-16,7-1-2 0,10-8-7 0,-3 9 10 15,3-8 5-15,2 10 16 0,7-7-11 0,-2-2 26 0,12 8 7 16,6-3 5-16,-1-2-11 0,-2-3-25 0,9-1-2 16,0 7-12-16,10-4-17 0,-10-4-7 0,6 2-1 15,2 2 0-15,-3-5 0 0,-5 1 0 0,3-1 0 16,-10-3 0-16,-8 2-4 0,11 3-38 0,-8-4-90 15,0 0-209-15,-2 2-189 0,-10-5-60 0,0 0-655 16,0-8-112-16,-4-2 100 0,-4 2-847 0</inkml:trace>
  <inkml:trace contextRef="#ctx0" brushRef="#br0" timeOffset="79453.53">15894 12133 1148 0,'10'0'936'0,"-1"-2"-499"0,-9 2 148 16,0 0-102-16,0 0-266 0,0 0-103 0,0 0 6 15,0 0-30-15,0 0-3 0,0 0-21 0,0 0 17 16,0 0 19-16,-4 0-48 0,-11 0-25 0,15 2 8 16,-14 1 0-16,-1-1 31 0,7-2-11 0,-13 4 24 15,9-2 32-15,-18 0 25 0,16-2-23 0,-16 3 97 0,8-3-49 16,-2 0 6-16,2 0 30 0,2 2-7 0,8 2 33 16,-17-4 6-16,20 0 25 0,-2 0-50 0,-1 0 115 15,0 2-95-15,-3-2-41 0,13 0-82 0,-8 0 27 16,5 0-75-16,5 0-27 0,0 0-14 0,-9 0 0 15,-1 0 5-15,10 0-10 0,0 0-2 0,0 0-2 16,0 0-2-16,0 0-10 0,0 0 1 0,10 7-4 16,-8-3 3-16,5 6 0 0,-2-2 4 0,-5 0 3 0,6 6 10 15,0-1 7-15,-3-2-7 0,2 2-4 0,2-4 1 16,-2 11-4-16,2 6 2 0,-4-8-6 0,-1 1-2 16,-2 2 0-16,7 11 1 0,-4-14 1 0,-1 8 1 15,4-2 0-15,-2 0-1 0,-2 3 2 0,-2 5 0 16,3-3-1-16,-6 2 1 0,3-1 1 0,-2 6 0 15,-5-3 0-15,7-2 0 0,-3 1-1 0,-2-1 1 0,1-2-2 16,1 6 0-16,1 0 0 0,-1-11 0 0,0 2 0 16,-1-2 0-16,2 3 0 0,2-1 1 0,-3-6-2 15,3 2 0-15,0-4 0 0,0-5 0 0,0 0 0 16,0 7 0-16,-3-5 1 0,3-10 0 0,3 17 2 16,-6-12-1-16,6-1 0 0,-3 0 0 0,3-5-1 15,-3-2 1-15,2 12-1 0,-2-14 0 0,10 4 0 0,-8-1 0 16,16-3 0-16,-9 0 0 0,6 0 0 0,-1 0 0 15,4-3 0-15,3 3 0 0,-9 0 0 0,-1 0 0 16,13 0 0-16,-7 0 0 0,2 0 0 0,-11 0 0 16,21 0 0-16,-5 0 0 0,-19 0 0 0,29 0 0 15,-14 0 0-15,-6 3 0 0,1-3 0 0,6 0-21 16,-9 0-76-16,6 3-93 0,-1-6-170 0,-10 3-241 0,10-3-343 16,-9-1-247-16,-1-2 14 0,1-2 78 0,-2-2-943 15</inkml:trace>
  <inkml:trace contextRef="#ctx0" brushRef="#br0" timeOffset="80437.92">17118 12136 132 0,'0'0'595'0,"0"0"-315"0,0 0 148 15,12 0 151-15,-12-3-143 0,0 3-150 0,0 3 38 16,5-8-17-16,4-1 2 0,-9 3-90 0,6-7 28 16,-6 7 12-16,9-10 18 0,-9 13-77 0,5-7 88 15,-1 3-68-15,-4 4-19 0,0 0-52 0,8-7 39 16,-5 7-2-16,-3-4-46 0,0 4-49 0,0-2 11 16,4-5-1-16,-4 7 32 0,-4-9-49 0,1 5-37 0,3 0-21 15,-14-6 3-15,6 2-11 0,1 6-28 0,-8-7-20 16,3 7-5-16,-2-1 29 0,-16-3 15 0,4 6-16 15,3 0-7-15,-4 0 2 0,-2 6 17 0,-4-3 2 16,6 2-22-16,4-2 6 0,2 2 12 0,-11 0 14 16,20 1-9-16,-12-1-20 0,19-5 14 0,-10 6 20 15,3-4 14-15,9-2 4 0,3 0-15 0,0 0 5 0,0 0 13 16,0 0-23-16,-2 0-9 0,2 0-21 0,8-2-14 16,4-4 16-16,14-2-5 0,-11 2 11 0,9 2-4 15,-1-2-1-15,3 1-16 0,-4 2-5 0,-2-3-19 16,4 4-10-16,0-3-57 0,-10 3 44 0,-6-2-18 15,14 2 1-15,-10-1 17 0,-7 3 14 0,-5 0-5 16,9-2 33-16,-6 2 2 0,-3 0 9 0,0 0 3 16,0 0 2-16,0 0 9 0,0 0 6 0,3 11 1 0,-3-6 4 15,0 5 1-15,0-5-1 0,0 6-4 0,2-3 2 16,1 0-3-16,1 7-3 0,-1-4-1 0,-1 2 1 16,5 6 0-16,1-8 0 0,1 10-1 0,3 5 0 15,-4-2 3-15,4 0 2 0,0-6 0 0,3 19 1 16,-10-4-1-16,10-2 1 0,-6-10-1 0,3 11-1 15,0 5-2-15,-4 0-1 0,2-8 1 0,-5-3 0 16,-1 7 0-16,1-2-1 0,-2 11 1 0,0-15-1 0,1 7 1 16,-4-8 0-16,0 7-2 0,0-4-2 0,0-3 1 15,-4-2 4-15,4 0-2 0,0-8 1 0,-3 5 1 16,3 0 2-16,-3-11 3 0,1 6-5 0,-1-5-2 16,-4 4-5-16,-1-1-2 0,4-8 2 0,-4 4-2 15,-4-2-2-15,3-2 1 0,-3-2 5 0,-8 1 6 16,-7-5 0-16,7 4 2 0,-4-2 1 0,0 1 5 0,-8-3 14 15,-4 0 20-15,16 0 36 0,0 2 14 0,-13-2 96 16,6 2-1-16,7 2 15 0,8-4-48 0,-5 2 31 16,-4 1-11-16,6-1-86 0,0-2-36 0,13 0-20 15,-8 0-45-15,5 3-124 0,5-3-73 0,0 0-172 16,0 0-258-16,0 0-338 0,0-3 122 0,12-10-551 16,3 2 30-16</inkml:trace>
  <inkml:trace contextRef="#ctx0" brushRef="#br0" timeOffset="81237.78">18063 12728 157 0,'-2'0'318'0,"4"0"-44"0,-2 0-57 0,0 0 88 15,10-8 118-15,-8 8-103 0,-2 0-35 0,12-2-114 16,-6 2 42-16,6-3 50 0,3 3-70 0,-13-2-89 0,10 2 45 16,-9-3 30-16,12 0 25 0,-15 3-57 0,0 0 50 15,14-3 15-15,-10 3 102 0,-4 0-132 0,0 0 42 16,0 0 19-16,0 0 35 0,0 0-57 0,0 0 15 15,0 0 6-15,0 0 13 0,0 0-40 0,0 0-55 16,0 0-25-16,0 0-16 0,-4 0-22 0,-10-2-70 16,6 2 7-16,-2-2 4 0,-10 2-6 0,5 0 0 0,-15 0 19 15,10 0 26-15,-7 0 30 0,12 2-32 0,-14-2 56 16,5 0-26-16,16 0-13 0,-13-2-38 0,6 2 5 16,0 0-44-16,3-3-5 0,12 3-10 0,0 0 0 15,-2 0 0-15,-10-6-10 0,12 6-29 0,0 0-89 16,0 0-260-16,0 0-186 0,0 0-57 0,14-7-438 15,-14 7-129-15,0 0 45 0,15-4-819 0</inkml:trace>
  <inkml:trace contextRef="#ctx0" brushRef="#br0" timeOffset="81507.05">18196 12930 331 0,'4'-4'713'16,"10"4"-231"-16,-14-2 46 0,8 2-92 0,-5 0 290 16,-3-2-280-16,12-3-86 0,-8 5-89 0,-4 0 86 15,0 0 80-15,0 0-84 0,0 0-95 0,0 0 60 16,0 0 34-16,-12 2-110 0,8-2-81 0,-11 5 48 16,5-3-63-16,-24 4 34 0,12-3-15 0,3 2-33 0,-7-2 26 15,-7 2 5-15,4-3-58 0,9-2-32 0,-4 4-15 16,4-2-29-16,5-2-27 0,-6 0-2 0,9-2 0 15,0-2-1-15,-3 4-76 0,15 0-63 0,-8-7-338 16,4 7-221-16,4 0-313 0,0 0 102 0,-5-13-603 16,5 13-539-16</inkml:trace>
  <inkml:trace contextRef="#ctx0" brushRef="#br0" timeOffset="84919.93">19555 11588 830 0,'0'3'687'0,"3"-6"-243"0,9 3 191 16,-12 0 58-16,0 0-137 0,0 0-285 0,-4-2 40 15,8 4-48-15,-4-2-23 0,0 0 30 0,0 0-101 16,0 0 32-16,-4 0-9 0,-4 5-23 0,8-5-22 16,-3 0-37-16,6 0-13 0,-13 0-28 0,-2-2-28 0,-14 2 12 15,-4-3-30-15,1 3-5 0,2 0 22 0,-10 3 63 16,-17-3 69-16,13 2 32 0,14 1-33 0,-14 0 57 15,-3 0 22-15,3-1-51 0,11-2-93 0,-2 0 9 16,6 0-67-16,-10-2-20 0,18 2-8 0,13 0-9 16,-16 0-4-16,9-3-7 0,9 3 0 0,-2 0 0 15,-5-3 0-15,10 6 0 0,0-3 0 0,0-3 0 0,0 6 0 16,0-3 0-16,0-3 0 0,0 6 0 0,0-3 0 16,0-3 0-16,0 6 0 0,0-3 0 0,0-3 0 15,0 6 0-15,0-3 0 0,0 0 0 0,0 0 0 16,0 0 0-16,0 0 0 0,-5 7 0 0,5-1 0 15,3 4 0-15,-3-2 0 0,5 1 0 0,-1 2 0 16,-1 2 0-16,-1-4 0 0,1 2 0 0,0 2 0 16,1 9 0-16,1 2 0 0,-5-8 0 0,3-1 0 15,6 4 0-15,-6 8 0 0,3 2 0 0,-3-11 0 0,2 3 0 16,-2 6 0-16,4 4 0 0,-2-12 0 0,-2 7 0 16,1-2 0-16,-2 5 0 0,1-5 0 0,0 0 0 15,-3 3 0-15,6 1 0 0,-3 1 0 0,0-10 0 16,-1 2 0-16,5 3 0 0,-4 0 0 0,-1-6 0 15,-2 3 0-15,3 1 0 0,1-2 0 0,-1 2 0 16,-1-17 0-16,-2 16 0 0,3-10 0 0,0 0 0 0,3 0 0 16,-3-2 0-16,-3-3 0 0,0-6 0 0,3 16 0 15,-3-16 0-15,0 0 0 0,0 2 0 0,2 9 0 16,-2-11 0-16,0 0 0 0,0 0 0 0,0 0 0 16,0 0 0-16,12 0 0 0,-2 0 0 0,2 0 0 15,5-5 0-15,3 2 0 0,1 0 0 0,-6 1 0 16,12-3 0-16,-1-1 0 0,-6 4 0 0,-2-1 0 0,3-3 0 15,6 6 0-15,-7 0 0 0,-6 0 0 0,10-2 0 16,3 0 0-16,-4-1 0 0,-5 3 0 0,3-2-13 16,3-2-39-16,0 2-126 0,-14 2-14 0,2 0-199 15,6-3-204-15,-4-1-294 0,-2 0-559 0,0 2 604 16,0-9-316-16,-6 8-1137 0</inkml:trace>
  <inkml:trace contextRef="#ctx0" brushRef="#br0" timeOffset="87773.3">20067 11762 778 0,'0'0'406'0,"0"0"121"16,0 0-10-16,0 0-12 0,5-7-161 0,-5 7 48 16,4-6-279-16,-1-5-73 0,-3 11-2 0,0-2 48 15,5-11 38-15,-5 13 64 0,0 0-61 0,12-11 61 16,-9 11 39-16,-3-2 31 0,7-6-9 0,-5 8-23 15,-2-3-3-15,3-10 7 0,0 13 56 0,-3-8-103 16,0 0 73-16,-3 3-62 0,3-3-13 0,0 8-49 0,-3-3 16 16,1-7-56-16,2 10-23 0,-4-5-16 15,1-4 39-15,3 9-7 0,-3-8 21 0,-2 3-28 0,5 5 31 16,0 0-4-16,0 0-18 0,0 0-44 0,0 0 20 16,0 0-30-16,0 0-23 0,0 0-10 0,0 0 0 15,0 0 0-15,0 0 0 0,0 0 0 0,0 0 0 16,0 0 0-16,-4 16 0 0,1-5 0 0,3-9 0 0,0 20 0 15,0-12 0-15,-2 19 0 0,-1-16 0 0,-4 9 0 16,5 2 0-16,-1 5 0 0,-2 0 0 0,-2-1 0 16,2 5 0-16,-2-2 0 0,4-7 0 0,-2 11 0 15,1-6 0-15,1-3 0 0,6 3 0 0,1-3 0 16,-1 1 0-16,2-1 0 0,2-2 0 0,-2-8 0 16,2 5 0-16,1-10 0 0,-6 0 0 0,10 2 0 15,3 0 0-15,-8-6 0 0,13 10 0 0,-18-14 0 16,25 12 0-16,-15-10 0 0,15 6 0 0,-15-5 0 0,8-1 0 15,-5-3-8-15,9 2-15 0,-19-4 1 0,19 0-26 16,-12 0-11-16,8-4-33 0,-13 4 32 0,10-5-23 16,0-3 3-16,-2 3-40 0,-3-3 7 0,5 3 29 15,-7-1-20-15,7-4 6 0,4 4-6 0,-15 4 52 16,8-7 7-16,-4 0 32 0,-2-2 17 0,1 5 7 16,-4-10 6-16,-1 9-1 0,4-10-2 0,-5-3-3 0,6-2-16 15,1 1-20-15,-8 0-19 0,4-3 4 0,0-2-16 16,0 0 5-16,6 2 6 0,-7 6 23 0,7-17 2 15,3 6 11-15,-6-1 0 0,0 4 7 0,-1 2 2 16,-1-10 1-16,-2 5 5 0,1 8 7 0,-2 5 8 16,-2-8 36-16,1 2 28 0,0 15 12 0,-3-4-13 15,0-2 45-15,0 0 8 0,-3 0-5 0,3 9-49 0,-5-11-2 16,-2 4 12-16,7 6-14 0,-5-3-21 0,5 8 12 16,-10-16-4-16,10 16-15 0,0 0-16 0,0 0 5 15,-5-5-14-15,-2-1-14 0,7 6-5 0,0 0-7 16,0 0 0-16,0 0 0 0,0 0 0 0,0 0 0 15,-2 11 0-15,2-5 0 0,0 10 0 0,0-12 0 16,0 16 0-16,2-7 0 0,-2 16 0 0,4-14 0 16,-4 7 0-16,3-4 0 0,0 17 0 0,-3-17 0 15,2 6 0-15,-2 4 0 0,7-4 0 0,-4 6 0 0,2-1 0 16,-2-2 0-16,1-1 0 0,-2-4 0 0,1 9 0 16,-3-10 0-16,0 2 0 0,3 1 0 0,-3 0 0 15,0-2 0-15,0-4 0 0,0 6 0 0,0-9 0 16,0-1 0-16,0 7 0 0,0-10 0 0,4 2 0 15,-4-6-2-15,2-1-62 0,-2-6-133 0,0 8-88 0,3 0-389 16,-3-8-237-16,0-2-204 0,9-7 207 0,-6 2-243 16,2-4-616-16</inkml:trace>
  <inkml:trace contextRef="#ctx0" brushRef="#br0" timeOffset="88803.56">21086 11353 543 0,'0'-3'390'16,"12"3"32"-16,-12 0 18 0,0 0 69 0,0 0-165 15,0 0-69-15,10-5-97 0,-5 2-55 0,-5 3-36 0,12-8 94 16,-9 8-7-16,-3 0 20 0,5-2-45 0,4-1 63 16,-9 3 52-16,0 0-66 0,0 0-84 0,0 0 8 15,0 0-27-15,0 0-19 0,-9 3-16 0,1-1-35 16,-4-2-4-16,3 2-10 0,-6 2-8 0,0-4 0 16,-2 2 23-16,-10 3 15 0,19-5 34 0,-10 6 4 15,6-3 65-15,-6 1 81 0,4-4-26 0,8 3-40 0,-15 3 44 16,9-6-29-16,9 0 6 0,-5 0-95 0,-1 0 8 15,9 2-5-15,0-2-25 0,0 0-18 0,0 0 35 16,0 0-33-16,0-2-1 0,-15 4-10 0,15-2-16 16,0 0-5-16,0 0-5 0,0 0-10 0,0 0 4 15,3 0-1-15,9 0-2 0,-12-2 5 0,15 2-1 16,-6 0 0-16,-1-3 6 0,11 0 0 0,-17 3-6 16,13 0-4-16,-3-3 0 0,-1 3 1 0,1 0-5 0,0-2-12 15,-10 2 18-15,8-2 9 0,-1 2-1 0,-9 0 7 16,8-3-10-16,-1 3 4 0,-7 0 3 0,0 0-17 15,0 0-10-15,0 0 0 0,0 0-1 0,0 0 4 16,8 7-1-16,-2-4-6 0,0 8 8 0,-4-9 6 16,5 11 4-16,-2-4 4 0,-2 1 1 0,6 6 3 15,1-8 0-15,0 10-5 0,0-4 3 0,-5-1-7 0,7 11 2 16,0-6 0-16,-3 6 1 0,-6-5-1 0,6 7 3 16,-1 6-3-16,2-8-3 0,-8-3-11 0,4 6-13 15,6-1 12-15,-3 11-7 0,-4-10-4 0,2-7 7 16,1 12 4-16,-1 0 22 0,5 5 12 0,-10-13-22 15,4 5 12-15,6-3 6 0,-6 4 0 0,2-10-10 16,2 7-3-16,-2-1-5 0,1-7 0 0,-4-8-11 0,2 2-17 16,5 5-8-16,-7-7-8 0,-2-6 11 15,-3-3-14-15,9 15 5 0,-9-6 23 0,0-9-2 0,-2 12 12 16,-8-7 8-16,2-1 3 0,-8 1 1 0,8-1-1 16,-16 1 3-16,4-1 3 0,-1-3-1 0,6-1 12 15,-5-2 12-15,-9 2 12 0,8 4 7 0,3-6-5 16,-6 3 26-16,-2-1 16 0,11-2-14 0,0 0-21 0,-11 3 22 15,8-3 8-15,-2 0 10 0,14 0-44 16,-14 3 12-16,10-6-10 0,-2 3-7 0,16 0-17 0,-13-3-15 16,4 3-7-16,5 0-3 0,0 0-3 0,0 0-99 15,0 0-216-15,0 0-140 0,-7-13-306 0,7 11-10 16,0 4-372-16,0-13-343 0,0 9 435 0,0 2 213 16</inkml:trace>
  <inkml:trace contextRef="#ctx0" brushRef="#br0" timeOffset="91551.2">21720 12800 98 0,'0'0'717'16,"0"0"-214"-16,0-3 33 0,0 6 32 0,0-3-25 15,0-3-119-15,0 6-133 0,0-3-95 0,0 0-108 16,0 0-10-16,-9-6-45 0,1 2-18 0,-2 4-6 0,2-3 7 16,-8 3 23-16,-1 0 10 0,12 0 16 0,-25 3 36 15,6-3 34-15,0 0 29 0,4 0 3 0,3 0-39 16,-10 2 46-16,-12-2 20 0,7 2-32 0,6-2-51 15,-10 0 45-15,1 6-1 0,-9-3 42 0,15-3-74 16,-7 2 33-16,-3 1 4 0,-5-1 22 0,15 2-87 16,-9-4 12-16,2 2-19 0,-2 0-13 0,8-2-28 0,-2 3-9 15,6-6 2-15,-1 6-9 0,0-3-4 16,1 0-7-16,-4 2-4 0,10-2-1 0,3 4-4 0,-10-4 2 16,6 0-3-16,-2 0 4 0,2 0 2 0,1 2-4 15,-4-4 10-15,4 4 6 0,-2-2-1 0,5 0-6 16,-10 3 7-16,6-3-7 0,-2 0 1 0,9 0-13 15,-10 2-1-15,12-2-1 0,-18 0 8 0,16 0-3 16,2 0 3-16,-3 0 4 0,-14 0-5 0,14-2-1 16,7 2 9-16,-16-3 12 0,0 1 16 0,4-2-7 0,-1 4 14 15,1-2 2-15,-7 2 8 0,3-3-25 0,19 3-22 16,-17 0-13-16,7-2-7 0,1 0-4 0,-1-2-1 16,3 4-2-16,-5-2 5 0,-3 2 0 0,10 0-1 15,-10 0 1-15,-1 0 4 0,6 0 1 0,1 0 0 16,-4-3 1-16,9 3 0 0,-6-2-1 0,3 2-4 15,0 2-4-15,-2-2 0 0,-4 0 0 0,10 0 1 16,-10 0-1-16,-5-2 5 0,2 2 2 0,3 0 2 0,12 0-2 16,-14 0-1-16,8-3 0 0,-3 3 1 0,-2 0-2 15,5 3-2-15,-3-3 0 0,-9 0 1 0,9 0-2 16,-7 2 2-16,0-2-1 0,2 0 0 0,14 0 1 16,-21 0-1-16,12 3 1 0,-5-3 1 0,18 0-1 15,-20 0 1-15,8 2 2 0,1-2-1 0,-4 0 0 0,2 4 2 16,3-4-1-16,-2 2 0 0,2-2 0 0,-3 0 0 15,-2 2-1-15,-7-4-1 0,6 4-2 0,13-2 0 16,-16 3-6-16,-9-3-2 0,22 2 0 0,-4 2 7 16,-6-4-9-16,3 2-7 0,-2-2 3 0,11 0 11 15,-12 3 1-15,3-6-5 0,10 6 1 0,-7-3 10 16,6-3 7-16,-3 3 9 0,4 0-11 0,-5 0-3 16,10 0 9-16,0 0-2 0,0 0 3 0,-12 0-11 0,10 0-2 15,2 0 5-15,0 0 3 0,-10 0-8 0,5 0 2 16,5 0 3-16,0 0 1 0,0 0-4 0,0 0-4 15,0 0-1-15,-9 0 1 0,3 3-2 0,4-3-2 16,4 0-1-16,-4-3 4 0,4 6 2 0,-2-3-1 16,-2-3-1-16,-1 3-23 0,-6-2-31 0,9 2-32 15,0 0-53-15,0 0-159 0,0 0-185 0,0 0 30 0,5-6-630 16,2 3-4-16,-5 3-9 0,4-10 316 0,-2 10-753 16</inkml:trace>
  <inkml:trace contextRef="#ctx0" brushRef="#br0" timeOffset="93502.98">19872 13196 138 0,'0'0'637'0,"0"0"-324"15,0 0 215-15,0 0 30 0,0 0-74 0,0 0-175 16,0 0 21-16,0 0-52 0,0 0 19 0,0 0-146 16,0 0 58-16,0 0-3 0,0 0-33 0,0 0-64 15,0 0 38-15,-5-2-74 0,-4-3-17 0,-1 5-36 16,0 0-16-16,-5 0 1 0,-4 3 2 0,17-3-5 16,-18 2 2-16,8 0 15 0,2-2 29 0,-10 4 9 0,6-2 36 15,-1-2 15-15,-6 0 24 0,6 3 14 0,3-3-48 16,-11 0 60-16,9 0-25 0,2 0-25 0,-3 0-23 15,6 0 22-15,-6 0 35 0,10-3-21 0,-7-3-41 16,12 6 17-16,0 0 14 0,-7 0-14 0,2-2-44 16,2 2 0-16,6 0 2 0,-6 0 3 0,3 0-26 15,-3 0 5-15,-6 0-9 0,9 0 23 0,0 0-12 0,0 0-27 16,-3-2-13-16,6 4 0 0,-3-2 0 0,-3-2-16 16,6 4-26-16,-3-2 7 0,-3-2 14 0,6 4 1 15,-3-2-5-15,-3-2 4 0,6 4 7 0,-3-2 8 16,-3-2 1-16,6 4 18 0,-3-2 4 0,0 0-5 15,0 0 19-15,0 0 23 0,-3-2-3 0,3 2-17 16,3 2 7-16,-6 4 1 0,1 1 8 0,-2-4-32 0,1 7-9 16,3-10 0-16,-5 16 0 0,1-5 2 15,4-5-1-15,-3 9 3 0,0 1 8 0,6-3-2 0,-3 3-5 16,0-3-1-16,0 0-4 0,0 11-2 0,0-11-3 16,0 1-3-16,-3 12-1 0,3-13-3 0,0 6 2 15,0-1-1-15,0-7 0 0,0 5-1 0,0 3 2 16,3-6-1-16,-3-2 1 0,0 12 6 0,3-10-6 15,-3 11-1-15,4-2 10 0,-4 4-2 0,2-10 0 0,-4 12 2 16,4-4-4-16,-4-4 12 0,2 0-9 0,0-7-7 16,0 6 1-16,0-5 0 0,0 4-1 0,0-8-2 15,0 6-3-15,0 1 1 0,0-4 7 0,0-11-2 16,2 14-15-16,-2-3 11 0,3-4 7 0,-3 0-1 16,0 0 4-16,0-1-4 0,0-8 5 0,0 5 5 15,0 3-4-15,0-8-5 0,0 0-1 0,3 11 0 16,-3-9-2-16,0 9-3 0,0-6 2 0,0 3-2 0,0 0 3 15,0-8 3-15,0 15 1 0,0-15 3 0,0 0-1 16,0 13 2-16,0-13-7 0,4 4-7 0,4 3 1 16,-8-7 5-16,12 6 3 0,-10-6 1 0,5 3-1 15,1-1 9-15,7-2 1 0,-3 2 2 0,-10-2-4 16,20 0-1-16,-2-2 2 0,4-3 0 0,-7-1-4 16,7 4 4-16,3-3-7 0,2-3-5 0,6 3-3 0,-14-1 0 15,8-1 3-15,3 1-8 0,-2 1-14 0,-6-4 2 16,-4 5-69-16,-2-2-87 0,-10 6-128 0,11-3-82 15,-8-2-107-15,-2 5-162 0,3-6-192 0,-7 6 129 16,7-2-379-16,0-3 157 0,-2-1-738 0</inkml:trace>
  <inkml:trace contextRef="#ctx0" brushRef="#br0" timeOffset="94133.29">20813 13316 47 0,'5'3'855'0,"2"-6"-254"0,1 3 5 0,-8 0-66 16,7-3 125-16,1 3-222 0,-8 0-92 0,0 0-125 0,6-13-54 15,-3 13 31-15,-3 0 19 0,0 0 50 0,0 0 11 16,0 0 68-16,5-14-40 0,-5 12-18 0,0 2-105 15,0 0 110-15,0 0-125 0,0 0-52 0,-2-5-43 16,-1-1 11-16,-6 1-12 0,-6-1-19 0,0 4-22 16,-12 0 20-16,-2-1-22 0,2 3 15 0,10 0-20 0,-10 0 29 15,-5 3 30-15,3-1-16 0,-4-2-1 16,15 0-19-16,-16 2 17 0,0-2-31 0,9 0-25 0,6 0-10 16,-1 0-3-16,8 4 0 0,-5-4 0 0,8-4 0 15,1 2 0-15,1 2 0 0,-2 0 0 0,9 0 0 16,0 0 0-16,0 0-15 0,0-2-111 0,4-9-58 15,-4 11-227-15,8-5-101 0,4-1-375 0,-3 6 201 16,-1-2-404-16,1 2-10 0,6 0 163 0,-6 0-337 16</inkml:trace>
  <inkml:trace contextRef="#ctx0" brushRef="#br0" timeOffset="94508.29">20623 13390 633 0,'7'0'561'0,"-7"0"-158"16,8-5 298-16,-1 5-142 0,-7 0-94 0,0 0-211 15,2 0 31-15,8-9-58 0,-10 9-59 0,0 0-41 16,0 0 63-16,0 0 63 0,0 0-33 0,0 0-58 16,0 0 57-16,0 0-11 0,0 0 27 0,0 0-109 15,0 0 40-15,0 0-48 0,0 0-31 0,0 0-14 0,0 0-44 16,0 0 6-16,0 0-13 0,0 0-7 0,0 6-6 15,2 2 8-15,1-8 17 0,4 13 1 0,-5 0-2 16,1-7 6-16,2 10 5 0,2-3-5 0,-4-8-11 16,6 25-1-16,-6-15 4 0,2 3 8 0,-5-5-13 15,7 14 13-15,-7-3-7 0,2-3-2 0,1-5-13 16,0 8 1-16,-3 2-5 0,2 1-2 0,-2-14-2 16,0 9 0-16,4 2 4 0,-4-15-4 0,0 13-3 0,0-11-5 15,0 2 0-15,0 5-2 0,-4-7 0 0,4-9-1 16,0 11-22-16,0-9-15 0,0 9-28 0,0-13-6 15,-2 7-61-15,2-1-146 0,0-6-131 0,0 0 57 16,0 0-265-16,0 0-87 0,0 0-148 0,0 0-52 16,0 0 121-16,0 0-388 0</inkml:trace>
  <inkml:trace contextRef="#ctx0" brushRef="#br0" timeOffset="94847.38">20948 13850 702 0,'4'3'640'0,"4"3"-207"15,-8-6 365-15,0 0-145 0,0 0-111 0,0 0-215 16,0 0 90-16,-6 5-115 0,-3-1-83 0,9-4-88 0,-5 0 9 15,-7 0 53-15,5-2-11 0,-10 2-8 0,9 0-50 16,-7 2 74-16,-18-2 34 0,12 0-17 0,0 4-69 16,-2-2 37-16,-15 3 90 0,8-2-44 0,6 0-75 15,-2 2 24-15,-6-3 2 0,0 1-47 0,10-3-75 16,0 3-27-16,0 0-27 0,-2-1-4 0,22-2 0 16,-18 0 0-16,20 0 0 0,-15 0 0 0,12 0-4 15,3 0-57-15,-9-8-160 0,6 8-207 0,3-13-369 16,0 8 127-16,8-8-495 0,-4 4-39 0,2 2-11 0,-1-6-683 15</inkml:trace>
  <inkml:trace contextRef="#ctx0" brushRef="#br0" timeOffset="95768.93">21401 13073 910 0,'4'0'751'0,"-4"0"-274"16,8-6 207-16,-1 1 7 0,-7 3-70 0,8-7-132 16,-8 9-113-16,0-2-65 0,4-9-29 0,-4 11-83 15,-4-5 86-15,4-3-109 0,0 5-37 0,0 3-53 16,-15-8 18-16,3 1 11 0,7 7-56 0,-7-4-24 16,-3 4 0-16,-14-2 1 0,2 2 0 0,10 0-22 15,-7 0-3-15,4 0 9 0,-10 0 36 0,9 0-8 0,18 0-12 16,-14 0 9-16,-4 0 2 0,10 2-9 0,2-2-24 15,-3 0-10-15,9 0-4 0,3 0 6 0,-12 0-3 16,9 0 2-16,3 0-1 0,0 0-3 0,0 0 1 16,0 0-4-16,0 0 1 0,0 0-2 0,3 0 3 15,9 9-1-15,-12-7 8 0,8-7 1 0,4 3 3 16,7-2 1-16,-5 4-9 0,6 0-28 0,2 4-47 16,-5-4-4-16,10 5-71 0,-7-5 11 0,-3 2-4 0,2 0 42 15,-2-2-13-15,10 6 29 0,-22-6 46 0,12 5 23 16,-7-2 5-16,4 5 4 0,-4 3 5 0,-5-9 5 15,4 7 1-15,-6-2-2 0,0 1-2 0,-3 1-1 16,2 0 1-16,-2 0-3 0,-2 4 1 0,2-8-1 16,0 5-3-16,0 10-1 0,2-7 1 0,2-6 1 0,-1 17 1 15,2-5 7-15,-2 4 3 0,4 3 2 16,-5-9-5-16,4 4 1 0,3 9-2 0,0-2-3 0,-1-1-7 16,2 4-1-16,-1-5-2 0,-1 7 2 0,-5-7 1 15,9 11-4-15,-3-10 0 0,-3 2-1 0,3-10-1 16,0 12-3-16,6 0-3 0,0-4 2 0,-10-11 6 15,7 8-2-15,-3-1 3 0,-3 4 5 0,-1-11 1 16,-1 2 1-16,-1-4 0 0,-3 5 1 0,0-10 1 16,-3 8 2-16,-4-1 1 0,2-9 4 0,-14 15 1 0,9-12-2 15,-12 4 6-15,0-4 0 0,-2-2 2 0,6-2-3 16,-9 1 5-16,-2-1 4 0,-4-4 17 0,15 1 7 16,-6-1 40-16,2 2 14 0,-8-2 33 0,16-4-53 15,7 2 30-15,-13-4-3 0,8-1-28 0,-3 3-22 16,-2-4-21-16,10 1-21 0,-1 0-8 0,-4-3-30 15,12 8-23-15,-12-9-103 0,10 7-129 0,2 2-126 0,-4-11-49 16,1 2-578-16,0 0 22 0,1 3 7 0,-1 6 315 16,3-18-322-16</inkml:trace>
  <inkml:trace contextRef="#ctx0" brushRef="#br0" timeOffset="97382.61">16155 15414 123 0,'14'-5'883'16,"-14"5"-341"-16,12-6 28 0,-9 6 33 0,2-5-13 15,2-1-219-15,-4 4-76 0,9-9-5 0,-7 2-31 16,-2 9-52-16,6-11 123 0,0 0 9 0,-1 5 21 16,2 1-104-16,-1-3 178 0,-4 5-86 0,1-1-17 0,3-2-127 15,-9 6 68-15,0 0-63 0,0 0-60 0,-3 0-65 16,1-14-11-16,-2 14-23 0,-11-2-32 0,12 0-17 16,-6-7-1-16,-11 4 0 0,3 5 0 0,-5 0 0 15,0 3 0-15,-2-1 0 0,-12 4 0 0,16-1 0 16,0 1 0-16,-7-1 0 0,-7 3 0 0,5 2 0 15,12-2 0-15,-10 5 0 0,7 1 0 0,-9 7 0 0,14-8 0 16,-4 8 0-16,2 0 0 0,-3 8 0 0,1-5 0 16,2 3 0-16,0 5 0 0,2 15 0 0,6-21 0 15,1 20 0-15,8-7 0 0,8 9 0 0,-2-14 0 16,0 3 0-16,6-4 0 0,8-2 0 0,-6-10 0 16,8 3 0-16,-2-6 0 0,18 4 0 0,-8-9 0 15,-4-6 0-15,4-1 0 0,14-1 0 0,-8-5 0 0,-9 0 0 16,10-2-10-16,7-3-87 0,-8-1-178 0,-12 1-37 15,1-3-249-15,2-3-615 0,-8 0-29 0,-14 9 312 16,12-11-233-16,-5-1-456 0</inkml:trace>
  <inkml:trace contextRef="#ctx0" brushRef="#br0" timeOffset="98365.98">17286 15623 63 0,'0'2'1098'0,"5"-2"-522"0,2 0-19 16,-7 0 1-16,5 0-84 0,4-2-172 0,-9 4-104 15,6-7-24-15,0 1-28 0,-6 6-7 16,3-8-14-16,5-1 41 0,-8 7 59 0,0 0-65 0,0 0-61 16,9-6 61-16,-2 6 60 0,-11 0-75 0,4 0-51 15,4 0 27-15,1-3 3 0,1 3 25 0,-6 0-66 16,0 0-24-16,0-2 18 0,0 4 37 0,0-4-15 15,0 2-20-15,0 2 43 0,0-2 2 0,0 0 19 0,0 0-61 16,0 0 17-16,0-2 7 0,0 4-2 0,0-2-69 16,0-2 14-16,-3 2 4 0,-12-5-1 0,-5 5-10 15,-4 0-14-15,4 3 16 0,-10-6 29 0,10 3-7 16,-10 0 15-16,6 0-4 0,4-3 0 0,-4 3-7 16,0-3-27-16,14 3-26 0,-9 0-6 0,-4-2-2 15,17 2-9-15,-9 0 0 0,15-3-2 0,0 6-68 0,0-3-38 16,0-3-115-16,0 6-186 0,0-3-123 0,0-3-125 15,0 6-237-15,9-1-152 0,-3 1-10 0,-6-3 320 16,14 6-854-16</inkml:trace>
  <inkml:trace contextRef="#ctx0" brushRef="#br0" timeOffset="98653.21">17442 15835 53 0,'3'3'823'0,"-1"1"-204"0,5-1-106 0,-4-3 52 0,-3 0-153 15,-3 0 133-15,6 0-154 0,-3 0-68 16,0 0-98-16,0 0 126 0,0 0-47 0,0 8-60 0,2-3-55 16,-2-5 132-16,0 0 89 0,-5 0-59 0,-7 6-103 15,3-1 86-15,-2-3 61 0,-8 4-164 0,7-3-120 16,-20 1 19-16,3-4-67 0,2 4-28 0,10-4-30 15,-13 2-5-15,-6-2 0 0,16-2 0 0,8 2 0 16,0-4 0-16,-2 4-9 0,-1-2-59 0,15 0-96 16,0 2-91-16,-12-11-394 0,9 11-181 0,3-3-276 15,-2-7 208-15,2 10-248 0,5-16-415 0</inkml:trace>
  <inkml:trace contextRef="#ctx0" brushRef="#br0" timeOffset="100700.73">18817 14758 144 0,'15'-5'656'0,"-15"5"-204"16,0 0-78-16,7-3 80 0,2 0 13 0,-9 3-111 0,0 0-88 15,0 0-26-15,0-3 4 0,11-1-9 0,-11 4-58 16,0 0 86-16,0 0-69 0,0 0-11 0,0-3-80 16,12-3 40-16,-12 6-17 0,0 0-29 0,0 0-1 15,0 0-18-15,0 0 53 0,0 0 12 0,0 0-28 0,0 0-39 16,0 0 37-16,0 0 31 0,0 0-43 0,0 0-35 15,0 0 13-15,0 0 2 0,-15 3-28 0,7 0-32 16,-8 0-5-16,-7 1-6 0,-6 2-1 0,7 2-5 16,-4-2 1-16,-4 1 1 0,-2 1-1 0,6-3 0 15,-6 1-2-15,2-1 0 0,4-3-2 0,-1 1 0 16,0-3 0-16,7 0-1 0,-1-3 4 0,4 3 22 0,7-2 4 16,-7 2 18-16,0-3 17 0,7 1 14 0,-2-2 6 15,-2 2 28-15,11 2 3 0,-2-2-1 0,-2 2-27 16,7 0 45-16,0 0-39 0,0 0-8 0,0 0-47 15,0 0-6-15,0 0-12 0,0 0-18 0,0 0-5 16,0 0 0-16,0 0 0 0,0 0 0 0,0 0 0 16,0 0-7-16,0 0 5 0,0 0-1 0,0 0-2 15,0 0 6-15,0 0 8 0,0 0-1 0,0 4 1 16,0 2 1-16,0-1-7 0,0 6 1 0,0-9-9 16,3 12-3-16,3-6-3 0,-3-3 0 0,6 14 3 15,-3-12 8-15,0 4 0 0,0 15-2 0,-1-4 1 0,2-4 0 16,-2 8 1-16,-2-2 0 0,3 9-1 0,-3-9 0 15,2 2 2-15,-5 3-1 0,4 6-1 0,-8-4-3 16,4-9 2-16,0 11-4 0,0-3 1 0,-2 1-2 16,-1-15 3-16,3 6-1 0,-3 6 7 0,3-8 5 0,0-7-1 15,-2 10 2-15,4-2 1 0,1 3 4 0,-3-19-7 16,3 14-2-16,3-8-2 0,0 2-2 0,0 0 2 16,0-5 0-16,-4 0 3 0,5-3-3 0,-4 3 1 15,-3-8 4-15,8 7 10 0,-4-7 11 0,4 6-10 16,1-3 12-16,-1 2 17 0,13-5 13 0,-11 0-20 15,0 0-15-15,9-3 3 0,8-2 2 0,-7-1-20 0,-3 4-9 16,7-3-1-16,11-1 0 0,-9 1 0 0,-7 3 0 16,6-4 0-16,6 1 0 0,-8 0 0 0,-8 2 0 15,-1-4 0-15,13 1 0 0,-18 1-3 0,11 0-35 16,-10-1-134-16,4 1-217 0,4-3-318 0,-18 5 47 16,12-5-401-16,-7-3-150 0,4 4-209 0,-3-1-637 15</inkml:trace>
  <inkml:trace contextRef="#ctx0" brushRef="#br0" timeOffset="101231.32">19578 14786 1132 0,'0'0'707'0,"0"0"-25"0,0 0 32 0,0 0 23 0,0 0-362 15,-6 4-41-15,-3-2-126 0,-6-2-55 0,15 0-1 16,-17 0 3-16,8 3 12 0,-6-3 7 0,3 0-48 16,-5 2 73-16,-13-2-43 0,3-2 0 0,13 2-28 15,-4 0 53-15,-8-3-26 0,11 3-7 0,6 0-49 16,-9 0 58-16,1 0-68 0,8 0 2 0,3 0-61 16,6 0-32-16,-9-6-14 0,1 6-16 0,11 0-81 15,-3 0-51-15,-3 0-104 0,-12 0-88 0,15 0-134 16,0 0-2-16,-18 4-536 0,18-2 89 0,-12-8 27 0,9 6 278 15,0 0-102-15,-9 0-303 0</inkml:trace>
  <inkml:trace contextRef="#ctx0" brushRef="#br0" timeOffset="101453.72">19368 14837 142 0,'12'11'1176'0,"-12"-11"-657"0,9 10-90 15,-6-5 189-15,4 4 41 0,-5-1-277 0,-2-1-102 16,3 4 64-16,-3-3 7 0,3 8-34 0,-3-5-127 15,6 9 32-15,-6-11-44 0,6 6-5 0,-1 1-67 16,-1-5 19-16,4 15-18 0,1-7-4 0,-6-12-26 16,9 20 19-16,-2-6 4 0,0 3-17 0,-6-19-29 15,4 8-27-15,-5-4 3 0,9 9 0 0,-3-5-28 16,-9-7-8-16,6 7-26 0,0 3-77 0,-3-3-95 0,0-2-20 16,-3-11-210-16,6 13-233 0,-3-11-144 15,-6-2-130-15,6 0 25 0,-3 0 75 0,-3 0-574 0</inkml:trace>
  <inkml:trace contextRef="#ctx0" brushRef="#br0" timeOffset="101663.16">19648 15289 84 0,'4'4'1470'0,"4"-4"-379"0,-5 0-178 0,-3 0-195 15,0 0 180-15,0 0-108 0,0 0-275 0,-3 0-156 16,1-9-147-16,-1 7 62 0,-6-6-114 0,6 8-30 15,-4-3-78-15,-10-2-1 0,-10 2-26 0,5 3-2 0,3-3-9 16,-6 1 5-16,-6 2-7 0,6-2-8 0,3 2-3 16,-10 0-38-16,5 0-118 0,1-3-144 0,6 3-71 15,-4-6-445-15,-3-1-430 0,0-4-50 0,19 0 456 16,-4-8-1399-16</inkml:trace>
  <inkml:trace contextRef="#ctx0" brushRef="#br0" timeOffset="102822.06">16625 15012 265 0,'0'0'1326'16,"0"0"-824"-16,-8-11 210 0,8 11 30 0,-12-8-11 16,6 3-332-16,-6 3-84 0,-3-4-100 0,7 3-42 0,-7-2-25 15,-3 3-36-15,10-2-21 0,-14 4-13 0,12 0-31 16,-24 4 22-16,14-2-40 0,-1 1-17 0,4-1-9 15,-13 4-3-15,13-1-5 0,0-5-4 0,10 2 0 16,-8 1-3-16,15-3-1 0,-9 3 6 0,4 0 8 16,5-3 6-16,0 2 6 0,0-4 0 0,0 4 1 15,0-2-2-15,0 0-1 0,0 0-3 0,0 0-1 0,0 0 1 16,0-2 6-16,5 2-2 0,4-3-5 16,3-3-2-16,-2 4 1 0,10-6-3 0,0-2-3 0,-14 6-3 15,12-3 2-15,-4-1-1 0,1 3-1 0,-6-1 0 16,-1 1-2-16,2 5 0 0,2-2-2 0,-10 2-3 15,10 0 5-15,-9 0-2 0,6 2 2 0,-6-2-2 16,0 5 1-16,3 3 1 0,0 1 2 0,-1 0 0 0,-1 0 2 16,1 17 2-16,-2-15 3 0,0 11 10 0,3-2 2 15,0 4 4-15,3-2-1 0,-4 0 1 0,5-2-8 16,2 11 11-16,0-5-16 0,2 4-4 0,-6-9 0 16,4 11 2-16,-2 5-7 0,-2-6-3 0,-2-4 1 15,0 2 1-15,0 8-2 0,0-2-4 0,3 2 3 16,-4-13 2-16,2 13 3 0,1 3 15 0,1-4-6 0,-3-9-6 15,3 4 11-15,-4 4-1 0,2-6-8 0,-4-7-4 16,0 4-19-16,-3 0 5 0,0 1-1 0,-3-12 0 16,0 7 2-16,3-4 4 0,-7 0 1 0,5-10 5 15,-1 14-1-15,-4-9 0 0,5 0 5 0,-6 5 1 16,4-7 1-16,1 0 3 0,-5 7 5 0,1-5 6 16,5-10-8-16,-8 16 0 0,5-12-1 0,-4 1 1 15,1 3-5-15,8-8-3 0,-12 3 1 0,9-2 1 16,-6-1 0-16,-1 3 17 0,8-6 21 0,-13 2 15 0,15-2 18 15,-20 0 105-15,11 0-8 0,-1 0 71 0,-4-2-24 16,6 2 48-16,-2 0-43 0,-10 0-50 0,8-4-21 16,0 4-32-16,-9 0-73 0,10 0-14 0,-3-2-6 15,-1 2-12-15,15 0-3 0,-15-3-9 0,11 3-3 16,-1-4 0-16,-2-2-14 0,5 3-68 0,-4-5-332 16,6 5 18-16,-12-15-348 0,10 8-355 0,-5-1-114 0,-1-5 169 15,-4 3-977-15</inkml:trace>
  <inkml:trace contextRef="#ctx0" brushRef="#br0" timeOffset="103733.63">15553 15047 1016 0,'3'0'797'0,"9"-4"-99"0,-10 4-174 16,2 4 144-16,4-13-74 0,-1 9-297 0,-7 0-166 16,0 0-21-16,0 0-30 0,0 0 23 0,-3 0 7 15,3-13-18-15,3 11 17 0,-6 2 39 0,6 0-15 16,-3-4-40-16,5-3 24 0,-5 7 62 0,0 0-29 0,0 0-38 16,-5-11 16-16,5 11-9 0,-9-8-32 0,3 8-36 15,-8-3-35-15,-1 3-19 0,3 0-4 0,-12 3 3 16,0 3-2-16,-8-1 1 0,3 3 12 0,5-3 7 15,1 1 8-15,-7 5 24 0,9-4 32 0,13-5 30 16,-11 4-22-16,5 1 60 0,6-7-19 0,-7 6-2 16,8-6-38-16,2 0 30 0,5 0-15 0,-15 0-12 15,11 3-28-15,4-3 45 0,0 0-29 0,0 0-13 16,0 0-39-16,0 0 9 0,0 0-17 0,0 0-10 0,0 0-8 16,0 0 0-16,0 0 0 0,0 0 0 0,0 0 0 15,10 11 0-15,-13-11 0 0,6 13 0 0,-3-8 0 16,2 3 0-16,2 10 0 0,2-5 0 0,-4 4 0 15,1 3 0-15,1 9 0 0,-1-5 0 0,-1 6 0 16,-2 1 0-16,6 1 0 0,0 0 0 0,-3 3 0 16,2-9 0-16,2 21 0 0,-2-12 0 0,5 4 0 0,-5-1 0 15,7 12 0-15,-5-6 0 0,3 0 0 0,0 0 0 16,-5 2 0-16,2-10 0 0,-2-2 0 0,2-1 0 16,-2 0 0-16,7 0 0 0,-6 0 0 0,6-3 0 15,-6-7 0-15,0 4 0 0,-1-3 0 0,-1 0 0 16,1-9 0-16,-2-9 0 0,4 10 0 0,-2 2 0 15,-5-15 0-15,9 11 0 0,-3-5 0 0,0 0 0 0,0-3 0 16,-6-6 0-16,9 13 0 0,-13-13 0 0,8 0 0 16,7 7 0-16,-11-7 0 0,4 0 0 0,6 2 0 15,-10-2 0-15,4 0 0 0,11 4 0 0,-15-4 0 16,12 0 0-16,-9 0 0 0,11 0 0 16,-6 0 0-16,4 0 0 0,3-4 0 0,-6 2 0 0,6 0 0 15,-3-1 0-15,5 1-13 0,19-4-48 0,-16 1-116 16,-2 3-59-16,18-7-294 0,-10 1-165 0,4-3-385 0,-10 6 186 15,9-3-261-15,4-5-190 0</inkml:trace>
  <inkml:trace contextRef="#ctx0" brushRef="#br0" timeOffset="105165.8">20006 14602 121 0,'8'0'1029'0,"1"0"-528"0,-9 0-111 16,0 0 155-16,8-5 71 0,-1 5-291 0,-7 0-97 16,0 0 18-16,8-9 15 0,-4 9 20 0,-4 0-75 15,0 0 92-15,0 0-11 0,5-10 45 0,-2 7-78 16,-3 3-94-16,0 0 25 0,0 0-59 0,-6-8-50 16,0 3-34-16,-9 0-5 0,7 2-14 0,-24 3-7 15,11 0-9-15,-11 3 8 0,-4 0-1 0,-2 1-9 0,5-1 1 16,1 5 6-16,0-3 9 0,5-1 11 0,6 0 8 15,13-4 17-15,-13 3 12 0,13-3 7 0,-2 3-18 16,10-3 44-16,0 0-21 0,0-3-17 0,0 3-18 16,0 3 23-16,0-6-17 0,3 0-7 0,12-7-18 15,-3 5-13-15,17-14 6 0,-2 11-11 0,-1-2-7 16,-6-1-6-16,16 4-29 0,-9-2 1 0,0 1 26 0,-10 5-5 16,3-4 1-16,4-1 6 0,-15 3-2 0,2-1 15 15,1-5 15-15,-8 11-16 0,4-11 7 0,-5 11-12 16,-3 0-17-16,0 0 26 0,0 0 0 0,0 0-21 15,0 0-8-15,0 0-17 0,0 0-7 0,0 0 13 16,0 0 4-16,9 11 8 0,-9-8 4 0,3 11-3 16,-3-9 27-16,2 8 17 0,5 3 1 0,-2-3-11 15,2 2-12-15,1 7 13 0,-1-4 7 0,1 12-9 16,1-12-14-16,-4 6 3 0,7-6 2 0,-5 10 0 16,1-8-7-16,4 4-1 0,-7-2-1 0,7-2 3 15,-2 6-1-15,2 1-5 0,0-3 2 0,-4-3 4 0,9 8-4 16,-5-5-34-16,7 7-15 0,-4-4-1 0,-1 5-30 15,-6-14 29-15,7 9-17 0,-3-1 9 0,0-2 48 16,-7-7 2-16,5 6-7 0,-1-2 14 0,-4 1 2 16,-2-9-2-16,-3 3-4 0,-3-3-12 0,3 8 5 0,0-11 9 15,-2 1-2-15,-5 10-2 0,2-10 0 0,2-6 4 16,-14 13 1-16,2-4 2 0,-6-4-2 0,1-2 5 16,-2 3 1-16,-4 0 3 0,-12 7 0 0,7-7 5 15,6-4-2-15,-8 4 19 0,-11-3 7 0,9 1-9 16,8-7-5-16,-2 0 17 0,-7 1 13 0,7 3 23 15,11-4-27-15,-6-2 27 0,10 5 38 0,-4-5-25 0,12 0-30 16,3 0 11-16,-12 0-19 0,18 0-19 0,-3 0-22 16,0 0-78-16,0 0-130 0,0 0-137 0,0 0 2 15,-3 0-294-15,10-2-286 0,4-3-219 0,1-6-156 16,-8 9 220-16</inkml:trace>
  <inkml:trace contextRef="#ctx0" brushRef="#br0" timeOffset="106978.95">20789 15618 352 0,'12'0'480'0,"0"0"-125"0,-7 2 38 0,7-2 110 0,-9 3-243 16,-3-3-44-16,9 0-96 0,-3 2-17 0,-6-2-4 15,0 0-36-15,0 0 64 0,0 0 65 0,0 0-24 16,0 0-36-16,0 0 55 0,0 0-4 0,0 0 8 16,0 0-97-16,-8 4 18 0,-5 1 14 0,1-3 15 15,3 0-43-15,-11 2 28 0,11-4 11 0,-23 10 35 16,17-10-76-16,-9 6 30 0,-3-4-25 0,-7 3 74 0,12-5-54 16,-7 6 40-16,-8-6 36 0,-5 5 23 0,13-5-71 15,-10 3 49-15,-17 0-4 0,12-3-58 0,-6 0-12 16,15 0-46-16,-16 0 19 0,-8 0 30 0,9-3-39 15,15 3-36-15,-18 0 32 0,3 0-12 0,5-3-13 16,13 0-31-16,-21 6 11 0,15-6-15 0,0 3-5 16,8 0-14-16,-14 0-3 0,6 3-5 0,3 0-2 0,11 0 3 15,-12-1 3-15,1 3-2 0,3-2 5 0,11-3 2 16,-11 3 3-16,5-3-1 0,0 0-3 0,3 0-1 16,-5 0-1-16,0 0-2 0,2 0 0 0,-2 0 1 15,6 0-2-15,-6 0-1 0,-2-3 4 0,2 6 4 16,9-6-3-16,-7 3 0 0,-2-3 2 0,2 3-1 15,0-3 1-15,-2 1-4 0,2 2-4 0,-2 2 0 0,9-2-1 16,-1 0-2-16,1 3-2 0,-4 0-5 0,14-3 5 16,-4 3 1-16,6-3-1 0,-7 5-1 0,-7-5 7 15,20 2 1-15,-10-2 7 0,-8 4 3 0,8-4-4 16,0 2 0-16,0-2 3 0,-3 2-1 0,0 1-6 16,1-3-2-16,2 2 0 0,0 2-3 0,-6-4-4 15,13 0 1-15,-10 0-5 0,-6 0-5 0,13 0 3 16,-1 0 6-16,-9 0 1 0,9 0 7 0,1-4 4 0,4 4 1 15,-11 4 3-15,13-4 2 0,-13 0-4 0,10 0-5 16,-5 5-5-16,-10-5-3 0,11 4 0 0,0-4 0 16,-6 6-1-16,3-3-2 0,1-1 4 0,-7 1 6 15,15 0 2-15,-14 0 2 0,2-1-1 0,3 0-4 16,0-2 0-16,-3 0 0 0,15 0-5 0,-12-2 1 16,4 2 2-16,-6 0 3 0,2 0 5 0,2 0 0 0,-2 0-2 15,0 0 0-15,4 0-1 0,-1 2-6 0,-3 1-1 16,1 0-1-16,2 2 0 0,-6 0 2 0,1 1-4 15,4-4 2-15,-4 1 2 0,8-1-3 0,-6-2-2 16,12 0 4-16,-17 4 2 0,17-2 1 0,-7-2 2 16,-5 0 3-16,12 3 5 0,-11-1-2 0,7 2-3 15,-1-4-2-15,-4 0 1 0,9 2-1 0,0-4-5 0,0 4 4 16,-15 0 0-16,15 1 0 0,0-3-2 0,-3 0-1 16,-9 2-1-16,12-2-7 0,0 0-37 15,-12 0-39-15,10 0-16 0,2 0-100 0,0 0-200 0,0 0-80 16,0 0 0-16,0 0-352 0,0 0-307 0,0 0 5 15,0 0 434-15,0 0-1130 0</inkml:trace>
  <inkml:trace contextRef="#ctx0" brushRef="#br0" timeOffset="111434.05">19048 16015 514 0,'8'0'847'0,"4"0"-277"0,-12 0 34 0,15-6 97 16,-13 6-253-16,-2 0-145 0,7-7-28 0,-4 3-53 16,-3 4-28-16,0 0 46 0,12-10 47 0,-10 10 28 15,-2 0 11-15,3-3-3 0,9 3-13 0,-12 0 11 16,0 0-112-16,0 0-109 0,0-2 1 0,0 4-29 0,0-2-48 16,-15 3-36-16,10 0-25 0,-7 2-8 0,-17 1-2 15,14-6 17-15,-6 5-8 0,-6 3 11 0,4-3 36 16,5 0 8-16,-2 1-10 0,-7-1 41 0,0 1 0 15,7-6-10-15,-4 2 17 0,-5 3 7 0,2-5 9 16,10 0-12-16,-1 2 11 0,6-2 21 0,-5 0 9 16,5 0-19-16,0-2 24 0,-12 2 4 0,7-3-44 0,7 3-26 15,-7-2-13-15,0 0-5 0,5 2-21 0,0 0 0 16,12 0 0-16,-20-4 0 0,20 4 0 0,-12-5 0 16,5 3 0-16,11 4 0 0,-16-10 0 0,9 8 0 15,3 0 0-15,0 0 0 0,-12 0 0 0,12 0 0 16,0 0 0-16,0 0 0 0,0 0 0 0,-2-3 0 15,4 6 0-15,-2-3 0 0,-2-3 0 0,4 6 0 0,-2-3 0 16,-2-3 0-16,4 6 0 0,-2-3 0 0,0 0 0 16,0 0 0-16,0 0 0 0,-2-3 0 0,10 9 0 15,-6-1 0-15,-2-5 0 0,0 3 0 0,7 10 0 16,-4-13 0-16,-1 19 0 0,-2-12 0 0,3 2 0 16,-3 4 0-16,0-2 0 0,4 7 0 0,-4-3 0 15,0-2 0-15,0 7 0 0,0-2 0 0,3 3 0 16,-3-3 0-16,2-1 0 0,1 3 0 0,0 9 0 0,3-2 0 15,-6-11 0-15,3 8 0 0,4 3 0 0,-5-4 0 16,-2-7 0-16,3 8 0 0,0 3 0 0,-1-9 0 16,2-5 0-16,-1 5 0 0,0 4 0 0,-1-9 0 15,-2 0 0-15,0 3 0 0,3 0 0 0,-3-6 0 16,0 3 0-16,0-9 0 0,7 5 0 0,-7-3 0 16,0-6 0-16,5 9 0 0,-2-4 0 0,-3-5 0 0,0 0 0 15,9 2 0-15,-6 0 0 0,9-4 0 0,-6 4 0 16,-3-2 0-16,14-2 0 0,-2 4 0 0,-3-2 0 15,-3 0 0-15,11 0 0 0,-8 0 0 0,0 0 0 16,8 0 0-16,-2 4 0 0,-3-8 0 0,-1 8 0 16,13-8 0-16,-18 4 0 0,21 0 0 0,-18 0 0 15,2-2-5-15,18-5-64 0,-5 1-81 0,0 1-142 0,7-3-285 16,-10-1 132-16,6 2-392 0,-1-4-238 0,-5 6-51 16,-7-5 336-16,5-1-606 0</inkml:trace>
  <inkml:trace contextRef="#ctx0" brushRef="#br0" timeOffset="112215.96">19439 16055 1384 0,'0'-4'883'0,"4"-9"-53"0,-8 13-84 0,1-10-89 15,3 10-341-15,-3-3 25 0,1-10-18 0,2 13-16 16,-7-10 2-16,7 6 34 0,0 4-13 0,0-2-22 16,-5-9-131-16,5 11-25 0,-3 0-38 0,6 0-45 0,-6 0-30 15,3 0-24-15,3 0-4 0,-9 6-8 0,2 5 1 16,4 2-3-16,4 0 4 0,-4 14 4 0,0-7-7 15,3-4-1-15,-3 5 1 0,0 12 0 0,-3-4 1 16,3-9 2-16,0 8 2 0,0 3 1 0,-4 6 2 16,4-19-4-16,4 12 3 0,-1-4 2 0,0 3-3 15,-1-16-4-15,5 5 1 0,-2 4 0 0,-2-14-2 0,9 10-3 16,-12-15-2-16,12 8-1 0,0-3 3 0,-4-6 1 16,-1 3-1-16,-2-7 0 0,10-1 2 0,-3 1-4 15,-9-2-2-15,21-3-9 0,-10-6-18 0,1-3-22 16,-3 6-1-16,5-12-76 0,-2 4-21 0,-3-1-18 15,0 1 31-15,5-9-118 0,-2 6 6 0,-3-1 7 16,-3 7 72-16,6-14-70 0,-10 7 67 0,-2 2 32 16,4-2 48-16,-5-2 55 0,1 4 16 0,-3-2 19 0,3 3 32 15,-3 14 27-15,6-13 101 0,0 1 38 0,-6 10 40 16,2-6 32-16,-2 13 27 0,4-16-7 0,-4 16-36 16,0 0-56-16,0-6-54 0,-4-1-34 0,4 7-32 15,0 0-44-15,0 0-15 0,0 0-14 0,0 0-4 16,0 0-1-16,-2 10-1 0,2-2 2 0,0 8 3 15,0-3 2-15,0-2-1 0,0 13-1 0,-3 0 1 0,0 0 2 16,3-9-2-16,-2 12-2 0,2 12 5 16,-4-12-1-16,4-6 0 0,4 6 0 0,-2 10 1 0,1-14-2 15,0-6 0-15,-1 1-3 0,5 3 0 0,-2-8-2 16,-5-2-3-16,7-4-32 0,-2 9-51 0,5-5-14 16,-8-9-33-16,10 4-151 0,-12-3-160 0,18-3-467 15,-18 0 158-15,2-9-311 0,5 2 27 0,-7-6-796 0</inkml:trace>
  <inkml:trace contextRef="#ctx0" brushRef="#br0" timeOffset="112899.13">20194 15856 73 0,'0'2'1481'15,"0"-2"-980"-15,0-2 211 0,0 4 0 0,-7-15 21 16,5 13-419-16,2 0-81 0,-8 0-102 0,-4 0-52 15,-1 0-31-15,1 3 25 0,0-3 9 0,-10 3 32 16,10-1-27-16,-3 1 47 0,-6-1 17 0,6 2 41 16,-2-2 72-16,5-2-75 0,0 2 72 0,4-2 9 0,-4 3-17 15,12-3-115-15,-15-3 5 0,12 6-8 0,3-6-59 16,-12 3-16-16,10 0 20 0,2 0 25 0,0 0-28 16,0 0-27-16,0 0-1 0,0 0-30 0,2-8-32 15,4 1-10-15,0-2-21 0,2 2-24 0,2 1 9 16,2-1 17-16,-7-1 1 0,12-1 0 0,5 2 23 15,-10 5 7-15,-4-4 9 0,6 1 2 0,-14 5-3 0,12-4 0 16,-5 4 2-16,-7 0-4 0,11 6 1 0,-7-6-4 16,4 5 1-16,1 1 5 0,0 5 0 0,-3-6 1 15,-1 3 1-15,-1 10 3 0,-1-7 3 0,-3 2-1 16,0 11-3-16,2 0-16 0,1-1-1 0,0-2 16 16,6 3-1-16,-3-2-19 0,6-2 10 0,-3 2-13 15,3-2 42-15,0 2-19 0,-4-4-11 0,1 1 2 16,3 8 29-16,-4-12-11 0,-1 1 5 0,-2 5-14 15,5 1-37-15,-5-9 3 0,4 8-43 0,-1 0-14 0,4 6-38 16,-2-14 39-16,-1 6-38 0,-4 7 6 0,5-3 31 16,-10-6 44-16,0-12-7 0,2 16 10 0,-4-5 14 15,2-8 25-15,-7 8 8 0,2-11 6 0,-5 3 28 16,1-3 2-16,1 1 21 0,-1-4 35 0,-9 1 15 16,-3-3-2-16,6 0-25 0,-7 0 26 0,-8 0 27 0,6 0-31 15,7 0-45-15,-13 0 18 0,-6 0 3 0,16 2-37 16,6-2-21-16,-8 0-10 0,8 0-11 0,-1-2-4 15,3 2-8-15,9 0-31 0,-11-3-28 0,11 3-117 16,3 0 11-16,-3-6-236 0,-1-1-487 0,8-1-135 16,-1 1 186-16,2-4-248 0,-2 5-227 0</inkml:trace>
  <inkml:trace contextRef="#ctx0" brushRef="#br0" timeOffset="113883.49">20526 16670 74 0,'4'0'547'0,"4"-2"-156"0,-1 2 26 0,-5 0 155 16,-2 0-130-16,10 0-168 0,-5 0-51 0,-5 0-51 0,0 0-3 15,0 0-96-15,0 0-3 0,0 0 6 0,0 0 7 16,0 0-9-16,0 0 33 0,-3 2-9 0,-6 9 24 15,9-11-53-15,-20 6 34 0,8-3 1 0,-15 1-19 16,10-1-47-16,-2 0 11 0,-3-3-1 0,-14 3 2 16,13-3-17-16,-10 0 23 0,-2 2 10 0,-16 1 41 15,7-1 11-15,12 2 32 0,-19-2 82 0,-7-2 33 0,4 2 11 16,17 1-74-16,-14-3 96 0,-13 2 34 0,16-2-150 16,14 4-67-16,-14-2 42 0,-11 1 12 0,15-3-86 15,9 2-44-15,-10-2 27 0,-7-2 11 0,1 2-14 16,19-3-31-16,-7 1 7 0,-7-2 2 0,10 2-18 15,9 2-18-15,0 0-1 0,-5-3 2 0,10 3-2 16,3 0-3-16,-10-2-3 0,-3 2-5 0,8-2 4 16,-3 2-3-16,10 0 2 0,-15 0-9 0,8 0 5 0,0 0 8 15,9 0 1-15,-10 2 0 0,3 3-3 0,5 1-1 16,8-6 4-16,-18 7-1 0,15-1-6 0,-5-4 0 16,9 1 2-16,-7-1 5 0,0 1-13 0,6-3 7 15,-1 0-6-15,-4 3 17 0,14-3 0 0,-12 0-3 16,4 3-1-16,1-3 21 0,-8 2-9 0,7-2-1 15,-4 2-6-15,3 2-4 0,-6-4 2 0,3 2-7 0,-2 1-2 16,-1-1 3-16,10 1-4 0,-10 0-4 0,12-3 2 16,-15 0 4-16,10 5-1 0,-2-5-3 0,-4 5 1 15,4-5 6-15,2 3 1 0,-6-3 0 0,2 5 0 16,9-5 3-16,-1 0 3 0,-7 9-4 0,7-9 1 16,-6 2-3-16,10-2-3 0,-12 2 0 0,9 1-2 15,-12-1 4-15,11 2 0 0,2-4-3 0,-13 2 2 16,15 1 3-16,-12-1-2 0,12 0 0 0,-3-2-3 15,-11 6-2-15,14-6 2 0,-15 3 0 0,12-1-6 0,-11 1-11 16,7 0-4-16,-10 0-10 0,-1 1-5 0,9-1 10 16,-3 0 8-16,4 0 4 0,1-3 24 0,7 0 13 15,-8 2-5-15,2-2 4 0,6 0 11 0,0 0-3 16,0 0-14-16,0 0 4 0,0 0 9 0,0 0-4 0,0 0-3 16,0 0-10-16,-15 3-2 0,15-1-4 0,0-4-5 15,0 2-2-15,0 2-5 0,0-4-2 0,0 4-5 16,0-2-6-16,0-2-64 0,0 4 1 0,0-2-6 15,0 0-6-15,0 0-99 0,0 0-133 0,0-2-74 16,0 2 13-16,3 0-367 0,9-8-490 0,2 2 255 16,-7 2 282-16,13-12-723 0</inkml:trace>
  <inkml:trace contextRef="#ctx0" brushRef="#br0" timeOffset="115584.94">19265 17144 20 0,'0'-2'465'0,"0"2"-231"0,0 0 92 0,0 0 78 15,0 0 60-15,12 0-24 0,-9 0-36 0,-3 0-111 0,0 0 17 16,0 0-57-16,0 0-39 0,0 0-33 0,0 0 33 16,0 0-20-16,0 0-1 0,0 0-3 0,0 0-24 15,0 0 19-15,0 0-22 0,-8 0-57 0,-1 0-20 16,-3 0-20-16,-3 2 1 0,0 1-31 0,-11 3-17 16,-1-4 12-16,0-2 12 0,2 5 21 0,1-3 35 15,-5-2 68-15,7 0-13 0,0 4 39 0,7-4 13 16,-9 0 52-16,9-4-103 0,-11 2 30 0,11 2-29 15,-6-2 36-15,15-1-82 0,-6 3 27 0,12 0-27 0,-14-6-8 16,14 6-50-16,0 0-3 0,0 0-20 0,0 0-23 16,0 0-6-16,0 0 0 0,0 0 0 0,0 0 0 15,0 0 0-15,0 0 0 0,0 0 0 0,0 0 0 16,2 6 0-16,5-1 0 0,-7-5 0 0,3 11 0 0,-1-3 0 16,1 2 0-16,1-4 0 0,-1 5 0 0,-1 4 0 15,-2-10 0-15,6 12 0 0,0-2 0 0,-3-4 0 16,4-1 0-16,-2 11 0 0,0 3 0 0,-5-15 0 15,7 11 0-15,1 4 0 0,-1 7 0 0,-2-9 0 16,-2-3 0-16,3 8 0 0,0 6 0 0,3-3 0 16,-6-1 0-16,-1-5 0 0,2 7 0 0,-1-4 0 15,0 1 0-15,-3-11 0 0,0 10 0 0,2-1 0 16,-2-6 0-16,3 2 0 0,-3-4 0 0,4-1 0 0,-4 1 0 16,3-10 0-16,-1 8 0 0,1-1 0 0,-3-6 0 15,0-4 0-15,3 8 0 0,-6-13 0 0,6 15 0 16,-3-15 0-16,0 4 0 0,9 6 0 0,-6-10 0 15,6 6 0-15,3-4 0 0,-4 0 0 0,1 4 0 16,9-6 0-16,-9 0 0 0,3 0 0 0,5 0 0 16,3 0 0-16,-10-3 0 0,19-4 0 0,-5 4 0 0,8 0 0 15,-11 0 0-15,9-2 0 0,-4-1 0 0,-3 4 0 16,-6-3-1-16,-2-1-42 0,6-1-132 0,3-4-158 16,-16 3-227-16,4-2-278 0,3-3-631 0,-3 2 283 15,-9 8-22-15</inkml:trace>
  <inkml:trace contextRef="#ctx0" brushRef="#br0" timeOffset="116241.18">19819 17250 1990 0,'0'2'1262'0,"-8"9"-105"0,8-11-123 16,0 0-223-16,0 0-360 0,0 0-203 0,3-2-120 0,11-1-45 16,-8 1-19-16,6 2 49 0,12-6-20 0,-7 1 20 15,4 5-5-15,9 0 32 0,-4-2-39 0,1 2-29 16,5 0-13-16,-5 2-17 0,2-2-21 0,-2 0-3 16,10-2 5-16,-15 2-10 0,7 0 1 0,0-4-2 15,6 2 0-15,-14-1-6 0,-3 1-3 0,6 0-9 16,-10 2-32-16,4 0-36 0,-6 0-115 0,5-6-168 15,-2 1-305-15,-11 2-97 0,6 0-349 0,-12 0-69 0,-1-7 73 16,-2 5-580-16</inkml:trace>
  <inkml:trace contextRef="#ctx0" brushRef="#br0" timeOffset="116597.24">20072 17224 259 0,'0'0'1111'0,"0"0"-499"0,-5 6 221 16,2-2-331-16,1-4 64 0,4 0-207 0,-4 0-43 15,-8 9-121-15,10-7-9 0,0-2 5 0,-12 11 43 16,10-9-53-16,-1 6 36 0,-4 2-23 0,7 4 33 15,-2-1-38-15,2-7-54 0,0 14 60 0,0 2 47 16,2-11-21-16,-2 13-73 0,7 2 51 0,-2-2 8 16,5-1-40-16,-5-4-79 0,2 5 20 0,1 13-37 0,-6-8-38 15,5-9-28-15,-2 15-5 0,-5-8 0 0,7 7 0 16,-7-16 0-16,3 6 0 0,-3 0 0 0,0-13 0 16,0 7 0-16,-3-7 0 0,6-6-14 0,-6-8-48 15,6 6-60-15,-3-3-259 0,-3-3-212 0,6 6-526 16,-3-13-34-16,2 4 265 0,-2-12-246 0,3 3-1135 15</inkml:trace>
  <inkml:trace contextRef="#ctx0" brushRef="#br0" timeOffset="117382.13">20650 16909 268 0,'9'-11'1169'0,"-9"11"-695"0,0 0 296 0,3-4 68 16,-3-2-187-16,0 6-311 0,0 0-29 0,-12-8-3 0,9 8-114 16,-2-3-68-16,-7 3 5 0,-9 0 41 0,3 3-39 15,1-3-40-15,-4 3 27 0,-9 4 22 0,4-3-46 16,8-2-19-16,-6 0 33 0,2 1 93 0,12-1-46 15,-7 2 12-15,8-4-28 0,1 0 97 0,-2 0-66 16,-2-4-52-16,15 4-45 0,-3 0 10 0,-3-2-31 16,-2-9-30-16,5 11-13 0,0 0 3 0,3-13-9 15,-1 13-8-15,1-5-2 0,1-1-7 0,4 1 1 0,1 0-3 16,1 2-2-16,0 3 0 0,0 0 6 0,10 0-4 16,-8 0-5-16,2 0 0 0,13 3 5 0,-3 2-2 15,-4-2-3-15,-1 3 6 0,3-4 3 0,-7 3 7 16,4 1-1-16,-9-1 1 0,5 3 4 0,-6-3 0 15,6 6-5-15,-6 2 2 0,-1-5 3 0,2 5 0 0,-1 5-2 16,-9-9 2-16,3 17 3 0,-1-8 4 0,1 15 3 16,-3-15-5-16,0 8 1 0,0 3 2 0,3 8-2 15,1-11-4-15,-4 9 2 0,2 0-2 0,1 7-2 16,0-13-1-16,-3 8 3 0,2-2 1 0,2 7 2 16,-1-7 0-16,0-13 1 0,3 6 3 0,2 1 2 15,4-3-4-15,0-10-3 0,3 8 0 0,5 0-4 16,-5-6-4-16,0-3 0 0,-3-1 1 0,-3 5-3 0,-4-12 1 15,5 6-3-15,-1 2-14 0,-9-13-14 0,5 5-6 16,-2-1 4-16,-3-6-12 0,-3 0-3 0,-2 11 19 16,1-11 11-16,-8 13 9 0,4 0 9 0,-7-3 0 15,-6 7 1-15,6-4 1 0,-5 3 2 0,-12-6-1 16,11-5 0-16,-6 1-2 0,4 1 3 0,-15-4 0 16,6 0 6-16,10-3 0 0,-7 3 16 0,-3-1 8 0,3 1 12 15,7 3-2-15,-7-6 18 0,9 2-17 0,5 0-2 16,-3-2-21-16,3 0 1 0,10-2-45 0,-5 0-108 15,5-2-67-15,5-1-389 0,0-6-143 0,0 7-618 16,5-10 196-16,-2 4 325 0,4-19-1889 0</inkml:trace>
  <inkml:trace contextRef="#ctx0" brushRef="#br0" timeOffset="119348.87">21603 15370 573 0,'5'0'650'0,"7"0"-133"15,-7 0-84-15,-5 0 140 0,0 0-87 0,0 0-41 16,10-9-153-16,-10 9-131 0,0-2 41 0,9-7 17 16,-9 9-29-16,0-2-47 0,8-6 54 0,-5 8 2 15,-3 0 49-15,0 0-125 0,0 0 21 0,0-3-20 16,0 6 31-16,0-3-56 0,0-3 36 0,0 6 9 15,0-6 71-15,0 3-78 0,0 3 36 0,0-3-30 0,-3-3-16 16,-14 1-55-16,7 2-10 0,2-3-39 0,-13 6 30 16,-6-6-5-16,7 6-14 0,-6-3 7 0,-13 0 17 15,9 2-9-15,8-2-14 0,-12 0-11 0,2 0 10 16,3-2 7-16,17 2-14 0,3-3 10 0,-14 3-3 16,14-3-17-16,6 0-9 0,3 6-17 0,0-3-107 0,-15 0-175 15,15 3-52-15,0-3-223 0,-2 0-270 0,10-3-504 16,1 3 488-16,3-3-177 0,-4 6-167 0</inkml:trace>
  <inkml:trace contextRef="#ctx0" brushRef="#br0" timeOffset="119610.17">21640 15586 978 0,'0'0'635'0,"19"0"35"0,-19 3 51 16,0-3 118-16,0 0-284 0,0 0-221 0,0 0-46 0,0 0 5 15,0 0-104-15,0 0 71 0,0 0-15 0,0 0-2 16,0 0 9-16,0 0 2 0,0 0-32 0,-19 5-63 16,8 0-48-16,-10-2-51 0,-3 2-1 0,-8 0-24 15,3-5-22-15,8 4-6 0,-9 0-15 0,-8-1-45 16,9-1-42-16,8-2-64 0,-2 4-164 0,-8-4-360 15,2-4-434-15,14 2 308 0,-5-3-243 0,6-1-300 0</inkml:trace>
  <inkml:trace contextRef="#ctx0" brushRef="#br0" timeOffset="122730.84">22563 14707 964 0,'-7'-15'1588'0,"7"15"-859"16,-2-11 11-16,2 6-239 0,2 7-228 0,-14-12-116 0,10 7-87 15,-4 1-2-15,-6-1 29 0,-8 0 16 0,2 0 2 16,-12 1 17-16,10 0-22 0,-4 2 37 0,-14-3 11 15,6 6-17-15,8-1-33 0,-6-2 44 0,-4 0-1 16,4 2 28-16,9-2-48 0,-6 3 32 0,12-3-4 16,-7-3-31-16,15 3-39 0,-13 0 60 0,11-2-31 15,1 2 9-15,4 0-47 0,-8-2 25 0,12 2 0 0,0 0-25 16,0 0-55-16,-3-3-1 0,6 6-12 0,-6-6-9 16,6 6-3-16,-3-3 0 0,0 0 0 0,0 0 0 15,0 0 0-15,0 0 0 0,0 0 0 0,0 0 0 16,-3 0 0-16,3 10 0 0,0-7 0 0,7 10 0 15,-5-8 0-15,1 8 0 0,0-2 0 0,1 4 0 16,1 9 0-16,-2-8 0 0,-1 10 0 0,2 2 0 16,-1-2 0-16,-3-5 0 0,3 18 0 0,-6-6 0 0,-4 0 0 15,5-6 0-15,-1 10 0 0,-6 13 0 0,3-8 0 16,-3-4 0-16,4-4 0 0,-2 8 0 0,4-2 0 16,3-3 0-16,0-13 0 0,0 13 0 0,0-13 0 15,3 0 0-15,1-16 0 0,-1 11 0 0,2-8 0 16,2-2 0-16,1 8 0 0,-4-4 0 0,1-6 0 15,7 4 0-15,-7-2 0 0,-2-5 0 0,-3-1 0 0,12 8 0 16,-12-11 0-16,15 4 0 0,-9 0 0 0,2 1 0 16,7-3 0-16,-6 1 0 0,1-3 0 0,10 3 0 15,-3-3 0-15,2 0 0 0,-11 0 0 0,28 3 0 16,-9-3 0-16,-13 0 0 0,16 0 0 0,2-3 0 16,9 0 0-16,-21 3 0 0,13-8 0 0,-1 6-10 15,3-2-102-15,-19 2-15 0,-8 0-127 0,9-7-249 0,5 0-358 16,-17 5 100-16,7-3-421 0,-3-4 69 15,-1 6-281-15</inkml:trace>
  <inkml:trace contextRef="#ctx0" brushRef="#br0" timeOffset="123198.58">23070 14850 1049 0,'5'-10'1585'0,"-2"7"-941"0,0 6 231 0,-3-9-21 15,6 2-245-15,-6 4-398 0,-6-9-52 0,3 4-23 16,-5-1 104-16,1 2-96 0,-5-2 51 0,7 3-14 15,-12-2 29-15,-2 3-106 0,-4-2-13 0,2 4-60 0,-8 0 50 16,11 0-24-16,-6 6 13 0,1-6 0 0,-10 5 19 16,10-2-23-16,9 0-19 0,-5-3-32 0,2 7-16 15,5-7-8-15,0 4-5 0,12-2-80 0,0-2-166 16,0 0-86-16,-3 5 34 0,-2 1-254 0,5-6-150 16,0 0-428-16,0 0 442 0,0 0-209 0,5-6 62 15,2-1 90-15,-7 7-132 0</inkml:trace>
  <inkml:trace contextRef="#ctx0" brushRef="#br0" timeOffset="123380.1">22878 14816 298 0,'5'5'1272'0,"5"1"-574"16,-8-1 78-16,1 3-223 0,-3-8 60 0,4 14-196 15,-1-1-74-15,-3-11-145 0,2 16 66 0,1-7-51 16,1 2-48-16,-1 11-64 0,2-6-1 0,-2-1-26 16,6 3-39-16,-4 2-23 0,5-4-9 0,2 1-3 0,-4 2 4 15,8 0 4-15,-6-5-2 0,0 3-5 0,-1-1 0 16,-1 4-9-16,-1-4-48 0,-5-3-74 0,1-6-123 15,-3 6-183-15,-3-4-8 0,1 0-467 0,2 0 55 16,-4-11 27-16,1 13 248 0,3-8-81 0,-3 3-9 16</inkml:trace>
  <inkml:trace contextRef="#ctx0" brushRef="#br0" timeOffset="123617.46">23187 15356 199 0,'3'0'1445'0,"-3"0"-519"0,0 0-13 16,3-3 31-16,3-8-12 0,-6 11-185 0,0 0-279 16,0 0-111-16,3-10-54 0,-3 7-11 0,0 3-38 0,0-3-68 15,-3-7-66-15,3 10-73 0,-9-8-8 0,1 6-21 16,-8-2-17-16,-1 2-1 0,5 2 0 0,-20 0 0 16,-3 0 0-16,14 2 0 0,-9 2 0 0,-4-2 0 15,-5 6 0-15,15-8 0 0,-8 3 0 0,5 0 0 16,-2 1-32-16,11-4-77 0,0 0-206 0,12-4-58 15,-3-2-260-15,6-8-150 0,1 1-326 0,-1 0-74 16,6-5 142-16,-1 13 69 0</inkml:trace>
  <inkml:trace contextRef="#ctx0" brushRef="#br0" timeOffset="124229.83">23541 14636 290 0,'2'-2'2323'15,"1"-9"-1531"-15,-3 5-170 0,0 6 175 0,-5-13-236 16,2 11-399-16,-9-9-90 0,0 6 15 0,-3-1-1 15,-14-1-49-15,14 4-22 0,-9 0-1 0,4 3-4 16,-6 0-5-16,2 0-6 0,-3 0-1 0,7 3-1 16,-1 0 0-16,15-3 1 0,-14 2 2 0,16-2 3 15,-6 3 5-15,10-3 1 0,0 0 7 0,0 0 2 0,0 0 8 16,0 0-5-16,0 0 7 0,10-3-4 0,2-2-9 16,10 2-5-16,-14 0-6 0,25-10-14 0,-13 8 0 15,4-1-1-15,-9 2 4 0,2-1 0 0,-2 1 0 16,-3 2 6-16,5 2 1 0,-8-3-1 0,9 3 0 15,-6 0-1-15,-12 3 2 0,5-1 0 0,4 2-4 16,-3 3 0-16,3 1 2 0,-6 8-2 0,-1 6-2 16,-2-2-1-16,0 2 3 0,0 4 1 0,0 0 4 0,0 3 0 15,7 11 5-15,-2-16 5 0,2 8 5 0,1 2 0 16,2 1-2-16,-2-9-4 0,8 14 10 0,-6-6-6 16,-3-2-8-16,5-8-2 0,-1 13 5 0,1-8-2 15,0-1-3-15,0-4-3 0,2 6-3 0,4 4 3 16,-4-8-3-16,1-9-4 0,-3 6-2 0,5 7-2 15,-10-12 8-15,-4-13 2 0,-1 22-1 0,-2-9 3 0,-8 4 10 16,4-12-1-16,-4 0-4 0,-6 12-2 0,-8-4-5 16,0-5 3-16,3-4-2 0,-4-1-4 0,-3 2 0 15,-10-2 3-15,9-3 4 0,-3 1 11 0,1-4 20 16,2 3 16-16,2-1 16 0,1-4 12 0,-3 2 0 16,10-4-5-16,8 2-26 0,-15-9-1 0,13 4-95 15,2-1-178-15,-1-1-88 0,5-6-511 0,2 5-76 16,3-8-82-16,0 14 251 0,6-13-849 0</inkml:trace>
  <inkml:trace contextRef="#ctx0" brushRef="#br0" timeOffset="124449.23">23997 15316 154 0,'7'0'2635'0,"5"-5"-1769"0,-12 5 459 0,2 0-262 16,-2 0-364-16,6 2-383 0,3 1 60 0,-9-3-94 15,-3 0-90-15,3 0-89 0,3 0 5 0,-6 0-57 16,6 0-31-16,-3 0-28 0,0 0-36 0,-15-8-277 0,15 8-133 16,0-2-327-16,-12-4-10 0,12 4-403 0,-5-7-11 15,1 4-502-15,4 1 139 0</inkml:trace>
  <inkml:trace contextRef="#ctx0" brushRef="#br0" timeOffset="125527.35">25226 14197 1701 0,'6'3'1382'15,"0"1"-530"-15,-6-4-215 0,0 0 62 0,0 0-387 16,0 0-114-16,0 0-93 0,0 0-53 0,-15-7 6 0,7 5-3 16,-23-4 4-16,17 3-32 0,-6-1-1 0,-7 4-2 15,-5-4 1-15,5 4-4 0,-9-2 12 0,2-1-4 16,2 3 14-16,8 0 15 0,-18-2 72 0,10-1-4 16,-1 3 23-16,13 0-35 0,-10-3 75 0,13 3 0 15,-2 0-50-15,14 0-50 0,-12 0 23 0,17 0 6 16,-15-3-29-16,15 3-28 0,0 0-26 0,0 0 12 15,0 0-4-15,0 0-17 0,0 0-8 0,0 0 0 0,5 11 6 16,-2-2-2-16,4-2-8 0,1 1-4 0,-2-1 1 16,6 2-1-16,-4-4-4 0,2-2-1 0,2 4-4 15,-2-1-1-15,-6-3 0 0,4 10 0 0,-4-8 0 16,2 3 0-16,-4 5 0 0,1 1 0 0,1 7-1 16,-4-5 1-16,0-1-1 0,0 12 1 0,3-1 0 0,-3-2 0 15,-3 7 0-15,3-7 1 0,0 6-1 0,0 2 1 16,0-1-1-16,-4 4 0 0,4-1 0 0,0 0 0 15,0 1 0-15,-3-6 0 0,3 5 0 0,0-2 0 16,0-5 0-16,0-4 0 0,0 7-1 0,0-7 0 16,3-2 1-16,-3-5 0 0,4 1 0 0,-1 6 0 15,2-2 0-15,-5-12 1 0,3 9 0 0,3-8-1 0,-3-1 0 16,2 9 0-16,-1-18 0 0,2 13 0 0,-4-8 0 16,1 3 0-16,4-3 0 0,-5-1 0 0,13 5 0 15,-3-5 0-15,-7-2 0 0,17 1 0 0,-2-1 0 16,4 0 0-16,-9-2 0 0,5 0 0 0,6 0 0 15,-2-2 0-15,-6 2 0 0,6-5-21 0,0 3-72 16,5-2-172-16,-12 4-83 0,3-5-292 0,2 1-203 16,-2-2-425-16,-6 1-45 0,-2-4 502 0,-2-1-1289 0</inkml:trace>
  <inkml:trace contextRef="#ctx0" brushRef="#br0" timeOffset="125987.12">25918 14411 937 0,'12'-5'1596'0,"-9"5"-1019"0,-3 0 227 0,9-8 18 15,-4 8-231-15,-5 0-257 0,-2-3 64 0,4 6-25 16,-2-3-17-16,-8-14-50 0,8 12-51 0,-9-3-64 16,-3-3-68-16,1 3-78 0,-1 1-11 0,-17 0-2 15,5-1-10-15,-3 5-9 0,-5-4 11 0,0 4 7 16,-4-2-1-16,-5 2 3 0,9-3-12 0,-4 3-4 0,4 0-6 16,-10 3-23-16,18-3 3 0,-8 0-9 0,8 0-18 15,2 2-57-15,0-2-119 0,8 4-100 0,2 1-96 16,1-3-194-16,-1 0-119 0,12 2-317 0,-3-4 50 15,6 0 76-15,-3 0 271 0,0 0-123 0,5 11-393 16</inkml:trace>
  <inkml:trace contextRef="#ctx0" brushRef="#br0" timeOffset="126189.58">25538 14424 69 0,'18'6'1368'0,"-18"-8"-818"15,12 4 26-15,-9-2-116 0,2 5 71 0,2 3-117 16,1-1-152-16,-5 4-97 0,3 0 78 0,2 18 50 15,2-8-67-15,-3 1-10 0,-2-6-92 0,0 4 33 0,2 10 22 16,5-6-62-16,-4-4-34 0,-1 2 30 0,3 7 21 16,2-5-41-16,-5-6-37 0,1 6 7 0,1 0-8 15,1 2-23-15,-2-10-33 0,1 8-4 0,0-5-44 16,-6-1-100-16,2-13-17 0,-2 6-243 0,-3 2-282 16,4-10-198-16,-4-3 163 0,-4 0-425 0,-4 8-296 15</inkml:trace>
  <inkml:trace contextRef="#ctx0" brushRef="#br0" timeOffset="126980.48">26251 14120 719 0,'6'-8'1178'16,"-2"8"-440"-16,-4 0-182 0,0 0 352 0,-4-5-360 15,-2-6-270-15,-3 7-163 0,-2-2-19 0,-10-2 24 16,-3 2 4-16,1 2-26 0,-10-2 35 0,4 6-10 15,-1-3-36-15,-14 3 1 0,18 0-51 0,-9 0-12 16,2 3-12-16,7-3-1 0,12 0-3 0,-10 3 1 0,14-3-8 16,5 3 2-16,5-3 1 0,0 0 1 0,0 0 1 15,0 0 1-15,0 0-2 0,0 0 4 0,12 0-3 16,-4 0-10-16,11 0-5 0,-2 0-13 0,6 0-13 16,1-3-33-16,-7 3 8 0,12-3-37 0,-2 3 6 15,-3-3 10-15,-7 1 27 0,7-1-10 0,-9 3 31 16,5 0 13-16,-11-2 16 0,1 2 3 0,-10 0 3 15,17 0 4-15,-17-4-1 0,0 4 3 0,0 4-4 0,5 1-4 16,2 0 10-16,-7-5 15 0,0 0 32 0,5 10-7 16,-5-1-2-16,3-2-10 0,-3 4 19 0,4 0-3 15,4 26-31-15,-5-19-15 0,3 3 3 0,2 8 1 16,-1 0-4-16,2 3-8 0,2 0-3 0,1-2 2 16,0 1-2-16,3 6-1 0,-1-6-1 0,1 4 2 0,3 0 2 15,-4-2 1-15,1-6 1 0,4 10 4 0,1 0 19 16,-6-4 24-16,-4-9-10 0,-1 4 15 0,2 6 12 15,-7-12-15-15,-2-4-17 0,-4 3-5 0,2-5-25 16,-4 10-4-16,-2-13-2 0,1 7 3 0,-4-5-1 16,2-4 2-16,-4 0 3 0,7-4 2 0,-10 10 2 15,-1-10 7-15,3 1 22 0,4 0-7 0,-13 0 39 0,-2-3 20 16,1 3 3-16,0-5-2 0,-2-1-8 0,2 2-13 16,0-2-9-16,0 3-38 0,-4 1-13 0,6-4-9 15,0 3-20-15,5-1-23 0,-1 0-167 0,-1-1-101 16,5-3-201-16,4 0-18 0,-4-7-392 0,9 7-333 15,-9-11 244-15,12 7-653 0</inkml:trace>
  <inkml:trace contextRef="#ctx0" brushRef="#br0" timeOffset="127561.92">26444 15379 671 0,'2'0'655'16,"-2"0"22"-16,0 0-148 0,0 0 365 0,0 0-275 0,-2 0-153 16,4 0-147-16,-2 0-106 0,-2-2-76 0,-10-5-3 15,2 1-12-15,1 3-29 0,-20-2 57 0,9-1-46 16,-10 2-23-16,9 0-38 0,-29-1 8 0,2 0-34 15,-1-1-13-15,2 2-4 0,-18 1-3 0,-23-3-2 16,11 4 0-16,18-1 5 0,-32-3 21 0,2 6 48 16,7-2 61-16,26 2-13 0,-21 2 58 0,-14-2 100 15,23 0-36-15,0 4-6 0,19-2-83 0,-28 1 29 16,21 2-59-16,6-2-32 0,12 0-38 0,-7 1-9 0,12-1-13 16,4 3-4-16,14-1-9 0,-12-3 3 0,10-2-6 15,5 4-1-15,4 0-4 0,-9-4-12 0,10 3-5 16,-2 0-4-16,-9-3-3 0,6 3-33 0,-2-3-29 15,-6 2-33-15,13-2 10 0,-16 0-147 0,2 3 12 16,9-3 5-16,4-3 35 0,-7 6 47 0,15-3-2 16,-12-3 57-16,10 3 77 0,2 0 16 0,0 0-4 15,0 0-35-15,0 0-48 0,0 0-31 0,0-11-203 0,8 7-256 16,-2 0-215-16,6-3 112 0,-4 4-202 0,7-5 47 16,4-5-966-16</inkml:trace>
  <inkml:trace contextRef="#ctx0" brushRef="#br0" timeOffset="130049.36">25240 15676 47 0,'10'-8'632'0,"-5"5"30"15,-5 3-55-15,0 0 220 0,0 0-328 0,-8-5 41 16,-1 0-167-16,-6 5-11 0,3-3-231 0,0 3 17 0,-17 0-38 15,9 3 4-15,-2-3 15 0,-3 0-1 0,1 3-31 16,-3-1-4-16,1-2 11 0,-6 2 24 0,5-2-26 16,0 0 8-16,7-2 18 0,-4 0 36 0,15 2 18 15,-9 0 31-15,9 0-41 0,4-3 119 0,-7 3-74 16,4 0-34-16,8 0-1 0,0 0-111 0,0 0-24 16,0 0-19-16,0 0-11 0,8 3-11 0,-6-1-4 0,-2-2-2 15,4 0 0-15,7 5 0 0,-7-5-1 0,8 6-3 16,-1-1-4-16,-5 1 5 0,2-2-3 0,2 2-1 15,2 2-3-15,-4 11 4 0,-4-6-2 0,1 0 3 16,5 14 2-16,-5-9 5 0,-2 6 1 0,1-3 1 16,-2 10 2-16,-4-4-2 0,2-6 0 0,0 11 0 15,-4 2-2-15,1-5 0 0,0-5-1 0,-2 3 2 0,-4 1 0 16,6-1 1-16,-1-8-2 0,4 5 0 0,4-1 0 16,1-2-1-16,2-7-1 0,1 1-1 0,1 2-3 15,-3-10 1-15,6 6 1 0,-7-4 0 0,2-2 7 16,13 4 32-16,-8-9-4 0,2 4 20 0,20 1 17 15,-14-3-14-15,-3-2-4 0,-10-2-20 0,13 3-11 16,9-3-11-16,-8-3-10 0,-3 3 0 0,8-2 0 16,-3-2 0-16,-2 2 0 0,-1 0 0 0,19-1-23 0,-15-3-93 15,-1 1-102-15,-5 1-77 0,5-7-566 0,-4 0-173 16,-5 3-172-16,6-8 318 0,-2-2-295 0</inkml:trace>
  <inkml:trace contextRef="#ctx0" brushRef="#br0" timeOffset="130599.89">25754 15655 1489 0,'0'-13'860'0,"0"7"-65"0,0-5 233 16,0 9-293-16,0-9-449 0,0 11 53 0,0 0 17 15,0 0-138-15,0 0-40 0,0 0-39 0,0 0-1 16,0 0-62-16,0 0-41 0,0 4-47 0,-7 11-5 16,2 9-10-16,2-6-5 0,3-2 27 0,-6 14 36 0,6-4 10 15,-3 1-1-15,3-1 9 0,0 8 34 0,0-4 4 16,3-2-26-16,-1-1-2 0,5-1 1 0,-2 1 4 15,2-6-9-15,-2-8-23 0,7 11 10 0,-6-10-23 16,8-1-7-16,-10-8-3 0,14 5 0 0,-4-7 0 16,-4-1-3-16,4 1-18 0,1-3-18 0,-4-3-35 15,15-4-34-15,-11 1-70 0,6-5 58 0,-1-2-53 16,-5-3 0-16,9-8-57 0,-12 6 102 0,3-6-13 0,-3 0 35 16,2-9 7-16,-6 11 49 0,-1-7 9 0,-2 3 51 15,-2-6 30-15,-3 10 56 0,7-1 37 0,-7 2 36 16,2 7 148-16,1 4-110 0,-3 10 70 0,4-16-7 15,-4 14-23-15,0 4-82 0,0-2-81 0,0 0-40 16,0 2-20-16,3 7-17 0,-3 2-12 0,2 4 3 16,-2 6 7-16,3 9 5 0,-3-12-5 0,3 10 6 15,1 5 4-15,-2-4-5 0,1-10-8 0,0 10 0 0,-1 2-6 16,-2-7-2-16,4-9-1 0,-4 5 2 0,3-5-20 16,-3 3-30-16,0-12-11 0,3 10-73 0,-3-3-161 15,0-8-81-15,0-5-117 0,2 6 40 0,-2 1-443 16,7-9-309-16,-2-3 160 0,5-4 327 0,-5-1-127 15,10-11-544-15</inkml:trace>
  <inkml:trace contextRef="#ctx0" brushRef="#br0" timeOffset="131198.29">26581 15689 428 0,'0'-3'1523'0,"12"-1"-443"0,-12 4-240 15,0 0-25-15,0-14-319 0,3 11-227 0,-9-4-50 16,-3 1-100-16,-2-4-59 0,-1 4-10 0,-9 1 1 16,1-1-7-16,-1 4-3 0,6-1-13 0,-12-1 21 0,2 0-12 15,1-1-7-15,7 3-8 0,-7-1 3 0,2 0-6 16,8 0 2-16,8 3 15 0,-8-2 41 0,-1 0 0 15,15 2 7-15,0 0-20 0,0 0 57 0,0 0-25 16,0-3-20-16,0 6 9 0,0-3-42 0,0-3 11 16,0 6-5-16,9-14-3 0,-6 8-26 0,0 3 7 15,11-6-15-15,-4 2-10 0,-5 1-4 0,7 0 0 0,0-2-22 16,3 2-24-16,-3 3 16 0,2 0-3 0,-6 0 36 16,7 5 10-16,-3-2 0 0,-5-3 26 0,7 8 6 15,-3 0 5-15,-7-3-15 0,7 6-25 0,1 2-2 16,0 11-5-16,-3-13 0 0,-1 5 3 0,4-1-2 15,0 7-3-15,-7 2 1 0,-1-11 2 0,4 7 1 16,2 9-5-16,-1-5-5 0,-6-7 5 0,5 6 0 16,1 7 1-16,-4-6-2 0,5-6 0 0,-5 6-8 15,11 7 1-15,-5-5 3 0,-5-6 1 0,2 4-2 0,7 7 1 16,-6-5 18-16,-3-7 4 0,6 8 7 0,0 2-12 16,-3-3-14-16,-1-8-1 0,1 4-17 0,1 4-44 15,-5-2-8-15,2-4-6 0,-7-14 25 0,2 12-23 16,-2-4 16-16,0-6 19 0,0 8 20 0,-6-8 14 0,0-1 4 15,-3 2 4-15,-3-1-1 0,7-6 11 0,-22 6-6 16,7-8 0-16,1 0-1 0,-15-3 2 0,2 1-1 16,-4-3 2-16,6-1 0 0,-11-1 1 0,2 3-6 15,-2-1-38-15,16 3 2 0,-14-4-38 0,12 4-6 16,0-3-93-16,13 2-54 0,-1-3-393 0,-2 4-140 16,-1-6-179-16,6 3-7 0,0-4 252 0,0 5-1151 15</inkml:trace>
  <inkml:trace contextRef="#ctx0" brushRef="#br0" timeOffset="133045.35">13676 14670 280 0,'0'0'1218'16,"9"0"-546"-16,-3 4 31 0,-6-4-12 0,0-4-141 0,12 4-156 15,-12 0-123-15,0 0-124 0,2-2 14 0,10-6-24 16,-12 8 34-16,0-3-44 0,12-2 84 0,-12 3-66 16,0 4-25-16,0-2-14 0,0 0-56 0,0 0-24 15,0 0-20-15,0-2-8 0,0 2 0 0,-5 2 1 16,-4 6-2-16,-6 6 1 0,10-12 1 0,-19 16 0 16,0-1 1-16,-3-4-2 0,10-6 1 0,-1 2-1 0,-3-2 1 15,10 1 8-15,-7-3 13 0,10-5 23 0,-2 6 35 16,8-8 34-16,-10-2-13 0,12 4 37 0,-6-13-6 15,2 8 1-15,4-6-20 0,0-2-31 0,0 6-19 16,10-21-18-16,2 8-20 0,-7 4-11 0,7-3-20 16,5 3-4-16,2 3 0 0,1 2-1 0,4 3 4 15,-7 3-1-15,10 5-6 0,-10 0 4 0,13 5-6 0,-4 3 2 16,1 3 0-16,-10 0 3 0,15 13-2 0,-8-4 9 16,0 4 3-16,-9-2 1 0,2 20-1 0,-5 2 2 15,3 0 0-15,-15-13 1 0,3 11 0 0,-3 14-2 16,-3-19 2-16,0 3-13 0,-3-14-6 0,-5 21-19 15,2-12 4-15,-1-6-1 0,-2-8 8 0,-2 8-4 16,-6 1 26-16,5-12 18 0,-2-7-2 0,-5 7 7 16,-4-2-13-16,-6 0-87 0,8-6-51 0,-6 1-85 15,-2-5-169-15,0-4-510 0,14-2 184 0,-5-5-294 0,-1-1 71 16,-5-4-597-16</inkml:trace>
  <inkml:trace contextRef="#ctx0" brushRef="#br0" timeOffset="133207.91">13176 15137 2910 0,'2'0'1761'0,"-7"0"-905"0,-7 2 291 0,9-4-262 16,-6-2-757-16,6 2-108 0,-9-3-12 0,3 5-8 16,1-4-59-16,-7 8-165 0,9-4-18 0,-2 2-312 15,8-2-308-15,-22 9-526 0,22-9 541 0,0 0-329 0,-14 0-1059 16</inkml:trace>
  <inkml:trace contextRef="#ctx0" brushRef="#br0" timeOffset="133563.96">12808 14874 1784 0,'-4'-2'2467'0,"-2"-12"-1370"0,6 14 5 0,-2-10-355 0,2 7-562 16,0 3-151-16,0 0-19 0,0 0-2 0,0 0-12 15,-3 0-4-15,6 3-3 0,-3 12-1 0,0-4 6 16,2-3 3-16,-2 8-3 0,0-5-5 0,0 7-36 16,0 1-31-16,-2-6-21 0,2-8 16 0,0 17-67 15,-10-12 19-15,8-2 12 0,-4 0 48 0,-3-1 8 16,-6-1 15-16,-2-1 17 0,5-5 16 0,-15-7 4 0,-2-4 10 16,5-2 6-16,6 0-2 0,-2-7 7 0,-4-2 11 15,-5-5 22-15,12 6 20 0,-2-14 27 0,-1-5 12 16,-7-8 44-16,6 1-9 0,6 10-8 0,-2-22 52 15,-3 4-46-15,-7-19 21 0,13 29-75 0,-8-18 18 16,2-3-22-16,-6-17-46 0,8 36-33 0,-3-14-3 16,4 3-7-16,-3 4-3 0,-2 5-6 0,8 14-3 0,2 7 2 15,4 8 4-15,1 7-19 0,7 11-90 0,-8-7-127 16,8 7-158-16,0 2 10 0,0 0-234 0,0 11-419 16,0 2-10-16,0-2 7 0,0 7 356 0,0 6-347 15</inkml:trace>
  <inkml:trace contextRef="#ctx0" brushRef="#br0" timeOffset="134282.04">12091 14138 2561 0,'-2'-10'1237'0,"2"5"-366"15,-7-8 120-15,7 10-851 0,0 3-187 0,0 0-24 0,0-2-1 16,-3 4 4-16,1 9 28 0,2-11 38 0,2 20-2 15,8-6-2-15,-5 7-2 0,4 1-1 0,6 9-6 16,-3-5 6-16,0-6 4 0,-1 11 4 0,1-2 18 16,2-1 6-16,5 10 39 0,-8-14-20 0,3 8 12 15,1-1 0-15,0 2-14 0,-9-13-28 0,9 17-8 16,-6-8-38-16,-3 1-13 0,-4-10 8 0,1 7-42 16,1 5-65-16,-1-5 18 0,-3-12 27 0,0 9-26 0,-7 0 6 15,2 5-10-15,-5-13 77 0,0 3 21 0,-2-4 20 16,-10 1 11-16,10-8 6 0,-10 3 11 0,0-4 15 15,2-4 47-15,-4 0 44 0,10-3-7 0,-10-3 103 16,4-2-29-16,-4 0 11 0,12-3-55 0,-8-3 19 16,-4-2-16-16,18 10-63 0,-8-7-22 0,2 5 38 15,6-1 8-15,-1 1 8 0,2-1-50 0,5 6 24 0,-3 0 6 16,6 0-5-16,-3 0-67 0,0 0-3 0,12 11-2 16,-6-5 1-16,6 1-5 0,2 6-27 0,-2-2-10 15,6 5-6-15,-13-8-10 0,14 16-14 0,-17-17-42 16,13 15-23-16,-10-11-7 0,-1-1 28 0,2 4-55 15,-4 4-33-15,-2-8 18 0,0-5 59 0,0 8-24 16,-5-4 18-16,-4 2-17 0,-1-4 64 0,0-4 12 0,-17 0 19 16,0-3 5-16,10 0 17 0,-10-6 5 15,0 1 1-15,1-6-2 0,-1 0 1 0,-2-4 0 0,-1-3 1 16,1-4 5-16,5 1 2 0,-11-8 9 0,2-2 9 16,4 1 43-16,-1 1 41 0,13 5-6 0,-12-18 102 15,2 7 1-15,7-1 29 0,8 12-54 0,-9-13 62 16,6 4-32-16,3 5-9 0,4 10-62 0,-7-12 65 0,6 7-59 15,4 4-5-15,-2 5-39 0,2 4-12 16,-2-11-28-16,-1 2-19 0,5 14-23 0,-6-16-10 0,0 5 1 16,6 5-3-16,-2-4-1 0,1 1-4 0,-2 1-4 15,4-6-4-15,-8 1 2 0,8 13 3 0,-10-19 1 16,0 3 7-16,6-1 49 0,1 6-4 0,-4-8 19 16,-3-7 7-16,2-1-2 0,5 9-26 0,-7-7 10 15,0 1-45-15,-8-6-9 0,10 15 0 0,-2-4 0 16,4 2 0-16,-6 4 0 0,11 14 0 0,-4-13 0 15,5 6 0-15,2 9-9 0,0 2-38 0,0 0-32 0,0 0-16 16,12 6-41-16,-7 9-137 0,4 1-41 0,3 5-167 16,-4 0-41-16,4 5-108 0,-2-9 25 0,4 7-361 15,7 2-191-15,0-5 321 0,-6-6-334 0</inkml:trace>
  <inkml:trace contextRef="#ctx0" brushRef="#br0" timeOffset="134483.51">11652 14377 67 0,'0'3'1135'16,"0"1"-672"-16,0 7 10 0,10-2-125 0,-10-9-99 0,14 7-79 16,-8-4-33-16,6 2 5 0,2-2 9 0,-6-1 16 15,8 2-7-15,2 0-27 0,-4-1-47 0,1-1-45 16,0-2-36-16,5 4-109 0,-14-2-119 0,9 1-247 0,-3-12-272 15,-12 9 154-15,0-7-420 0</inkml:trace>
  <inkml:trace contextRef="#ctx0" brushRef="#br0" timeOffset="135077.92">11024 14281 1349 0,'0'-9'1888'15,"-3"5"-1025"-15,-2-7 0 0,5 11-360 0,-15-13-222 16,15 13-227-16,-12-5-29 0,10 5-24 0,2 0 0 16,-10 0-4-16,1 0-6 0,6 3 3 0,-5 16-4 15,2-1 6-15,3 1 2 0,0-3-2 0,3 10 2 0,0-2 2 16,3 2 2-16,2-8 2 0,5 2-1 0,2 2-2 15,8 13 31-15,-6-19 5 0,8 10 15 0,-5-2 0 16,0-2 0-16,7 7-3 0,-6-14-34 0,0 7-46 16,2-1-50-16,-5 0-28 0,-3-4 9 0,8 5-79 15,-5-2 48-15,-6-5 18 0,-4-2 44 0,-1 14-7 16,-8-22 45-16,4 16 27 0,-5-15 6 0,-15 17 2 16,-4-6 7-16,0-4 16 0,4-6 17 0,-16 9 59 15,-11 1 76-15,11-7 13 0,4 0-20 0,-12 1 121 0,0 0 6 16,-14-1 77-16,24-5-158 0,2 4 52 0,-2-2-40 15,-2 6-2-15,26-9-107 0,-7 0-39 0,9 1-23 16,-1 1-31-16,9-6-9 0,0 0-12 0,0 0-6 16,-3 11-1-16,8-6-3 0,2 1 1 0,8-1-4 15,-7-1-40-15,18 7-49 0,-8-2-23 0,3-2-26 16,-9 1-32-16,3 3-30 0,-10-6-2 0,10 8-54 0,-15-13 68 16,9 11 24-16,-6-9 60 0,-13 9-7 0,8-5 99 15,-16-4 91-15,-6 1 89 0,2-1 32 0,-12-2 117 16,0-2-9-16,-2-3-32 0,4-1-88 0,-15-10 58 15,8 3-113-15,3-6-64 0,11 1-50 0,-17-6-12 16,4-5-1-16,8 3 0 0,9 7 0 0,-2-4 0 16,-6-1 0-16,14 5 0 0,6 8 0 0,0 1 0 15,3 2 0-15,0-1 0 0,0 2 0 0,6 7-36 0,0 0-95 16,10 0-222-16,-2 3-77 0,10 5 11 0,0-1-320 16,-1 4-198-16,10 8-460 0,-15-9 631 0,8 7-230 15,1 1-883-15</inkml:trace>
  <inkml:trace contextRef="#ctx0" brushRef="#br0" timeOffset="135248.46">10727 15462 1653 0,'12'11'2546'0,"-12"-11"-1531"0,0 0-263 0,0 0-109 0,2 0-454 16,10-4-192-16,-2-3-17 0,-8 5-5 15,10-7 4-15,3-2 12 0,-10 3 5 0,14 1-27 0,-4-2-31 16,-7 5 0-16,13-5 6 0,-6 4-67 0,5-1-20 15,-6 4-165-15,-2 0-24 0,6-3-252 0,-6 1-457 16,-6 2 128-16,-6 2 28 0,0 0 12 0</inkml:trace>
  <inkml:trace contextRef="#ctx0" brushRef="#br0" timeOffset="135448.92">9807 15152 2961 0,'-2'-8'1666'0,"-1"-8"-431"0,3 6-545 0,0 7-549 0,-3-5-171 16,3 1-21-16,-4 3-36 0,2-9-233 0,2 10-63 16,2-12-235-16,-2 10 42 0,4-8-374 0,-1-6-117 15,0 5 117-15,-1 4-404 0</inkml:trace>
  <inkml:trace contextRef="#ctx0" brushRef="#br0" timeOffset="135561.63">9714 14876 2515 0,'-12'-15'1703'0,"3"8"-490"0,3 1-303 0,-6-2 108 16,3 5-547-16,4 0-227 0,5 3-156 0,0 0-60 15,0 0-27-15,0 0-1 0,0 0-13 0,0 0-86 0,0 0-150 16,12 0-452-16,-4 0-263 0,4 3 81 0,-3 0-331 16,6 2 28-16,-3 0-1150 0</inkml:trace>
  <inkml:trace contextRef="#ctx0" brushRef="#br0" timeOffset="138426.7">919 14734 324 0,'0'0'586'0,"0"0"-145"0,0 0-90 0,0-10 251 15,0 6-171-15,0 4-29 0,0 0-154 0,0-2 24 16,0 4-30-16,0-4 88 0,0 2-137 0,0 2 49 15,0-2-55-15,0-2 1 0,0 4-39 0,0-2 34 0,0-2-57 16,0 4-8-16,0-2-29 0,0 0 27 16,0 0 18-16,0 0-46 0,0 0-32 0,0-2 8 0,0 4-3 15,0-4 8-15,0 4-8 0,0-6 7 0,3-5 47 16,-3 9 21-16,0 0 5 0,0 0-40 0,0 0 38 16,0 0-11-16,-3-7-46 0,-1 1-26 0,4 10-11 15,0-4-3-15,-5-15-9 0,5 13-13 0,0 2 29 0,0 0 10 16,0 0 5-16,0 0-18 0,0 0 35 0,0 0-22 15,0 0-7-15,0 0-26 0,0 0-3 0,0 0-6 16,0 0-6-16,0 0-9 0,0 0 0 0,0 0-2 16,2-11-2-16,-2 11 0 0,0 0 2 0,0 0 0 15,0 0 2-15,0 0-1 0,0 0 1 0,0 0-1 16,0 0 1-16,0 0-5 0,0 0 0 0,0 0 0 0,0 0 5 16,0 0-2-16,0 0-1 0,0 0 0 0,0 0 3 15,0 0 1-15,0 0-3 0,0 0-8 0,0 0 4 16,0 0 1-16,0 0 0 0,0 0-3 0,0 0 0 15,0 0 0-15,0 0 1 0,0 0 1 16,0 0-4-16,0 0 4 0,7 8-1 0,-4-3 1 0,-1 4-1 16,1-1 0-16,6 10 0 0,-6-12 2 0,9 20-2 15,-3 1-4-15,2-7-1 0,-4 2-1 0,1 7-2 16,-2-1 6-16,2 10-3 0,2-12 2 0,-4 9-1 16,2 0 2-16,2 2-21 0,-5-8-16 0,5 4-30 0,-5 2-1 15,2-3-5-15,-5 2-30 0,4-12 47 0,-4 9 1 16,-2-1 18-16,4 1 4 0,-4-9-5 0,-4 9-25 15,4 4-6-15,-2-7-7 0,-4-8 22 0,0 11-35 16,0-10 29-16,4-5 22 0,-1-9 29 0,-4 6 5 16,2 1 8-16,-2-4 1 0,4-6 1 0,1-2-1 0,-4 9-1 15,2-11 1-15,-8 0 1 0,12 0 1 0,-14-6-1 16,8 4 0-16,-3-7-5 0,-2-9-17 0,5-1 3 16,0 1-1-16,2-3-2 0,2 3 5 0,-4-20-14 15,0 12 15-15,0-3 3 0,4 5 3 0,-1-11-3 16,-4-4 0-16,2-1 2 0,2 11 5 0,-1-10 1 15,-1 2 4-15,2-14 2 0,1 22 0 0,2-8 0 0,0 0 3 16,0-3 3-16,0 9 0 0,2-14 2 0,1 10 3 16,6-2 1-16,-3 10-2 0,3-6 11 15,11-13 18-15,-5 15-7 0,2-2 2 0,2 7-10 16,10-14 13-16,-6 9-13 0,-2 2-19 0,-1 13-5 0,7-11-4 16,2 1-5-16,-5 2-2 0,-9 14 3 0,9-7-2 15,-4 4-1-15,-5 6 0 0,2-1 2 0,-8 5 1 0,9 1-3 16,-4-2 0-16,-10 4 6 0,7 6 2 0,-4-1 0 15,-7-3-1-15,5 15 1 0,-5 4-2 16,-5 3 0-16,2 4-4 0,-9 2 1 0,0-9 1 0,0 14-1 16,-3 2 2-16,-5 2 3 0,2-15 10 0,-2 10 6 15,-2-4 1-15,5 1 1 0,2-7-5 0,-2-2-1 16,-4 1-6-16,10-4-11 0,2-4 5 0,-3 5-3 16,2-2 0-16,8-10 19 0,-6 8 2 0,8-9 9 0,-4 10 4 15,4-7-11-15,4-5-3 0,-2 6 5 0,-2-9-13 16,8 12-5-16,-1-6 2 0,-2-3 10 0,5 8 3 15,4-2-2-15,4 2-2 0,-6-2 1 0,5 4 3 16,7-1-7-16,0 4-16 0,-7-5 7 0,10 6 6 16,0 1-3-16,10 2-4 0,-13-6 0 0,8 3 6 15,-3-1 3-15,2-5-4 0,-8-2-1 0,6 4 5 16,-5-4 6-16,-4 2 18 0,-1-4 16 0,3 6 44 16,-3-4 5-16,-8-4 19 0,-2 4-25 0,8 11 49 0,-10-9-19 15,5-2-42-15,-4 7 17 0,-5-12-35 0,3 7 21 16,2 5-28-16,-1-10-6 0,-2 0-17 0,-2 5 9 15,4-5-36-15,-5 1-7 0,1 0 1 0,1-5-2 16,-8-4-2-16,8 2 4 0,-1 5 0 0,-1-3-7 0,-2-4-19 16,0 0-9-16,0 0-2 0,-2-4-79 0,4 8-99 15,-4-4-275-15,-8 0-4 0,8 0-476 0,-5 0-167 16,-4-6 17-16,-1-5-985 0</inkml:trace>
  <inkml:trace contextRef="#ctx0" brushRef="#br0" timeOffset="140227.87">2312 14404 1081 0,'0'-3'1000'0,"0"-8"-343"0,0 5-161 0,0 10 156 16,0-4-229-16,0 0-197 0,0 0-63 0,-6-4-17 0,-3 0-3 16,6 4-1-16,-6-3-57 0,-2 1 41 15,2 2-55-15,-3 0-14 0,4 0-28 0,1 0 2 0,-10 0-3 16,5 2 25-16,7-2 15 0,-7 3-11 0,12-3 21 16,-12 2 16-16,9 0 39 0,-4-2-43 0,-5 0 23 15,16 0-14-15,-13 0 4 0,4 0-7 0,1 0-20 16,-7 0-14-16,11 0-15 0,-4 0-12 0,-11 6 6 0,5-1-19 15,3-2-6-15,-2 7-5 0,-2 4 6 16,-8 1-9-16,9 4-8 0,3-3-4 0,-5 6 3 0,4 2 6 16,-1-2 0-16,-1 0 0 0,5-6-1 0,0 8 0 15,-5 0 1-15,8 2-2 0,-1-8 21 16,-1 10 41-16,8 5 35 0,-4-4 15 0,3-3-13 0,5 4 43 16,1-3 16-16,8 4-10 0,-7-12-76 0,7 5 9 15,0-1-26-15,7 3-6 0,-12-6-29 0,6 0-1 16,3 2 1-16,4-3-2 0,-3 1-1 0,-2 2-4 0,1-2-6 15,3 4-1-15,-1 3-3 0,-11-11-3 0,0 7 0 16,5-6-1-16,0 1-2 0,2-2 0 0,-4-3 0 16,5-2 0-16,-14-5 0 0,17 3 0 0,-8-3 0 15,-3-1 0-15,9-3 0 0,-18-2 0 0,9 0 0 16,3 0 0-16,-7 0 0 0,1-2 0 0,8-9 0 16,-5 6 0-16,0-3 0 0,3-2 0 0,2 2-1 0,-5 0-9 15,6-2-57-15,-12 6-74 0,9-6-160 0,0-4-260 16,-7 5-415-16,-2 0-170 0,6-9 245 0,-6 2-244 15,-4 6-654-15</inkml:trace>
  <inkml:trace contextRef="#ctx0" brushRef="#br0" timeOffset="142411.03">647 14234 409 0,'9'-8'855'16,"-3"0"-158"-16,3 0-36 0,-2 0-153 0,-5 3 118 16,6-3-159-16,-8 5-119 0,4-7-165 0,-1 7 113 0,-3 1-16 15,0-1 19-15,5-7-17 0,-5 10-71 0,0 0 95 16,0 0-108-16,0 0-65 0,0 0-83 0,0 0-27 16,0 0-4-16,-14 10-16 0,11-7-3 0,-6 8-2 15,-11 9 1-15,2-7 2 0,-6 3-1 0,0 5-1 16,-8 1 4-16,8-6 1 0,2-3-1 0,-2-5 0 15,9 2 5-15,-6-4 0 0,13-4-2 0,-14 3 2 0,5 1 1 16,0-4 15-16,2 1 21 0,-2-3 11 0,10 0 44 16,-1 0 27-16,-2 0 15 0,1 0-41 0,6-3 53 15,-6 1-55-15,4 0 8 0,-5-4-54 0,10 6 11 16,0 0 2-16,0 0-21 0,-8-11-6 0,6 11-6 16,2 0-11-16,0 0-15 0,0 0-4 0,0 0-2 15,0 0-3-15,0 0-1 0,0 0-1 0,0 0-4 0,0 0-2 16,0 0-6-16,0 0 3 0,0 0 1 0,0 0-4 15,0 0 0-15,0 6 2 0,0 1 4 0,2 6-6 16,1-2 3-16,0 0-3 0,3 4 7 0,0 2-5 16,3 4 7-16,-1 3 0 0,-5-9 2 0,9 12-3 15,-3-1-1-15,3 9-27 0,-6-11 0 0,3 11-40 16,-1 4-2-16,4 3 0 0,-5-11 19 0,5 9 0 0,-7 3 11 16,4 4 28-16,2-17 11 0,1 23-8 15,0-11 4-15,3 11 2 0,-3-11 3 0,5-5 3 0,-5 6 3 16,3-7 1-16,6 10 1 0,-6-18-3 0,-1 10-4 15,4-1 2-15,-4 2 0 0,4-4 1 0,-1-1 0 16,-5-2 2-16,0-3 12 0,-5-7 12 0,3 6 28 16,-3-1-1-16,1-3-6 0,-4-4-10 0,1 4 6 15,5 0-7-15,-2 5-22 0,-2-16-11 0,-3 0 5 16,2 4-2-16,-1-7 0 0,2 1 3 0,-6-9-2 16,9 11-1-16,-9-9-1 0,0-4-3 0,15 11 3 0,-15-11 0 15,10 2-3-15,-6 0 0 0,-1-4-1 0,12 2 6 16,-13 0 4-16,13-2-3 0,-8 2 0 0,1-4 9 15,9 2 5-15,4-7-2 0,-1 7-11 0,2-5-4 16,10-2-11-16,-3 1-24 0,-5 5 0 0,8-4-27 16,0-1-117-16,4-1-120 0,-6 2-75 0,-9 5-21 0,11-4-299 15,-5-1-232-15,5-4-405 0,-12 5 615 0,4 1-917 16</inkml:trace>
  <inkml:trace contextRef="#ctx0" brushRef="#br0" timeOffset="143357.5">2460 13985 42 0,'3'-3'755'15,"6"-7"-81"-15,-4 5-82 0,1-4-124 0,-6 9 148 16,6-13-95-16,-3 11-101 0,-3-5-103 0,0-2-83 0,0 9-40 16,-3-6-32-16,-3 1-33 0,6 3-43 0,-11-6 11 15,-4 3-28-15,9 2-17 0,-9 0-33 0,3 3 3 16,-15 0 8-16,12 0-8 0,-7 3-10 0,0 2 5 16,0-5 9-16,-2 3 13 0,9-1-13 0,-2 2 30 15,-2-2 17-15,-1-2 9 0,17 0-5 0,-18 5 15 16,4-5-12-16,11 2-2 0,-6-2-36 0,12 0 7 15,-4 0-5-15,-6 6-11 0,10-6-10 0,0 0 4 16,0 0-7-16,0 0-5 0,0 0-7 0,0 0-5 0,0 0-1 16,10-6-1-16,-6 6 0 0,8-7 0 0,-4 1 0 15,14-1 0-15,-2 1-1 0,-6 3-1 0,8-1-7 16,-2 1-5-16,-3-3 1 0,-2 6 1 0,-6 0-4 16,8-2-1-16,1 2 1 0,-12 0 9 0,14 8-1 15,-7-3 2-15,-4 0 1 0,6 8 2 0,-3 9 2 16,-4-3 3-16,-2 4 2 0,0 3 3 0,-4-2-3 0,5 26 5 15,1-8 1-15,1-1 0 0,1-5-5 0,4 12-1 16,1 3 3-16,2-1-2 0,-2-21-3 0,5 13-2 16,1 3-1-16,3 0 3 0,-6-13 3 0,11 21 6 15,0-9-3-15,1 0 1 0,-9-13-4 0,11 11-8 16,7 11-14-16,-7-10-24 0,-8-12-5 0,5 9-21 16,-2-1-4-16,-2 20-68 0,-6-19 28 0,-11-9 14 0,4 8-19 15,-3 5 18-15,-1 2-10 0,-4-11 35 0,1-6 34 16,-2 3 9-16,0 2 22 0,-3-10 7 0,0 11 6 15,-3-14 5-15,0 2-3 0,-2-6 9 0,-2 3 41 16,-5-3 31-16,-5 4 54 0,5-8-34 0,-5 2 66 16,-3 2 53-16,-11-1 36 0,6-5-65 0,-2 2 8 15,-2-2-17-15,-1-2-30 0,0 8-41 0,0-7-46 0,10-2-31 16,6-3-29-16,-8 3-3 0,14-5-6 0,-6 3 0 16,10-9 0-16,-7 3-1 0,11 0-20 0,0 0-34 15,-12-8-66-15,12 8-148 0,-3-9-48 0,3-1-510 16,0-6-104-16,3-2-160 0,2 2 288 0,2-5-553 15</inkml:trace>
  <inkml:trace contextRef="#ctx0" brushRef="#br0" timeOffset="143782.37">3455 14914 660 0,'0'0'1127'16,"4"0"-344"-16,7 3 64 0,-11-3-193 0,0 0 296 16,0 0-376-16,0 0-160 0,0 0-104 0,-8-8-20 0,1 2-44 15,2 6-34-15,-10 0-36 0,3 0-69 0,-3 0 33 16,-14 3-61-16,5 2-36 0,7 1-26 0,-13 1 6 15,4 2-11-15,2-2-4 0,9-3-7 0,0 3-2 16,-5-1-1-16,8-4-6 0,3 1-17 0,6-3-75 16,-11 2-164-16,14 0-93 0,-3-4-180 0,6 4-255 15,-3-2-229-15,-3-2-74 0,6 4 91 0,-1-4 74 16</inkml:trace>
  <inkml:trace contextRef="#ctx0" brushRef="#br0" timeOffset="143993.81">3640 15070 684 0,'10'6'1015'0,"2"-2"-461"0,-12-4-99 15,0 0 203-15,2 14-86 0,1-12-163 0,-3-2-139 0,-15 4 155 16,10-2 20-16,-7 0 59 0,-3 3-242 0,10-5 77 16,-19 9-35-16,7-5 0 0,5 0-118 0,-6 3-12 15,-6-1-23-15,0-1-33 0,2 1-55 0,0-6-33 16,2 2-65-16,2 1-154 0,0-3-102 0,-2-3-541 15,8 1-214-15,0-2-116 0,-5-5 7 0,14 5-68 0</inkml:trace>
  <inkml:trace contextRef="#ctx0" brushRef="#br0" timeOffset="144726.84">4457 14158 564 0,'0'0'2300'15,"-3"-14"-1330"-15,3 11 1 0,0 3-424 0,-5-10-170 16,5 7-243-16,-4-5-51 0,1 2-26 0,-9-3 31 15,4 5 6-15,1-1-11 0,-7 3-33 0,6 2-2 16,-22-2-17-16,9 2 8 0,-6 2 24 0,7 0-7 16,-6-2 46-16,-1 5 42 0,-5-1 37 0,5 3-36 0,-9-1 125 15,7 4-55-15,0-4-27 0,11-2-72 0,-3-1 1 16,1 5-24-16,11-8-39 0,-2 0-44 0,11 3-9 16,-16-3-1-16,13 0 0 0,3 0 0 0,0 0 0 15,0 0 0-15,0 0 0 0,0 0 0 0,0 0 0 16,0 0 0-16,0 0 0 0,7 13 0 0,1-10 0 15,7 5 0-15,9 5 0 0,-7 0 0 0,-5 0 0 16,3 3 0-16,6 8 0 0,-1 8 0 0,-8-11 0 0,0 9 0 16,5-2 0-16,-2 7 0 0,-3-1 0 0,3 11 0 15,-6-3 0-15,2 3 0 0,-5-10 0 0,2 23 0 16,-1-13 0-16,5-3 0 0,-7-7 0 0,5 10 0 16,2 0 0-16,-7-8 0 0,4-11 0 0,-3 5 0 15,-1 9 0-15,2-18 0 0,-2-1 0 0,-2-14 0 16,6 15 0-16,-2-11 0 0,-5-4 0 0,4 4 0 0,-4-5 0 15,5 3 0-15,-7-5 0 0,5 7 0 0,-2-11 0 16,-3 0 0-16,7 0 0 0,5 0 0 0,-7-6 0 16,4 3 0-16,3-7 0 0,3 1 0 0,-4 7 0 15,4-5 0-15,9-4 0 0,-7 0 0 0,4 3 0 16,3-6 0-16,2 5 0 0,0 0 0 0,-2-1 0 16,8 1 0-16,-5 0-9 0,5 3-42 0,-5-5-57 0,6 6-85 15,-4-6-222-15,1 0-348 0,-13 4-35 0,15-6-697 16,-11 5 337-16,-1-3-782 0</inkml:trace>
  <inkml:trace contextRef="#ctx0" brushRef="#br0" timeOffset="145426.97">5205 14252 2877 0,'-12'-10'1479'0,"10"7"-334"16,-4-5-15-16,4 3-303 0,2 5-653 0,0 0-142 15,0-2-27-15,0 4-24 0,0-2 6 0,0-2 1 16,0 4-16-16,0 6-6 0,0 0 2 0,5 7-10 15,12 13-10-15,-7-5 11 0,2 3 12 0,2-2 14 0,1 8-2 16,2 10 8-16,-2-4 5 0,-8-10 2 0,7 10 0 16,1 6 36-16,-4-12-2 0,-2-5-8 0,0 4 9 15,3 1 7-15,3 3 6 0,-10-17-23 0,5 4-13 16,-5-2-4-16,0-3-8 0,-1-10-35 0,2 4 21 16,-6-11 18-16,6 5-1 0,-3 1-5 0,-3-6 35 15,0 0 35-15,0-3 31 0,0-13-28 0,-7 6-7 0,-1-12 1 16,2 1-5-16,-2-3-32 0,1 3-18 0,-5-18-2 15,1 6-3-15,-1-4-4 0,3 6-1 0,-8-22-1 16,5 11 1-16,-3-1 1 0,6 9 0 0,1-11 3 16,-2-10 5-16,5 9 0 0,5 12-1 0,0-11 9 15,5-6 8-15,1 18-2 0,-6 9-7 0,6-5 4 16,4 10-1-16,-2 8 0 0,4-5-12 0,0 8-3 0,10 1-3 16,5 4-3-16,-6 0 0 0,-1 6 0 15,7 0-3-15,2 4-6 0,7 4-9 0,-16-3 3 0,7 8-18 16,-3-1-10-16,3 12-38 0,-19-10 31 0,4 5-16 15,0 2 0-15,-3 3 10 0,-6-1 3 0,-3-2-8 16,-10 3 6-16,-2 3 1 0,-2-8 7 0,-9 16-21 16,-4-10 9-16,1 2 16 0,4-9 24 0,-12 11 6 15,10-11 9-15,4 0 11 0,-7-8 18 0,10-2 18 16,5 0 43-16,-6-6 5 0,9-3 30 0,-3 4-22 16,12-6 70-16,0 3-42 0,-5-3-31 0,-5 2-40 0,10-2 11 15,10 2-38-15,-5 4-12 0,10-3-7 0,9 2 1 16,5 1 0-16,3-2 0 0,-5-1-1 0,5 5 0 15,4 1-3-15,2 1-6 0,-12-2 2 0,7 2-3 16,-6 1 1-16,7 5-4 0,-4-1 1 0,-6-6 1 16,2 6-14-16,-3 5-16 0,1-5-19 0,-9-2-25 0,2 1-148 15,2-1-139-15,-2 5-379 0,-5-7 66 0,-6-7-454 16,6 7-21-16,0-2-24 0,-7-5-735 0</inkml:trace>
  <inkml:trace contextRef="#ctx0" brushRef="#br0" timeOffset="146690.59">5878 13734 160 0,'0'0'758'0,"14"-11"-148"0,-8 9-60 0,6-3 111 15,-3-1-6-15,-4 6-92 0,-2-5-263 0,12-3 59 16,-6-3-16-16,-4 6-107 0,-1-1-54 0,-4 6 67 15,12-13-9-15,-12 13 48 0,0 0-117 0,0 0 41 16,0 0-51-16,0 0-37 0,0 0-32 0,0 0 12 16,0 0-48-16,-6-2-23 0,-4-1-4 0,0 6-7 15,-24 5 11-15,12-1-27 0,-5-1-4 0,6-1-2 16,-9 6 0-16,-5 0-1 0,6-3-3 0,10-3 0 0,-1 0 1 16,-4 3 6-16,4-6 3 0,8-2 3 0,0 0 9 15,-5 3 9-15,17-3 22 0,-7 0-2 0,-1 0 36 16,8 0-14-16,-2 0-4 0,2 0-17 0,2 0 12 15,-2 0-13-15,15-5-26 0,-10 3-9 0,17-4-1 16,-2-4-3-16,16-1-8 0,-14 5-2 0,-3 1 2 16,4-3-4-16,-2 6 0 0,2-1 1 0,-4 3 0 0,1 0 0 15,-3 3 2-15,-8-3-5 0,15 8 2 0,-1-1-5 16,-4-1-1-16,-9 5-3 0,9 5 2 0,-4-1 1 16,2 7 4-16,-2-4-2 0,-6-3 2 0,6 9 0 15,-1 5-1-15,4 1-5 0,-6-3-2 0,5 6-6 16,-2 7 7-16,2 5 13 0,2 0 1 0,-2 0 9 15,0 6 1-15,5 2 2 0,-5-1 3 0,0-7-8 0,10 18-27 16,-3-10-10-16,3 4-10 0,-10-13 9 0,15 22-31 16,-5-13 6-16,-1-3-19 0,-6-13 1 0,4 11-62 15,-3-3-9-15,12 8-36 0,-13-23 68 0,4 3-44 16,-4 2 11-16,-1-4 45 0,-9-3 53 0,9 1-2 16,-14-9 14-16,-2 2 11 0,1 4 14 0,-1-18 10 15,-6 13 2-15,-1-8-1 0,-1 0-2 0,-7 4-1 16,6-10-1-16,-23 10 0 0,8-10 9 0,3-4-1 0,-8 3 6 15,-6-6 4-15,-10 0 21 0,15 0-7 0,-2-3 18 16,-7 0-6-16,1-2 4 0,6 2-12 0,2 1 14 16,-2-2-7-16,2 2-15 0,13-6-10 0,-1 3 1 15,6 0-15-15,-6-6-63 0,10 3-10 0,-2 1-95 16,4-2-128-16,3-4-287 0,3 2-225 0,0 0-151 0,15-7 50 16,0 3-714-16</inkml:trace>
  <inkml:trace contextRef="#ctx0" brushRef="#br0" timeOffset="146920.97">6997 14795 1916 0,'0'0'2979'0,"0"0"-2069"16,0 0 303-16,0 0-358 0,0 13-549 0,0-11-294 16,-15 4-12-16,10-3 0 0,-7-1-3 0,12-2-26 0,-12 9-136 15,9-9-329-15,3 0-186 0,0 0-60 0,0 0-444 16,0 0-26-16,0 0-41 0,0 0-656 0</inkml:trace>
  <inkml:trace contextRef="#ctx0" brushRef="#br0" timeOffset="147876.42">7548 13855 365 0,'9'-7'1751'0,"-9"7"-1180"0,12-11 202 15,-9 11 9-15,-6-2-112 0,3-9-333 0,0 11-266 16,-4 0 9-16,1-2 1 0,-11-4-11 0,8 6-23 15,-8 0 13-15,-16 2-16 0,6 2-3 0,7 0-15 16,-16 2 6-16,3-1 19 0,-14 0 40 0,18 1-22 0,-9-1 52 16,3-3 64-16,-7 2 123 0,18-2-114 0,-2-2 56 15,4 3-17-15,2-1-15 0,9-2-36 16,-11 0-46-16,11 0-53 0,-1 2-16 0,-3-2-24 0,9 0 21 16,3 0-24-16,0 0-13 0,0 0-28 0,0 0 0 15,-2 0-5-15,-8 6-4 0,8-8-1 0,2 2 6 16,2 2 0-16,8 3 3 0,-2-2-3 0,1 3 2 0,0-2 5 15,-1 5 5-15,14 11-1 0,-14-9-4 0,1 2 4 16,3 4 1-16,8 6 0 0,-8-10-5 0,3 13-4 16,2-2 3-16,5 9 2 0,-10-2-3 0,2 9-2 15,-2-1-2-15,-1 1-4 0,4 19-10 0,-6-25-7 16,0 19-10-16,6 0-1 0,-7 0-11 0,-1-3-16 16,5 16-25-16,-7-13 18 0,4 6 13 0,-6-23 14 0,9 31-23 15,-4-20 38-15,-1-5 29 0,1-10 3 0,1 13 7 16,6-11 5-16,-3-7-1 0,0-8-2 0,2 4 21 15,1 7 16-15,0-10-12 0,-6-7-11 0,-4 7 9 16,5-13 4-16,-2 12-12 0,-2-12-22 0,-3-1 0 16,9 5 2-16,-9-11 1 0,9 5 6 0,-10-3 1 15,10 1 6-15,-12-3 6 0,18 0 5 0,-9-3-8 16,-1 3 12-16,9-5-7 0,2-1-1 0,-4-1-13 0,7 1 1 16,0-3-7-16,2 0-4 0,-4 1-6 0,4 3 0 15,2-3 0-15,0 0 0 0,-2 0 0 0,0 3 0 16,-1-1 0-16,-2-1 0 0,-9-4-42 0,8-2-142 15,1 2-309-15,-6 0-263 0,-10 4-390 0,7-6 236 16,-2 2-304-16,-2 3-234 0</inkml:trace>
  <inkml:trace contextRef="#ctx0" brushRef="#br0" timeOffset="148575.56">8147 14255 358 0,'0'-7'1532'16,"0"-2"-784"-16,0-6 6 0,-4 9 8 0,1-4-131 15,-2-9-319-15,-5 8-151 0,5 1-9 0,-10-3-25 16,1 2 131-16,-1 3-30 0,-6-3-4 0,15 9-56 16,-12-3 33-16,3-3 5 0,7 3-24 0,1 1-79 15,-5-1 12-15,10 5-9 0,-4-8-11 0,-3 6-9 0,4 2-25 16,-5-3-16-16,-2 3-18 0,10 3-12 0,-18-1 0 16,5 11-6-16,-4 0-11 0,9 1-8 0,-9 5 1 15,4 2 11-15,-2 11 2 0,5-6-14 0,6-4-3 16,-3 9 15-16,4-2 13 0,2 8-1 0,-1-5-6 15,4 10 11-15,4-5 39 0,-1 3 30 0,5-5-15 16,-2 1-1-16,9 1-6 0,0-5-4 0,-3-14-24 0,8 9-6 16,1-3-31-16,-3-5-1 0,-4-9 0 0,16 3 0 15,-10 0 0-15,4-5 0 0,-3 1 0 0,4-4 0 16,6-3 0-16,-11-4-12 0,4-1-93 0,-12 3-41 16,5-6-455-16,-5 1-54 0,6-8-267 0,-13 8 24 15,7-5-303-15,0-10-243 0</inkml:trace>
  <inkml:trace contextRef="#ctx0" brushRef="#br0" timeOffset="149309.59">8532 13686 175 0,'-7'-13'1471'16,"-1"0"-807"-16,2 5 26 0,-9 0-161 0,4 6 108 15,-15-7-178-15,-1 9-218 0,10-2-94 0,-14 2 60 16,2 0 7-16,-1 2-7 0,-2-2-23 0,3 3-20 16,2 0-26-16,10-3-36 0,10 3-44 0,-13-3 8 15,20 0 56-15,-14 2-7 0,14-2-5 0,0 0-33 16,0 0 21-16,0 0 12 0,8-13-71 0,-4 10-49 15,13-10-20-15,-2 5 1 0,11-3-25 0,-8 6 18 16,6-1-15-16,-2 4 20 0,5-3 11 0,-8 5 7 0,6-6-12 16,-6 6 29-16,-5 0 6 0,1 0 0 0,2 0 1 15,1 6-6-15,-6-4-1 0,0 3 1 16,-3 1-8-16,6 1-1 0,-7 10-3 0,-2-6 4 0,-3-4 5 16,2 12 1-16,2 4 2 0,-4 1 2 0,-3 3 3 15,5 3 2-15,2 6 0 0,-2 4 0 0,5-13-4 16,2 22 3-16,-2-12-5 0,2 3-3 0,0-10-1 0,6 12 3 15,3 0 3-15,-1 0 1 0,-5-10-4 0,6 16 3 16,-1-6-1-16,1 0 3 0,2-2 1 0,-2 3-1 16,9-1 1-16,-4 0 1 0,1 0-2 0,-4-2-16 15,-2 0-31-15,6 0-11 0,-5 4-47 0,-7-15-25 16,6 14-120-16,-6-1-21 0,0-7 52 0,-6-6 65 16,-4 2-43-16,-2-7 47 0,-3 5 69 0,0-12 63 0,-5 6 10 15,2-4 4-15,-4-6 23 0,2-2 24 0,-10 4 76 16,6-6 44-16,-6 0 13 0,-2 0 58 0,-7-1 57 15,7-1 23-15,-7 2-20 0,9-2-106 0,-8 4 98 16,-1-3-73-16,-5 3-79 0,5-4-48 0,9-3-50 16,-11 1-7-16,6-1-31 0,-2 0-8 0,20-4 0 15,-16 0 0-15,6 0-32 0,10 0-73 0,-5 0-50 0,-5 0-218 16,7-4-383-16,-5 2-174 0,10 2 82 0,0 0-334 16,0 0 72-16,-8 0-565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400" units="cm"/>
          <inkml:channel name="Y" type="integer" max="15875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2208.69556" units="1/cm"/>
          <inkml:channelProperty channel="Y" name="resolution" value="2204.86108" units="1/cm"/>
          <inkml:channelProperty channel="F" name="resolution" value="0.00114" units="1/dev"/>
          <inkml:channelProperty channel="T" name="resolution" value="1" units="1/dev"/>
        </inkml:channelProperties>
      </inkml:inkSource>
      <inkml:timestamp xml:id="ts0" timeString="2026-03-01T13:36:24.20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10536 3084 59 0,'2'-2'1215'0,"-2"2"-759"15,12-5 197-15,-9 2 25 0,-3 3-44 0,0 0-118 16,3 0-206-16,6-6-89 0,-9 4-60 0,0 4-8 16,0-2-55-16,0-2 52 0,0 4-12 0,0-2-18 15,0 0-24-15,0-2 34 0,0 4 9 0,0-4-21 0,0 2-31 16,-9-5 34-16,9 5 20 0,0 0 60 0,0 0-82 16,0 0 38-16,-3-3-7 0,-2 6-7 0,-2-3-77 15,-10 0-4-15,7 3-36 0,-19-3-17 0,9 0-9 16,-4 0-4-16,-3 0 19 0,1 0 27 0,-4 2 32 15,10 0-21-15,-6-2 24 0,-4 3 13 0,4 0 3 16,-4-3-2-16,1 0-11 0,2 0-13 0,3 0-8 16,4 0-17-16,-1-3 0 0,-2 0-10 0,5 1-23 0,12 2-7 15,-26-5-2-15,11-1 0 0,4 4 0 0,11-1 0 16,-15 3 0-16,6 0 0 0,1-2 0 0,-1 2 0 16,10-4 0-16,-10 4 0 0,3 0 0 0,12 0 0 15,0 0 0-15,-19 0 0 0,19 0 0 0,-3 0 0 16,-5 4 0-16,4-4 0 0,4 0 0 0,0 0 0 15,0 0 0-15,0 0 0 0,0 0 0 0,0 0 0 16,-5 0 0-16,0 0 0 0,5 2 0 0,0 12 0 0,0-12 0 16,2 14 0-16,-2-3 0 0,3 2 0 0,0 2 0 15,-1-4 0-15,5 16 0 0,-4 0 0 0,-1-3 0 16,-2-6 0-16,3 11 0 0,4 4 0 0,-7 11 0 16,0-18 0-16,0 14 0 0,-3 0 0 0,3 13 0 15,-4-20 0-15,4 13 0 0,0 5 0 0,0-3 0 16,0-3 0-16,4-1 0 0,-1 4 0 0,2-8 0 0,2-7 0 15,-2 7 0-15,4-5 0 0,0 0 0 0,-3-10 0 16,2 10 0-16,2-8 0 0,-1-3 0 0,-4-8 0 16,5 8 0-16,-2-4 0 0,1-6 0 0,-6-10 0 15,6 9 0-15,-4-2 0 0,-2-10 0 0,1 3 0 16,-1 1 0-16,-3-7 0 0,0 0 0 0,0-2 0 16,0 2 0-16,0 2 0 0,0-4 0 0,2 2 0 0,10 0 0 15,-12 0 0-15,0 0 0 0,8-3 0 0,-1 1 0 16,-7-2 0-16,24-1 0 0,-13 3 0 0,-5 2 0 15,14-2 0-15,-5 2 0 0,14-4 0 0,-14 4 0 16,1-2 0-16,13-3 0 0,3 2 0 0,-5-3 0 16,-7 4 0-16,9 0 0 0,-2-7 0 0,12 1-4 15,-15 1-31-15,1-2-125 0,6-2-154 0,-6-2-247 16,-1 0-380-16,0 0-257 0,-4-3-14 0,-5 3 66 0,-6 8-364 16</inkml:trace>
  <inkml:trace contextRef="#ctx0" brushRef="#br0" timeOffset="1065.14">11296 3251 1050 0,'-4'-11'1405'0,"4"4"-451"0,-2 4 4 0,-4-7 198 15,6 10-610-15,0 0-245 0,0 0-246 0,0 0-52 16,0 0-11-16,-6 4-6 0,0 2 2 0,6 15 3 16,0-2 11-16,0 7 4 0,3 3 1 0,4 6 1 0,-7-9-1 15,2 12 2-15,4 8 0 0,-6-6 3 0,2-3-1 16,2 9 1-16,-4-2-1 0,3 7 0 0,-3-14-6 16,0 11-6-16,-3-9-4 0,6-1-5 0,-3-5 0 15,0 0 0-15,0-7 5 0,0-2 16 0,3-19 5 16,-3 13-8-16,0-1 3 0,2-10-16 0,-2-5-11 15,3 7 0-15,1-7-20 0,-8-2 0 0,11-7-22 0,-2-2 17 16,-1-6-6-16,-1 2 9 0,-3-22 3 0,-3 8 0 16,-1-4 3-16,-1-4 17 0,-2-2 8 0,-1 6 7 15,-1-9 0-15,-3-16 1 0,1 12 2 0,-1-4 1 16,2 16 0-16,-2-16 2 0,0-7 12 0,4 7 32 16,2 19 0-16,0-8 58 0,1 0 47 0,5-3 40 15,0 21-74-15,3-7 44 0,5 5-34 0,4-5-1 16,0 13-101-16,5-6-23 0,4 3 1 0,2 0-9 0,1 3-8 15,3 5 1-15,0 1 17 0,2 1 35 16,-2 1-3-16,2 5 0 0,0 0-9 0,-2 2-11 0,2 3-30 16,-2 6-48-16,0-3-19 0,-1 5-7 0,-6-2 2 15,-5 2 11-15,6 3-36 0,-13 0 60 0,-1-1 23 16,-4-9-4-16,-1 25 4 0,-4-4 19 0,-5 3 16 16,2-7 12-16,-10 9-7 0,-9 5 2 0,4 0 2 0,3-14 1 15,-5 7-8-15,-12 7-17 0,7-8 9 0,6-8-1 16,1 3 3-16,-7 2 3 0,-2-7 7 0,14-8 8 15,-6-1 30-15,15-4 12 0,-11 1 23 0,5-1-15 16,12-6-21-16,-3 11 12 0,-1-4-12 0,4 6-17 16,7-5-26-16,1 3-3 0,13 7-1 0,6-5 9 15,-10-4-4-15,10 2 1 0,2-4-1 0,7 6-1 0,-16-2-8 16,7 2-5-16,2-2-3 0,3 7-5 0,-8-7 1 16,-4 2-2-16,4-2 8 0,3 2 2 0,-7-2 4 15,1 2 0-15,-3 0-1 0,-4-2 3 0,4 0-31 16,-9-4-65-16,0 1-164 0,6 5-197 0,-10-8-243 15,5 1-37-15,-2-1-528 0,-4-3 28 0,6-4-1045 16</inkml:trace>
  <inkml:trace contextRef="#ctx0" brushRef="#br0" timeOffset="1914.87">12698 3217 1424 0,'12'-8'1036'0,"-9"5"-442"16,9 1 239-16,-12-2 15 0,12-9-196 0,-12 13-316 16,8-13 37-16,-4 11-46 0,-4-14 56 0,0 10-148 15,0-4-87-15,-4 4 17 0,1-1 8 0,-6-1-25 16,1 3-76-16,-4-3 13 0,3 5-6 0,-6 1 14 16,-5 2-48-16,-4 0-9 0,4 2-4 0,-7 5-4 15,0 2-9-15,-7-1-3 0,-2 5-11 0,0 3-1 16,1 2-2-16,-6 4-2 0,9 2 0 0,5 9 0 0,6-5 0 15,-9 16 0-15,10-2 0 0,6 4 0 16,4-13 0-16,-2 26 0 0,4-11 0 0,8-1 0 0,3 1 0 16,2-13 0-16,7 22 0 0,6-17 0 0,3-5 0 15,-1-11 0-15,19 13 0 0,-3-14 0 0,5-6 0 16,-6-7 0-16,11 6 0 0,17-5 0 0,-10-6 0 16,-18-5 0-16,12-3-8 0,6-5-103 0,-14-5-160 0,-12 5-44 15,2-11-341-15,0-2-366 0,-2-2-342 0,-10 4 320 16,-5-2-1012-16</inkml:trace>
  <inkml:trace contextRef="#ctx0" brushRef="#br0" timeOffset="2533.19">13408 2836 953 0,'-3'-18'1418'0,"3"14"-858"16,0-9 193-16,-12-3 140 0,10 9-557 0,-10-4-88 16,-3 3-127-16,-9-3 2 0,-2 4 30 0,2 4-29 15,3 0-32-15,-4 0 7 0,-9 3-1 0,0 3 4 16,7-3-2-16,-9 3 34 0,4 0 7 0,5-1 8 0,5 1-4 15,0-1-16-15,8-2 45 0,4 4-15 0,2-2-43 16,6-2 76-16,-13 7-52 0,15-7-11 0,0 0-37 16,0 0-9-16,0 0-39 0,0 0-15 0,0 0-14 15,0 0-7-15,0 0 6 0,8-5-13 0,4 1-3 16,0-2 1-16,0 3-1 0,-4 1 1 0,13-4-3 16,-15 3 0-16,8-1 1 0,10-5-10 0,-12 7-14 0,0-1-2 15,6 3-11-15,-4 5-7 0,4 6 14 16,-12-9 8-16,14 12 1 0,-8-6 13 0,8 16 17 0,-8-11-2 15,3 0-7-15,-3 5-15 0,3 11-11 16,-3-5 26-16,-3-5 4 0,2 8-5 0,10 10-15 0,-6-8 23 16,-3-5 12-16,3 9 13 0,5 5-18 0,-3 1-7 15,-5-12 6-15,3 7 11 0,3 4-1 0,2 4-11 16,-2-10-4-16,-4 4 1 0,5-1 0 0,1 10-5 16,-5-9-11-16,2 5-7 0,2-7-2 0,-5-2 0 0,1 4-1 15,0-3 1-15,-1-2 4 0,-6-5 5 0,-1-7 3 16,-2 21-2-16,2-14 2 0,-4-2-10 0,-1 0-8 15,1-6 10-15,-3 4 18 0,0-9 4 0,-3 0 2 16,1 3 5-16,-8 2 63 0,5-7 7 0,-4 0-8 16,-9 2-25-16,-11 0 30 0,5-5-21 0,-3-3-16 15,7 1-33-15,-9-1-6 0,-10 0-5 0,13-2 0 0,8 0 0 16,-14-1 0-16,3 3 0 0,2-5 0 0,12 0 0 16,6 4 0-16,-8-4-23 0,-2 0-98 0,19 0-205 15,0 0-92-15,-3 0-416 0,1 0-330 0,-8-6-351 16,10 3 519-16,10-10-1645 0</inkml:trace>
  <inkml:trace contextRef="#ctx0" brushRef="#br0" timeOffset="2927.15">14634 3373 1673 0,'6'0'1348'16,"-6"0"-539"-16,0 0 284 0,-4-3-11 0,8 6-182 16,-4-3-620-16,-12-6-82 0,3 6-107 0,-18 6-4 15,10-3 23-15,-10-1 2 0,3 4-7 0,-5-1-4 16,9 3-22-16,-9-3 4 0,5 3-48 0,0-3-30 0,9 4-5 16,-8-2 0-16,14-7 0 0,-8 8 0 0,5-8 0 15,2 0 0-15,0 0 0 0,10 0-8 0,0 0-109 16,-7-2-231-16,-2-2-228 0,9 4-450 0,0 0-316 15,0 0 431-15,0-2-391 0,12-3-1120 0</inkml:trace>
  <inkml:trace contextRef="#ctx0" brushRef="#br0" timeOffset="3149.56">14817 3743 2423 0,'9'-5'1513'15,"-4"3"-612"-15,-5 2 306 0,0 0-179 0,0-9-428 16,0 4-293-16,0-1-173 0,-9-7-65 0,-2 0-60 16,7 8-9-16,-25-10 0 0,6 4 0 0,-1 5 0 0,10 3 0 15,-13-1 0-15,-12 4 0 0,10 0 0 0,2 4 0 16,4 2 0-16,-18 4 0 0,8-2 0 0,10 1-2 16,2-4-32-16,-2 3-315 0,4-8-476 0,5-4-640 15,6 2 555-15,8 0-433 0,-10-14-1740 0</inkml:trace>
  <inkml:trace contextRef="#ctx0" brushRef="#br0" timeOffset="3835.72">15933 2585 1733 0,'0'0'1031'0,"3"-4"-83"0,6-3 6 0,-9 7 28 0,-5-2-589 16,-5-12-100-16,-2 8-169 0,3 6-80 0,-16-2-8 16,-9 0 45-16,2 4 31 0,0-2 38 0,-9 2 30 15,0 1-11-15,-10 0 69 0,10 0-31 0,-3 2-25 16,12 1-81-16,-15-4 18 0,14 3-61 0,6-3-14 15,7 2-32-15,-7-2-12 0,12-2 0 0,1 0 0 16,8 0 0-16,2 0 0 0,-6 3 0 0,10-3 0 16,0 0 0-16,0 0 0 0,0 0 0 0,5 4 0 0,4 2 0 15,-3 2 0-15,-1-2 0 0,17 18 0 0,-13-9 0 16,2 1 0-16,3 5 0 0,1 3 0 0,6 3 0 16,-11-7 0-16,0 10 0 0,2 1 0 0,0 11 0 15,-6-12 0-15,3 10 0 0,-9 2 0 0,3 8 0 16,-6-8 0-16,0 6 0 0,-3 5 0 0,0 0 0 0,1 0 0 15,-4 2 0-15,-3 4 0 0,4-6 0 0,-2-5 0 16,1-4 0-16,1-2 0 0,-1-5 0 0,6-4 0 16,0-2 0-16,3-1 0 0,0-4 0 0,6-3 0 15,-6-4 0-15,2-14 0 0,8 14 0 0,-2-6 0 16,-2-10 0-16,6 8 0 0,-4-4 0 0,2-1 0 16,4-1 0-16,1 1 0 0,-10-4 0 0,19 0 0 15,-9 1 0-15,9-3 0 0,5-3 0 0,-2 1 0 16,-7 2 0-16,9 0 0 0,10-2 0 0,-10 2 0 0,-2-6 0 15,2 1 0-15,7-1 0 0,2-1 0 16,-5-2-3-16,-10 2-53 0,3-4-208 0,13-2-609 0,-15 5-286 16,-9-3 249-16,2 0-303 0,-5-5-1776 0</inkml:trace>
  <inkml:trace contextRef="#ctx0" brushRef="#br0" timeOffset="4595.68">16576 2934 438 0,'3'-13'1836'0,"-1"-4"-860"0,8-1 53 16,-8 10-364-16,4 0-64 0,0-7-214 0,0 2-99 16,-6 9-168-16,0 4-25 0,0 0-40 0,0 0-14 15,0 0-9-15,0 0-18 0,6 17-12 0,-3-4 6 16,2 13-1-16,2 1 6 0,-2 4-2 0,1 4-9 15,-2-9 5-15,-2 22-9 0,1-8-3 0,-6-1 4 16,3-7 8-16,0 20 12 0,-2-6-2 0,-2-2 3 0,4 2 1 16,-3-12-5-16,3 22-4 0,0-19-15 0,-3-6-18 15,6-7 13-15,0 5-1 0,-3-7 4 0,0-7 3 16,4-10 8-16,-4 8 24 0,0-9 100 0,0 6 39 16,0-10-27-16,0 0 55 0,-4-8 48 0,-2-16-54 15,6 11-62-15,0-8-5 0,-2-3-72 0,-1-16-15 16,3 9-19-16,-4-9 1 0,1-5-3 0,3-11-13 0,0 8-3 15,0 11 0-15,0-16 0 0,7-7 0 16,-4 12 0-16,2 17 0 0,7-19 0 0,3-1 0 0,6 8 0 16,-10 14 0-16,7-2 0 0,3 5 0 0,3-1 0 15,-7 14 0-15,3 0 0 0,7 2 0 0,-1 5 0 16,-2 1 0-16,3 3 0 0,0 2 0 0,-5 2-2 0,2 7 0 16,-4 4-1-16,2 0 1 0,-5 8 0 15,-5-6 1-15,3 15 0 0,-3-6-2 0,-3 5 0 0,-6 0-1 16,-1-3-3-16,-7 7-3 0,-2-5-4 0,-2 4-1 15,1-13 3-15,-16 12-5 0,1-5 6 0,-1-2-1 16,3-4 2-16,-20 8-6 0,9-7 8 0,5-4 1 16,10-4 5-16,-10 2-1 0,10-6 6 0,7-7 2 0,2 1 0 15,-4-1 11-15,10 0 5 0,-10 2-4 16,9-4-4-16,3 0 3 0,0 0 9 0,0 2-6 0,8 12-10 16,1-12-5-16,-3 6 2 0,18 8-1 0,-7-3-3 15,-5 0-2-15,12 9 1 0,5 4-1 0,-2-3 0 16,-10-6 0-16,10 9 0 0,5 1 0 0,-5-1 0 15,-10-8 0-15,10 6-1 0,-3 3-12 0,5-1-31 16,-14-10-57-16,2 3-133 0,0-1-190 0,2-5-257 16,-16-7-220-16,14 5-435 0,-2-9 163 0,-6 1-247 0,3-3-313 15</inkml:trace>
  <inkml:trace contextRef="#ctx0" brushRef="#br0" timeOffset="5232.01">17749 2629 195 0,'5'-7'848'0,"2"-4"-339"0,-7 5 66 16,2-5-133-16,-2 11 269 0,0-15-319 0,-6 10-85 0,3-1-124 16,-12-4-7-16,1 7-71 0,-13-2-42 0,7 3-17 15,-9-1 32-15,-1 3 52 0,-11 0 117 0,8 0 15 16,6 0-18-16,-5 0 139 0,-3 3 89 0,6-3-89 15,7 2-133-15,2-2 52 0,6 0-33 0,-10 0-26 16,14 0-137-16,-2 0 5 0,10 0-41 0,-13 0-8 16,15 0-42-16,0 0-13 0,0 0-7 0,0 0 0 15,0 0 0-15,7 0 0 0,7-2 0 0,-3-4 0 0,-2 6-1 16,13-5-19-16,-2 2-23 0,-11 1-6 0,11 2-5 16,-8 2 11-16,18 6-31 0,-10 2 16 0,-2 1 24 15,0 2 22-15,6 16-4 0,-7-5 12 0,0 0 4 16,-2-6 0-16,0 12 3 0,6 7-2 0,-1-10 3 15,-5-4-1-15,9 11-5 0,0 4-6 0,-4-4 2 16,-8-11 2-16,5 10 0 0,0 15-8 0,-2-17 5 16,-3-2 2-16,3 5-13 0,3 6-4 0,0 2-2 0,-4-7 4 15,-8-9 5-15,6 14-8 0,0 8 6 0,-10-11 11 16,-2-8 3-16,3 2-5 0,-3 4 0 0,-3 7 5 16,1-21-1-16,-8 11-1 0,2-2 1 0,-4 1 11 15,3-10 2-15,-3 0 6 0,-5-2 13 0,-7 5 39 16,6-11 14-16,-4 3 9 0,-2-3-5 0,-6 0-4 15,1 0-6-15,0-2-16 0,2-8-32 0,3 1-26 0,4 0-1 16,-4 1 0-16,12-3 0 0,-3-2 0 0,1 0 0 16,14 0 0-16,-12-7-44 0,9 7-213 0,3 0-380 15,0 0 32-15,0-6-813 0,3-7 204 0,-3 13-96 16,14-7-807-16</inkml:trace>
  <inkml:trace contextRef="#ctx0" brushRef="#br0" timeOffset="5704.72">18717 3294 1012 0,'9'-6'1772'0,"-6"4"-883"0,4-1 31 15,-7 3-255-15,2 0-178 0,-4 0-107 0,4 0-214 16,-8 0-89-16,-2 0-2 0,-10 3-31 0,2 1-14 16,-4 2-10-16,0 2 7 0,-4 2-3 0,-2 4 1 15,-1 1 0-15,0 2 0 0,7-1 7 0,-4-1-7 16,10 4-8-16,-6 2 4 0,13-15-47 0,-5 9-50 15,9-7-24-15,-9 5-104 0,4 1-191 0,8-14-91 0,0 0 31 16,0 0-222-16,0 0-100 0,-6-11-257 0,6 5 267 16,12-9 273-16,-6 6-319 0</inkml:trace>
  <inkml:trace contextRef="#ctx0" brushRef="#br0" timeOffset="5864.32">18493 3244 499 0,'-3'-9'2117'0,"3"-2"-771"15,0 11-495-15,-2-7 328 0,2-1-325 0,0 10-224 16,0-2-366-16,0-2-16 0,0 4-128 0,0-2-50 0,0 3-57 15,14 16-13-15,-2-1 0 0,3 3 0 0,0 3 0 16,-1 3 0-16,8-3 0 0,-5 2 0 0,3-2 0 16,-8-8 0-16,9 10-14 0,-3-5-159 0,-4-5-228 15,-2-2-61-15,6 6-449 0,2 2-565 0,1-9 262 16,-4-5 319-16,8-1-782 0</inkml:trace>
  <inkml:trace contextRef="#ctx0" brushRef="#br0" timeOffset="6945.4">19711 2473 137 0,'15'-5'642'0,"-3"2"-140"15,-7 0-68-15,7-1 176 0,-9 1 188 0,9-3-213 16,-10 6-168-16,-2 0 88 0,0 0-98 0,3-7 17 16,0 1-201-16,-6 6 19 0,0-2-53 0,-14-3-70 0,-4-1-61 15,6 3-31-15,-8 3-4 0,-3 0 13 0,-4 3 31 16,9-1 8-16,-11 2 36 0,-7 1 64 0,5-1 21 16,7 0-36-16,-12-4 50 0,4 2-14 0,-6-4 16 15,20 2-96-15,-2 0 11 0,8 0-54 0,-6 0-21 16,18 0-22-16,3 0-17 0,0 0-13 0,0 0 0 0,0 0 0 15,0 0 0-15,0 0 0 0,0 0 0 0,0 0 0 16,0 0 0-16,0 0 0 0,3 13 0 0,0-3 0 16,6 14 0-16,0-5 0 0,-1-3 0 0,2 2 0 15,-5-2 0-15,2 7 0 0,-2 7 0 0,-2-3 0 16,-3-3 0-16,0 22 0 0,0-6 0 0,-3 3 0 16,0-9 0-16,-3 11 0 0,-2 13 0 0,1-5 0 15,2-14 0-15,-10 18 0 0,6 3 0 0,-6-6 0 16,3-1 0-16,7-16 0 0,-1 10 0 0,-3 5 0 0,6-12 0 15,3-10 0-15,0 4 0 0,0 0 0 0,3-7 0 16,0-12 0-16,3 7 0 0,2 2 0 0,4-11 0 16,-9-8 0-16,12 8 0 0,9 0 0 0,-10-4 0 15,1-7 0-15,12 3 0 0,-7-1 0 0,16-4 0 16,-16-4 0-16,13-1 0 0,-1 0 0 0,3-3 0 16,-8 0 0-16,9 0 0 0,-4 0 0 0,0 3 0 0,9-6 0 15,-17 9 0-15,8-4 0 0,7-1-2 0,-5 3-50 16,-10-1-112-16,3 3-240 0,-7-4-31 0,1 1-177 15,-6 5-22-15,9-2-739 0,-1-7 223 0,1 2 178 16,-7 1-374-16</inkml:trace>
  <inkml:trace contextRef="#ctx0" brushRef="#br0" timeOffset="7449.08">20674 2878 936 0,'3'-5'1229'0,"-1"-6"-246"0,-2 4-193 0,-8-6-27 0,2 7-369 16,-2-3-138-16,-14 0-88 0,5 3-53 0,-7 1-2 15,9 5-12-15,-17 0 93 0,8 0-9 0,2 5-20 16,3-3-43-16,-10 9 92 0,9-3-40 0,-2 3-21 16,5 2-59-16,-10 8 25 0,5 0-19 0,3 1-4 15,11-2-20-15,-7 13 33 0,6-5 5 0,4 4-6 16,1-8-37-16,4 8 0 0,6 8-9 0,0-9-25 0,0-10-14 16,5 11-7-16,8-2-9 0,3-2-1 0,2-4 0 15,-6-8-2-15,8 2-1 0,16 6-19 0,-10-11-41 16,-6-2-37-16,10 0-92 0,2-3-160 0,0-3-208 15,-14 0 62-15,8-10-347 0,4 0-266 0,-4-3 24 16,-8-1 322-16,14-9-1762 0</inkml:trace>
  <inkml:trace contextRef="#ctx0" brushRef="#br0" timeOffset="8878.24">21620 2378 256 0,'9'-13'932'0,"-9"13"-108"0,6-13-122 0,-6 13 14 16,0 0-244-16,0 0 73 0,2-8-41 0,1 3-246 0,-3 5-105 16,0 0-1-16,0 0-42 0,0 0-24 15,-3 0-39-15,-5-4-1 0,4 2-11 0,8 4-10 0,-4-2-3 16,-9-9-3-16,6 9 2 0,3 0-6 0,0 0 0 15,0 0-1-15,0 0 9 0,-12-6 3 0,10 6-3 16,2 0 0-16,0 0 11 0,-10-3 2 0,8 3 8 16,-8-2-15-16,2 2 9 0,-4-3-2 0,3 3-11 15,-3-3-8-15,-3 3 6 0,3-3-9 0,1 3-4 16,-1 6 0-16,3-6 3 0,-6 8 5 0,1-2 7 16,4-4 7-16,5 0-4 0,-7 1 55 0,4-3 58 0,-1 0-22 15,9-3-29-15,-15 3 21 0,15 0-4 0,-21-4 15 16,21 4-79-16,-8-6 23 0,-2 3-3 0,2 1 17 15,-4 2-23-15,0-3 22 0,6 0-6 0,-5 0-12 16,2-1-2-16,-1 4 0 0,-4 0-1 0,14-3-3 16,-15 0-18-16,15 3 21 0,-15-3-26 0,13 3-12 15,2 0-8-15,0 0-3 0,-3 0-8 0,-6 6-1 0,9-6 0 16,0 0 0-16,0 0 0 0,0 0 0 0,0 0 0 16,0 0 0-16,0 0 0 0,0 0 0 0,0 0 0 15,0 0 0-15,0 0 0 0,0 0 0 0,0 0 0 16,0 0 0-16,0 0 0 0,0 0 0 0,0 0 0 15,0 0 0-15,0 0 0 0,0 0 0 0,0 0 0 16,0 0 0-16,0 0 0 0,0 3 0 0,9 4 0 16,-9-7 0-16,0 0 0 0,0 0 0 0,0 0 0 15,0 0 0-15,0 0 0 0,0 0 0 0,0 0 0 0,0 0 0 16,0 0 0-16,0 0 0 0,0 0 0 0,0 0 0 16,0 0 0-16,0 0 0 0,0 0 0 0,0 0 0 15,0 0 0-15,0 0 0 0,0 0 0 0,0 0 0 16,0 0 0-16,0 0 0 0,0 0 0 0,0 0 0 0,0 0 0 15,0 0 0-15,0 0 0 0,0 0 0 0,0 0 0 16,0 0 0-16,0 0 0 0,0 0 0 0,0 0 0 16,0 0 0-16,0 0 0 0,0 0 0 0,0 0 0 15,0 0 0-15,0 0 0 0,0 0 0 0,0 0 0 16,0 0 0-16,0 0 0 0,0 0 0 0,0 0 0 16,0 0 0-16,0 0 0 0,0 0 0 0,0 0 0 0,0 0 0 15,0 0 0-15,0 0 0 0,0 0 0 16,0 0 0-16,0 0 0 0,0 0 0 0,0 0 0 0,0 0 0 15,0 0 0-15,-21 3 0 0,13-3 0 0,-2 0 0 16,-7 0 0-16,5 0 0 0,3 0 0 0,-14 0 0 16,16 0 0-16,-5 0 0 0,10 0 0 0,-13 0 0 15,15 0 0-15,0 0 0 0,-8 0 0 0,1 0 0 0,7 0 0 16,0 0 0-16,0 0 0 0,10 8 0 16,-2-2 0-16,1-6 0 0,11 0 0 0,-4 2-5 0,7-2-10 15,-9 0-11-15,4 0-34 0,12-2-72 0,-7 2-23 16,-8 0 11-16,9 0-112 0,0-4-7 0,8 2-40 15,-15 2 138-15,0-3-24 0,2 3 39 0,-4 0 51 16,-3 0 70-16,10 0-5 0,-12 5 10 0,-5-1 7 0,10-2 11 16,-11-2-2-16,6 5-1 0,-6-3 1 15,-4-2-3-15,8-2 4 0,-1 2 2 0,-7 0-1 0,0 0 3 16,0 0-1-16,3 2 1 0,2 9 8 0,-5-11 4 16,0 0-2-16,3 16-3 0,-3-16 0 0,9 13 4 15,-9-10-3-15,6 11-3 0,6-1-6 0,-3 0 1 16,3 5 1-16,3-2-2 0,-3 0-17 0,5 7-38 0,-8-6 10 15,2 9-35-15,4-2-17 0,-6 5-27 16,-4-2-3-16,7 7-40 0,-2 6 6 0,-1-3 12 16,-1-6 15-16,-1 4 14 0,-5 1 27 0,1 5 26 0,-3-5 28 15,-3-4 39-15,-3 10 7 0,0-4 8 0,-3-4 11 16,6-5-4-16,-5 6 7 0,2 7 22 0,0-11 3 16,2-9-10-16,4 7 22 0,-2 5 23 0,2-10-18 15,-3-8-16-15,3 6 0 0,0 0-6 0,-3 2 6 16,3-10-28-16,-2 5 1 0,2-4-3 0,-4-1 1 15,4-4-13-15,0 4-5 0,-3-4 0 0,3 1-2 0,-3-8 4 16,1 10 3-16,2-13 9 0,0 0 11 0,-10 11 22 16,10-9 9-16,-2-2 13 0,-10 13 44 0,12-13 25 15,-10 3-29-15,-4 1 94 0,3 5-45 0,-8-1 17 16,17-5-31-16,-30 10 72 0,14-2-36 0,-3 2-5 16,9 0-58-16,-8 0 46 0,-7 3 14 0,3-3-71 0,9-2-46 15,-5 0-3-15,-4-2 3 0,16-3-28 0,-10-1-17 16,12-3-12-16,-3 7 2 0,9-9-5 15,0 0-11-15,0 0 0 0,-5 8-1 0,2-5 8 0,3-3 6 16,0 0-7-16,0 0-9 0,0 0-9 0,0 0-9 16,0 0-8-16,0 0-39 0,0 0-88 0,0 0-67 15,0 0 9-15,0 0-173 0,15-5-170 0,-15 5-237 0,0 0-221 16,5-17-8-16,-2 10 57 0,-3-2-1002 0</inkml:trace>
  <inkml:trace contextRef="#ctx0" brushRef="#br0" timeOffset="10048.12">31590 7360 311 0,'9'3'1343'0,"3"0"-484"15,3-1-339-15,-15-2 161 0,11 8-135 16,-7-5-201-16,-4-3-204 0,12 7-70 0,-10-1-8 0,-2-6 4 15,0 0-7-15,3 13 64 0,-3-13 6 0,0 0 34 16,-9 11-34-16,1-4 97 0,-2-1-42 0,-10-1-32 16,14-5-46-16,-24 11 9 0,1-11-23 0,2 0-26 15,7 0-25-15,-6-3 22 0,-10-5 42 0,9 1-1 16,2-4 18-16,6 3-23 0,2-6 28 0,-1-7 46 0,9 3-48 16,4 5-41-16,5-9-3 0,5-1-17 0,4 4-31 15,-1 3-12-15,14-5-11 0,2 5-7 0,10-5-19 16,-10 13 2-16,8-2 0 0,0 1 7 0,19 4 1 15,-22 8 2-15,6-1 1 0,4 4 14 0,-1-1 1 16,1 6-5-16,-9 0-5 0,2 7 0 0,-6 3-1 0,-8-3-1 16,3 15-13-16,-10-5-5 0,-2 12 0 0,-6 0-1 15,-6 2 1-15,-9 1 0 0,4-1 7 0,-13-3 20 16,1-4 2-16,-14 7 3 0,-3-11-13 0,-5 2-7 16,6-7 2-16,-22 5-24 0,7-7-20 0,-1-2-52 15,11-6-26-15,-18-3-201 0,3-2-210 0,0-9-182 16,15-2 24-16,-10-2-371 0,2-7 19 0,-11-6-137 15,22 4 415-15</inkml:trace>
  <inkml:trace contextRef="#ctx0" brushRef="#br0" timeOffset="10896.85">30603 7082 1364 0,'-8'-10'1846'0,"-1"-8"-915"15,-3 9-403-15,-8-4-199 0,1 2-384 0,2 4-38 16,-10-4 0-16,0 3 6 0,2 3 29 0,-2-3 68 16,8 5 23-16,-18 3 33 0,10 3 4 0,3 3 6 15,10-2-6-15,-13 10 26 0,-5 1-3 0,11-2-29 16,6 3-16-16,-2 8 14 0,2 0 5 0,7-2-25 16,8-7-9-16,0 12 10 0,0-3-4 0,0 0-10 0,8 0-5 15,1-6-5-15,6 0 3 0,0 1-12 0,14-4 2 16,-12-6-6-16,10 2 3 0,0-7-9 0,2-4-13 15,-5 0-1-15,3-4-6 0,-4-2-7 0,-2-5-6 16,-6-5-2-16,2 1 7 0,-8-7 2 0,-1 2 4 16,-1-2 10-16,-4-13 3 0,-3 4 7 0,-3-1 11 15,-6 9 4-15,-1-10 16 0,-12-6 39 0,3 12 6 16,-4 1 33-16,6 7 5 0,-14-4 57 0,6 6 5 0,3 8 4 16,8 3-48-16,-6 1 21 0,-10 2-39 0,12 6-61 15,3 2-19-15,-2 5-1 0,-7 1-46 0,6 13-13 16,4-8 19-16,-6 13 9 0,5 3-1 0,-6 8 8 15,11-12-2-15,0 10 8 0,-5 1-1 0,3 1 14 16,3-11-2-16,-6 3 2 0,0-3-4 0,1-5-2 16,-1-4-12-16,0-7-9 0,-2-2-12 0,5-2-4 0,-12-2-1 15,9-4 16-15,1-6 14 0,-16-2 38 16,10-6 25-16,-4-4 12 0,3-9 13 0,-2 0 30 0,2-3-3 16,3 3-36-16,-2-9 34 0,2 3-37 0,3-2-6 15,3 11-27-15,-3-21 3 0,7 13-14 0,-1 0-2 16,4 8-17-16,1-1 3 0,-2 2 0 0,4 9-11 15,-1 0-8-15,3 11-4 0,-4-13-5 0,1 13 0 16,6 0 0-16,-8 0 0 0,-5 8 0 0,2 8 0 16,-1-5 0-16,-6 9 0 0,1 4 0 0,-6 11 0 0,1-9 0 15,-1-2 0-15,-4 5 0 0,1-3 0 0,-13 6 0 16,12-16 0-16,-10 5 0 0,2-8 0 0,-14 0 0 16,17-4 0-16,-8-5 0 0,3 2 0 0,5-6 0 15,0-6 0-15,2-1 0 0,4-4 0 0,2-2 0 0,3-8 0 16,9 5 0-16,-3-10 0 0,7 2 0 0,2-5 0 15,3 2 0-15,3-1 0 0,2 4 0 0,-1 0 0 16,4 10 0-16,-1-7 0 0,-2 16 0 0,4-11 0 16,-6 10 0-16,2 2 0 0,-5 4 0 0,0 0-5 15,0 0-7-15,0 0-20 0,0 0-16 0,-8 7-7 16,6-1 0-16,-17 15-67 0,-13 2-44 0,-4-1 43 0,11-7 37 16,-14 12-36-16,-14 3 7 0,6-12 68 15,3 0 46-15,15-7 8 0,-19 4 9 0,16-6 41 0,0-7 57 16,13 0-14-16,-6 2 40 0,3-4 30 0,10-6-38 15,4 1-37-15,-6-8 6 0,7-3-48 0,7-10-49 16,9 7-4-16,6-5 0 0,8 3 0 0,13-9 0 16,-7 12 0-16,12-3 0 0,6-3 0 0,16 1 0 15,-29 10 0-15,17-9 0 0,-2 7 0 0,2-1 0 16,10-3-30-16,-25 10-41 0,9 2-166 0,-4-1-141 0,-9 5-206 16,-3 3-289-16,-5 0-270 0,-16 0-43 0,8 5 85 15,-8 1-387-15</inkml:trace>
  <inkml:trace contextRef="#ctx0" brushRef="#br0" timeOffset="11077.36">29837 6611 1126 0,'-2'-13'1648'0,"-8"8"-880"16,5 5-279-16,-14-5-41 0,9 5-403 0,-29 0-145 15,22 0 37-15,-8 5-44 0,5-3-32 0,-1 4-96 0,1 1-177 16,11-4 50-16,-9 5-231 0,9-5-13 0,-15 7 23 16,9-5-187-16</inkml:trace>
  <inkml:trace contextRef="#ctx0" brushRef="#br0" timeOffset="11355.61">27633 7078 169 0,'-6'-20'2862'0,"3"7"-1793"0,-9-2-124 15,9 4-169-15,-9-16-360 0,7 19-313 0,-4-8-71 16,3 14-20-16,-3-9-5 0,-3 3-7 0,9 8-22 16,-2-3-37-16,-4 1-133 0,9 2-230 0,-6 0-266 15,0-2 32-15,6 2-523 0,-8 2 254 0,-4 0 28 16,9 4-383-16</inkml:trace>
  <inkml:trace contextRef="#ctx0" brushRef="#br0" timeOffset="13045.11">10290 6566 89 0,'19'-10'1554'0,"-19"10"-702"0,12-8-12 15,-9 5 35-15,-3 3-70 0,8-10-166 0,-4 7-167 0,-4 3-82 16,0 0-117-16,5-11 174 0,-2 11-130 0,-6 0-56 15,3 0-112-15,3 0-21 0,-6 0-64 0,6 0-31 16,-9-5-30-16,-6-3-3 0,-8 8 0 0,-4 0 0 16,7 0 0-16,-12 3 0 0,-5 2 0 0,-10 3 0 15,18-5 0-15,-9 5 0 0,-1-3 0 0,-3 3 0 16,10-3 0-16,6 0 0 0,-3-5 0 0,8 4 0 16,-3-2 0-16,13-2 0 0,-14 0 0 0,13 0 0 0,4 0 0 15,2-2 0-15,-9 2 0 0,9 0 0 0,6 0 0 16,-8 0 0-16,-5-4 0 0,10 4 0 0,0 0 0 15,0 0 0-15,0 0 0 0,0 0 0 0,0 0 0 16,0 0 0-16,0 0 0 0,3 13 0 0,4-7 0 16,-2 1 0-16,0 4 0 0,2 0 0 0,1 11 0 15,4-4 0-15,-3 1 0 0,-3 7 0 0,3 8 0 0,-3-2 0 16,0-8 0-16,-3 12 0 0,0 12 0 0,-3 0 0 16,2-17 0-16,-2 17 0 0,0 5 0 0,0-5 0 15,-2 3 0-15,-1 1 0 0,0 1 0 0,-3-5 0 16,0-6 0-16,1 0 0 0,-2 0 0 0,4-2 0 15,3-14 0-15,0 15 0 0,3-15 0 0,4 6 0 16,-2-6 0-16,5-7 0 0,0 2 0 0,2-2 0 0,0-4 0 16,-2-1 0-16,10-1 0 0,1 0 0 0,-1-5 0 15,-5-3 0-15,11-5 0 0,16 3 0 0,-13-6 0 16,-5 3 0-16,11-5 0 0,3-1 0 0,4-4 0 16,-16 2 0-16,9 0-3 0,1-8-87 0,5 3-322 15,-18 5 43-15,6-5-389 0,-5-3-280 0,-2 3-169 16,-5 4 299-16,10-4-525 0</inkml:trace>
  <inkml:trace contextRef="#ctx0" brushRef="#br0" timeOffset="13749.21">10992 6778 1631 0,'0'-14'2235'0,"0"1"-1511"0,0 8 241 0,0 5-207 0,-3-13-564 15,3 13-195-15,0 0-7 0,0 0-2 0,0 0-1 16,3 3 3-16,4 16-5 0,-2 7 6 0,-2-8 3 15,-1 0 5-15,2 12 9 0,-1 10 6 0,0-3-3 16,-3-8-4-16,2 13 2 0,-2 6-2 0,0-4-3 16,0-1-4-16,0 7-2 0,-2-10 1 0,2 0 0 15,0-9 2-15,0-7 0 0,0 7-2 0,2-4-2 16,1-8-1-16,-3-17 0 0,4 18 1 0,-1-11 1 0,-3 0 0 16,0-9 1-16,0 0 3 0,0-3 1 0,0 1-1 15,2-9-1-15,4-8-1 0,-6-2 0 0,4-3-4 16,-2 0-1-16,-2-13-2 0,3-2 0 0,-3-6 1 15,3 8 0-15,-3-13-1 0,0-1 2 0,0 1 1 16,4-14-1-16,-4 22 2 0,2-8 0 0,1 4 10 0,2 4 38 16,2 11 1-16,1-17 48 0,1 13-14 0,3 6 0 15,0 11-22-15,3-6 10 0,5 0-41 0,-3 9-24 16,-1 4-10-16,4-2 1 0,7 7 9 0,2 1 7 16,-8 5 0-16,0 5 15 0,3 1 4 0,1 7-4 15,-6-5-20-15,4 15-22 0,-2 1-11 0,-9 0-32 16,-1 0-33-16,-5-2 10 0,-3 20-91 0,-3-13 16 15,0 3-28-15,-3-6 46 0,-6 3-28 0,1 13-28 0,-7-7 69 16,6-15 50-16,-6 7 0 0,-2 0 43 0,-7-4 15 16,4-6 22-16,1 1 13 0,2-7 2 0,-1-4 11 15,6-1 1-15,-2 1 59 0,11-3-12 0,-9-2 7 16,5-2-6-16,7 0 37 0,0 0 23 0,-8-6-48 16,2 4-44-16,10 4 7 0,-4-2-14 0,0 0-27 15,0 0-14-15,8 4-5 0,16-2-2 0,-7 11-1 0,5-2-1 16,-5 2 2-16,7 3 0 0,-4 2 3 0,-3 4 1 15,-2-1 10-15,0 6 6 0,6-1 2 0,-6-6 2 16,-1 0-5-16,6 4 2 0,4 2-1 0,-6-6-18 16,0 0 0-16,0 0-11 0,-1 2-67 0,7 2-197 15,-12-11-55-15,3 0-336 0,-5-8-242 0,2 3-48 16,-2-5 18-16,7-3-497 0</inkml:trace>
  <inkml:trace contextRef="#ctx0" brushRef="#br0" timeOffset="14046.43">12162 6654 1214 0,'5'-11'1889'0,"-5"3"-875"0,0 3-113 16,0 3-317-16,-8-12-193 0,-1 11-286 0,1 0-77 15,-16 1-12-15,3 4 18 0,-2 1 26 0,-6 3 51 16,-5 5 50-16,0 2 33 0,-3 5 19 0,0 3 4 16,-2 8 6-16,15-5-74 0,-8 21 35 0,6-2-92 0,8 4-22 15,6-10-26-15,3 16 8 0,4 16-3 0,5-16-10 16,5-16-8-16,4 12 6 0,15 5 1 0,-1-18-12 16,4-14-12-16,9 10-6 0,8-9-12 0,15-1-125 15,-21-11-117-15,12-1-114 0,-2-5-140 0,-2-2-325 16,-2-3-274-16,-2-5-103 0,-1-6 112 0,-9 0-555 15</inkml:trace>
  <inkml:trace contextRef="#ctx0" brushRef="#br0" timeOffset="14795.43">13361 6151 109 0,'0'0'1864'0,"-9"-2"-1044"16,1 2-258-16,-16 0 271 0,-3 0-223 0,-2-4-390 16,5 4-166-16,-11 4 3 0,-4-4-5 0,-14 0 36 15,21 0-2-15,-7 0 66 0,-7 0 56 0,7 0 53 16,2 0 43-16,3 0 57 0,12 0 10 0,-2 0-38 15,18 0-109-15,-12 0 71 0,18 0-127 0,0-4-63 16,0 8-63-16,0-4-30 0,0-4-12 0,0 2 0 0,4-9 0 16,4 9 0-16,6-1 0 0,13 1 0 0,-3-1 0 15,-7 0 0-15,13 3 0 0,-4-3 0 0,-2 3 0 16,-6 0 0-16,8 0-4 0,-11 0-4 0,17 0-9 16,-15 3 2-16,7 0-6 0,-4 2-4 0,4 0-10 15,-6 1 13-15,3-4-5 0,-6 3 16 0,2 4 7 16,-5 1 0-16,0 1 5 0,-4 2 5 0,-1-5 2 0,7 22-8 15,-8-15-9-15,0 6-4 0,0 0 2 16,0 12-2-16,0-11 3 0,3 8 2 0,-1 2 9 0,7 2 5 16,0 4-4-16,-1-2 2 0,5 1 0 0,-2 2-1 15,-2-6-2-15,2 11-1 0,5 2 2 0,-5-7-2 16,-2-12 2-16,5 12-1 0,6 7-5 0,-4-6-2 16,-2-4-18-16,-3-6-14 0,4 12-61 0,-1-3-32 15,-5-6 7-15,-3-13 20 0,0 12-46 0,0 4-49 16,-9-6 72-16,3-9 58 0,-6 9-7 0,-6-1 16 0,0 5 39 15,-3-16 23-15,0 9 31 0,-2-3 13 0,-10 2 31 16,3-13-14-16,1 9 60 0,-7-9 53 0,-3-3 20 16,1-2-35-16,-16 1 38 0,8-5-36 0,-8 1-34 15,10-1-71-15,-24-2-36 0,5 1-22 0,5-1 0 16,4-2 0-16,4 2 0 0,-1-2 0 0,7 0 0 16,3 0 0-16,11-2 0 0,-3 0 0 0,13 2-17 0,-7-5-107 15,9-1-112-15,-2 3-245 0,10 3-481 0,-2-10-128 16,0 5 189-16,12-4-297 0,-1 5 108 0,16-7-622 15</inkml:trace>
  <inkml:trace contextRef="#ctx0" brushRef="#br0" timeOffset="15181.38">14483 6934 78 0,'0'0'1043'0,"4"0"-121"0,-8 0 74 0,8 0-118 16,-4 0-242-16,0 0 56 0,-19 0-141 0,2 0-26 15,-3 0-228-15,-1 0 75 0,-6 0-51 0,0 0-50 16,2 0-93-16,-23 3 32 0,13-3-89 0,-3 3-49 16,6-3-50-16,2 0-16 0,1 0-6 0,5 2 0 15,12-2 0-15,3 0 0 0,-11 0 0 0,20 0-15 0,-18 0-122 16,16 2-160-16,2-2-207 0,0 0-467 0,0 0-58 15,0 0 127-15,0 0-297 0,10 3 47 0,0 3-726 16</inkml:trace>
  <inkml:trace contextRef="#ctx0" brushRef="#br0" timeOffset="15432.71">14519 7318 86 0,'3'-3'1520'16,"-3"3"-834"-16,2-8 206 0,-2 3 31 0,4 5 224 16,-13-13-550-16,6 10-295 0,-9-7-20 0,3 7-53 15,-11-8 1-15,11 9-46 0,-21-6 27 0,10 5 3 16,-4 1-10-16,-2-2-26 0,2 4-50 0,-2 0-29 0,0 0-37 16,4 0-45-16,-7 6-17 0,-3-3 0 0,3-1-14 15,7 4-83-15,0-4-212 0,-2 3-243 0,-3-2-682 16,12-3 330-16,6 0-309 0,-2 0-83 0,-7-5-1136 15</inkml:trace>
  <inkml:trace contextRef="#ctx0" brushRef="#br0" timeOffset="18560.34">15809 6074 213 0,'0'0'1111'16,"0"0"-457"-16,0 0-141 0,0 0 159 0,0 0-75 15,-3-2-120-15,-2-9-169 0,5 11-155 0,-19 0-81 0,14 0-27 16,-4 0-2-16,-9-2 34 0,10 2 21 16,-4 0 40-16,-2 2-18 0,4-2 48 0,-4 3 14 0,-6-1 59 15,13-2-95-15,-8 6 30 0,1-6-27 0,-1 2 25 16,6-2-31-16,-6 3-53 0,12-3 9 0,-5 0-9 16,2 0 13-16,6 0-60 0,-10 0 16 0,5-3-13 15,5 3-12-15,0 0-5 0,-15 3 7 0,15-3-9 0,-12 2 0 16,4 1-19-16,-8 0 4 0,8 0 19 0,-4-1 4 15,0 4-26-15,0-1 5 0,4 0 25 0,-4 3 55 16,6-8-12-16,-9 8 25 0,-5-3 23 0,8-2-29 16,-3-1-2-16,-2-2-52 0,2 0-21 0,3 0-22 15,-5 4-4-15,10-8 0 0,-5 4 0 0,7 0 0 16,-7-2 0-16,12 2 0 0,-3-3 0 0,-12-2 0 0,15 5 0 16,0 0 0-16,0 0 0 0,0 0 0 0,0 0 0 15,0 0 0-15,0 0 0 0,0 0 0 0,0 0 0 16,-5 8 0-16,1-2 0 0,4 9 0 0,7-8 0 15,-5 2 0-15,1 4 0 0,6-2 0 0,-1 0 0 16,7 13 0-16,-6-11 0 0,1 5 0 0,2 0 0 16,-2 12 0-16,-3-12 0 0,1 8 0 0,1 3 0 15,4 3 0-15,-4-5 0 0,-1 10 0 0,4-3 0 16,3 0 0-16,-3 1 0 0,0-4 0 0,-4 7 0 0,4 1 0 16,-6-12 0-16,0 16 0 0,3-7 0 0,-6 1 0 15,-1-11 0-15,1 12 0 0,0-6 0 0,-3-3 0 16,4 0 0-16,-2-8 0 0,-4 8 0 0,2-5 0 15,-4-6 0-15,4-14 0 0,0 14 0 0,-3-18 0 16,0 13 0-16,3-11 0 0,0-2 0 0,0 0 0 16,0 0 0-16,0 0 0 0,0 0 0 0,10 3 0 0,-2 3 0 15,10-12 0-15,5 1 0 0,10-6 0 0,-1 6 0 16,-5-3 0-16,10 1 0 0,5-4 0 0,2 5 0 16,-8 1 0-16,-10-1 0 0,6 1 0 0,15 3 0 15,-14-4 0-15,-13 3 0 0,10 1-29 0,3 0-205 16,-1-1-427-16,-14 0 93 0,-1 0-461 0,-8 1-170 15,11-3-14-15,-10 1 331 0,4 0-1386 0</inkml:trace>
  <inkml:trace contextRef="#ctx0" brushRef="#br0" timeOffset="19200.64">16343 6172 429 0,'0'-21'908'0,"2"10"-309"16,-2-10-133-16,0 3 166 0,0 13-45 0,-2-27 52 15,2 10-198-15,-3 6-184 0,0 3 65 0,-3-11 57 16,3 4 45-16,0 7-138 0,1 4 93 0,-2-6-26 16,4 15-28-16,-3-11-45 0,3 8-41 0,0 3-97 15,-3 0-67-15,6 0-48 0,-3 0-25 0,-3 0-2 16,6 0 0-16,-6 3 0 0,1 10 0 0,4 13 0 16,-2 3 0-16,3-5 0 0,0 18 0 0,3 6 0 0,-3-2 0 15,4-17 0-15,1 15 0 0,4 17 0 0,-3-13 0 16,2 3 0-16,-2-15 0 0,6 20 0 0,2-3 0 15,-2-11 0-15,-3-16 0 0,5 9 0 0,7 5 0 16,-9-12-2-16,-1-8-6 0,4 2-16 0,0-2-38 0,-10-10-35 16,4-2 14-16,0 0-34 0,10 0-9 0,-5-5-36 15,-12-3 71-15,22-3-7 0,-10-5 14 0,5-5 1 16,-8 0 12-16,4-7-7 0,-1 0 4 0,-2-4 2 16,9-11-15-16,-15 11 41 0,2-9 1 0,8-7 11 15,-7-6-2-15,-4 4 15 0,4-8 1 0,-3 2 6 16,-4 1 5-16,1 2 1 0,0 0 7 0,-6 2 18 0,3 9 44 15,-6 10 18-15,1-15 93 0,-2 12-13 16,1 6 15-16,3 16-27 0,-3-14 91 0,1 9-77 0,2 7-46 16,0 3-45-16,0 0 5 0,0 0-9 0,-7 8-39 15,4-3-15-15,3 8-10 0,0 4-2 0,7 9-3 16,-2-5 0-16,-2-2 1 0,6 12-1 0,-3 9-7 16,6-6 6-16,-10-7 3 0,8 10-2 0,-1 7 1 15,-4-11 7-15,5-7 3 0,2 5 6 0,-2 13-8 16,2-16-11-16,0-7-4 0,0 6-29 0,0-4-91 0,3 1-228 15,-10-15-31-15,5 6-302 0,-5-6-290 0,7 0-195 16,-12-9 310-16,15-2-803 0</inkml:trace>
  <inkml:trace contextRef="#ctx0" brushRef="#br0" timeOffset="19859.87">17391 5640 985 0,'-3'-13'715'0,"3"13"-311"0,-12-5 144 0,-2-1 23 0,-18 1-267 15,14 3-184-15,-11-1-36 0,-4 3-6 0,1 0-3 16,-3 3 16-16,2-3 56 0,1 5 24 0,5-3 6 16,3 4 5-16,13-4-13 0,-7 1 3 0,10-3-24 15,-2 6-48-15,10-6-34 0,0 0 12 0,0 0-14 16,0 0-2-16,0 0-18 0,0 0 8 0,0 0 0 15,0 0 6-15,3-4-26 0,9-3 8 0,5 1-15 0,-5 4-8 16,12-6-6-16,-4 0-7 0,-1 6-1 0,-8-1-10 16,1-3 6-16,9 1-4 0,-6 5-17 0,-7 0 1 15,13 0-1-15,-16 0 7 0,14 3 6 0,-4 5-7 16,-10-3 19-16,0 3 10 0,2 8 4 0,-4-5 6 16,6 18 3-16,-6-11-12 0,-1 6 6 0,5 8-3 15,-2-1-9-15,-2-2 0 0,6 14 0 0,-3-7-4 0,0 5-2 16,0-10-1-16,6 11-2 0,0 11-1 0,0-7 0 15,-2-15 2-15,5 17 3 0,0 0 1 0,6 7 0 16,-6-9-1-16,-3-15-1 0,5 13-1 0,1-1-3 16,8 2-21-16,-8-19-22 0,6 9-43 0,2 0-47 15,1-4-8-15,0-7-9 0,-1 2-2 0,-3-4 18 16,1-4 41-16,-9-2 49 0,5 5 34 0,-8-5 23 0,-8-5 43 16,1 4 8-16,-2-2 83 0,-3 3 150 0,-3 1 8 15,-2-10-64-15,-2 1 100 0,-20 14 135 0,10-15-98 16,-3 4-143-16,-4-3 18 0,-5 0-63 0,-13 5 6 15,6-5-93-15,10-3-71 0,-9 1-13 0,-6-1-14 16,11 0-3-16,6-2 0 0,1 0 0 0,9-3-21 16,-8-3-163-16,17 0-74 0,-4-2-335 0,9 5-342 15,-12-16-244-15,12 8-34 0,0-3-57 0,6-2-1130 16</inkml:trace>
  <inkml:trace contextRef="#ctx0" brushRef="#br0" timeOffset="20512.14">17834 7010 1155 0,'3'0'746'0,"2"0"-2"0,7 0 10 0,-12 0 53 15,0 0-327-15,0 0-203 0,0-2-176 0,0 4-68 16,0-4-21-16,0 2-7 0,0 2 1 0,0-2-2 16,0-2 5-16,0 4 6 0,0-2 30 0,0-2 18 15,0 4 28-15,0-2-7 0,0 0 64 0,-17 6 94 16,5-3-35-16,2-1-52 0,-10 1 38 0,-6 0 18 16,6 0-51-16,1-1-67 0,-4-2 6 0,-3 5-11 0,-18 1 16 15,20-4-39-15,-20 3 13 0,-3 1-9 0,-21 5 6 16,2-9-18-16,13 9-22 0,-23 0 9 0,-12-2 14 15,-24 2 58-15,44-2-44 0,-29 4 22 0,-1 0-5 16,-17-2 10-16,51-6-48 0,-18 3-2 0,2-1-40 16,4 2-9-16,5-7 0 0,3 6 0 0,9-5 0 15,-1 2 0-15,14 1 0 0,-4-2 0 0,5 2 0 0,13-3 0 16,9-1 0-16,-13 3 0 0,12 1 0 0,4-4 0 16,5 3 0-16,3-1 0 0,-5 1 0 0,5-1 0 15,3 0 0-15,1 1 0 0,8-3 0 0,-12 4 0 16,12-3 0-16,-10-1 0 0,2 3 0 0,-1 1 0 15,-3-1 0-15,9-5 0 0,-3 3 0 0,-12 4 0 16,16-7 0-16,-13 3 0 0,15-3 0 0,-15 0 0 0,15 3 0 16,0-3 0-16,-2-3 0 0,-10 3 0 0,12 0 0 15,0 0 0-15,-3-3 0 0,3-10-5 0,0 13-101 16,3-13-279-16,-3 13-38 0,12-11-390 0,-4 6-322 16,6 3-77-16,-2-4 306 0,3 4-483 0</inkml:trace>
  <inkml:trace contextRef="#ctx0" brushRef="#br0" timeOffset="21442.64">16269 7847 1054 0,'10'-3'1562'0,"0"-1"-737"16,0 0 11-16,-5 2-57 0,-5 2-406 0,0 0-183 16,0 0-67-16,0 0-41 0,0 0 1 0,0 0-19 15,0 0-13-15,0 0-21 0,0 0-2 0,-17 2-16 16,5 4-7-16,4-4-1 0,-14 3 6 0,-4 1 12 16,-6 1 47-16,12-1 2 0,-10 2 57 0,-3 0 63 15,1 3 75-15,5-6-33 0,0 3 50 0,-2-3-32 0,-3 3-39 16,8-5-46-16,0 1-66 0,4 0-37 0,8-2-38 15,0 1-25-15,0-3 0 0,4 0 0 0,-4 0 0 16,15 0 0-16,-3 0 0 0,-3 0 0 0,-9-3 0 16,12 3 0-16,0 0 0 0,0 0 0 0,0 0 0 15,0-2 0-15,0 4 0 0,15 1 0 0,-15-3 0 16,14 13 0-16,-11-7 0 0,9 4 0 0,0 6 0 0,-5-2 0 16,-2-5 0-16,0 10 0 0,2 2 0 0,-2 6 0 15,2-9 0-15,-2 6 0 0,-2 0 0 0,-3 5 0 16,4 2 0-16,-1-9 0 0,-6 7 0 0,3 3 0 15,-4 5 0-15,1-16 0 0,3 11 0 0,0-3 0 16,-5 0 0-16,1-5 0 0,4 0 0 0,-3-3 0 16,1 0 0-16,2-2 0 0,0-12 0 0,0 12 0 15,0-11 0-15,2 0 0 0,1-6 0 0,6 9 0 16,1-8 0-16,-8-3 0 0,16 0 0 0,3 0 0 16,6-5 0-16,-5-1 0 0,-4 3 0 0,13-1 0 0,3-5 0 15,8 4 0-15,-18-1 0 0,10 4 0 0,10-3 0 16,-8 2-5-16,-13 0-45 0,10 1-233 0,-10-7-209 15,6 2-538-15,-13-1 181 0,7 1-364 0,-2-7 4 16,-1 4-693-16</inkml:trace>
  <inkml:trace contextRef="#ctx0" brushRef="#br0" timeOffset="21881.47">17274 7768 1749 0,'12'-9'995'0,"-7"4"-124"0,14-3 5 0,-11 1-61 15,-6 4-485-15,-2 6-105 0,-8-14-131 0,-1 9-49 16,-3-2-15-16,1 4-11 0,-13 4 5 0,-12 0 9 15,10 5 38-15,0-7 2 0,-10 11 55 0,2-2 26 16,-14 5 100-16,13-5-85 0,-9 4 57 0,-1-4-40 16,-5 5 1-16,21-6-97 0,-10-1-5 0,10 0-43 15,14-5-28-15,-5 1-18 0,14-3-30 0,0 1-50 0,-1 0-92 16,7 0-132-16,0-3-356 0,13-9-209 16,-4 7-230-16,14-16-9 0,-9 9 312 0,17-10-1548 0</inkml:trace>
  <inkml:trace contextRef="#ctx0" brushRef="#br0" timeOffset="22090.91">17086 7783 158 0,'0'11'2676'0,"5"-3"-1668"15,-5 6 162-15,3-10-528 0,-3 10-236 0,0-1-154 0,0 2-8 16,4 7-70-16,-2-9-32 0,4 11 3 0,3-6-25 16,3 9 28-16,-7-11-81 0,10 5 2 0,-6 3-7 15,9 5-15-15,-13-10-24 0,4 7-3 0,3 3-15 16,-4 0-6-16,-1 3-7 0,-4-1-11 0,3-2-41 0,-6 1-25 15,3-9-25-15,-3 5-91 0,0-4-39 16,3-14-95-16,-3 10 19 0,0-5-293 0,2-10 2 0,-2 5-128 16,0-3-96-16,0-5 192 0,0 3-138 0,0-6-72 15,0 6-245-15</inkml:trace>
  <inkml:trace contextRef="#ctx0" brushRef="#br0" timeOffset="22298.35">17507 8376 110 0,'11'2'1885'0,"-7"-2"-1032"16,-4 0-19-16,0 0-89 0,0 0-28 0,0 0-354 16,-7 4-75-16,-7 1-84 0,-6-3 124 0,8 1-80 15,-24 5-8-15,18-6-57 0,-21 4 99 0,-5-3-14 16,7-1-64-16,4 1-90 0,-9-1 8 0,1 2-20 16,-6-2-28-16,21-2-55 0,-4 2-11 0,1-4-8 0,2 0 0 15,19 2 0-15,-8-9 0 0,11 4-22 0,-4-5-148 16,3-14-348-16,6 18-9 0,6-26-506 0,3 11-180 15,6 3-1-15,-1 2-100 0</inkml:trace>
  <inkml:trace contextRef="#ctx0" brushRef="#br0" timeOffset="22961.6">17871 7357 470 0,'10'-5'1940'0,"-5"-3"-1333"0,4-5 346 0,-2 8 21 15,-2-3-398-15,-5 8-275 0,3-11 8 0,-3 8 49 0,0 1-77 16,0-9-20-16,0 11-105 0,-17-5 60 0,5 5 2 16,0-3-41-16,-3 0-83 0,0 6 12 0,-19-3-3 15,12 3-37-15,8-3-46 0,-6 3-15 0,5-3-5 16,-9 5 0-16,15-2 0 0,-11-3 0 0,8 3 0 16,-3-1 0-16,-2 0 0 0,7-2 0 0,-4 3 0 15,11-3 0-15,-12 0 0 0,15 0 0 0,0 0 0 0,0 0 0 16,0 0 0-16,0 0 0 0,0 0 0 0,0 0 0 15,0 0 0-15,3-3 0 0,9-4 0 0,5 4 0 16,1 0 0-16,3 1 0 0,-4 2 0 0,-2 0 0 16,0 0 0-16,11 0 0 0,-8 2 0 0,-6 1 0 15,9 5 0-15,-4 0 0 0,1 6 0 0,-9-10 0 16,8 10 0-16,-14-10 0 0,14 23 0 0,-7-10 0 0,-1 3 0 16,-4-3 0-16,2 9 0 0,1 3 0 0,1 2 0 15,-3 4 0-15,0-9 0 0,0 20 0 0,3-12 0 16,-4 5 0-16,5-6 0 0,-5 9 0 0,10 0 0 15,-3-8 0-15,-3-10 0 0,6 14 0 0,2 4 0 16,0-14 0-16,-2-8 0 0,2 11 0 0,2 1 0 16,1-3 0-16,-8-11 0 0,3 6 0 0,-3-2 0 15,-3 4 0-15,-1-13 0 0,-8-6 0 0,10 10 0 16,-10 1 0-16,-3-13 0 0,-1 12 0 0,-11-8 0 0,10 0 0 16,-22 12 0-16,13-13 0 0,-13 2 0 0,7 1 0 15,-7 2 0-15,6-4 0 0,-6 0 0 0,-2 2 0 16,6 0 0-16,-1 0 0 0,-3 2 0 0,3 0 0 15,7 0 0-15,9-10 0 0,-16 10 0 0,15-5 0 16,-3-5-15-16,12-1-51 0,-11 7-304 0,7-12-266 16,8 6-285-16,-4-3 23 0,3-9-316 0,2-2-366 0</inkml:trace>
  <inkml:trace contextRef="#ctx0" brushRef="#br0" timeOffset="24113.5">18989 6786 667 0,'11'-8'655'0,"-11"8"-49"0,12-8 21 0,-12 6 0 0,0 2-112 15,9-8-161-15,-3 3-119 0,-6 5-53 0,-3 0-57 16,6-4-11-16,-3-7-34 0,-3 9 55 0,6 4-32 16,-3-2-45-16,0 0-19 0,0 0 12 0,0 0-8 15,-3-2-13-15,3 2-15 0,3 2 1 0,-6-4 6 16,6 4-8-16,-3-2-1 0,0 0 5 0,0 0 5 16,0 0 6-16,0 0-10 0,-3-2 4 0,6 4 4 0,-3-2-2 15,0 0 63-15,0 0-19 0,0 0 20 0,-3-2-1 16,6 4 20-16,-3-2-46 0,-3-2 15 0,6 4-50 15,-3-2-14-15,-3-2-1 0,6 4-1 0,3-4-3 16,0 0 1-16,-6 4-2 0,0-2-2 0,0-2-5 16,0 4 0-16,2-2 0 0,13 0 1 0,-15 0-5 15,0 0 0-15,0 0 4 0,-3-2 3 0,6 4 2 0,-3-4-1 16,12-1-4-16,-12 3 4 0,0 0 1 16,0 0 0-16,0 0-3 0,0 0-3 0,0 0-2 0,0 0 4 15,0 0-5-15,0 0 3 0,3 0-1 0,9-8 1 16,-12 8 4-16,2-3 1 0,8-5 1 0,-10 8 1 15,2-2-1-15,8-6 0 0,-10 5-1 0,12-7-1 16,-10 10 1-16,1-8 2 0,4 3 34 0,-5-1 13 0,1 1 6 16,-3 5-2-16,0 0 44 0,0 0-20 0,0 0-13 15,0 0-26-15,0 0-15 0,0-6 11 0,-5-1-33 16,5 7 3-16,0 0-5 0,0 0 0 0,0 0 2 16,-12 11-11-16,12-9 1 0,-7 5 4 0,-1 7-5 15,-4-1 4-15,3-5-1 0,-3 3-2 0,-11 7 7 16,2-1 1-16,6-8 0 0,-5 5 1 0,-1 7 2 15,1-3-1-15,5-5-2 0,0 7-2 0,1-7 0 0,4 0-1 16,1-2 1-16,1 2-1 0,-1-6 1 0,6 4-1 16,3-9-6-16,-3 7-8 0,3-7-56 0,0-2-144 15,0 0-68-15,0 0 23 0,0-2-322 0,-2-9-259 16,4 11-142-16,1-11 289 0,0-4-629 0</inkml:trace>
  <inkml:trace contextRef="#ctx0" brushRef="#br0" timeOffset="24426.68">18839 6746 74 0,'0'0'993'0,"-10"-13"-200"0,10 13-190 16,0-2 47-16,0-11-72 0,0 13-14 0,0-11-219 0,0 8-24 16,0 3-60-16,7-10 209 0,-7 7-112 0,0 3-23 15,0 0-24-15,0-3-76 0,8-5 34 0,-8 6-84 16,0 4-47-16,0-2-56 0,0-2 15 0,0 4-42 15,0-2-15-15,0 0-16 0,4-2 2 0,4-4-10 16,-8 6 7-16,9 8-19 0,-6-5 6 0,6 5 5 16,-3-3 20-16,-1 0-1 0,4 3 24 0,1 1 3 15,2 4-17-15,-4-8-15 0,16 10 4 0,-4 4-15 16,-2-3-14-16,-3-3-4 0,0-4 0 0,5 4 0 16,4 2 0-16,-10 1 0 0,-2-8 0 0,6 6 0 0,-4-4-15 15,-2-5-77-15,6 6-10 0,-13-6-197 0,7 3-271 16,-12-5-502-16,12 5 27 0,-12-6-155 0,0-4-16 15,0 4-1223-15</inkml:trace>
  <inkml:trace contextRef="#ctx0" brushRef="#br0" timeOffset="26892.07">20297 5732 195 0,'0'0'879'0,"0"0"-478"0,0 0 228 0,0 0 11 15,0 0-166-15,0 0-214 0,0 0 35 0,0 0-81 16,0 0-115-16,-3 0-38 0,-6 6 16 0,6-6 12 16,-14 0 18-16,7 0-31 0,-4 3 48 0,-13 2 10 15,4-2 15-15,-1 0 40 0,-5-1 21 0,-3 3-2 16,2 1 11-16,4-4-44 0,-10 4 82 0,6-3 6 0,-2 1 1 15,6 2-8-15,-1-1-3 0,0-5-13 16,3 0-2-16,14 0-47 0,-12 0-83 0,8 0-4 0,2-2-42 16,-8-1-27-16,20 3-20 0,-15-6-14 0,12 6-1 15,3 0 0-15,0 0 0 0,-4-2 0 0,-4-6 0 16,8 8 0-16,0 0 0 0,0 0 0 0,0 0 0 16,0 0 0-16,0 0 0 0,0 0 0 0,0 0 0 15,0 0 0-15,0 0 0 0,0 0 0 0,8 21 0 16,-1-10 0-16,-4-4 0 0,2 12 0 0,4-1 0 0,1 6 0 15,-2-2 0-15,-4-6 0 0,1 8 0 0,4 7 0 16,-3-1 0-16,-1-12 0 0,2 13 0 0,-2 1 0 16,4 8 0-16,-3-16 0 0,-4 10 0 0,8-2 0 15,-4 8 0-15,-3-16 0 0,2 4 0 0,2 5 0 16,-4-4 0-16,2-3 0 0,-5-6 0 0,3 4 0 16,-3-2 0-16,4-4 0 0,-4-5 0 0,0-2 0 0,2 13 0 15,-2-8 0-15,0-10 0 0,0 9 0 0,3-6 0 16,0-2 0-16,-3-5 0 0,9 15 0 0,-1-12 0 15,-1-3 0-15,2 7 0 0,6-7 0 0,-7 0 0 16,6 1 0-16,-2-3 0 0,6 0 0 0,3 0 0 16,-4-3 0-16,1 3 0 0,8-2 0 0,-8 0 0 15,3 2 0-15,3 0 0 0,-9 0-3 0,10-6-74 0,2 3-126 16,-6 1-202-16,-6 2-38 0,5-3-432 0,7-3-589 16,-3-1 266-16,-7 1 351 0,10-1-824 15</inkml:trace>
  <inkml:trace contextRef="#ctx0" brushRef="#br0" timeOffset="27464.54">20901 5839 121 0,'3'0'1041'0,"6"-11"-472"15,-4 9 28-15,5-2-141 0,-8 4 131 0,13-9-18 16,-15 9-226-16,7-4-161 0,1 2 55 0,-8 2 7 16,0 0 106-16,9-3-146 0,-4 3 79 0,-5 0 49 15,0 0 115-15,0 0-23 0,0 0-162 0,0 0 49 16,0-2-43-16,3-9-64 0,-18 6-89 0,10 5-81 16,-19-3-23-16,7-2-11 0,-10 5 0 0,-8 2 0 0,6 1 0 15,-5 0 0-15,8 0 0 0,-21-1 0 0,12 1 0 16,11 3 0-16,3-6 0 0,-2 2 0 0,9 0 0 15,2-2-24-15,12 0-26 0,-12 3-116 0,12-3-282 16,0 0-95-16,0 0-207 0,5 0 87 0,4 0-434 16,9-3-305-16,0 1 437 0,-3 0 309 0,2-4-695 0</inkml:trace>
  <inkml:trace contextRef="#ctx0" brushRef="#br0" timeOffset="27659.02">20794 5807 108 0,'0'0'1856'0,"0"0"-1034"16,0 13 54-16,0-11-13 0,0-2-482 0,0-2-77 15,-3 8-101-15,1 4-19 0,2-10-85 0,2 16 7 0,-2-11-12 16,3 4-29-16,4 6-22 0,-2 1 13 0,4 5-7 16,3-5-13-16,-3 0-12 0,9 16 9 15,-3-6-15-15,-3 1-4 0,-4-7 5 0,1 15 26 0,-3-3 0 16,3-3-8-16,-6-11-9 0,2 9 3 0,-1 7 2 16,1-7-47-16,-5-9-69 0,3 6-147 0,-3-3-136 15,0-5-357-15,0 0-150 0,0-10 157 0,0-4-221 0,-3 9-602 16</inkml:trace>
  <inkml:trace contextRef="#ctx0" brushRef="#br0" timeOffset="27917.33">21125 6397 958 0,'15'0'748'0,"-13"3"-269"0,-2-3 232 0,0 0 43 15,0 0-141-15,0 0-234 0,0 0 67 0,0 0-45 16,0 0 121-16,0 0-221 0,0 0 127 0,0 0-47 16,0 0-9-16,0 0-63 0,-9-5-149 0,4-1-36 15,-15 1-54-15,-4 5-49 0,2 0-11 0,0-2-7 0,-5 2-2 16,-12-4-1-16,10 4 0 0,-3-2 0 0,0-1 0 16,1 3 0-16,2 0 0 0,2 0 0 0,10 3 0 15,5-3-9-15,4 0-37 0,-14 0-258 0,22 2-304 16,-14-4-386-16,14 2 104 0,0 0-324 0,0 0 9 15,-8-14-1579-15</inkml:trace>
  <inkml:trace contextRef="#ctx0" brushRef="#br0" timeOffset="29541.99">21849 5629 581 0,'0'0'603'0,"0"0"-14"0,0 0 31 0,12 0 26 16,-12 4-44-16,0-4-115 0,0 0-181 0,0 0-6 16,0 0-95-16,0 0-23 0,0 0-79 0,-9-4 4 0,-2 2-19 15,2 2-56-15,-3 0-27 0,-15-3-1 0,1 6 1 16,-1-3 1-16,7 2 2 0,-12 2 5 0,3-2 1 16,-13 3 10-16,16-5 1 0,-10 2 19 0,4 2 23 15,2-4 21-15,1-4 50 0,-1 2 43 0,9 0 17 16,-2-1 7-16,14 1 32 0,-11-4-49 0,11 3 2 15,-3-1-42-15,0-5-6 0,12 9-67 0,-12-11 13 0,12 11-29 16,0 0-21-16,-3-13-14 0,3 11-1 0,0-3-16 16,7-1-10-16,-7 4-3 0,14-9 3 0,-2 6 11 15,-6-1 1-15,3 4-4 0,6-1 8 0,-7 1-1 16,9-2-8-16,-5 4-12 0,-3-2-22 0,9-1-5 16,-1 1 4-16,-8 2-9 0,3 0 6 0,-9 0-14 15,9 0 19-15,-9 0-2 0,3 5-4 0,2-3-27 0,-8-2 12 16,0 0 9-16,0 0 5 0,10 9-19 0,-10-9 18 15,3 0 32-15,-3 0-3 0,2 10-3 0,-2-5 13 16,3 4 19-16,4-1-5 0,-5 2-14 0,1-4 2 16,4 4 12-16,1 0-12 0,-2-4-15 0,2 5-2 15,11 7 3-15,-8 1 7 0,-5-14-5 0,6 8-3 16,-4 3 7-16,2 3-6 0,-8-14-5 0,13 13-9 16,-8 1-7-16,1-4-7 0,-8-6 21 0,12 17-7 0,-10-21 14 15,5 27 36-15,-4-27-6 0,2 13 16 0,-1-7 3 16,7 21-5-16,1-8 8 0,-3 3-13 0,3-1-20 15,-4 3-6-15,4-3-7 0,0 6-18 0,0-11 15 16,0 3-7-16,-4-8-10 0,-1-1 4 0,7 5 21 16,-6-10 11-16,4 8 0 0,-12-9-11 0,10 11 8 15,-8-1 14-15,1-11-23 0,-3 11-6 0,0-1-4 16,0-7 1-16,0 2-3 0,0-2 4 0,0 2-4 16,-3 0 3-16,1-2 2 0,-1-4 2 0,-1 10-1 0,-1-10 2 15,5-1-1-15,-6-4 1 0,-3 12 0 0,-3-1-2 16,0-2 2-16,-3-1 2 0,-5 4-1 0,-4 4-23 15,0-3 2-15,2-4 10 0,4 0 4 0,-6 2-4 16,-12 0 1-16,14 0 15 0,0-4 26 0,-4 0 8 0,-9 2 5 16,5-2 21-16,9-5-4 0,-2 2 34 0,-1-1 15 15,-5-5 42-15,20 3-54 0,-6-3 37 0,0 0-9 16,-9 0 6-16,24 0-65 0,-14-3-5 0,11 6-19 16,3-3-18-16,0-3-36 0,0 6-35 0,0-3-83 15,0-3-232-15,-3-2-366 0,1-3 67 0,2 8-452 16,22-11-71-16,-6 9 35 0,2-7-442 0</inkml:trace>
  <inkml:trace contextRef="#ctx0" brushRef="#br0" timeOffset="30286.99">22471 6270 1534 0,'0'0'849'0,"0"0"60"16,0 0-166-16,12 0-157 0,-9 2-384 0,-3-2 22 0,-3 0-67 15,6 0 26-15,-3 0-66 0,-3 0 22 0,6 0 0 16,-9 6 27-16,0-1-35 0,3-2 81 0,-2 10-72 16,-7-2-18-16,9-9-26 0,-21 24 23 0,9-15-68 15,-2 5-27-15,-4 1-23 0,10-2 7 0,-8 3-1 16,-1-1-16-16,3-1 0 0,5-9-7 0,-7 10-12 0,11-10-2 16,-13 6-105-16,18-11 27 0,-9 7-119 0,12-9-118 15,-12 8-151-15,12-5-138 0,0-3-166 0,0-6-72 16,4-4 18-16,-1-1 278 0,2 5-119 0</inkml:trace>
  <inkml:trace contextRef="#ctx0" brushRef="#br0" timeOffset="30477.49">22330 6259 2307 0,'0'0'775'0,"0"0"161"16,0 0 26-16,0 0-151 0,0 0-381 0,0 0-158 0,0 0-104 15,0 0-14-15,0 0-58 0,0 0 40 0,0 0-28 16,0 0 7-16,12 9-25 0,0 1 34 0,-3-2-33 15,11 5-3-15,-3 4-11 0,-2-8-40 0,9 10-19 16,-7-5-38-16,-2-1-59 0,0 0-85 0,3 3-158 16,5-1-340-16,-14-9-156 0,6 5 50 0,-3-4-356 0,8 4 46 15,-11-9-138-15</inkml:trace>
  <inkml:trace contextRef="#ctx0" brushRef="#br0" timeOffset="31031">23782 5442 462 0,'0'2'504'16,"0"-2"8"-16,0 0-112 0,-12 9 174 0,12-7 153 15,-2-2-273-15,-10 5-175 0,6-1 35 0,-6 0-30 16,-2 1 82-16,-1 1 1 0,-6-1-101 0,13-5 86 15,-22 8-22-15,6-5-33 0,-2-1-29 0,-1 4-41 16,-3-3-40-16,-4-3-17 0,7 2-36 0,-12-2 17 0,5 0-12 16,0 0-13-16,8 0-48 0,-16-2 24 0,20 2-53 15,-2 0-14-15,9-3-16 0,-9 0-3 0,9 0-14 16,1 1-2-16,11 2 0 0,0-3-3 0,-9 1-26 16,12 2-206-16,0 0-39 0,0 0-174 0,-2 0-227 15,4 0-268-15,-4 0-486 0,4 0 560 0,13 2-131 16,-12 1-411-16</inkml:trace>
  <inkml:trace contextRef="#ctx0" brushRef="#br0" timeOffset="31399.02">23482 5624 327 0,'8'-2'1399'0,"-1"0"-709"0,-7 2 60 15,0 0 15-15,8-4-183 0,-2 4-203 0,-6 0 72 16,0 0-152-16,0 0 43 0,0 0-70 0,6-2 75 16,3-1 56-16,-9 3-111 0,0 0-89 0,-3 0 18 0,6 0-65 15,-6 0-110-15,3 0-22 0,3 3-2 0,2 7-9 16,-5-5-12-16,10 12-4 0,-5-7 0 0,2 14 0 15,-2 2-4-15,-2-9 5 0,4 9 2 0,-5 5 1 16,1-4 3-16,9 12 0 0,-9-12-1 0,3 8 2 16,0-1-2-16,6 11-2 0,-7-21 0 0,2 13 8 15,-5-6 0-15,4 2-3 0,0-5-6 0,0-1-8 16,0-3 1-16,2 2-2 0,-4-8-12 0,4 6-71 0,-1-8-100 16,-4-10-130-16,-1 7-46 0,1-2-375 15,0-6-408-15,-3-5-135 0,0 0 455 0,0 0-230 0,-6 0-756 16</inkml:trace>
  <inkml:trace contextRef="#ctx0" brushRef="#br0" timeOffset="32091.17">23302 5244 446 0,'0'0'866'0,"0"0"-156"16,0 0-39-16,0 0-180 0,0 0 65 0,0 0-132 16,0 0-86-16,-12-4-220 0,7 4-79 0,-10 4-10 15,6-4-11-15,-26 5 6 0,16-3-1 0,-3 7 22 16,0-7 24-16,-4 0 22 0,8 1-6 0,-8 3 33 0,6-4-9 16,5 1 17-16,8-1-23 0,-7 4 21 0,-9-1 3 15,14-3-33-15,3 2-24 0,-6-4 26 0,10 2-21 16,-10-2-6-16,8 0-33 0,4 0 10 0,0 0-6 15,-11 0-12-15,7 3-15 0,4-3-8 0,0 0-6 16,0 2 0-16,0 11-1 0,0-13 2 0,7 19-2 16,-5-8-1-16,1 7 1 0,4-5 1 0,-5-4 0 15,10 6-2-15,0 12-3 0,-6-12 2 0,3 9 0 16,-4 0 3-16,-2 5-1 0,0-11-1 0,-3 10 3 0,-3 1 1 16,0-1 0-16,1-6-4 0,-8 15-4 0,5-8 0 15,-4 8 3-15,3-13 0 0,0 10-3 0,-6 8 2 16,6-10 4-16,1 8-1 0,1-16 1 0,-1 9-1 15,-5 11-1-15,10-13 0 0,-2-7 2 0,-1 13 6 16,0-8 9-16,3 6 12 0,0-11-12 0,0 0-3 16,0 4-1-16,3-7-1 0,0-2-6 0,-3-8-10 0,6 7-2 15,0-7 6-15,-4 2 6 0,10-5 5 0,-2-1 12 16,-2-1 50-16,4-1 25 0,-6-2 51 0,12 5 43 16,-4-6-32-16,-4 3 6 0,0-1-56 0,5 1-2 15,0-1-70-15,-6 2-25 0,8-1-13 0,5 1-3 16,-10-1-14-16,13-3 7 0,-9 2 0 0,1-2-24 15,3 1 9-15,-5-1-33 0,0 1-52 0,-3 0-121 0,9 0-93 16,-13-3-228-16,1 0-84 0,-6-3-660 0,12-5 265 16,-9-1 33-16,-3 7-591 0</inkml:trace>
  <inkml:trace contextRef="#ctx0" brushRef="#br0" timeOffset="32810.41">24116 5260 1434 0,'8'-14'698'0,"-2"8"-41"16,0-1 42-16,-4-10-52 0,-2 13-311 0,0-10 60 0,0 1-137 15,-2 5-21-15,-1 3-66 0,-6-6 28 0,-3 4-25 16,-6-6-69-16,-2 4-25 0,8 7-38 0,-2 0 18 15,-16-7 1-15,4 9-7 0,8 0-15 0,-3 0 16 16,1 0-4-16,-4 3 10 0,19-3-28 0,-14 2 10 0,4 2-13 16,5-4-9-16,6 0-11 0,-11 2-3 0,15-2-11 15,0 0-10-15,0 0 4 0,0 0-2 0,0 0-4 16,0 0 0-16,0 0 6 0,0 0 1 0,0 0 8 16,0 0-2-16,7 2 0 0,1 3 3 0,1-1 0 15,3-4 0-15,3 2-1 0,-7-2 0 0,1 0 0 16,8 3 3-16,-2-3-2 0,-6 0-1 0,6 0-3 0,-6 2 0 15,2 0 0-15,1 2 2 0,-3 1-3 0,1-3 2 16,0 7 3-16,-3-2 8 0,-2-1 1 0,10 12-7 16,-3 3 0-16,-9-10 10 0,9 7 17 0,0 6-4 15,-3 0-9-15,-1 3-8 0,-5-6 0 16,9 15-2-16,-3 1-35 0,0-2-9 0,-1-11 9 0,-1 13-9 16,4 10-6-16,1-7 4 0,-6-10-2 0,2 9-29 15,7 8-5-15,0 4-17 0,-3-12 18 0,2 12-10 16,-1-1-4-16,-1-2 18 0,-3-17 29 0,2 22-22 0,1-10 15 15,-6-3 6-15,0-14 15 0,-4 14-5 0,5-3 11 16,-7-6 15-16,0-7 8 0,-4 9 0 0,-1-7-1 16,-7 3 7-16,-3-5-2 0,3-9 1 0,-8 3 10 15,-2 4 15-15,0-4 48 0,7-7-8 0,-4 2 31 16,9-5 34-16,-9 3 95 0,8-8-35 0,-3 1 22 16,-5 2-19-16,4-6-23 0,10 3-52 0,-16-3 40 0,-6 0-123 15,10 2-31-15,11-2-58 0,-18 3-168 0,10-3-92 16,-1 3-118-16,-2-3-26 0,-7 5-299 0,0-3-192 15,4 7-188-15,-7-4 136 0,12 1 377 0,-2 1-686 16</inkml:trace>
  <inkml:trace contextRef="#ctx0" brushRef="#br0" timeOffset="33624.22">24216 6812 866 0,'0'0'542'0,"14"0"122"0,-16 0-114 16,4 0-51-16,-2 0-228 0,0 0-46 15,-2 0-114-15,-20 5-58 0,10-7-29 0,-2 2-10 0,-18 0-13 16,-4-3-8-16,6 3 19 0,5 0-1 0,-8 0 11 16,-11 0 43-16,-10 0 57 0,22 3-8 0,-21-3 76 15,-3 0 49-15,-20 0 145 0,25-3-143 0,-10 3 90 16,-10 0-22-16,-9-8 9 0,16 6-64 0,-19-1-23 0,6-2-55 16,4-3-27-16,-6 8-49 0,2-5-20 15,1 2-23-15,5 0-46 0,17 1-7 0,-36 2-2 0,18 0 10 16,5 0 24-16,14 0 2 0,-30 2 50 0,15 1-8 15,0 3 7-15,4-4 10 0,17 0-31 0,-33 4 19 16,21-1-37-16,-6-2-13 0,12-1-10 0,-6 4-4 16,0-4-16-16,6 3-5 0,18-1-1 0,-27-2-3 15,20 3-1-15,5-3-5 0,10-2 8 0,-14 4 0 16,9-2-7-16,5-4 0 0,6 2 3 0,-9-4-1 0,-2 2 13 16,3 0-11-16,5-1 10 0,-5 3 7 0,-3-2 3 15,0 2 0-15,1-4-5 0,11 4-5 0,-9 4 9 16,-1-4-8-16,6 2-3 0,7-2-2 0,-7 0 0 15,-3 5-1-15,1-3-7 0,11-2 1 0,-8 4 0 16,-3-4-1-16,-1 0 5 0,12 0 1 0,-9-4 0 16,-2 2 4-16,3 0 3 0,4 2 0 0,-4 0-1 0,2 0-2 15,-8-3 1-15,23 3-2 0,-18 0 0 0,2 0-2 16,6 0-2-16,-7-2-4 0,14 2 1 0,-11 0-1 16,1 2 1-16,4-2-2 0,10 0 3 0,-12 3 2 15,7-1-1-15,-4-2-1 0,-4-2 0 0,9 4-1 16,-3-2 0-16,1 0 1 0,7 0 1 0,4 0 4 15,-12 0 1-15,10 2 1 0,2-2-1 0,-12 0-2 0,9 0-9 16,3 0-22-16,0 0 3 0,0 0-39 0,0 0-58 16,0 0-18-16,0 0-4 0,0 0-122 0,7 11-202 15,-5-5-68-15,10-3-205 0,-4-3 54 0,2-3-341 16,10-5 66-16,4 3-1243 0</inkml:trace>
  <inkml:trace contextRef="#ctx0" brushRef="#br0" timeOffset="35174.07">21581 7326 608 0,'0'0'369'0,"3"0"-16"16,-3 0 56-16,0-2-8 0,12 2-109 0,-12 0-25 15,0 0-77-15,0 0-2 0,0 0-42 0,0 0 20 16,0 0 34-16,0 0-7 0,0 0-84 0,0 0 25 0,-3 0-12 16,-9-4-15-16,-5 8 2 0,8-4-8 0,-9 2 3 15,-2 0 13-15,1-2-17 0,-10 3 80 0,6-1-35 16,-1 2-8-16,-2-2 6 0,2 1-35 0,-11-3 69 15,-1 2-5-15,9 0 22 0,5-2-26 0,-5 4 62 16,-9-2 50-16,11 1-72 0,6-3-50 0,2 2 51 16,7-2-55-16,-12 3-7 0,15-3-66 0,2 3 16 15,5-3-9-15,0 0-30 0,0 0-8 0,0 0-7 0,0 0-15 16,0 0-19-16,0 0-4 0,0 0 0 0,0 0-7 16,0 0-3-16,0 0 2 0,0 0 0 0,0 10 2 15,0-7-3-15,0-3-1 0,9 8 4 0,-6-2-1 16,2 1 4-16,-5-5-1 0,0 4 0 0,7 5 2 15,-7 5 1-15,2-6-1 0,1-2-1 0,0 5 4 16,-3 4 12-16,0-4 0 0,2 2-8 0,-2-4 5 16,4 18-6-16,-4-3-3 0,0-10-7 0,0 14-11 0,-4-4-5 15,4 8-2-15,-2-10 10 0,2 5 3 0,-3 3 5 16,-2-1 1-16,-2 9 4 0,4-16 0 0,-2 5 1 16,1 3-1-16,1 3-3 0,3-17 1 0,0 8 4 15,0 1 3-15,0-1 6 0,0-2 1 0,0-6-1 16,0 4 0-16,0-1-2 0,0-18-4 0,0 21-2 15,0-9-7-15,0-4 0 0,0 2 0 0,3-5 0 0,-3 5 0 16,4 0 0-16,-1-5 0 0,-1-3 0 0,4 6 0 16,-6-11 0-16,12 13 0 0,-12-9 0 0,9-4 0 15,3 2 0-15,5 1 0 0,-5-3 0 0,0 0 0 16,23 0 0-16,-14-3 0 0,-3 3 0 0,4-2 0 16,5-2 0-16,12 2 0 0,-13-1 0 0,6-3 0 15,2 4 0-15,6-5 0 0,-14 3-46 0,1-1-177 16,3-3-228-16,-4 3-345 0,-8 0-36 0,12-5-533 15,-4-1-1-15,-8-2-1156 0</inkml:trace>
  <inkml:trace contextRef="#ctx0" brushRef="#br0" timeOffset="38157.1">22262 7526 66 0,'0'0'1374'0,"4"-9"-657"0,-2 5 41 0,-2 4-182 0,0 0 122 15,-2-2-38-15,-5-11-218 0,7 13-230 0,0 0 28 16,0-3 32-16,-8-8 124 0,8 11-151 0,0 0 67 16,0 0-20-16,0 0 12 0,0-13-93 0,3 13-48 15,-3 0-60-15,0 0-35 0,0 0-26 0,0 0-8 0,0 0-28 16,0 0-6-16,0 0 0 0,0 0 0 0,0 0 0 15,0 0 0-15,0 0 0 0,0 0 0 0,-3 0 0 16,-6 11 0-16,3 0 0 0,2-4 0 0,-1 15 0 16,-4 4 0-16,3-8 0 0,0 4 0 0,3 4 0 15,-3 0 0-15,0 3 0 0,3-10 0 0,3 10 0 16,-3 4 0-16,3-2 0 0,0-7 0 0,-2 5 0 0,4 3 0 16,1 4 0-16,0-14 0 0,3 4 0 0,0-2 0 15,1-2 0-15,3-2 0 0,-6-12 0 0,8 8 0 16,3 3 0-16,5-3 0 0,-8-9 0 0,-4 1 0 15,13 1 0-15,-3-2 0 0,-1-5-1 0,-5 2-12 16,7-4-18-16,-9-4-13 0,14 4-15 0,-2-2-29 16,3 0-33-16,-4-1-22 0,-6 1 27 0,12-4-72 15,-7 3 34-15,1 1-50 0,-4-4 51 0,3-1-32 16,7-4-19-16,-8 0 47 0,1 0-12 0,-6 4 51 0,4-6 17 16,-6 0 11-16,0-4 9 0,0 4 20 0,0-3-8 15,-2 1 2-15,2-9-11 0,3 8 16 16,0-6-5-16,-3-2 11 0,0-2 9 0,-3 8 21 0,6-11 4 15,-3-3 17-15,-2 3 20 0,-3 5 13 0,5-5 29 16,3-3 73-16,-3 5 6 0,-4 9-14 0,-1-6 62 16,-2 11 45-16,0-13 108 0,2 8-74 0,-7 3-82 0,0 8 70 15,3-14 60-15,-3 5-86 0,0 11-90 0,0-12-15 16,2 17-17-16,-4-15-3 0,2 15-70 0,0 0-7 16,0-3-23-16,0 6 0 0,0-3 0 0,0-3 0 15,0 6 0-15,0-3 0 0,0-3 0 0,0 12 0 16,2 4 0-16,-2 5 0 0,0-2 0 0,3 5 0 15,-3-3 0-15,4 9 0 0,-4-6 0 0,0 10 0 0,3-7 0 16,-3 3 0-16,0 3 0 0,0-10 0 0,0 7 0 16,-3-1 0-16,3 0 0 0,-4-9 0 0,1 12 0 15,1-5 0-15,-1 2 0 0,0-10 0 0,-1 6 0 16,4 0 0-16,-2-2 0 0,2-18-1 0,0 17-11 16,2-19-37-16,2 13-72 0,-1-10-65 0,-3-3-167 15,0 0-312-15,0 0-448 0,0 0 216 0,5-11-272 0,-5 6-350 16</inkml:trace>
  <inkml:trace contextRef="#ctx0" brushRef="#br0" timeOffset="38808.36">23521 7138 97 0,'0'-3'1670'16,"-7"-8"-893"-16,-5 4-55 0,9 4-181 0,-23-7 207 15,6 4-476-15,-2 4-162 0,5 2-6 0,-10 0 68 16,-5-5 20-16,-18 5 114 0,23 0-108 0,-5 0 91 15,-3 0 20-15,6 0-21 0,10 0-85 0,5 0 122 16,-4 0-100-16,16 0-21 0,-10 0-79 0,9 0 29 16,3 0-79-16,0 0-29 0,0 0-21 0,0 0-16 0,0-6-4 15,0-1-5-15,0 3 0 0,12-1 0 0,3 3 0 16,-1-2-4-16,9-1-10 0,-8 3-15 0,6 2-30 16,-13-2-25-16,13-2-23 0,-9 2 27 0,11-1-27 15,-4 1 9-15,-9-1 11 0,12 0 44 0,-17 3-7 16,14 3 12-16,-19-3 20 0,10 5-1 0,-10-5-8 15,0 0-1-15,7 13 3 0,-7-10 17 0,3 5-4 0,-3-3-12 16,0 3 16-16,0 3 12 0,0 7 5 0,0 1 15 16,0 4 5-16,0-1 4 0,0-7-8 0,6 20 10 15,0-13-14-15,3 4-7 0,-4-5-13 0,10 16-5 16,0 5-2-16,-1-7 1 0,-2-9 3 0,3 20 3 16,5 4-1-16,-5-8-1 0,-3-13-2 0,6 13-8 15,5 6-16-15,1-3-25 0,-9-13 5 0,5 7-31 16,1-2-104-16,-1 1-35 0,7 1-32 0,-12-8 67 15,6 4-11-15,-9-4 16 0,-1 2 3 0,-2-9 112 0,0 15-20 16,-6-10 18-16,-3-5 3 0,-3-8 16 0,-1 5-2 16,2-5 35-16,-10-3 21 0,9-10 24 0,-12 7 45 15,3-7 15-15,-14 3 31 0,3-6-23 0,-4 2 29 16,-5-2 27-16,-1 0 3 0,6 0-25 0,-25 0 133 16,16 0-10-16,-3 3 22 0,2-3-22 0,1 0-59 0,-5 2 20 15,6-4-82-15,8-1-51 0,6 1-58 0,-2-2-26 16,14 4-31-16,-6-5-118 0,10 3-176 0,-2 0-345 15,5-4-279-15,-4-2-558 0,6 5 595 0,3-13-672 16</inkml:trace>
  <inkml:trace contextRef="#ctx0" brushRef="#br0" timeOffset="40043.05">17666 5648 559 0,'5'0'953'0,"7"0"-317"0,-9 0-153 16,6 0 163-16,-3-2-72 0,-6 2-189 0,0 0-273 0,0 0-43 15,12-8 9-15,-10 8-1 0,-2-3-3 0,0 6 28 16,0-3 8-16,0-3-2 0,0 3-40 0,0 3 3 16,0-6-18-16,0 6-12 0,0-3-33 0,0 0-6 15,0 0-15-15,0 0-65 0,0 0-52 0,-2-3-146 16,-16 3-182-16,6 0-199 0,0 0 81 0,-17 0-369 0,6 0-322 15</inkml:trace>
  <inkml:trace contextRef="#ctx0" brushRef="#br0" timeOffset="40190.66">17108 5910 2190 0,'-2'0'1080'16,"-10"11"-296"-16,12-9-104 0,0-2-507 0,0-2-430 15,-15 2-474-15,3 2-37 0,7-2-28 0,-7 6 211 0,0-1-529 16</inkml:trace>
  <inkml:trace contextRef="#ctx0" brushRef="#br0" timeOffset="40313.33">16655 6206 10 0,'-8'3'4'0,"-11"5"-4"0,11-3 0 16,-16 3-3-16,9-3-7 0</inkml:trace>
  <inkml:trace contextRef="#ctx0" brushRef="#br0" timeOffset="40442.98">16240 6426 226 0,'-17'6'1577'0,"10"-4"-913"15,-1 1-78-15,-8-3-89 0,11 2-353 0,-7-2-568 16,-8 6-142-16,10-3-22 0,-4-1-57 0,-6 0-503 16</inkml:trace>
  <inkml:trace contextRef="#ctx0" brushRef="#br0" timeOffset="40572.64">15704 6704 1592 0,'-24'8'2135'0,"4"-2"-1271"0,-4-2-33 0,9-1-630 16,3-1-595-16,-15 11-322 0,10-7-153 0,2-1 218 0,-9 4-567 16</inkml:trace>
  <inkml:trace contextRef="#ctx0" brushRef="#br0" timeOffset="40722.24">15097 7008 1532 0,'-15'11'2090'0,"8"-9"-1423"0,-10-2 202 16,17 3-281-16,-15 5-747 0,6-8-302 0,1 11-216 16,-9 0-170-16,-5-2-41 0,8 2 240 0,-4 0-643 15</inkml:trace>
  <inkml:trace contextRef="#ctx0" brushRef="#br0" timeOffset="40805.01">14846 7172 1305 0,'0'3'612'0,"-12"2"-183"0,4-2 141 16,1 0-83-16,-5-1-195 0,12 0-358 0,-14 7-247 15,14-9-191-15,-3 0-69 0,-5 5 144 0,4-2-339 16</inkml:trace>
  <inkml:trace contextRef="#ctx0" brushRef="#br0" timeOffset="41850.22">24021 7236 2108 0,'15'0'984'0,"-15"0"-295"0,-3 0 242 16,6 0-115-16,-6 0-327 0,3 0-316 0,3 0-58 15,-3 0-70-15,-3 0-13 0,6 0-14 0,-3 0-4 16,-3 0-13-16,0 0-12 0,-9 5-5 0,0 1-15 16,-2-1-134-16,-16 5-98 0,6-2-190 0,7-2 6 15,-12 1-324-15,-3 1-153 0,-14 3-194 0,14-6 265 0</inkml:trace>
  <inkml:trace contextRef="#ctx0" brushRef="#br0" timeOffset="41981.87">22598 7625 1371 0,'-12'8'2068'0,"1"-1"-1291"0,-5-4-139 0,13 0-593 0,-11 2-460 15,-1 0-515-15,7 1 135 0,-11-1 198 0,11 1-180 16,-1-1-363-16</inkml:trace>
  <inkml:trace contextRef="#ctx0" brushRef="#br0" timeOffset="42106.54">22095 7858 1958 0,'-27'10'1143'0,"0"-2"-435"0,3-2-33 0,7-4-545 0,-15 3-453 15,1 1-308-15,6-1-79 0,4-3 179 0,-6 4-900 16</inkml:trace>
  <inkml:trace contextRef="#ctx0" brushRef="#br0" timeOffset="42245.16">21186 8273 2959 0,'-22'11'1674'0,"-2"-7"-798"0,9 2-373 0,6-3-653 16,-18 8-682-16,0 2-427 0,5 2 247 0,7-1-51 0</inkml:trace>
  <inkml:trace contextRef="#ctx0" brushRef="#br0" timeOffset="42359.86">20757 8545 1270 0,'-10'6'1715'0,"-14"-1"-1028"0,14-3-209 0,-2 1-533 15,-15-6-737-15,15 3 80 0,-3-4-70 0,6 4-629 16</inkml:trace>
  <inkml:trace contextRef="#ctx0" brushRef="#br0" timeOffset="43270.42">21959 5354 326 0,'2'11'1568'0,"-2"-11"-881"0,0 0-171 0,0 0 144 16,0 0-175-16,0 0-140 0,-9 0-289 0,1 0-38 15,1 0-5-15,-1 0-4 0,6-2 5 0,-10 2-6 16,12 0 2-16,-3 0 0 0,-12 2-13 0,15-2-7 16,-16 5-28-16,8-1-171 0,-9 3-160 0,2-1-12 0,-15 3-279 15,4 2-33-15,-22 2-214 0,19-7-232 0</inkml:trace>
  <inkml:trace contextRef="#ctx0" brushRef="#br0" timeOffset="43403.07">20845 5974 132 0,'-9'4'2235'0,"0"7"-1587"0,9-7 261 16,-9 5-278-16,9-5-459 0,-8 1-209 0,1 0-166 15,-5 5-209-15,4-1-375 0,2-4 242 0,-17 10-165 16,4-4-524-16</inkml:trace>
  <inkml:trace contextRef="#ctx0" brushRef="#br0" timeOffset="43545.69">20229 6472 586 0,'-18'15'789'15,"-2"-4"-524"-15,-4-1-127 0,4-4-350 0,1 1-31 16,-7 4-85-16,3-5-473 0</inkml:trace>
  <inkml:trace contextRef="#ctx0" brushRef="#br0" timeOffset="43644.42">19790 6696 608 0,'-27'13'951'0,"2"-2"-558"0,6-4-101 0,-4 2-11 16,5 1-217-16,-5-1-179 0,2 0-62 0,13-5-25 15,-4 3-184-15,0-1-3 0,-3-1-151 0</inkml:trace>
  <inkml:trace contextRef="#ctx0" brushRef="#br0" timeOffset="44384.45">18638 7500 163 0,'6'0'2753'0,"-4"-7"-1708"0,2-2-95 0,-4 9-157 16,0 0-356-16,-6-10-282 0,6 10-34 0,-6-3-65 15,-6 1-12-15,6 2-42 0,-12 2-56 0,6-2-12 0,-2 3-73 16,-13 7-85-16,2-1-251 0,6-2 89 0,-4 4-307 16,-1 2-160-16,-8-2-30 0,11 2 267 0,-14 3-783 15</inkml:trace>
  <inkml:trace contextRef="#ctx0" brushRef="#br0" timeOffset="44513.1">17518 8029 148 0,'-20'11'2504'16,"3"0"-1615"-16,7-9-123 0,-4 1-275 0,2 0-464 16,-21 2-712-16,12 3-74 0,4-5 180 0,-6 2-193 15,-1 5-871-15</inkml:trace>
  <inkml:trace contextRef="#ctx0" brushRef="#br0" timeOffset="44628.79">16705 8413 1220 0,'-17'9'574'0,"5"-5"-455"16,-15 10-136-16,3-4-329 0,-5 1-559 0</inkml:trace>
  <inkml:trace contextRef="#ctx0" brushRef="#br0" timeOffset="44771.41">16140 8648 451 0,'-24'9'3570'0,"4"-4"-2456"0,-1 1-10 0,6-4-398 0,-3 3-359 16,-8 3-567-16,6 3-240 0,8-6-68 16,-7 6-432-16,2-1-131 0,-3-2 28 0,10-2-19 0,-10 4-705 15</inkml:trace>
  <inkml:trace contextRef="#ctx0" brushRef="#br0" timeOffset="44862.17">15704 8850 109 0,'-3'2'1452'0,"-9"9"-428"16,3-4-145-16,6-3-224 0,3-4-366 15,-5 5-182-15,-2-3-396 0,7-2-418 0,0 0 179 0,0 0-176 16,0 0-253-16</inkml:trace>
  <inkml:trace contextRef="#ctx0" brushRef="#br0" timeOffset="47174">25579 6712 108 0,'0'0'1855'0,"0"0"-1213"0,0 0 116 16,-3 0 90-16,-9-5-239 0,12 5-402 0,-10-9 24 16,3 7-29-16,-5-3 77 0,0-3-66 0,-5 3 99 15,2 1 8-15,-14-3 8 0,2-1-42 0,10 5-133 16,-10-5 22-16,-2 3-59 0,-3-1-16 0,17 4-58 0,-9-3-2 16,15 5-15-16,-14-2-17 0,16 2-27 0,-5 0-38 15,10 0-58-15,-10 0-139 0,12 2-114 0,0-2-119 16,-3 0-151-16,0 11-223 0,3-11 98 0,-2 2-409 15,2 11 170-15,0-13-717 0</inkml:trace>
  <inkml:trace contextRef="#ctx0" brushRef="#br0" timeOffset="47388.41">25432 6907 428 0,'6'6'751'0,"0"-3"-325"0,-6-3 210 15,0 0 253-15,0 0-195 0,8 2-109 0,-1 0-203 16,-7-2 106-16,0 0-97 0,-3-2-118 0,-6 0-113 16,0 2-7-16,-9-3-29 0,-8 1-47 0,14 2-40 0,-6-4 17 15,1 4 19-15,-19 0-15 0,21 0-48 0,5 0-9 16,-12 0-5-16,-2 0-24 0,22 0-63 0,-18 0-214 16,20 0-298-16,-15-7-279 0,11 7 150 0,1-11-485 15,3 0-1063-15</inkml:trace>
  <inkml:trace contextRef="#ctx0" brushRef="#br0" timeOffset="48137.41">26337 6050 97 0,'-5'-2'1647'0,"-2"-4"-1123"0,-8 1 84 16,-14-3 157-16,2 5-371 0,-8 1-286 0,6 0-19 15,-16-1 56-15,-14-3 64 0,12 6-9 0,9 0-9 16,-6-2 102-16,2 2 37 0,-2 0 37 0,24 0-177 0,-9-3 64 16,10 3-7-16,7-6-71 0,-2 6-72 0,-4-4 18 15,10 4-46-15,-1 0-10 0,9 0-31 0,0 0-15 16,0 0-2-16,0 0-12 0,0 0-2 0,0 0 1 16,0 0-1-16,5 4-1 0,-1 5-2 0,-4-9-2 15,15 8 4-15,-10-3 1 0,5-3 1 0,0 7 0 16,0-2 1-16,-5-1-4 0,11 18-4 0,-11-11-2 0,1 8-5 15,-6 0 1-15,6 1 0 0,-6-7-1 16,3 9-4-16,-6 5 10 0,1 2-2 0,-2-4-4 16,-4 10-3-16,-2 0 5 0,-7 11 13 0,5-13 0 0,-5 12-5 15,2-8 7-15,0 1 5 0,3-10-3 0,-2 17-6 16,4-4-19-16,2-9-16 0,2 0-6 0,3-7-6 16,3 8-23-16,0-7 8 0,5-1-3 0,-5-9 23 15,10 12 0-15,-5-7 6 0,4-2 13 0,-3-5 18 16,3 5 4-16,3-3 30 0,3-1 19 0,-6-10-4 0,11 7 37 15,0 1 46-15,-1-4-12 0,-5-3-23 0,9 6 27 16,-2-6 18-16,6-3 4 0,-7 0-60 0,7-2 8 16,2-6-19-16,7 0-1 0,-4 1-34 0,-12-1-33 15,7-3-3-15,-3 2-10 0,8 1-117 0,-14-3-95 16,5 1-215-16,-2 1-247 0,-1-5-359 0,-13 7 130 16,16-20-590-16,-9 9-495 0</inkml:trace>
  <inkml:trace contextRef="#ctx0" brushRef="#br0" timeOffset="48613.14">26744 6257 682 0,'8'0'1215'0,"-2"-9"-571"0,4 5-146 16,-10 4 152-16,2-14-160 0,-2 14-159 0,-6-13-196 15,6 11 24-15,-8-4-30 0,-4-1-5 0,-6-2-22 0,-3 7 6 16,1-4-33-16,-7 3-1 0,6 3-3 0,-8 0 34 15,-13 0 23-15,10 0-39 0,6 3-26 0,-9-3 14 16,6 6-11-16,-5-4-24 0,17 1-32 0,-3 3-7 16,11-4-3-16,-6-2-20 0,12 2-130 0,-3 1-37 15,-2 3-187-15,10-6-218 0,-2 0-179 0,0 0 122 16,12 11-438-16,-4-9 320 0,2 0-439 0</inkml:trace>
  <inkml:trace contextRef="#ctx0" brushRef="#br0" timeOffset="48871.45">26544 6283 1311 0,'0'5'847'0,"0"-5"-268"0,2 6-137 15,1 1 102-15,-3-7-334 0,5 11-70 0,-5-7-25 16,0-2 72-16,7 9 23 0,-4 4 66 0,-1-12-100 0,5 12 44 16,1 5-36-16,-1 0-43 0,1 2-26 0,-2 2-16 15,2-4-19-15,2 10-25 0,-8-12-5 0,5 22 52 16,-2-6-36-16,-2-7-10 0,1 4-2 0,-1-9-15 15,2 17 23-15,-2-4-37 0,-3-11-14 0,4-6-7 16,-4 6 1-16,0 7-15 0,-4-1-16 0,4-12 5 16,-3 0-10-16,3 1-23 0,-8-1-135 0,8-9-109 0,-7 6-294 15,7-15-183-15,-12 9-130 0,12-7 216 0,0-2-205 16,-14-8-938-16</inkml:trace>
  <inkml:trace contextRef="#ctx0" brushRef="#br0" timeOffset="49493.79">27165 5989 73 0,'0'-7'1266'0,"-4"-4"-645"0,-4-2-41 0,6 7-68 16,-17-4 106-16,-4 0-349 0,-1 4-124 0,4 1-17 0,-10 2 59 15,-10 1 61-15,-6 2 13 0,14 2-98 16,-9-2 39-16,3 0-37 0,5 3-38 0,4-1-33 0,11 1-39 15,6 0-18-15,0 0-4 0,10-3-22 0,-10 7-3 16,12-7 3-16,0 11-4 0,9-3-2 0,-4-6 0 16,13 7 2-16,12 0 4 0,-7-3 0 0,1-6-2 15,5 5 2-15,-2-1 0 0,2-4-1 0,-9 0-3 16,2 0-2-16,2-4-6 0,-16 4-6 0,9 0-1 0,-5 0-3 16,0 0 0-16,3 0 3 0,-15 0 3 0,-3-2 0 15,6 4 2-15,6 4 5 0,-6-3 0 0,-3-3 1 16,-3 4 0-16,1 5 0 0,2 6-2 0,-4-4-2 15,-2 2 4-15,4 11 1 0,-2 0 0 0,4-6 0 16,0 17 5-16,4-11-1 0,-2 5 4 0,1-5-6 0,4 5-2 16,1 15-5-16,1-11 0 0,-4-5-3 0,7 10 0 15,-6 1-4-15,10 12-3 0,-6-17 6 0,-3 6 2 16,1 4 5-16,-1 4-6 0,-5-16 2 0,1 26-10 16,4-5-5-16,-7-5-11 0,0-3-15 0,0-8 2 15,-4 22-18-15,1-10 17 0,0-4 9 0,1-13 13 16,-5 13 6-16,-1 10 13 0,-1-9 8 0,1-17-6 15,-4 8-3-15,0 3 0 0,-6-1 1 0,6-12 2 16,-6 7 1-16,-2-7 0 0,0-3-6 0,1-9-2 16,-13 6-18-16,5-8-54 0,0 0-113 0,5-9-96 0,-8 1-325 15,-6-5-186-15,-14 0-223 0,15 0-60 0,8-5-292 16</inkml:trace>
  <inkml:trace contextRef="#ctx0" brushRef="#br0" timeOffset="50571.91">30983 11035 439 0,'0'-5'1548'0,"3"-5"-733"15,-3 10 110-15,0 0-224 0,-3 0-343 0,3 0-232 16,3 0-48-16,-6 0-69 0,6 0-8 0,-3 2-2 15,9 11 2-15,-12 3 0 0,1-5-1 0,-2-1 2 16,-4 8 5-16,-2 4 2 0,-4 0-2 0,4-9-3 16,-7 2 3-16,-3-1 0 0,-4-1 4 0,7-6-4 0,-7 1 5 15,0-3 4-15,1-1 21 0,2-2 75 0,13-2 40 16,-22 0 58-16,16 0 22 0,2-8-60 0,0 3 111 16,0-6-84-16,2-7-65 0,2-1-29 0,8 8-55 15,0-12 1-15,3-1 7 0,6 3-3 0,-1 5-28 16,11-10 20-16,1 7-35 0,4 1 5 0,-9 7-17 15,19-5-5-15,-7 5 5 0,0 3 3 0,-7 8-2 0,6 4 1 16,4 0-5-16,-6 7-3 0,-10-6 1 0,8 14-4 16,-2 10-3-16,-6-3 12 0,-4-2 5 0,4 8 2 15,-2 5 2-15,-4 16 4 0,-5-10 3 0,1-10-7 16,-11 7-7-16,-1 13-5 0,-6-3 5 0,-2-15 0 16,-10 9-28-16,-3 0-9 0,-16 11 2 0,13-24 39 15,-15 12 7-15,-1-12-6 0,-11 9 13 0,22-18 7 0,-14 2 5 16,1-9-58-16,3 1-147 0,6-5-152 0,-6-1-206 15,6-5-279-15,2-5-210 0,9 0 235 0,-11-2-210 16,-12-9-1013-16</inkml:trace>
  <inkml:trace contextRef="#ctx0" brushRef="#br0" timeOffset="50741.45">29457 11435 3290 0,'0'0'1609'0,"0"0"-483"0,0-3-89 0,9-5-652 16,-9 8-265-16,3 0-86 0,12 0-7 0,-15 0-17 16,12 0-23-16,-10 0-20 0,10-2-29 0,-6 2-6 15,-4 0-99-15,8 0-265 0,-10 0-151 0,0 0-4 0,5-6-375 16,4 3-108-16,-9 3 36 0,3-5-586 0</inkml:trace>
  <inkml:trace contextRef="#ctx0" brushRef="#br0" timeOffset="51087.52">29254 10972 1363 0,'-14'-18'1950'0,"7"7"-1072"0,-1 2-294 0,-7 2-162 16,9 4-374-16,-12 3-56 0,-3 0-6 0,16 0 3 16,-13 6-3-16,0 1 4 0,-2 10 3 0,8-8 6 15,-8 4 3-15,1 1 0 0,-1 2 2 0,-4 0 1 16,-3 0-2-16,2-3 0 0,-9 0 0 0,14-5-3 15,-16 6 2-15,7-7 4 0,2-4 13 0,13-6 25 16,-6 0 69-16,-7-10 94 0,3 2 41 0,7-2-34 0,-3-10 105 16,-4-9 74-16,2 1-118 0,12 1-97 0,-5-15 20 15,0-5-68-15,-1-18-14 0,6 9-44 0,6 12-17 16,-2-17 13-16,1-21 12 0,1 19-18 0,1 16-21 16,1-11 7-16,2-3-9 0,-6-7-20 0,6 32-16 15,-4-7 4-15,2 6-8 0,-1 1-11 0,3 15 5 16,-3 0-3-16,3 8 0 0,-2 5-2 0,2 2-28 0,-4-4-59 15,4 13-178-15,0 0-161 0,-3 0 13 0,-12-4-217 16,3 12-173-16,4-3-289 0,-16 12 25 0,12-10 412 16,-17 9-1574-16</inkml:trace>
  <inkml:trace contextRef="#ctx0" brushRef="#br0" timeOffset="51822.57">27855 10072 320 0,'0'0'2510'0,"11"-5"-1841"0,-5 5-109 0,6 2-302 16,-6 7-499-16,-1-5-238 0,4 7 89 0,-6-2 97 15,6 11-50-15,-3-1 113 0,3 5 139 0,0-11 137 0,-1 8 43 16,-1 5 33-16,1-2 17 0,1-2-2 0,-1 7 50 16,2-1-34-16,-4 7-40 0,2-8-34 0,4 7 4 15,-2 11-7-15,-2-8-38 0,-2 0-11 0,2-10-15 16,-5 12 3-16,4 9-13 0,-5-8 16 0,-2-9 1 15,3 11 3-15,-3-1-4 0,-3 8 2 0,3-21-10 16,-2 8-4-16,-5 1-17 0,-4 0 3 0,5-15 12 16,-6 11 23-16,-3-9 8 0,4-5 7 0,-1-8-1 0,3-4 36 15,-15 7 52-15,13-12-19 0,-13 2-27 0,0-2 50 16,2-8 12-16,-14-4 39 0,9 0-44 0,7 1-37 16,-9-6 45-16,-1-5-15 0,0-6-16 0,4 10-23 15,2-4 5-15,-5 1-5 0,5-3-12 0,6 9-31 16,-3-5 38-16,16 13-25 0,-10-6-15 0,6 3-21 15,3 1-2-15,1 3-15 0,-2-3-14 0,7 7-2 0,0 2-3 16,0-2 0-16,0 0-3 0,0 3 2 16,0 10 0-16,0-2 1 0,0-6-1 0,3 11-9 0,-6 0-20 15,3-5-27-15,0 2-16 0,-5 5-1 0,1-5 11 16,1 6-57-16,-9-5 33 0,2-5 22 0,-5 4 35 16,-4 1-3-16,-1-1-3 0,-1-2 18 0,4-5 14 15,-7-2 0-15,-2-1 8 0,2 0 13 0,0-3 10 0,-2-6 2 16,-4 4 10-16,4-9 24 0,6 3 13 0,-12-8 56 15,5 3-24-15,0 0 4 0,13 0-26 0,-8-5 18 16,-4-4-17-16,3 4-42 0,2 5-14 0,10 0-10 16,-8-7-3-16,-1 7 0 0,3-2 2 0,13 10-5 15,-11-8 0-15,0-4-8 0,7 12-4 0,-4-6 1 16,-2-2-4-16,7 8 0 0,-4-3 0 0,2-3 2 16,0 4 3-16,-6-2 4 0,3 1 1 0,9 6 1 0,-11-9-4 15,6 6-2-15,-4-3-3 0,2 0 2 0,1 2-1 16,1 2-3-16,-7-10 5 0,1 1 12 0,10 7 4 15,-11-7 13-15,10 3 9 0,-7-11 8 0,4 2 1 16,-2 1 13-16,5-6-13 0,-2 0-9 0,2 3-17 16,-2-11-6-16,5-10-9 0,-1 5-10 0,0 2 0 15,-1-10-5-15,4-3 1 0,-2-4 0 0,2 18 6 16,-3-9-2-16,3-2 0 0,-3 2 4 0,1 12 2 0,-2-6 0 16,1 8 3-16,0 0 1 0,1 5-1 0,-1 11-1 15,-1 2-1-15,4-4-7 0,-5 4-9 0,5 6 0 16,0 7-18-16,0-4-104 0,0 4-66 0,0-2 0 15,5 0-179-15,4 3-144 0,-3 8-190 0,-2-4-125 16,1 1 42-16,12 10 85 0,-2-1-301 0</inkml:trace>
  <inkml:trace contextRef="#ctx0" brushRef="#br0" timeOffset="52045.96">27015 10451 347 0,'-12'5'263'0,"12"-3"-112"0,0-2 56 16,0 0 80-16,0 0-69 0,0 0-23 0,0 0-14 15,2 0 149-15,13 4 204 0,4-4-65 0,-14 2-119 16,12-2 76-16,5 0-11 0,4 2 1 0,-6 1-243 16,-2-3-26-16,6 2-40 0,-10 2-44 0,1 1-31 15,17-1-9-15,-16 0-27 0,4-2-25 0,-15 1-64 0,10 2-237 16,-15-5-395-16,15 6-48 0,-15-6 182 0,0 0-190 15,0 0-846-15</inkml:trace>
  <inkml:trace contextRef="#ctx0" brushRef="#br0" timeOffset="52627.41">25695 10258 216 0,'3'-9'1756'0,"0"2"-1087"0,-3 7-155 0,5-17 153 16,-5 17-169-16,0-2-314 0,4-9-71 0,-4 11-24 16,0 0-44-16,0 0-19 0,0-2-13 0,0 4-5 15,-9 6 3-15,6 6-2 0,3-10-1 0,0 16-3 16,5-2 0-16,-2-3-1 0,12 12 2 0,-6-8-2 15,3 7 3-15,3 3 1 0,2 0 0 0,4 3 1 16,2-1-2-16,-4 7-3 0,1-4-1 0,-3-2-1 0,10 11-1 16,-10-10 1-16,-2 5 2 0,-6-10-2 0,3 20 1 15,0-10-10-15,-7 1-15 0,-2-12-11 0,-3 7-34 16,-3 8-26-16,-2-13 11 0,-4-5-2 0,-1-5 27 16,-10 4-5-16,-9 1 22 0,-3-8 28 0,3-5 14 15,-10-1 12-15,-8 1 43 0,-3-6 55 0,14-1 15 16,-11-2 90-16,-3 0 60 0,-10-2 87 0,19-2-125 0,-8 2 82 15,2-2-58-15,-4 2-15 0,22-4-147 16,0 2-9-16,5-1-22 0,12 3-48 0,-3-2-36 0,12 4-9 16,3-2-15-16,-12 3-7 0,10-1-47 0,7 4-17 15,-1 1-13-15,8 4-10 0,-1 0-24 0,7 2 29 16,5 3-105-16,-8-3 88 0,-3 0 18 0,-10-9 45 16,10 18-34-16,-9-5 55 0,-6-10 33 0,-2 9 26 15,-2-5 13-15,-19 10 58 0,3-12 65 0,2-4 2 16,-9-1 133-16,-14 0 163 0,3-8-32 0,6 4-87 0,-6-7 59 15,0-1-69-15,-13-10-9 0,15 1-168 0,10 1-66 16,-3-4-35-16,-7-12-26 0,13 5 0 0,8 9 0 16,-2-8 0-16,8-4 0 0,6-7 0 0,6 16 0 15,0 0 0-15,6-6-17 0,4 3-143 0,-8 17-46 16,16-6-221-16,-9 4-216 0,16-1-259 0,-13 7 67 16,3 3-651-16,12 3 417 0,-10 7-915 0</inkml:trace>
  <inkml:trace contextRef="#ctx0" brushRef="#br0" timeOffset="52796.95">25076 11694 623 0,'6'5'822'0,"11"12"-226"16,2-10 1-16,3 1-117 0,-7-8-280 0,12 3-29 16,-1-1-85-16,6-9-46 0,-2 3-19 0,-6 2 3 15,5-3 29-15,0-3 12 0,5 0 12 0,-17 2-58 16,7 2-105-16,-13 1-204 0,7-3-201 0,-10 1-27 15,7-3-154-15,-15 8-791 0</inkml:trace>
  <inkml:trace contextRef="#ctx0" brushRef="#br0" timeOffset="53888.04">21752 10784 1773 0,'-5'-16'972'15,"-7"-5"-153"-15,6 10 2 0,-8-10-25 0,7 18-643 16,-5-10-29-16,12 13-47 0,-11-8-63 0,11 8-11 15,-4 0-2-15,-4 13-1 0,8 0 0 0,-4 9 2 0,8 7 3 16,2 8 3-16,-4 2-3 0,2 5-1 0,-1-11-1 16,2 18 0-16,2 4-2 0,-4-7-3 0,2-11 1 15,-2 11 1-15,3 10 1 0,0-16 5 0,-4-12-3 16,2 12-3-16,4-3-3 0,-1-2-1 0,-2-13 2 16,-2 3-2-16,4-9-5 0,-2 1 1 0,-5-14 5 15,7 10 13-15,-7-15 1 0,2 14 2 0,-2-14 13 0,0 0 39 16,-2-8 30-16,-2 0-25 0,1-8-23 0,-2-5 1 15,-5 3-7-15,-2-15-26 0,0-4-30 0,7 8 3 16,-10-13-4-16,1 3 7 0,4-9 13 0,-4-3 3 16,6-1-2-16,1-4 0 0,-5 4 0 0,12 12-1 15,-3-30-1-15,1 15-2 0,4 0 3 0,5 15-2 16,4-5 2-16,3-6 6 0,8 12 4 0,-10 15-2 16,14-5 7-16,-3 11 0 0,4-1-1 0,2 6-2 0,0 5-4 15,7 0-7-15,-1 6-9 0,-6 2-6 0,7 2-2 16,-4 0 2-16,4 9 0 0,-1 2-1 0,-14-2 4 15,11 11 0-15,-2 1-3 0,-9-4-7 0,-10-1 3 16,1 8-6-16,-3-2-4 0,-6 9-4 0,-3-15 13 16,-9 6 0-16,-6 4 8 0,-5 1 1 0,-4-2 4 15,-11-3 4-15,-6 0-2 0,-1 4 1 0,6-6 0 0,-16 2-1 16,2-4 1-16,0 0-3 0,17-7 2 0,-4 2-1 16,3-1 1-16,0-6 3 0,12-1 3 0,10 2-2 15,7-5 3-15,-4 13 0 0,9-1 0 0,0-8-2 16,18 13-4-16,0 0-5 0,6-3 0 0,-2 1 0 15,22 4 2-15,2-4 2 0,0 3 1 0,-11-6 7 16,13 2 9-16,16 6 5 0,-16-9-10 0,-13-4-5 16,3 8 0-16,1-1-3 0,5 4-12 0,-21-13 1 0,1 5-4 15,-4 5 2-15,-4-6-39 0,-5-2-121 0,-5-4-40 16,0 1-274-16,-6-5-174 0,0-3-163 0,0 0 162 16,-12 2-377-16,1-4-144 0</inkml:trace>
  <inkml:trace contextRef="#ctx0" brushRef="#br0" timeOffset="54203.19">23205 10858 1443 0,'0'-18'1970'15,"-6"-4"-1128"-15,0 6 2 0,-14 1-323 0,2 6-453 16,-8 1-41-16,-8 3-3 0,-3 3 5 0,8 2-5 16,-19 2 36-16,6 1-4 0,10 5 6 0,3 0-19 15,-10 8 12-15,4 13 6 0,11-3-20 0,4-4-21 16,-4 9-3-16,7 15-10 0,2-2 1 0,9-4-3 16,3-1 1-16,3-2-2 0,7 11 1 0,3-14-2 0,9 12 11 15,4-12 2-15,6 0-4 0,4-2 0 0,-3 0-1 16,11-8 0-16,3-9-2 0,-2 7-17 0,-10-11-25 15,6 4-78-15,4-6-224 0,-10-5-235 0,-15-1-46 16,-8-3-322-16,11 0 10 0,-17 0-750 0</inkml:trace>
  <inkml:trace contextRef="#ctx0" brushRef="#br0" timeOffset="55409.96">20155 10831 132 0,'0'-15'2525'0,"-3"-1"-1750"0,1 8 17 0,-1-6-250 15,3 14-168-15,-7-13-256 0,7 11-58 0,0 2-29 16,0 0-9-16,0 0-17 0,0 0-2 0,0 0-1 0,0 2-2 16,-2 17 2-16,4 2 0 0,8-2 10 0,2 15 10 15,-1-8-4-15,7 6-7 0,5 0-1 0,-8-6-10 16,11 14-10-16,1 5-16 0,-10-11 4 0,2-7 4 15,1 9-1-15,1 4 1 0,2 6 9 0,-8-22 9 16,-1 7-3-16,-2 1-3 0,3 2 1 0,-8 3-2 16,-2-5 2-16,-5 0 0 0,-5-6-2 0,-5-2 5 15,-4 8 0-15,-10-3 2 0,4-11 2 0,2-5-2 16,-11 7-2-16,-4-2-5 0,-14-5-2 0,8-7 1 0,5-4 2 16,-17 1 2-16,-5-3 5 0,-8-9 8 0,22 4-1 15,-8-5 6-15,-12-4 11 0,9-1 5 0,6-4 6 16,-15-8 35-16,15-2 14 0,0 1 10 0,14 4-9 15,1-5 46-15,-9-14 48 0,16 9-16 0,15 10-23 16,-9-5 52-16,7-6 36 0,9 4-66 0,1 7-54 16,4-2 24-16,1 2-43 0,9-11-50 0,0 9-26 0,-5 12-6 15,3-7-13-15,17 5-2 0,-5 3-11 0,-8 6 4 16,9-2-12-16,4 7-18 0,2 0-70 0,-5 4 43 16,3 3-42-16,-7 1-10 0,4-1-6 0,0 3 3 15,-2 2 28-15,2 3 26 0,-2 4 3 0,-14-7 20 16,9 8-4-16,-5 4 9 0,-3-2 6 0,-9-6 8 15,3 7-2-15,-3-3 6 0,-9 6-3 0,3-8 10 0,-6 8-7 16,-5-3 3-16,-4 1 5 0,-11-2-5 0,9-4 11 16,-10 6 4-16,-2-4 6 0,-6 1 2 15,2-6 1-15,-17 3 5 0,9-3 7 0,-1-2 1 0,13-3-3 16,-11-1 9-16,-8-1 18 0,18-3 2 0,10-3 9 16,-9 0 34-16,-4-6 86 0,13 1 49 0,15 0-46 15,2 1 59-15,-9-3-10 0,6-12 30 0,12 14-114 0,3-10-17 16,2-1-90-16,7-1-17 0,10-1-22 0,-8 7-10 15,13 1-26-15,2-4-7 0,9 1-21 0,-12 6 21 16,13 1-36-16,-7-1-4 0,4 3-48 0,-4 4-36 16,-3-2-21-16,-2 4 10 0,-12-2 4 0,0 4 50 15,-3 3-50-15,0 1 73 0,-12-8 47 0,2 14 28 16,-4-7-12-16,-10 12 11 0,-15-3 4 0,12-6 14 16,-12 4-3-16,-10-1 5 0,-11 2 9 0,-11 9 17 0,21-13 2 15,-12 2 15-15,-6 3 28 0,3-3 26 0,6-2 6 16,-15 0 33-16,12-4-5 0,0 4 4 0,11-5-33 15,-13 3 48-15,8-3-45 0,8-1-19 0,9-2-24 16,-14-3 6-16,3 3-12 0,2-6-24 0,12 3-14 16,-8 3-13-16,3-6-2 0,-6 3-1 0,23 0 15 15,0 0 11-15,-9-3 13 0,1 1 12 0,8-3-7 16,0 1 14-16,-5-11-2 0,5 10-8 0,-11-8-37 0,19 7-11 16,-8-18-10-16,4 6-5 0,-4-9-9 0,7 9 19 15,-2-14 1-15,2-3 27 0,-2 4 12 0,2-9 8 16,-2-8 13-16,4 2 19 0,1-5 4 0,-1 6-10 15,0-17 17-15,-1 0-4 0,2 1 0 0,2 19-35 16,-3-17-5-16,0-13-5 0,-3 14-15 0,3 19-4 0,-2-9-12 16,-2-7-6-16,-1 13 7 0,1 4-1 0,5 17 1 15,-4-6-5-15,0-1-14 0,0 6 4 0,4 17 3 16,-5-8-12-16,2 0-68 0,2 4-20 0,3 9-57 16,0 0-126-16,0 0-48 0,0 0-137 0,0 0 3 15,0 9-156-15,0-4-119 0,5 10-40 0,-2-9 221 16,18 23-150-16,-6-5-213 0</inkml:trace>
  <inkml:trace contextRef="#ctx0" brushRef="#br0" timeOffset="55696.2">18022 11792 2060 0,'0'0'3106'0,"0"0"-1910"0,-3 0-35 0,-6 3-766 15,6-3-267-15,3 0-105 0,-5 0-24 0,-4-3-3 16,9 3-8-16,0 0-47 0,0 0-113 0,0 0-6 15,0 0-138-15,0 0-178 0,0 0-235 0,0 0-22 16,-3-3-653-16,-9-2 367 0,3-6 21 0,6 9-471 16</inkml:trace>
  <inkml:trace contextRef="#ctx0" brushRef="#br0" timeOffset="56688.56">17312 11213 155 0,'-2'-6'2054'16,"-8"-7"-739"-16,1 5-471 0,-2-5 124 0,-7 2-755 16,3 1-123-16,-5-1-43 0,8 4-17 0,0 1-13 15,0 3-13-15,0-5-4 0,12 8-4 0,0 0-2 16,-15 3-3-16,10 7-3 0,2-2 4 0,1 6 8 16,-2 4 41-16,1 1 17 0,0 5 13 0,3-6-15 15,-9 1 7-15,1 1-5 0,-1 4-13 0,-1-8-41 0,-7 14-8 16,5-10-2-16,-5 7 2 0,-10-6 0 0,10-5 4 15,-10 6 0-15,-14-2-4 0,2-7-4 0,7 0-19 16,-12-2-12-16,3 2 1 0,-9-2-11 0,17-6 23 16,-11-1 7-16,2-4 44 0,4-4 66 0,3-1 54 15,-4-8 40-15,7 2 66 0,-4-4 18 0,7-3-39 16,-3-6 39-16,3 0-54 0,2-5-31 0,3 7-64 0,-5-20 4 16,9 7-49-16,-4-2-11 0,4 0-22 15,1 13-20-15,-1-18-8 0,5 8-14 0,3 7 0 0,4 11 0 16,2-4 0-16,3 7 0 0,0-4 0 0,3 10 0 15,-4-2 0-15,8 9 0 0,2-7 0 0,-4 3 0 16,13 4 0-16,0 4 0 0,18 3 0 0,-6-7 0 16,7 9 0-16,2-5-5 0,23 2-28 0,-24-3-18 15,13-1-59-15,-2 1-96 0,-2-3-66 0,12 2-97 16,-20-2 62-16,-1 0-62 0,-3-2 31 0,1 2 51 0,-12-5 127 16,8 2-49-16,-20 3 96 0,6-3 30 0,-15 3 49 15,8-3-3-15,-1 3 1 0,-22-4 21 0,8 4 8 16,-22 0 7-16,2 2-7 0,-5 0-2 0,3 4 2 15,-6 4-2-15,-4 3 9 0,1 4 3 0,11-7-6 16,-17 11 6-16,12-2 1 0,3 8-1 0,7-9 0 16,2 3 1-16,-4 13-2 0,7-4 3 0,2 1 10 0,6-9-2 15,-6 2 4-15,3 2 1 0,2-3-4 0,0-6-6 16,1 3-1-16,1-1-9 0,4-8-2 0,-7 5 2 16,5-9 2-16,-2 10 12 0,-2-8 13 0,8-3 1 15,-17 2 63-15,4-5 22 0,7 0 15 0,-13-3-9 16,4-3 49-16,5-3 73 0,-15-7 12 0,12 6-91 15,-5-10 47-15,-7 1 21 0,-2-8 53 0,2 0-48 0,7 9-96 16,-9-9 33-16,-7-5-12 0,9-2-36 0,13 12-70 16,-13-13-5-16,4 4-39 0,-3-10-8 15,11 17 0-15,-6-6 0 0,3 6 0 0,-6 3 0 0,12 2 0 16,7 10 0-16,-10-7 0 0,10 8 0 0,-2-3 0 16,5 8 0-16,-10-7 0 0,12 7 0 0,0 0 0 15,0 0 0-15,-6 4 0 0,2 5 0 0,4 9 0 0,0-13 0 16,10 27 0-16,-5-14 0 0,4 6 0 0,-2-11 0 15,4 11 0-15,7 3 0 0,-7-6 0 0,-2-5 0 16,3 2 0-16,3 6 0 0,0-5 0 0,-10-8 0 16,4-2 0-16,3 15 0 0,-4-4 0 0,-4-7 0 15,-1 2 0-15,0-7 0 0,-3 16 0 0,0-8 0 16,0-6 0-16,0 9 0 0,-6-1 0 0,2-7 0 16,-10 13 0-16,3-11 0 0,-10 3 0 0,3-3 0 0,-8 0 0 15,-1 0 0-15,-5-4 0 0,-4-2 0 0,4-1 0 16,-12-1-17-16,3-3-72 0,-3 2-143 0,14-8-46 15,-9 2-283-15,-14-5-581 0,9-2-61 0,15 1 309 16,-15-5-330-16,5-1-1188 0</inkml:trace>
  <inkml:trace contextRef="#ctx0" brushRef="#br0" timeOffset="57353.8">13980 11556 2488 0,'3'4'866'0,"-3"3"-293"16,0 1 185-16,-3 13-415 0,-4 3-124 0,-1-9-138 15,-4 13 59-15,0 3 4 0,-5 11 42 0,-4 1 39 16,10-9-37-16,-8 14 100 0,5-4-8 0,-4 22 42 0,4-29-116 16,-4 14 41-16,0-1-53 0,-8 3-64 0,5-13-48 15,-8 10 3-15,-7-4-30 0,-4-2-25 0,9-9-11 16,-28 26 9-16,1-19-15 0,-4 2-12 0,14-14-1 15,-25 12 0-15,-1-7 0 0,9-14-3 0,24-6 1 16,-11-2-23-16,-7-9-149 0,14-4-227 0,1-11-122 16,14 0-26-16,-4-13-431 0,-5-15-503 0,15-3 339 0,12 5 282 15,-3-16-1073-15</inkml:trace>
  <inkml:trace contextRef="#ctx0" brushRef="#br0" timeOffset="57517.33">13296 10963 192 0,'14'-9'3648'0,"-4"0"-2879"16,-7-4 262-16,-1 8-135 0,-4-3-686 0,-1-1-99 15,3 9 11-15,-6-2-52 0,-3-3-62 0,6 8-15 16,-9 1-20-16,12 0-67 0,-14 12-129 0,7-12 22 16,-1 12-148-16,-4-3-188 0,7-2-252 0,-10 2 42 15,0 6-210-15,-6-1-477 0</inkml:trace>
  <inkml:trace contextRef="#ctx0" brushRef="#br0" timeOffset="58389">12796 11580 978 0,'0'0'741'0,"0"0"-176"0,2-7-139 16,1-2 260-16,-3 9-345 0,0 0-242 0,0 0-78 15,-5 0-2-15,-7 0-6 0,-3 9-13 0,10-4 1 16,-17 10-7-16,5-2 4 0,-7 14 11 0,12-10-2 16,-3 3 8-16,1 4 12 0,2 2 2 0,1-8-6 15,1 12 22-15,1-9-15 0,4-2 7 0,2-3 5 16,3-14-13-16,0 17 17 0,3-6 33 0,-3-13 15 0,12 5-24 16,-4-2 24-16,21 0 19 0,-7-9-25 0,-8-2-26 15,10-2-29-15,-4-3-23 0,4-9-2 0,-9 1-11 16,2-6-1-16,-2 1 4 0,-3-3 4 0,-7 5 5 15,-1-15 11-15,-4 10 1 0,-4-4 4 0,-1 11-3 16,-7-8 11-16,-5-2 9 0,2 8-10 0,-6 3-2 16,6 8-4-16,-5-1 9 0,-7 4-2 0,3 7-12 0,10 1-10 15,-6 4 1-15,2 1-12 0,-3 7-7 0,6 1-2 16,0 2-4-16,1 7 14 0,2 0 3 0,4-1 0 16,-4 10 18-16,5 0-10 0,2-5 5 0,2-6-7 15,-6 12-4-15,6-1 0 0,0-3-6 0,-1-10-2 16,-1 5 0-16,2 0 0 0,1-7 1 0,-8 6-6 15,8-14 1-15,-8 10 5 0,-4-5 2 0,4-4 10 16,-7 1 11-16,-3-3 25 0,5-2 66 0,-3-3 21 0,-2-3-23 16,-2-2 69-16,0-1-7 0,0 2-28 0,8-7-48 15,-6-2-8-15,-7-8 27 0,10 2-28 0,5 3-10 16,-3-5 26-16,-2-6 13 0,-5 7-7 0,10 9-46 16,0-4 6-16,4 9-6 0,-6-5-18 0,-8 0-2 15,17 9-2-15,-10-3-10 0,3-4-7 0,0 9-5 0,7-2-14 16,-7 2-3-16,9 0-1 0,-9 2 0 0,3 4 1 15,-6 4-1-15,7-2 0 0,-1-3-1 0,-6 10-2 16,3-6 0-16,3 0 5 0,-17 6-1 0,14-6 1 16,-14 4 6-16,4-2-2 0,2-4 4 0,-1-1-3 15,-2 1 9-15,-3-1 23 0,2-4 22 0,6 1-4 16,1-3 31-16,5 2 3 0,-12-2 23 0,12 0-37 16,4 0-29-16,-4-2-13 0,12 4-21 0,-3-4-18 0,3 2-6 15,3 2-3-15,-3-2 8 0,0 0-6 0,0 3-8 16,15 7-4-16,2-1 5 0,10 4-18 0,-13-5-6 15,8 2-48-15,-5 3-38 0,7 4-14 0,-13-4 28 16,13 8-106-16,-7 0 26 0,-2-3 7 0,-3-1 65 16,-3 3-7-16,-1 7 1 0,-8-6 44 0,-3-3 30 15,-2 2 29-15,-7 4 5 0,-8-2 17 0,-11 2 42 16,6-7 34-16,-20 10 88 0,-26 4 121 0,4-7-16 0,11-6-65 16,-26 3 58-16,-10-3-33 0,-21 6-39 0,47-15-126 15,-29-2-27-15,10-1-32 0,-22-4-4 0,48-2 0 16,-14 0 0-16,5-4 0 0,0-7 0 0,21-2 0 15,3-3 0-15,5-6 0 0,10-2 0 0,5-7 0 16,4-1 0-16,11 1 0 0,6-2 0 0,10-4 0 0,-2 8 0 16,12-2 0-16,7 1 0 0,0 10-9 0,-4 4-45 15,19-6-188-15,-4 12-103 0,-2 2-150 0,-10 5 2 16,4 0-393-16,9 3-523 0,-14 9 308 0,-7 4 361 16,6 5-367-16</inkml:trace>
  <inkml:trace contextRef="#ctx0" brushRef="#br0" timeOffset="58544.58">11455 12757 2348 0,'24'0'1373'0,"-1"-2"-533"0,-2-1-216 16,-1-5-160-16,9-5-524 0,-7 2-130 0,-8 1-3 15,9 0-130-15,1-6-34 0,0-3-86 0,5-5-214 16,-14 6 248-16,9-9-141 0,-7-1-22 0,6-5 57 0,-7 12 154 15,1-13-553-15</inkml:trace>
  <inkml:trace contextRef="#ctx0" brushRef="#br0" timeOffset="58726.1">11818 11167 162 0,'-7'-15'2136'15,"-5"-1"-785"-15,7 5-505 0,-7 0 54 0,9 7-635 16,-9-2-239-16,3-2-43 0,6 8-74 0,-2 0-12 16,-13 0-160-16,0 5-89 0,10 6-157 0,-4-6-133 15,-3 12 54-15,-6 3-165 0,1 6-168 0,2 1-448 16</inkml:trace>
  <inkml:trace contextRef="#ctx0" brushRef="#br0" timeOffset="58959.47">10124 12061 1637 0,'-12'-5'2316'0,"5"1"-1332"15,2-7 320-15,-2 0-466 0,7 9-487 0,0 2-150 16,0 0 27-16,-8-11-78 0,8 11-102 0,-3-3-40 15,3 3-28-15,3 3-38 0,-6-6-61 0,6 6-83 0,-3-6-10 16,12 3-202-16,3 3-191 0,-10-1-265 16,10 4-250-16,2-1 19 0,-8-3 105 0,6 4-472 15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400" units="cm"/>
          <inkml:channel name="Y" type="integer" max="15875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2208.69556" units="1/cm"/>
          <inkml:channelProperty channel="Y" name="resolution" value="2204.86108" units="1/cm"/>
          <inkml:channelProperty channel="F" name="resolution" value="0.00114" units="1/dev"/>
          <inkml:channelProperty channel="T" name="resolution" value="1" units="1/dev"/>
        </inkml:channelProperties>
      </inkml:inkSource>
      <inkml:timestamp xml:id="ts0" timeString="2026-03-01T13:37:38.19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18600 6355 146 0,'0'3'2462'0,"0"-3"-1565"16,2-3 39-16,8-5-279 0,-5 3-361 0,2-3-37 0,5-8 6 16,-10 10-46-16,18-18 127 0,-13 17-110 0,8-6-32 15,-7 2-69-15,4 0 21 0,5-5-23 0,-2 8-74 16,-9 6-22-16,14-12-2 0,-8 10-4 0,6-5-9 15,1 7-13-15,-9 2-4 0,2 0 0 0,12 0-11 16,-9 0-14-16,-12 0-7 0,21 5-9 0,-16 3 15 16,1-3 2-16,6 14 10 0,-1-3 10 0,-2-3 30 0,0 2 18 15,-9-6-13-15,12 9 9 0,-6-10-9 0,6 3-4 16,-7-4-15-16,4 2-3 0,2 4-5 0,-2-5 16 16,-5-5 10-16,16 1 41 0,-11-1 1 0,-3-3 2 15,6 0-25-15,-3-3 14 0,2-1-6 0,4-5-37 16,-1-2-17-16,-2 2-8 0,11-8 0 0,-11 1 0 15,2 3 0-15,-5 2 0 0,3 1 0 0,-6 0 0 16,6-1 0-16,-10 5 0 0,2-1 0 0,1-1 0 0,-8 8 0 16,0 0 0-16,4-3-5 0,4-5-63 0,-8 8-513 15,0 0 64-15,-12 0-477 0,1 3-212 0,-15 0-9 16,7-1 311-16,-8 3-1361 0</inkml:trace>
  <inkml:trace contextRef="#ctx0" brushRef="#br0" timeOffset="296.2">18980 6347 1948 0,'0'2'1366'0,"-9"9"-356"15,9-11-243-15,-3 2 394 0,0 12-688 0,3-14-227 16,-6 10-114-16,3 4 86 0,0-4-41 0,-6 6-1 15,6-8-66-15,-5 16 22 0,4-1 9 0,4-4-74 16,0-5-33-16,0 7-12 0,7 6-13 0,-2-7-7 16,-2 4-2-16,4-2 0 0,-2 2 0 0,2 2 0 15,-2-8 0-15,2 0 0 0,1 1 0 0,1-6 0 0,-1 1 0 16,-1-10 0-16,7 13 0 0,-2-12 0 16,6 3-13-16,-1-3-71 0,-2-5-277 0,11-5-411 0,-4-3-371 15,-2-5-69-15,0 0-2 0,6-9-315 0</inkml:trace>
  <inkml:trace contextRef="#ctx0" brushRef="#br0" timeOffset="830.77">20265 6455 63 0,'0'3'985'0,"9"5"-252"0,-9-8-128 0,0 0 63 15,0 0-166-15,0 0 185 0,0 0-224 0,0 0-24 16,0 0-88-16,-4 0 228 0,-4 6-27 0,8-10-101 16,-7 8-60-16,-5-2-168 0,-2-2 61 0,6 2-153 15,-19 1-64-15,12-1-50 0,-9 2-17 0,1-2 0 0,-1 1 0 16,3 1 0-16,-8 2 0 0,2-1 0 0,-2-2 0 16,9 0 0-16,-16 0 0 0,18-3 0 0,6 2 0 15,0-2 0-15,-2 0 0 0,14 0 0 0,0 0 0 16,-8 0 0-16,1 0-4 0,7 0-73 0,0 0-55 15,4 0-219-15,-4 0-101 0,-4 0-459 0,8 0-571 16,-4-2 286-16,11-4 251 0,-2 6-1552 0</inkml:trace>
  <inkml:trace contextRef="#ctx0" brushRef="#br0" timeOffset="1097.06">20262 6667 323 0,'0'0'1409'0,"15"3"-424"16,-13-1-359-16,-2-2 273 0,-2 0-54 0,4 0-53 15,-2 0-432-15,-2 0 46 0,4 0-22 0,-4 0 59 16,2 0-243-16,2 0-8 0,-2 0-51 0,0 0-38 16,0 0-31-16,0 0-61 0,-2 0-11 0,-10 0 0 15,-3 6 0-15,8-6 0 0,-18 5 0 0,4-3 0 16,-11 4 0-16,10-3 0 0,-7-1 0 0,-3 0 0 0,2 4 0 15,9-3 0-15,1-3 0 0,3 0 0 0,-5 0-4 16,17 0-65-16,-10 0-335 0,9-9-371 0,0 5-360 16,6-12 225-16,0-3-607 0,0-5-1211 0</inkml:trace>
  <inkml:trace contextRef="#ctx0" brushRef="#br0" timeOffset="2151.23">21428 6026 553 0,'12'0'2422'0,"-12"0"-1827"0,0 0 211 0,0 0-95 16,-8-2-442-16,4 2-196 0,-11 8 57 0,-2 2-5 15,-1 3 5-15,4 0-16 0,-4 7 56 0,-8 11 69 0,2-1-55 16,12-1-55-16,-8 10 21 0,-7 12-1 0,10-12-68 15,-2 3-25-15,14-9-35 0,-7 11 13 0,-3-4 5 16,6-1 12-16,6-12-17 0,-2 3 17 0,2-2-5 0,-1 1 6 16,4-16-25-16,4 3 6 0,4-8-13 0,1 3-1 15,9 0-14-15,-6-9-15 0,20-4-34 0,-8-4-21 16,-7 1 6-16,12-8-66 0,1 0-13 0,-1-6-14 16,-8 5 43-16,-1-4-14 0,10-10-9 0,-12 4 39 15,0-3 30-15,-10 8 38 0,4-5 6 0,-8-7 11 16,-8 4 5-16,1 8 2 0,-6-7 1 0,-6 3 1 15,-5 1 1-15,-9-2-1 0,-1 6 3 0,1-1 11 16,-7 1 10-16,7 5 10 0,-13-6 88 0,10 6 24 0,6 2 13 16,6 4-37-16,-4-4 62 0,2-2 73 0,12 10-67 15,3-5-72-15,-5 3 7 0,7-11 12 0,-1 6-47 16,6 4-50-16,0-8-4 0,3 4-17 0,0 0-20 16,9-9 0-16,-4 8 0 0,13-7 0 0,-1 2 0 15,4-8 0-15,-7 14 0 0,10-6 0 0,-3 3 0 16,3-6 0-16,-7 3 0 0,4 5 0 0,-2 2 0 0,2-2 0 15,-6 2 0-15,6-1 0 0,-7 7 0 0,-5 1 0 16,0 2 0-16,8-3 0 0,-8 6 0 0,-3-1 0 16,-3 3 0-16,0 1 0 0,2 5 0 0,2 4-5 15,-5-4-47-15,2-4-91 0,-2 10-195 0,2-1-263 16,-4-3-165-16,-1 0-29 0,1-2-396 0,-3 5 29 16,3-1 90-16,1-9-544 0</inkml:trace>
  <inkml:trace contextRef="#ctx0" brushRef="#br0" timeOffset="2479.37">22079 6410 146 0,'4'3'1933'0,"-2"-3"-615"0,4 5-429 0,0-2 1 15,-6-3-326-15,0 0-161 0,0 0-105 0,-9 16-6 16,9-16-60-16,-12 13 170 0,4-5-98 0,-11 13-60 16,9-10-120-16,-9 10-29 0,-8 3-49 0,5-3-35 15,-5 3-11-15,6-9 0 0,-11 14 0 0,8-5 0 16,4 2 0-16,5-6 0 0,-6-2 0 0,13-3 0 15,-2 2 0-15,8-15-6 0,-4 12-75 0,2-14-220 16,8 0-191-16,-4 0-89 0,0 0-471 0,0-14-161 0,3-1-272 16,0 4-218-16</inkml:trace>
  <inkml:trace contextRef="#ctx0" brushRef="#br0" timeOffset="2680.83">21852 6397 887 0,'0'0'3560'0,"0"0"-2043"0,-5 0-304 16,-5-2-509-16,10 2-414 0,0 0-270 0,-5 7-20 16,2-5 0-16,6 4 0 0,2 8 0 0,14-1 0 15,-11-2 0-15,7-1 0 0,3 4 0 0,8 1 0 16,0-2 0-16,-7 1 0 0,6 4 0 0,14 1 0 0,-10-4 0 16,-2-4 0-16,0 5 0 0,-7-3-3 0,6 0-87 15,-11-4-107-15,6-5-256 0,-3 1-377 0,-6-1-330 16,0-2 250-16,8-2-602 0,-11-2-377 0</inkml:trace>
  <inkml:trace contextRef="#ctx0" brushRef="#br0" timeOffset="3115.68">22966 6281 1898 0,'0'-3'1303'0,"0"-10"-136"16,0 7-462-16,-3 6 110 0,-9-7-367 0,0-1-163 16,7 3-108-16,-4-4-12 0,-6 5-6 0,7 0-12 15,-14 2-37-15,0 2-67 0,-2 6 1 0,0 1-2 16,-3 6 17-16,10-2-8 0,-1 4 4 0,1 7-11 15,5-4-5-15,0 4 10 0,7-1 12 0,-2 0 0 0,4 0-4 16,3-3-15-16,6 9 22 0,0-6-17 0,6 1-15 16,-4-9-19-16,10 7-5 0,3-6-7 0,3-6-1 15,-9-3 0-15,10 3 0 0,11-5 0 0,-6-3 0 16,2-3 0-16,-8 3 0 0,14-8 0 0,-11 1 0 16,-4-4 0-16,-2-2 0 0,2-1 0 0,-5-5 0 15,-6 1 0-15,-4 3 0 0,-1-5 0 0,-2-6 0 16,-5 8 0-16,0-1 0 0,-2-2 0 0,-5 0 0 0,-10-3 0 15,5 8 0-15,-6 3 0 0,-6 0-4 0,2 2-54 16,3 9-46-16,-1-3-183 0,3 7-183 0,5 1-268 16,0-3-297-16,-6 8-155 0,12-3 31 0,0 0 32 15,6 1-783-15</inkml:trace>
  <inkml:trace contextRef="#ctx0" brushRef="#br0" timeOffset="3311.14">23363 6445 2761 0,'0'3'1786'0,"0"7"-876"0,0-7 303 0,0-3-133 15,0 0-697-15,-2 5-327 0,-4 3-54 0,4-3-2 0,-2 8 0 16,-4 6 0-16,1 2 0 0,4 0 0 0,1 3 0 16,-4-6 0-16,6 9 0 0,-6-3 0 0,3 0 0 15,-4 0 0-15,2-4-1 0,-4 4-43 0,3 0-214 16,-3-2-327-16,4-7-105 0,-1-4-420 0,0 0-103 15,6-6 4-15,0-5-4 0</inkml:trace>
  <inkml:trace contextRef="#ctx0" brushRef="#br0" timeOffset="4014.28">23765 5852 1669 0,'0'0'2080'0,"0"-3"-975"0,0 6 25 16,0-3-141-16,0 0-599 0,-7-13-25 0,7 13-208 0,0-3-34 15,-2-7-42-15,4 6 2 0,-2-9-64 0,0 8-19 16,0 3 0-16,12-11 0 0,0 0 0 0,0 7 0 15,0 3 0-15,8-2 0 0,7 5 0 0,-3 3 0 16,3 2 0-16,-7-2 0 0,6 4 0 0,-6-1 0 16,7-1 0-16,-8-5 0 0,6 9 0 0,-6-5 0 15,-7-1 0-15,-2 3 0 0,0-1 0 0,2 5 0 0,-10 1 0 16,-2-8 0-16,0 12 0 0,-5-4 0 0,-4 2 0 16,-6 3 0-16,-5-1 0 0,-4 2 0 0,-8-1 0 15,13-3 0-15,-10 3 0 0,-3-3 0 0,3-2 0 16,5 2 0-16,6-5 0 0,-3 2 0 0,13-7 0 15,-9 2 0-15,17-2 0 0,-10 5 0 0,8-6 0 16,2-2 0-16,2 11 0 0,4-6 0 0,3 1 0 16,0 1 0-16,9 2 0 0,8 4 0 0,-3-8 0 0,-2 3 0 15,-1 0 0-15,10 2 0 0,8 1 0 0,-6-3 0 16,-8-1 0-16,8 4 0 0,10 8-2 0,-13-5-3 16,-5-1 5-16,-7-2-1 0,2 7-2 0,-8 0 3 15,1 1 0-15,-10-4 2 0,2-4 2 0,-4 18-3 16,0-21 2-16,-4 8-2 0,-1-5-1 0,-7 15 0 15,-11-8 0-15,7-5 0 0,-6 1 0 0,-10-1 0 0,-7 6 0 16,12-8 0-16,-9-2 0 0,-5 2 0 0,4 0 0 16,1-6 0-16,1 6 0 0,-1-5 0 0,1-4-1 15,18-2-39-15,-7 0-337 0,15-2-383 0,-11-12-319 16,10-5-130-16,8 4 299 0,2-12-950 0</inkml:trace>
  <inkml:trace contextRef="#ctx0" brushRef="#br0" timeOffset="4310.47">24864 6217 2757 0,'8'5'1772'16,"4"3"-266"-16,-12-8-619 0,0 0-168 0,0 0-363 15,0 0-232-15,0 0-82 0,0 0-20 0,0 0-16 16,-24 0-6-16,21-2 0 0,-29 2 0 0,8 0 0 0,2 0 0 16,0-2 0-16,-12-2 0 0,4 2 0 0,0-1 0 15,12 1 0-15,-11-1 0 0,17 0-1 0,-8 3-60 16,8-3-323-16,3 3-198 0,9-2-660 0,-6-9-123 15,6 11 25-15,3-8-1167 0</inkml:trace>
  <inkml:trace contextRef="#ctx0" brushRef="#br0" timeOffset="4724.35">25020 6518 1531 0,'0'0'2442'0,"0"0"-1380"0,0 0 151 0,-14 3-343 16,10-3-246-16,-2 0-341 0,-8-5-129 0,-6 0-142 0,5 2-12 15,-9-2 0-15,-8 2 0 0,-4 1 0 0,1-4 0 16,4 4 0-16,-9 2 0 0,4 0 0 0,-8 0 0 15,15 0 0-15,12 0 0 0,7 2 0 0,-11-2-9 16,21-2-21-16,-11 2-113 0,7 0-387 0,4 0-224 16,12-9-514-16,-5 7 206 0,20-9-144 0,-10 4-1374 15</inkml:trace>
  <inkml:trace contextRef="#ctx0" brushRef="#br0" timeOffset="5485.33">26110 6077 132 0,'-12'11'2232'0,"4"-7"-1380"16,-1 2-98-16,-13-3-123 0,-3 2-223 0,1 1-305 15,-3-4-10-15,7-2-12 0,-13 2 56 0,1 1 53 0,3-6 74 16,11 1-41-16,9 0 112 0,-11-9-21 0,1 0 66 16,11 3-77-16,2-8-95 0,0 5 8 0,0 2-58 15,0-13-69-15,6 14-47 0,0-2-5 0,6-12-28 16,8 7-9-16,-10 9 0 0,23-12 0 0,-7 5 0 16,4 2 0-16,-1 2 0 0,10 2 0 0,-4-1-6 0,3 5-28 15,-8-1-17-15,14 0-87 0,-9 4-8 0,4 6-69 16,-13-4 23-16,4 3-65 0,3 6-61 0,-10 0 97 15,-2 4 40-15,-10-6 60 0,2 4 23 0,-4 11 35 16,-6-4 21-16,-6-3 33 0,-6 1 2 0,-8 0 13 16,-1 4 26-16,-12-9 26 0,4 3 41 0,-9 3 59 15,0-6 52-15,3 0 2 0,-10 5 102 0,4 1-45 0,3-3-23 16,12-3-90-16,-15 11 24 0,12-11-84 0,5 1-48 16,12-7-39-16,-6 1-3 0,9 1-6 0,4-7 0 15,1 0 0-15,-1 3 0 0,8-5 0 0,0 4 0 16,0-4 0-16,0 0 0 0,3 0-3 0,9 2-34 15,-12-2-12-15,15 0 12 0,-10 0-12 0,7 5-15 16,9 1 11-16,-13-4 20 0,16 12 19 0,0-4 19 16,-6 6 7-16,-4-8 7 0,1 8 15 0,2 2 16 0,1 8 13 15,-4-12-28-15,-2 7 9 0,3-5-6 0,0 3-13 16,-3-6-12-16,0 3-12 0,0-3-1 0,10 5 0 16,-10-7 0-16,-8-9 0 0,16 15 0 0,-5-12 0 15,12-3 0-15,-22 1 0 0,24-6 0 0,-2-2 0 16,0-5 0-16,-10 5 0 0,2-8 0 0,3-9 0 15,0 6 0-15,-10 3 0 0,2-8 0 0,-2 3 0 0,3-9-20 16,-7 10-79-16,1-7-271 0,-3 2-298 0,3-2-215 16,-1 0-259-16,-4 6-71 0,-1 9 19 0,6-6-452 15</inkml:trace>
  <inkml:trace contextRef="#ctx0" brushRef="#br0" timeOffset="5682.8">26622 6389 214 0,'3'6'3631'15,"4"3"-2254"-15,-7-9-164 0,9 9-90 0,-6-7-588 16,5 7-437-16,-8-7-98 0,0 6 0 0,-3 0 0 16,-5 13 0-16,-4-5 0 0,5 5 0 0,-1-3 0 0,-1 6 0 15,0-8 0-15,-6 8-12 0,7-2-124 0,-1-4-282 16,3-8-149-16,2 1-565 0,-1 5-81 0,-4 5-305 15,9-10-459-15</inkml:trace>
  <inkml:trace contextRef="#ctx0" brushRef="#br0" timeOffset="6430.81">27419 5712 130 0,'0'-6'2239'0,"2"-1"-1418"0,-2 7 209 0,0 0 173 16,0 0-221-16,0 0-595 0,0 0-9 0,0 0-100 15,0 0-1-15,0-3-162 0,-14 3 13 0,7 3-43 16,-1-1-10-16,-7 14-38 0,3-1-18 0,-2 5-15 16,-1 1-1-16,-2 6-3 0,-2-5 0 0,4 8 0 0,1-1 0 15,2-7 0-15,-3 4 0 0,10 3 0 0,2-3 0 16,3 3 0-16,0-7 0 0,0 7 0 0,5-1 0 15,2 2 0-15,-4-12 0 0,2 11 0 0,7-2 0 16,-3-1 0-16,2-9 0 0,8 3 0 0,1 4 0 16,4-8 0-16,-10-8 0 0,13 5 0 0,5-4 0 15,0-4 0-15,-8-5 0 0,12-3 0 0,-1-3 0 0,6-3 0 16,-17 3 0-16,1-8 0 0,6-1 0 0,-5-7 0 16,-5 7 0-16,-1-3 0 0,-1-4 0 0,-5 0 0 15,-2-2 0-15,-4 9 0 0,-1-3 0 0,-4-1 0 16,-1 9 0-16,-2-9 0 0,3 8 0 0,-3 0 0 15,0-2 0-15,3 13 0 0,-6-2 0 0,6 4 0 16,-3-2 0-16,6 6 0 0,0-1 0 0,-4 8 0 0,2 6 0 16,-4-3 0-16,0 15 0 0,-4-9 0 0,4 6 0 15,-5-6 0-15,0 13 0 0,-10 4 0 0,3-10 0 16,-7 0 0-16,5-5 0 0,-6 13 0 0,2-10 0 16,0-3 0-16,7-6 0 0,-1 3 0 0,9-8-20 15,-6 5-228-15,6-9-122 0,0-1-394 0,6-8-347 16,-3 0-99-16,6 7-3 0,0-7-286 0</inkml:trace>
  <inkml:trace contextRef="#ctx0" brushRef="#br0" timeOffset="7298.48">28294 6125 750 0,'0'0'1227'0,"0"0"-422"0,0 0 63 16,0 0-187-16,-10-11 319 0,10 11-387 0,3-11-141 15,0 9-55-15,1-9-22 0,1 3-72 0,0-6-87 16,5 10-57-16,-5-1-52 0,7-6-55 0,0 5-46 15,10-4-26-15,-8 2 0 0,6 0 0 0,2 3 0 16,-2-4 0-16,-3 7 0 0,10 2 0 0,-10 2 0 16,4 9 0-16,-9-2 0 0,11 4 0 0,-8 2 0 0,-1 1 0 15,-4 0 0-15,-1 3 0 0,3 10 0 0,-7-5 0 16,-2 0 0-16,-6-6 0 0,1 12 0 0,-1 1 0 16,-4-10 0-16,2-5 0 0,-2 8 0 0,-5 5 0 15,7-11 0-15,-4-5 0 0,6-2 0 0,-5 4 0 16,1-6 0-16,5-1 0 0,2-8 0 0,0 0 0 15,0 0 0-15,0 0 0 0,0 0 0 0,0 0 0 0,0-19 0 16,0 14 0-16,9-8 0 0,-4-9 0 0,5-2 0 16,4-2 0-16,-2 10 0 0,6-8 0 0,2-4 0 15,1-10 0-15,-1 14 0 0,1-2 0 0,2 2 0 16,1-2 0-16,0 8 0 0,5 4 0 0,-2 1 0 16,-2 2 0-16,-6 7 0 0,16-7 0 0,-6 8 0 15,-8 0 0-15,-6 6 0 0,5 0 0 0,-8 4 0 0,-3-1 0 16,-1 1 0-16,-8 6 0 0,-5 15 0 15,-4-10 0-15,1-2 0 0,-7 8 0 0,-12 10 0 0,1-10 0 16,-1 3 0-16,10-9 0 0,-7 8 0 0,-6 1 0 16,10-6 0-16,8-8 0 0,6-10 0 0,-9 12 0 15,7-6 0-15,4-9 0 0,8 0 0 0,-4 0 0 16,0 0 0-16,0 0 0 0,0 0 0 0,15-9 0 0,-1-4 0 16,1-2 0-16,2-3-20 0,7-4-32 15,3 0-44-15,-2-6-28 0,2 4-17 0,6 0-8 0,-3 3 1 16,11-3 2-16,-15 13 85 0,4 1 2 0,-4 2 33 15,0 2 23-15,-7 4 5 0,-2 2 0 0,-5 2 2 16,0 4 37-16,-1 8 29 0,-2 4 24 0,-9 3 27 16,0 2 20-16,-5-6-31 0,-4 14 67 0,-3-2-77 15,2-5-15-15,2-3-41 0,-6 8-15 0,4 4-24 16,2-13-5-16,2-4 0 0,0 3 0 0,4-6 0 16,-5 9 0-16,7-15 0 0,0 1 0 0,3-8-45 0,6 13-81 15,3-13-360-15,-7 0-47 0,19-8-451 0,-4 1-220 16,10-6-303-16,-12-1 258 0</inkml:trace>
  <inkml:trace contextRef="#ctx0" brushRef="#br0" timeOffset="7679.54">30079 5958 138 0,'0'-2'1838'0,"-3"-9"-407"0,3 11-344 0,-15-6 143 16,9 6-384-16,-17 3-342 0,-1 0-258 0,4 8-96 16,-9-4-6-16,-2 6-20 0,-1 4-9 0,0 1-4 15,0 0-7-15,11 1-33 0,-3 1-23 0,9 0-44 16,4-7-4-16,7-8 0 0,-4 29-1 0,8-16-19 0,3 4-27 16,2-9-11-16,2 9-57 0,5-2-74 15,-4-14-19-15,9 5 26 0,7-1-80 0,3 0-94 16,-7 6 98-16,-4-8 91 0,4 8-3 0,4-3 28 0,-13-2 51 15,1 2 95-15,-6-4 41 0,9 4 104 0,-7 0 119 16,-4-2 4-16,-1 4-42 0,-1-7 104 0,-2 2 15 16,0 7-70-16,-2-12-154 0,-1 3-6 0,-9 6-53 15,-3 1-40-15,13-8-26 0,-17 15 0 0,2-3 0 16,-3-1 0-16,5-7 0 0,-6 2 0 0,-3-6 0 16,-14 7 0-16,17-8 0 0,-6 1 0 0,-5 1 0 0,3-3 0 15,-1-1-6-15,4-2-196 0,2-2-548 0,-3-6-365 16,-2 1-99-16,6-3 1 0,-4 1-1759 0</inkml:trace>
  <inkml:trace contextRef="#ctx0" brushRef="#br0" timeOffset="12299.11">32270 5130 131 0,'0'-6'2013'0,"4"-10"-747"0,-4 3-288 0,0 5 20 16,0-2-352-16,0 10-19 0,0-19-267 15,0 19-60-15,-4-13-10 0,4 10-93 0,0-5-2 0,-2 1-69 16,2 7-76-16,-3-9-36 0,0 5-14 0,6 4 0 16,-3 0 0-16,0 0 0 0,-3-14 0 0,3 14 0 15,0 0 0-15,0 0 0 0,0 0 0 0,0 8 0 16,0 0 0-16,3 0 0 0,-3 2 0 0,3 12 0 0,-1-1 0 16,-2-5 0-16,0 8 0 0,4 7 0 15,-4-2 0-15,6 3 0 0,-4-8 0 0,5 5 0 0,1 8 0 16,4-10 0-16,-3-3 0 0,-3 2 0 0,3 8 0 15,-4-8 0-15,2-7 0 0,-2 3 0 16,1-2 0-16,-2 2 0 0,-4-17 0 0,0 14 0 0,0-4 0 16,-4-1 0-16,-2-4 0 0,-6 1 0 0,7-8 0 15,-22 10 0-15,10-11 0 0,-10 1 0 0,1-3 0 16,-10-3 0-16,6 3 0 0,1-2 0 0,-3-7 0 0,3 5 0 16,-1-7 0-16,16 2 0 0,-1 0 0 0,0-2 0 15,6 3 0-15,-3-6 0 0,7 6 0 0,-2 1 0 16,2-6 0-16,5 13 0 0,-7-14 0 0,7 12 0 15,0 2 0-15,4-8 0 0,-1 3 0 0,-3 5 0 16,12 0 0-16,-7 0 0 0,4 2 0 0,-1 5 0 16,-1 2 0-16,-4-4 0 0,6 8 0 0,-6 6 0 0,-1-8 0 15,-4-4 0-15,2 6 0 0,-3 0 0 0,-4-4 0 16,-5 6 0-16,7-9 0 0,-7 8 0 0,-12-5 0 16,4-3 0-16,5-1 0 0,-9-3 0 0,-8 2-30 15,8-8-156-15,4 4-245 0,-6-7-420 0,-1-1-288 16,-3-10-227-16,10 5 304 0,-1-3-880 0</inkml:trace>
  <inkml:trace contextRef="#ctx0" brushRef="#br0" timeOffset="12496.59">31387 5732 2757 0,'0'6'1681'0,"-2"-6"-324"15,4 0-362-15,10 8-628 0,-12-8-220 0,18 6-147 16,-6-6-19-16,-4 2 6 0,10-2-15 0,-10 2-33 16,14-2-62-16,-12-2-50 0,14 0-247 0,-9 2-131 15,-3-3-264-15,5-5 61 0,-7 5-271 0,4-3-230 16,1-1-699-16</inkml:trace>
  <inkml:trace contextRef="#ctx0" brushRef="#br0" timeOffset="13013.21">31390 5368 2279 0,'-3'-5'1212'0,"-9"-6"-209"0,3-2 296 15,6 10-467-15,3-3-536 0,-2-4-25 0,2 10 7 0,0 0-22 16,-3 0-63-16,3 0-79 0,3 0-33 0,-6 0-12 16,6 0-61-16,-3 0-8 0,0 0 0 0,5 16 0 15,-2-5 0-15,1-6-1 0,-2 11-3 0,1-1-28 16,-3-2-25-16,0 1-27 0,-5 7-14 0,1-8-16 15,-7 11-23-15,11-21 17 0,-12 16-7 0,-5-9 24 16,7-4 47-16,-7 1 27 0,-7-1-14 0,4-4 15 0,-1-2 18 16,15-2 17-16,-18-4 33 0,7-1 18 0,-7-4 21 15,15 6 66-15,-9-8-25 0,-2-6 69 0,6 3-51 16,-1-3-20-16,5 6-56 0,-2-10 4 0,4 1-49 16,2 1-13-16,3 7-4 0,0 7 0 0,1-12 0 15,-2 8 0-15,4 11 0 0,0-7 0 0,-3 1 0 16,3 6-1-16,0 0-9 0,0 0-14 0,-5 13-6 15,-2 0-24-15,4-7 2 0,-11 16-63 0,2-4-35 16,-6-2-31-16,-3 5-18 0,1-5 55 0,-7 2-42 0,3 1 28 16,-13 3 28-16,13-13 77 0,-8 4-1 0,-1-4 28 15,-2-1 27-15,8-5 34 0,1-1 38 0,3-7 29 16,-1-3 47-16,0-3 51 0,1-2 29 0,-1-3-6 16,7-5-37-16,2 3-69 0,-6-22 40 0,6 11-84 15,1-6-52-15,8 3-20 0,-6-8-1 0,0-2 0 16,7 3 0-16,-2 8 0 0,2-26 0 0,1 10 0 0,1 2 0 15,-2-6 0-15,2 14 0 0,3 4 0 0,-4-2 0 16,4 11 0-16,0 2 0 0,-2 15 0 0,4-9 0 16,-2 16 0-16,0 0 0 0,4-13 0 0,-4 13-20 15,0 10-91-15,3-7-32 0,0 13-210 0,-6 6-161 16,6-2-243-16,-1 2-32 0,5 2-398 0,1-4-45 16,11-1-692-16</inkml:trace>
  <inkml:trace contextRef="#ctx0" brushRef="#br0" timeOffset="13152.83">30978 5005 225 0,'-3'6'2977'0,"-9"4"-1065"0,5-7-699 15,-5-3 212-15,2 3-1014 0,-2-1-383 0,-3 1-28 16,-6-1-17-16,-2 4-95 0,19-6-30 0,-19 2-242 0,17 3-157 16,-2-5-447-16,4 4-49 0,-11 1-160 0,15-8-2 15,-3 6-1234-15</inkml:trace>
  <inkml:trace contextRef="#ctx0" brushRef="#br0" timeOffset="14743.57">29861 5291 120 0,'3'-5'2057'0,"-6"5"-955"16,3-16-276-16,0 16-43 0,-6-8-413 0,0 0-144 0,-6 0-154 15,3-2-33-15,4 7-22 0,-10-3 4 0,0 1 46 16,6 5 30-16,-6-2-15 0,7 2 49 0,-4 2 10 15,-9 1 29-15,9-1-70 0,-3 2 2 0,-8 9-39 16,11-8-6-16,-2 6-40 0,4-1 0 0,2 6-1 16,-4 4-6-16,10-6-4 0,2 0 5 0,0-4-1 15,0 9-3-15,5 1-6 0,-5-14-1 0,12 10 1 0,0-5-4 16,8 4-6-16,-15-12 10 0,26 7 5 0,-13-4 5 16,-4-3-2-16,-6-3-1 0,14 0 5 0,4-9 2 15,-8 5-13-15,-4-5 0 0,-7 4 9 0,13-8 25 16,-8 0 5-16,-7 5-5 0,2-10 11 0,-4-4 17 15,-3 0-13-15,-3 9-24 0,-1-5-14 0,-11-6-20 16,-2 0-30-16,5 11-30 0,-8-5-92 0,-4 1-72 16,-8 2-217-16,8 4-59 0,6 4-8 0,-2 1-271 0,-4 3-94 15,0 3-214-15,7 0 500 0,12 3-120 0,-19 0-310 16</inkml:trace>
  <inkml:trace contextRef="#ctx0" brushRef="#br0" timeOffset="15429.74">29572 5320 331 0,'0'0'1200'0,"0"0"-400"0,0 0 54 16,0 0-11-16,0 0-385 0,0 0-36 0,0 0-243 15,0 0-128-15,0-3-37 0,-12-2-12 0,12 5 0 16,-18 3-1-16,13-1 1 0,-10 4-2 0,1-1 2 16,4-3 5-16,-14 7 11 0,12-4 18 0,-10 1 0 15,7-4 14-15,-9 0 28 0,4-2 105 0,5 3 78 0,-9-6-1 16,3 3 38-16,6-2-70 0,5 0 90 0,-14-9 7 15,12 8-111-15,0-3-54 0,-3-7 2 0,7 6-13 16,-1-4-53-16,-1 0-44 0,8 3 5 0,-1-2-27 16,0-6-18-16,3 16-12 0,0-8 0 0,0-2 0 15,0 10 0-15,0 0 0 0,0 0 0 0,0 0 0 16,0 0 0-16,0 0 0 0,0 0 0 0,0 0 0 0,0 0 0 16,8 18 0-16,-8-10 0 0,0 0-7 15,4 8-4-15,-4-3-10 0,-4-6-5 0,2 10-7 0,-4-6-2 16,0-1 1-16,-2 3 7 0,-4-2-5 0,2-3 15 15,-7 5 5-15,12-10 7 0,-11 7-2 0,-4 1 3 16,8-8 1-16,-8-1 6 0,8-2 5 0,-21-2-2 16,15-4 15-16,12 6 2 0,-23-10 14 0,5-7 14 15,7 8-16-15,2-8-1 0,3 7-9 0,-5-9-3 16,5 8-13-16,0-7-9 0,2 3 0 0,5-5 0 0,0 0 0 16,1 12 0-16,-2-14 0 0,4 4 0 0,-1-1 0 15,3 19 0-15,-4-7 0 0,1-4 0 0,3 13 0 16,0-4 0-16,0 2 0 0,-2 0 0 0,-13 0 0 15,6 13 0-15,6-8 0 0,-9 8 0 0,-3 4 0 16,-2 9 0-16,5-13-11 0,-3 3-20 0,-2 0-6 16,2-1-5-16,-11 4-22 0,14-8 24 0,-6 5-10 0,4-5 19 15,-1-1 11-15,6-2 9 0,-6 0 0 0,3-3 9 16,0 3-1-16,-8-8-2 0,11 0 3 0,-9-2 21 16,4-7 12-16,8 5 14 0,-12-7 16 0,7-2-6 15,-1-7 0-15,5 5-18 0,-5-9-1 0,4-3-16 16,2-1-19-16,-2 8-1 0,1-16 0 0,-1-3 0 15,1 4 0-15,2 0 0 0,-2 4 0 0,2-9 0 16,0 1 0-16,-2 2 0 0,2 10 0 0,-8-18 0 0,4 11 0 16,1 2 0-16,-1 5 0 0,-3 1 0 0,4-1 0 15,-2 9 0-15,1 4 0 0,4 4 0 0,-1-6 0 16,0 8 0-16,3 0 0 0,3 8 0 0,0 0 0 16,0 0-1-16,0 0-24 0,0 0-144 0,0 0-105 15,-7 19-93-15,11-9-143 0,-4-2 3 0,3 14-506 16,0-7-251-16,3 3 218 0,-6-12 360 0,11 12-386 0</inkml:trace>
  <inkml:trace contextRef="#ctx0" brushRef="#br0" timeOffset="15817.7">28650 5609 662 0,'3'11'2653'0,"-1"-2"-1984"0,1 4 338 0,1-9-202 16,1 3-605-16,-2-1-105 0,1-6 24 0,11 5 175 16,-13-5-8-16,16 0 22 0,-6-2-79 0,0 2 111 0,8-3-67 15,-6-5-133-15,-7 5-82 0,20 1-23 0,-17 2-26 16,14-6 0-16,-18 6-9 0,12-2 0 0,-3 2 0 16,0 2 0-16,-7 0 0 0,-8-2 0 0,18 4-2 15,-18-2-7-15,11 1-37 0,-4-1-108 0,2 1-118 16,2 0-128-16,-11-3 19 0,18 3-516 0,-18-3-126 15,11 0-101-15,-7 0 93 0,-4 0 336 0,11-9-1056 16</inkml:trace>
  <inkml:trace contextRef="#ctx0" brushRef="#br0" timeOffset="15999.22">29389 5648 182 0,'9'0'3111'0,"3"5"-1766"0,-12-5-435 0,0 0 440 0,0 0-379 15,-4 0-693-15,4 0-238 0,4 0-36 0,-8 0-4 16,8 0 0-16,-4 0 0 0,-9-2 0 0,0 2-10 16,-2-3-254-16,2 3-174 0,-6-2-473 0,-6-4-277 15,3 1-25-15,4-1 303 0,-9-3-2191 0</inkml:trace>
  <inkml:trace contextRef="#ctx0" brushRef="#br0" timeOffset="16351.27">27577 5084 225 0,'12'-4'3804'16,"-12"4"-2113"-16,0 0-781 0,8-11 212 0,-4 11-683 15,-8 0-439-15,8 0 0 0,-4 0 0 0,-4 0 0 0,8 0-8 16,-4 0-81-16,0 0-144 0,-4 13-487 16,4-13-276-16,-10 8-213 0,10-5 299 0,0-3-296 0,0 0-570 15</inkml:trace>
  <inkml:trace contextRef="#ctx0" brushRef="#br0" timeOffset="17048.41">27692 5264 1703 0,'3'9'2134'0,"-6"-9"-981"0,6 2 0 16,0 9-208-16,-3-11-483 0,0 0-265 0,0 0-183 15,0 0-18-15,0 0-4 0,0 7-3 0,4-1 7 16,1 7 3-16,0-8-2 0,-1 4 1 0,2 6 3 0,-4-4-14 16,2 0-34-16,-4 4-3 0,0-4-19 0,-4 2 9 15,2 5 0-15,-1-12 16 0,-6 12 0 0,-3-2 29 16,4-5 13-16,-2-3 5 0,-7-3-2 0,-1-3 1 15,0-2-4-15,-2-2 10 0,-7-3 26 0,3 3 7 16,-1-7 41-16,6 1-15 0,2-2 36 0,-3 0 6 16,8-1 13-16,2 2-58 0,-10-11 17 0,11 3-25 15,4 8-21-15,-10-15-7 0,8 13-15 0,2-2-2 0,2-1-4 16,-3-5-6-16,3 12-1 0,0-1 0 0,3 5 0 16,-4-8 0-16,4 11 0 0,0 0 0 0,0 0 0 15,0-2 0-15,0 2 0 0,0 2 0 0,0-2 0 16,0 14 0-16,0-8 0 0,4 7 0 0,-4 2 0 15,-4-4 0-15,4 2 0 0,-5 1 0 0,-4-1 0 16,-2-2 0-16,-8 2-1 0,14-11-2 0,-10 11-1 0,-11-2 3 16,11-8 1-16,3 1 0 0,-15 2 0 0,-2-1 1 15,2-5 3-15,10 0-1 0,-7-2-2 0,4-1-1 16,-4-7 0-16,4 1 0 0,3-2 0 0,-2-2 0 16,-1-2 0-16,8 4 0 0,-6-2 0 0,4-3 0 15,2 0 0-15,2 1 0 0,2 2 0 0,2 2 0 16,0-2 0-16,4-7 0 0,-2 13 0 0,1-1 0 0,3 8 0 15,-3-9 0-15,-2 2 0 0,8 10 0 16,-3-3 0-16,-3-3 0 0,6 6 0 0,-3-3 0 16,-3-3 0-16,6 6 0 0,-3-3 0 0,-3-3 0 0,6 6 0 15,-3-3 0-15,0 0 0 0,0 0 0 0,0 0 0 16,-3-3 0-16,3 3 0 0,0 0 0 0,-4-11 0 16,4 9 0-16,0-11 0 0,0 4 0 0,0-1 0 0,0-8 0 15,-3 0 0-15,1-2 0 0,2-1 0 16,-7 0 0-16,7-3 0 0,0 6 0 0,0-9 0 0,-3-7 0 15,3 8 0-15,-2 2 0 0,-1-11 0 0,3 1 0 16,-3 4 0-16,3 12 0 0,0-10 0 0,0 6 0 16,0 17 0-16,0-12 0 0,3 10 0 0,-3 1 0 15,0 6 0-15,0 0 0 0,0 0 0 0,0 0 0 16,0 0 0-16,0 0-1 0,0 0-12 0,0 0-50 16,0 4-104-16,5 5-84 0,-7 0-15 0,2-1-174 0,0 8-331 15,-3-5-12-15,3-9 80 0,0 0-336 0,0 9 78 16,-3-11 41-16,6 11-672 0</inkml:trace>
  <inkml:trace contextRef="#ctx0" brushRef="#br0" timeOffset="17416.41">27020 5497 412 0,'4'6'2905'0,"-4"-6"-1560"15,0 10-132-15,3-7-49 0,-3-3-407 0,0 0-428 16,0 0-271-16,0 0-53 0,8 3-4 0,1-1 0 16,3-2-1-16,3-2 1 0,-10 2-1 0,16 2 0 0,-1-4 0 15,-8 2 0-15,10 0 0 0,-8 0 0 0,13 0 0 16,-16-3 0-16,3 3-1 0,5-3-3 0,-4 3-42 16,-3-3-59-16,-2 1-100 0,-10 2-126 0,7-2-256 15,1-1-544-15,-8 3-211 0,-3-11 466 0,3 1-317 0,-8-4-1048 16</inkml:trace>
  <inkml:trace contextRef="#ctx0" brushRef="#br0" timeOffset="17680.72">26298 5244 900 0,'-15'5'3910'0,"7"-5"-3000"0,-10 2 298 0,10-2-260 15,-4 3-903-15,-3 0-324 0,6 0-287 0,-3-3-194 16,1 0-260-16,11 0 124 0,0 0-258 0,-7-11 65 15</inkml:trace>
  <inkml:trace contextRef="#ctx0" brushRef="#br0" timeOffset="17817.34">26198 5130 2026 0,'0'0'2481'0,"0"0"-964"0,-5 5-304 16,-2 1-370-16,7-6-732 0,4 0-111 0,-8 0 0 15,8 0 0-15,-4 0 0 0,-7 0 0 0,-1 0 0 16,8 0-37-16,0 0-187 0,0 0-93 0,-4 0-393 15,-6 0-367-15,10 0-136 0,0 0 302 0,0 0-1471 16</inkml:trace>
  <inkml:trace contextRef="#ctx0" brushRef="#br0" timeOffset="20142.91">31968 8749 424 0,'8'3'1752'0,"1"-1"-945"0,3-2-173 0,-9 4 77 15,6-4-345-15,-4 2-227 0,-5-2-88 0,12 2-37 0,-6 1-3 16,-6-3 2-16,4 8-3 0,1-1 18 0,-2 4 1 16,-3 2 2-16,-3-10-6 0,3 16 17 0,-3-8-5 15,1-6 28-15,-5 10 8 0,2-9-5 0,-2 1 80 16,-1 4-19-16,-9-2 1 0,-2-2-28 0,-4-1 44 15,-1-4-13-15,-8 1-16 0,8-3-31 0,-20-3 105 16,12 1-36-16,-1-4 8 0,10 1-16 0,-4-6 64 0,9 0 18 16,12 7-47-16,1-12-67 0,1 3 72 0,4 0-76 15,0-14-31-15,4 14-41 0,7-4-11 0,3-6-11 16,2 4-10-16,-1 1-1 0,2 7-4 0,13-2-2 16,-6 2 0-16,5 3 0 0,-2 3 0 0,-2 5 0 15,6 0 0-15,-2 5 0 0,-11-1 0 0,11 3 0 16,-9 4 0-16,-1 2 0 0,-5-8 0 0,-6 3 0 0,2 0 0 15,-1 10 0-15,-6-7 0 0,-1-2 0 0,-2 6 0 16,0-8-2-16,0 2 1 0,0 4 1 0,-2-5 0 16,2-3 0-16,0-2 0 0,0 16 0 0,0-19 2 15,0 13-1-15,0-11-1 0,5 9 0 0,-5-6 0 16,7 3 0-16,-5 0 0 0,4 5 0 0,0-5 0 16,0-3 0-16,8 14 0 0,-7-10 0 0,4 9 0 0,-5-10 0 15,9 12 0-15,-7 0 0 0,-4-13 0 0,4 12 0 16,-1-1 0-16,-7-10 0 0,2 16 0 0,-2-19 0 15,0 17 0-15,-5-9 0 0,-11 5 0 0,-1 1 0 16,-10-6 0-16,-14 5 0 0,15-9 0 0,-19 4-12 16,-7 0-27-16,1 0-69 0,17-5-1 0,-8 2-88 15,-2-1-99-15,-9-4-222 0,26-5 127 0,-5 0-335 16,3-3-201-16,-5-8-117 0,14 1 285 0,-9-14-375 0,10 1-439 16</inkml:trace>
  <inkml:trace contextRef="#ctx0" brushRef="#br0" timeOffset="20773.23">30936 8442 225 0,'3'-2'2973'0,"9"-3"-759"16,-12 1-1001-16,8-9-91 0,-4 13-710 0,-4 0-380 16,3-13-32-16,-3 13 0 0,0 0 0 0,0 0 0 0,0 0 0 15,0-3 0-15,0 3 0 0,0 3 0 0,0-6-4 16,0 6-95-16,0-3-108 0,0 0-344 0,0-3-167 16,0 6-533-16,0 5 37 0,0-3 308 0,0-5-542 15</inkml:trace>
  <inkml:trace contextRef="#ctx0" brushRef="#br0" timeOffset="21962.06">30812 8778 2412 0,'0'6'1216'0,"-2"12"-294"16,-1-10 2-16,-1 6-287 0,1-7-535 0,-2 1-89 15,-2-3-9-15,-3 12 4 0,0-12-3 0,4 3 3 16,-9 2 7-16,4-2 3 0,-1-3 3 0,-14 8 3 0,8-2 20 15,-3-3 7-15,-2-3-4 0,-7 6 43 0,4-9 22 16,-4 4 39-16,4-3-12 0,-22-1 119 0,11-2-30 16,-4-2-7-16,-1-9-40 0,9 0-45 0,-11-2-15 15,6-5-60-15,2-1-40 0,12 1-20 0,-17-14-1 16,9 8 0-16,3-2 0 0,11 4 0 0,-11-12 0 16,8 7 0-16,3 1 0 0,9 8 0 0,-6-11 0 0,7 7 0 15,2 7 0-15,3 9 0 0,-6-12 0 0,9 2 0 16,0 16 0-16,-3-8 0 0,3-3 0 0,0 6 0 15,3-3 0-15,-3 5 0 0,16-7 0 0,-2 7 0 16,-3 1 0-16,16 2 0 0,-6 5 0 0,8-5 0 16,-2 6 0-16,0-6-19 0,-7 2-22 0,18 0-84 15,-11-2-3-15,0 3-16 0,-5-1 21 0,2 2-43 0,0-2-13 16,-13 1 85-16,1-3 47 0,-12 0 4 0,15 10 12 16,-15-12 23-16,0 2 2 0,0 2-1 0,-3 3-12 15,-2 6-31-15,-10 0 21 0,3-6-10 0,-12 8 5 16,0 0 19-16,-5-2 16 0,6-3 29 0,-1 5 21 15,-8 1-5-15,8 1-2 0,7-2-13 0,-10 3-6 16,3 3-7-16,1 2-11 0,5-5-4 0,-5 2 22 0,-1 0-11 16,-8 2-3-16,17-7-5 0,-6 2 0 0,-3-1-2 15,1-1 13-15,6-2 17 0,-7 2 14 0,7-5 19 16,-2-3 17-16,-1 0 28 0,8-5 27 0,-18 0-5 16,18 0-23-16,-8-7 2 0,14 1-46 0,-17-12-7 15,11-4-26-15,0 2-29 0,3-10-5 0,-3-2 0 16,1-5 0-16,4-5 0 0,-1 5 0 0,2-24 0 15,3 16 0-15,-2-5 0 0,5 4 0 0,0-6 0 16,-4 5 0-16,4-6 0 0,-3-1 0 0,3 1 0 0,0 6 0 16,-3-1 0-16,3 17 0 0,-2-12 0 0,2 23 0 15,-3 11 0-15,3-6 0 0,0 4 0 0,-4 2 0 16,4 13 0-16,0-8 0 0,0 4 0 0,0 4 0 16,0-4 0-16,0 10 0 0,4-2 0 0,-4 18 0 15,3-2 0-15,-1 8 0 0,1-11 0 0,-3 10 0 16,3-1 0-16,-3 2 0 0,0 0 0 0,0-1 0 0,0 0 0 15,-3-3 0-15,3 1 0 0,-3 10 0 0,1-10 0 16,-1 4 0-16,-1-13 0 0,-4 20 0 0,-1-6 0 16,-3-2 0-16,-3 0 0 0,7-3 0 0,-1 10 0 15,-3-6 0-15,2 4 0 0,5-14 0 0,-7 22 0 16,4-10 0-16,-7-4 0 0,3-4 0 0,-2 8 0 16,-1-4 0-16,0-5 0 0,3-4 0 0,-6 2 0 0,7 2 0 15,-4-8 0-15,3-7 0 0,0 2 0 0,3-8 0 16,-6 6 0-16,10-11 0 0,-4 2 0 0,-6-2 0 15,0-7 0-15,7 5 0 0,-10-9 0 0,-2-2 0 16,-4-9 0-16,4-2 0 0,1 8 0 0,-1-8 0 16,-9-7 0-16,5 7 0 0,6 5 0 0,-3-4 0 15,-2 2 0-15,-4-3 0 0,10 10 0 0,-4 1 0 16,3 0 0-16,-2 2 0 0,2 6 0 0,6 3 0 0,-11-2 0 16,2 4 0-16,6 6 0 0,7-3 0 0,-13 2 0 15,1 14 0-15,10-8 0 0,-2 4 0 0,7-6 0 16,-7 22 0-16,7-10 0 0,1-7 0 0,-2 6 0 15,4-7 0-15,2 17 0 0,0-12 0 0,0 0 0 16,5 10 0-16,2-8 0 0,-5-4 0 0,4 8 0 16,3 0 0-16,-1-5 0 0,1-6 0 0,3 3 0 0,-2-5 0 15,4 2 0-15,-11-11 0 0,14 9 0 0,-2-4 0 16,0-1 0-16,-6-3 0 0,3-6 0 0,-7 3 0 16,5-6 0-16,-2-1 0 0,-6-4 0 0,-2 3 0 15,-5-10 0-15,0 2 0 0,-2-3 0 0,-8 6 0 16,1-3 0-16,-4 5 0 0,-6-2 0 0,2 2 0 15,-2 7 0-15,-3-2 0 0,7 3 0 0,-4 1 0 0,3 4 0 16,-2 4 0-16,8-1 0 0,-9 8 0 0,10 0 0 16,-1 5 0-16,6-4 0 0,-3 16 0 0,4-4 0 15,1 0 0-15,4 6 0 0,1 0 0 0,-4 5 0 16,6-3 0-16,0 3 0 0,0-11 0 0,0 22 0 16,3-10 0-16,-3-5 0 0,3-3 0 0,-1 15 0 15,-4-8 0-15,-1-2 0 0,3-11 0 0,-3 9 0 0,-3-4 0 16,3-5 0-16,-2-7 0 0,5-12 0 0,-10 13-45 15,5-8-157-15,1-7-103 0,-11 8-405 0,3-14-378 16,-13-5-125-16,9 1 151 0,-4-7-1176 0</inkml:trace>
  <inkml:trace contextRef="#ctx0" brushRef="#br0" timeOffset="22358.99">28211 8422 158 0,'20'-22'2686'0,"-11"11"-1424"0,3-7-522 0,-4-3 224 16,-4 3-435-16,-4-9-99 0,0 6-136 0,0-1 30 0,-4 2-26 15,2 3-81-15,-1 7-77 0,0-1-59 0,-6-2-32 16,9 13-30-16,0 0-19 0,-12-11 0 0,12 11 0 16,-8 14 0-16,1 4 0 0,2 1 0 0,-2 25 0 15,5 4 0-15,-1 0 0 0,0-8 0 0,3 23 0 16,0 3 0-16,0-10 0 0,0-19 0 0,0 13 0 15,3 14 0-15,2-17 0 0,-1-13 0 0,7 8-18 16,-4 2-111-16,1-7-189 0,1-17 17 0,0 4-298 16,-1-11-319-16,-1-2-283 0,-4-4 19 0,-1-7-305 0</inkml:trace>
  <inkml:trace contextRef="#ctx0" brushRef="#br0" timeOffset="22597.35">28138 7776 180 0,'-10'-22'3042'0,"1"-2"-1948"0,6 16-143 0,-6-10-103 15,6 7-582-15,-2 4-265 0,-2-4-8 0,5 9-14 16,-10-9 5-16,9 9 5 0,-2 2 11 0,-5-6 2 16,8 6-2-16,-8 2 0 0,10-2-1 0,-12 13 1 0,7-7-1 15,0 7 1-15,-2 3-1 0,4 6 0 0,-2-7 2 16,1 1-1-16,4-10 1 0,-8 23-1 0,1-14 0 15,-1 3-4-15,2-9-31 0,0 1-17 0,-3 4-94 16,-3 4-240-16,-5-5-194 0,14-5-24 0,-14 5-315 16,5-4 16-16,-18 6-204 0,13-4-388 0</inkml:trace>
  <inkml:trace contextRef="#ctx0" brushRef="#br0" timeOffset="22959.38">27619 8622 100 0,'0'0'439'0,"0"0"-192"15,0 0 124-15,-10 0-95 0,5 6 183 0,5-6 75 16,-3-8 33-16,3-1 74 0,0 9-157 0,0 0 19 16,-4 0-77-16,8 0-175 0,-4 0-155 0,0 0-32 15,3 11-52-15,2 0 2 0,-2 4 0 0,4 1 8 16,-2 6 4-16,2 4 9 0,-5-10-14 0,1 8 6 15,0 0-7-15,-1 0-8 0,-2-3-5 0,0 6-5 16,-5 1-3-16,0-7 1 0,-2-2 2 0,-5-1 8 16,-13 6 99-16,3-2 57 0,5-15 2 0,-12 1 129 0,-19 5 157 15,6-8-84-15,2-1-29 0,7-8-146 0,-8-1 12 16,-15-5-50-16,12-4-111 0,12 1-46 0,-12-11 0 16,0-2 0-16,5-3 0 0,15 3 0 0,-8-9 0 15,-4-16 0-15,16 12 0 0,2 10 0 0,9-8 0 16,-6-10 0-16,10 12 0 0,1 11 0 0,4-11-51 0,4 7-209 15,1-4-519-15,2 13 158 0,4-5-483 0,-2 4-106 16,3-2 0-16,0 9-774 0</inkml:trace>
  <inkml:trace contextRef="#ctx0" brushRef="#br0" timeOffset="23096.01">27165 8257 900 0,'0'0'3607'0,"0"0"-2697"0,0 0 607 0,0 0-510 16,0-2-768-16,0 4-311 0,0-2-74 0,0-2-55 15,0 4-18-15,0-10-40 0,0 3 14 0,0 5-214 16,0 0 45-16,-4 0-83 0,4 0 16 0,4 0-312 16,-4 0-152-16,-14 5-151 0,14-3 206 0</inkml:trace>
  <inkml:trace contextRef="#ctx0" brushRef="#br0" timeOffset="23294.5">26576 8794 676 0,'-6'10'2928'0,"-10"7"-2024"0,14-12-226 0,-10 11 21 0,1-10-513 16,2 3-161-16,-1 0-24 0,2-1-3 0,6-6-19 16,2-2-38-16,-10 5-62 0,8-5-78 0,2 3-228 15,-4-17-253-15,4 7-190 0,0-6 211 0,4 2-187 16,1-15-1261-16</inkml:trace>
  <inkml:trace contextRef="#ctx0" brushRef="#br0" timeOffset="23416.16">26476 8686 404 0,'-7'-11'3282'16,"-1"4"-2068"-16,5 7 0 0,-1-4-335 0,-1-3 52 0,0 4-675 15,-2-5-245-15,7 8-11 0,0 0 0 0,-3-13 0 16,3 13 0-16,0 0 0 0,0 0 0 0,0 0 0 16,0 0-25-16,0 0-149 0,0 0-101 0,10 5-271 15,-5-5-299-15,-5 0-525 0,0 0 460 0,0 0-280 0,0 3-590 16</inkml:trace>
  <inkml:trace contextRef="#ctx0" brushRef="#br0" timeOffset="24393.56">17513 8807 212 0,'2'0'1789'0,"-2"0"-942"16,12 6 64-16,-12-6 74 0,0 0-96 0,0 0-191 15,0 0-179-15,0 0-106 0,0 0-100 0,0 0 11 16,6-13-121-16,0 4-127 0,0-2-65 0,3-2-10 15,-6 4-1-15,9-5 0 0,-10 4 0 0,10-1 0 16,-2-8 0-16,-2 3 0 0,-6 14 0 0,17-16 0 0,-4 7 0 16,-7 5 0-16,6-1 0 0,1 1 0 0,16 3 0 15,-2 3 0-15,-12 0 0 0,10 6 0 0,0-1 0 16,7 6 0-16,-4 0 0 0,-9-7 0 0,2 12 0 16,6 0 0-16,2-2 0 0,-9-4 0 0,0 0 0 15,-2 4 0-15,9-4 0 0,-8-1 0 0,2-4 0 16,-1-3 0-16,-5 0 0 0,4-2 0 0,2 0 0 15,-14-2 0-15,11-5 0 0,-13 3 0 0,8-5 0 16,-1-11 0-16,-8 10 0 0,0 2 0 0,2-11 0 0,-1 8 0 16,-4 2 0-16,-3-8 0 0,0 12 0 0,-3-8-80 15,-9-3-113-15,5 8-156 0,2 1 11 0,-10 1-259 16,1 3-500-16,2 1-17 0,-6 7 278 0,9-3-185 16,-18 9-543-16</inkml:trace>
  <inkml:trace contextRef="#ctx0" brushRef="#br0" timeOffset="24676.8">18019 8876 986 0,'0'0'1288'0,"-6"5"-424"15,6 1 324-15,-3-9-206 0,3 3-485 0,3 3 64 16,-11-6-101-16,-2 0 45 0,10 3-271 0,-5-5 21 16,-2-1-67-16,7 10-55 0,0-4-94 0,0-4-28 0,-2 8-11 15,-10 3 0-15,6 6 0 0,4-4 0 0,-8 17 0 16,5-4 0-16,-7 9 0 0,5-7 0 0,-3 11 0 15,-5 1 0-15,-4 17 0 0,11-21 0 0,-6 16 0 16,2 5 0-16,-3 0 0 0,6-14 0 0,6 6 0 16,-4-6 0-16,11-2 0 0,-1-2 0 0,6-8 0 15,6-1 0-15,0-4 0 0,2-4 0 0,7-5 0 0,1 2 0 16,-1-6 0-16,6-7 0 0,8 1 0 0,-3-3 0 16,4-3-7-16,0-4-82 0,-5-1-274 0,8-3-261 15,-1 4-379-15,-9-7-210 0,-8 6 302 0,5-11-749 16</inkml:trace>
  <inkml:trace contextRef="#ctx0" brushRef="#br0" timeOffset="25165.48">19239 9340 915 0,'12'0'1376'0,"-6"0"-577"16,2 0 39-16,4 0-224 0,-9-4 38 0,6-1-279 15,-9 5-35-15,8-5-81 0,4 5 190 0,-5-3-90 16,-2 0-39-16,7 3-15 0,-12 0-104 0,0 0 64 15,0 0-159-15,0 0-71 0,0 0-28 0,-12-2-5 16,0 2 0-16,-14 0 0 0,8 0 0 0,-6 0 0 16,-10 2 0-16,7 4 0 0,0-3 0 0,-5-1 0 15,-6 1 0-15,11-1 0 0,7-2 0 0,-9 0 0 16,5 4 0-16,0-8 0 0,21 4 0 0,-17 0 0 0,5-5-5 16,9 5-117-16,6 0-325 0,-6-11 46 0,6 9-456 15,6-3-259-15,3-3-97 0,3 3 307 0,5-1-1149 16</inkml:trace>
  <inkml:trace contextRef="#ctx0" brushRef="#br0" timeOffset="25374.92">19451 9538 105 0,'-3'10'1400'0,"6"-7"-238"15,-6-3-17-15,-14 0-217 0,10 0-271 0,-16-3-73 16,2 1-224-16,-8 2-60 0,9-4-99 0,-7 2 77 15,0 2 8-15,-11-2 40 0,15 2-158 0,-13 0-8 0,9 0-83 16,-5-3-29-16,3-3-42 0,5 4-6 0,7-3-2 16,5 3-66-16,-3-7-223 0,0-2-260 15,10 7-255-15,-2-5-320 0,7 7-87 0,3-14 305 0,1 8-555 16</inkml:trace>
  <inkml:trace contextRef="#ctx0" brushRef="#br0" timeOffset="26243.62">20255 8826 159 0,'0'-11'2700'0,"0"-7"-1908"0,3 7 133 16,1-4 140-16,-1-4-526 0,-3 8-277 0,2 4 52 15,-2-9-22-15,0 16 60 0,3-11-175 0,-3 8 14 16,0 3-38-16,0 0-83 0,0 6-44 0,12 12-5 15,-5 3-8-15,-5 3-6 0,4 5 0 0,0 6 2 16,2-2-1-16,-1 7-1 0,-4 6 2 0,-1-12 1 16,1 13 2-16,-3 1-5 0,-3-3 0 0,-2 3-1 0,-2 0-2 15,-1-6-2-15,2-3-3 0,0-12-1 0,-3 16 1 16,-3-10-1-16,4-6 0 0,1-8 3 0,-1 10-1 16,2-21 2-16,-2 13 0 0,4-19-1 0,1 9 2 15,3-11 1-15,-5-5 0 0,2-3-1 0,-1-10 0 16,1-9-1-16,3-3 1 0,0 10-1 0,3-15 0 0,1-5 0 15,1-12 0-15,-2 6-3 0,4 12-9 0,1-21-24 16,1-1-11-16,-4 9-6 0,2 10 9 0,5-16-16 16,3-6-20-16,-1 11 32 0,-3 15 21 0,10-13-3 15,6-1 17-15,2 6 3 0,-9 19 8 0,7-11 5 16,6 13 4-16,7-2 1 0,-16 11-6 0,6 1-8 16,-1 5 1-16,7-1 2 0,-13 6-4 0,1 6-2 0,-3-1 3 15,-1 5 1-15,-3 12-7 0,-7-9-12 0,-5 8-16 16,2 3-15-16,-7 4-24 0,-3-4 6 0,-6 9-24 15,-3-2-4-15,0 1 12 0,-8 0 10 0,-2-4 13 16,2-4 18-16,-6 0 8 0,8-4 20 0,-20 2 1 16,11-2 16-16,-2-7 5 0,9-6 4 0,-7 10 33 15,6-12 15-15,15-1 48 0,-8 2-20 0,14-3 28 16,-15 5 37-16,15-8-37 0,-3 0-21 0,-1 11-36 0,4-9-20 16,10 9-16-16,-5-6 3 0,10 6-14 0,3 0 5 15,5 4 6-15,-2 1-5 0,-1-3-3 0,7 9 4 16,2 6-6-16,-2-6-3 0,-10-6-3 0,17 8 0 15,-5 2 7-15,3 0 18 0,-15-10-5 0,13 10 7 16,3-2-3-16,-4 0-12 0,-11-10-24 0,-1 4-88 16,5 1-169-16,-5-4-229 0,-2 1-349 0,-10-14-309 0,14 9-35 15,-5-5-74-15,-6-3-1325 0</inkml:trace>
  <inkml:trace contextRef="#ctx0" brushRef="#br0" timeOffset="26762.23">21611 9310 475 0,'2'6'3783'0,"-2"1"-2569"0,0-7-304 0,4 0 212 16,-4 8-491-16,3-3-575 0,-3-5-56 0,0 0 0 16,0-2 0-16,0 4 0 0,0-2 0 0,0-2 0 0,0 4 0 15,0-2 0-15,0 0-126 0,0 0-151 0,0 0-356 16,0-16-402-16,3 12-164 0,-1-10 288 0,5 6-302 16,1-5-1454-16</inkml:trace>
  <inkml:trace contextRef="#ctx0" brushRef="#br0" timeOffset="27114.27">22524 8714 1549 0,'-5'-13'2212'16,"-26"-7"-881"-16,11 9-273 0,0 0-295 0,-1 6-546 0,-8 2-103 15,-10 0-5-15,2 6 12 0,13-3-16 0,-12 3 39 16,-2 2-5-16,-10 6 2 0,19-4-75 0,-6 6 6 16,-4 9-28-16,-7 2-38 0,10 0-6 0,-3 7 0 15,7 4 0-15,-3 0 0 0,9-2 0 0,4 5 0 16,12 1 0-16,3 3 0 0,4-9 0 0,6 17 0 16,4-8 0-16,3 0 0 0,2-7 0 0,15 13 0 0,2-9 0 15,10-7 0-15,8 2 0 0,-11-16 0 16,32 17 0-16,-7-13 0 0,-5-4 0 0,-14-3 0 0,22 9 0 15,-19-10 0-15,2-1 0 0,-15-2 0 0,6-7 0 16,1 0 0-16,-14-2 0 0,-6-4-36 0,1-4-222 16,-11 4-471-16,-1-7-293 0,-1-4 127 0,-7 6-319 15,-7-17 0-15,-7 5-1083 0</inkml:trace>
  <inkml:trace contextRef="#ctx0" brushRef="#br0" timeOffset="30180.07">31776 11231 1540 0,'9'-5'2176'0,"6"-1"-872"0,-6 4-508 0,-6 2-76 16,-1 0-321-16,-2 0-146 0,-2 0-48 0,4 0-15 16,-2 0-31-16,0 0 6 0,0 0-47 0,0 0-25 15,-2 0-55-15,4 0-22 0,-4 0-7 0,2 0-4 16,-7 10-1-16,-1-1-3 0,-4 0-1 0,-3 11 0 0,3-5 0 15,-3 1 0-15,-2-3 0 0,2 0 0 0,1-2 0 16,7-5 0-16,-20 12 0 0,10-13 0 0,-7 3 0 16,9-5 0-16,5-1 0 0,-9 4 0 0,4-6 0 15,7 0 0-15,4-2 0 0,-6-4 0 0,6-5 0 16,4 1-14-16,0-9-11 0,4-3-8 0,4 7 4 16,6-12-26-16,-2 7 4 0,3 1-8 0,0 3 21 0,6-3-12 15,6-1-25-15,-10 6 20 0,0 6 19 0,3 1-2 16,7-2-1-16,-18 7 11 0,16 4 27 0,-3 7 2 15,-3 4 0-15,6 5 1 0,-6-2-4 0,-4 8 9 16,-1 10 7-16,4 8 28 0,-13-13-3 0,2 8 14 16,-5 5 23-16,1 12 31 0,-6-25-44 0,1 13 13 15,-1-5-23-15,-9 5-5 0,0 4-14 0,0-17-26 16,-8 8-4-16,-1-6-4 0,-11 9 0 0,14-16 0 0,-11 0 0 16,2-3 0-16,-9-7 0 0,9-4-7 0,-5-2-77 15,0-6-288-15,-4 2-225 0,7-8-65 0,-20-1-792 16,7-3 240-16,-6-5 16 0,16 5-323 0</inkml:trace>
  <inkml:trace contextRef="#ctx0" brushRef="#br0" timeOffset="30960.99">31122 11218 684 0,'3'-14'2742'0,"-3"1"-2028"0,-3-11 254 16,-2 11 36-16,-5 0-742 0,-4-8-181 0,11 15-43 15,-27-7-1-15,4 2-19 0,4 4-6 0,8 4 1 16,-9 0 5-16,-4 9 13 0,6 1 0 0,1-1-5 0,1 12 7 16,-3 2-8-16,-5 6 1 0,15-8-12 0,-3 8 1 15,6 1-6-15,4 8-1 0,5-17-3 0,2 8-3 16,5 4 4-16,4-7 2 0,5-2 1 0,-2-3 2 16,1-1 0-16,8-6-3 0,-2-4 5 0,8-1-11 15,-2-3-11-15,-4-1-36 0,-2-4-16 0,6-9-13 0,-7 2-1 16,1-6-2-16,-6-1 8 0,-7-3 19 0,7-12 6 15,-9 7 27-15,-3-7 12 0,-6 11 5 0,-3-8 17 16,-6-10 27-16,1 10 7 0,-1 6-11 0,-6 2 19 16,-8-2 28-16,4 6-18 0,5 6-19 0,-7 4 12 15,1 6-9-15,-6 6 31 0,10-2-32 0,-3 5 25 16,-5 4 4-16,-6 3 8 0,10 3-13 0,6-6-15 16,-10 7 2-16,3 2-7 0,-5 4 1 0,11-8-31 0,-3 6 7 15,-2 0-7-15,-1 0-5 0,12-13-6 0,-5 7-1 16,0-5-3-16,-5 3 1 0,10-5-4 0,4-9 8 15,-10 9 5-15,-2-3 5 0,10-8-6 0,-4 0 16 16,-4-8 8-16,9 3 9 0,-6-3-3 0,-2-8-6 16,2 1-1-16,0-5-6 0,-2 0-10 0,5 1-13 15,3 1-9-15,-3-6-2 0,1 2-3 0,2 7 0 16,-1-7 0-16,5 9 0 0,2 3 0 0,-3-1 0 0,-9 1 0 16,10 7 0-16,-5 1 0 0,10 2 0 0,-22 5 0 15,3 3 0-15,11-3 0 0,-13 10 0 0,3 1 0 16,-11 6 0-16,5-3 0 0,7-6 0 0,-7 7 0 15,-3 4 0-15,7-8 0 0,3-3 0 0,-2 0 0 16,2-2 0-16,5-5 0 0,-8-1 0 0,10-7 0 16,-2-1 0-16,-8-5 0 0,-1-3 0 0,10-2 0 0,-7 0 0 15,3-9 0-15,-5-4 0 0,11 10 0 0,1-8 0 16,-4-2 0-16,5-12 0 0,2 20 0 0,-5-6 0 16,2 3 0-16,-4 3 0 0,3 2 0 0,4 8 0 15,-5 1 0-15,-2-2 0 0,7 7 0 0,-10-4 0 16,-2 9 0-16,-7 5 0 0,4 0 0 0,-4 5 0 15,-3 3 0-15,0 2 0 0,-5 3 0 0,8-5-1 0,-5 6-1 16,2-4 2-16,3-2-1 0,10-6 1 0,-9 1 0 16,20-5 0-16,-9-1 0 0,3-3 1 0,4 2 1 15,5-4-1-15,0 0-1 0,0 0 0 0,5-15 0 16,7 0 0-16,0-6 0 0,0 8 0 0,3-6 0 16,7-2 0-16,2 0 0 0,3 2 0 0,-3 5 0 15,8-1 0-15,9-6 0 0,-3 5 0 0,-12 6 0 0,16-4 0 16,6 0 0-16,-7 7 0 0,-11-1-6 0,2 5-76 15,6 1-153-15,4-4-292 0,-20 6 21 0,5 4-433 16,-6-2-262-16,-1 0 1 0,-5-2 264 0</inkml:trace>
  <inkml:trace contextRef="#ctx0" brushRef="#br0" timeOffset="31151.48">30456 10728 2682 0,'15'-2'1620'0,"-7"-1"-580"0,1 1 151 0,-9 2-872 15,0 0-220-15,0-4-132 0,-5 8-1 0,-7 1-5 16,-3-1-69-16,3 2-38 0,-14 10 0 0,8-11-42 0,-11 8-395 16,5 1-199-16,-6-4-199 0,6-2 298 0,-8 6-195 15,0-10-569-15</inkml:trace>
  <inkml:trace contextRef="#ctx0" brushRef="#br0" timeOffset="31444.69">28506 11406 110 0,'-12'0'2014'0,"5"0"-1752"0,7 0-13 15,0 0-265-15,4-6-467 0,-4-1 99 16,8-10-256-16,2 7 182 0,7-11 138 0,-10 5 158 0,7-5 106 16,1-11 61-16,-4 6 88 0,-5 4 121 15,2-4 224-15,4-9 280 0,-5 9 209 0,-7 10-188 0,3-2 345 16,-3 10-17-16,-3-14 22 0,0 9-578 0,-1 8 17 16,2-3-166-16,2 8-154 0,-10-7-130 0,8 1-64 15,-1 6-14-15,-12-5 0 0,15 5-37 0,-14 0-40 0,4 2-111 16,0 7-144-16,-6 0-182 0,8-3-129 0,-4 10-515 15,-3-1-19-15,-5-4 76 0,1-2-20 0</inkml:trace>
  <inkml:trace contextRef="#ctx0" brushRef="#br0" timeOffset="32842.97">18736 10940 1007 0,'8'-3'1290'0,"4"-10"-520"16,-7 8 26-16,11-6-12 0,-11 4-378 16,1-10 6-16,-2-9-87 0,-4 21 34 0,0-14-90 0,-4 3 211 15,1 3-117-15,-5-3-44 0,1 11-115 0,-2-3-8 16,-11-5-67-16,3 7-66 0,2 1-48 0,-6 3-11 15,-6-1-4-15,-8 6 0 0,-1-1 0 0,7 3 0 16,-8 3 0-16,-11 5 0 0,-6 3 0 0,22-3 0 0,-12 9 0 16,0-1 0-16,-9 11 0 0,21-8 0 0,-7 7 0 15,7 6 0-15,6 0 0 0,-1 0 0 0,7 11 0 16,8-3 0-16,5-3 0 0,7-1 0 0,4-2 0 16,4 3 0-16,7-2 0 0,3-9 0 0,8 1 0 15,10 0 0-15,-1-6 0 0,18 4 0 0,-24-14 0 16,15-6 0-16,7 0 0 0,-2-2 0 0,-1-5 0 0,2-6 0 15,0 1 0-15,4-6-6 0,-17-3-126 0,14-5-370 16,-17-2-333-16,2-3-336 0,-15 7 260 0,3-4-302 16,-3-6-2043-16</inkml:trace>
  <inkml:trace contextRef="#ctx0" brushRef="#br0" timeOffset="33298.74">19628 11286 294 0,'20'0'1275'0,"10"0"-414"0,-18 4-317 0,2-8 208 15,-2 4-47-15,6 0-284 0,-18 4-56 0,12-8 29 16,-6 4 64-16,-6 0 28 0,0 0-147 0,0 0 164 15,0 0-175-15,-4 0-56 0,-4-10-115 0,2 4-120 16,-2 4-37-16,-14-9 0 0,2 9 0 0,3-1 0 16,-19 3 0-16,7 0 0 0,-1 0 0 0,6 3 0 0,-14-1 0 15,8-2 0-15,5 3 0 0,3 0 0 0,2 2 0 16,-9-5 0-16,17 2 0 0,0-2 0 0,0 3 0 16,-5 0 0-16,17-3-2 0,-10 0-37 0,8 3-185 15,2-3-157-15,0 0-321 0,0 0-324 0,0 0 189 16,5 7-374-16,4-3 73 0,9-2-485 0</inkml:trace>
  <inkml:trace contextRef="#ctx0" brushRef="#br0" timeOffset="33495.21">19834 11448 1140 0,'14'5'1692'0,"-4"1"-807"0,7 5 3 16,-17-11-59-16,15 2-408 0,-11 0-156 0,-4-2-102 15,0 0 171-15,0 0-8 0,-4-2-1 0,4 2-84 0,-3 5 109 16,-5-3-174-16,-19-2-50 0,6 0-98 0,-6 0-26 15,-10 0-2-15,1 0 0 0,7 0 0 0,-10 4 0 16,-5-2 0-16,9 1 0 0,11-3 0 0,-5 0 0 16,5 0 0-16,-5-9 0 0,16 7-6 0,5-5-104 15,-1-2-397-15,-3-20-590 0,12 10-116 0,9 4 303 16,3-7-832-16</inkml:trace>
  <inkml:trace contextRef="#ctx0" brushRef="#br0" timeOffset="34073.66">21296 10694 436 0,'-15'8'3061'16,"15"-8"-1704"-16,0 0-144 0,-15-8-70 0,15 8-587 15,-2-16-182-15,2 11-325 0,2-11-47 0,1 8-2 0,0-3 0 16,18-15 0-16,-4 8 0 0,-2 4 0 0,9-5 0 16,-1 1 0-16,6-6 0 0,-5 9 0 0,5-5 0 15,1 5 0-15,6 2 0 0,-16 8 0 0,9-6 0 16,1 5 0-16,0 6 0 0,-4 4 0 0,-5-2 0 16,-1 5 0-16,1 2 0 0,-3 4 0 0,-1 0 0 15,-8 9 0-15,3-4 0 0,0 6 0 0,-6-9 0 16,6 12 0-16,-4-8 0 0,-4-14 0 0,4 10 0 0,1 2 0 15,-4-7 0-15,5 0 0 0,-10-10 0 0,5 9 0 16,4-4 0-16,-3-5 0 0,0 0 0 0,9-8 0 16,-3-2 0-16,8-10 0 0,-5 2 0 0,-1 3 0 15,1-9 0-15,6-9 0 0,-9 13 0 0,-4 1 0 16,7-4 0-16,0-1 0 0,-6 5 0 0,-6 16 0 16,11-18 0-16,-4 14 0 0,2-4 0 0,0 2 0 0,-4 7 0 15,-6 0-20-15,2 2-169 0,4-3-61 0,-1 1-173 16,-4 4-181-16,2 11-217 0,-5-13 18 0,0 18-674 15,-3-4 436-15,1-4 117 0,-5 4-363 0</inkml:trace>
  <inkml:trace contextRef="#ctx0" brushRef="#br0" timeOffset="34325">21903 10636 1374 0,'-10'0'1769'0,"2"0"-692"15,8 0 65-15,-6-5-35 0,-2 5-399 0,4-4-337 16,-4 2-110-16,8-1-77 0,-7 1-45 0,4-4-98 15,3 4-23-15,-5 2-18 0,-7 0 0 0,0 6 0 16,3-2 0-16,-11 12 0 0,2-3 0 0,1 6 0 0,-4 5 0 16,1 5 0-16,1-2 0 0,8-3 0 0,-10 18 0 15,6-8 0-15,6 6 0 0,4-11 0 0,-1 15 0 16,6-3 0-16,0-7 0 0,3-10 0 0,5 15 0 16,4-12 0-16,3-3 0 0,9 0 0 0,-4-9 0 15,9-2 0-15,4-2 0 0,2-6 0 0,-6-1 0 16,19-4-17-16,-10-4-161 0,0-1-352 0,-11-3-179 0,5-3-492 15,9-5-316-15,-19 3-882 0</inkml:trace>
  <inkml:trace contextRef="#ctx0" brushRef="#br0" timeOffset="34728.91">22288 11382 581 0,'12'0'739'15,"3"0"-244"-15,-12 2 35 0,9-2-93 0,-6 3-222 0,-6-3 23 16,6-5 3-16,3 3 148 0,-9 2-134 0,0 0 94 15,0 0 6-15,0 0 15 0,-9 2-39 0,-3-2-74 16,-11 5-34-16,14-3-40 0,-21 2 23 0,9 1-42 16,-8-1 41-16,-9 5 20 0,-1-7 33 0,-2 9-12 15,-10-9-12-15,-5 4-53 0,-2-1-43 0,8-2-68 0,-42 5 3 16,16-6-70-16,-6 4-3 0,8-3 0 16,-21 2 0-16,13-3 0 0,14-2 0 0,1 4 0 0,2-8 0 15,9 2 0-15,12-3 0 0,0-4 0 0,12 5 0 16,1-5 0-16,14-2 0 0,9 1 0 0,1 2 0 15,4-7 0-15,6 4-18 0,4-2-158 0,3 4-109 16,24-6-511-16,-5 6-227 0,-2 7-190 0,-1-3 303 0,9 3-703 16</inkml:trace>
  <inkml:trace contextRef="#ctx0" brushRef="#br0" timeOffset="35457.97">21543 11654 2519 0,'0'0'1761'0,"-6"-10"-793"0,6 7-316 0,0 3-304 16,0 0-390-16,0 0-151 0,0 0 32 0,0 0-25 16,-9 9 4-16,6-2 84 0,3 4 64 0,0-1 70 15,0 8 35-15,7 4 22 0,-7-2 20 0,3 0-12 16,-3 6 38-16,2 16 23 0,-2-2-73 0,-2-10-35 0,-1 9 3 16,-4 1-19-16,2 20-23 0,2-28-13 0,-6 10 1 15,-1-2-2-15,5 3 2 0,0-17-1 0,-2 19 4 16,4-14 2-16,-3-7 2 0,3-11-3 0,3-4 8 15,0 6 11-15,3-2 25 0,-3-13 101 0,0 0 14 16,0 0 105-16,0 0 3 0,6-13-32 0,-3 6-59 16,-6-17 40-16,-3-6-92 0,3 1-96 0,-2 9-17 0,2-10 2 15,-4-7-1-15,5-3-16 0,-1 9-3 16,3-9 0-16,3-2 0 0,-1-14 0 0,5 22 0 16,4-5 0-16,1-5 0 0,9 5 0 0,-3 5 0 0,-1-1 0 15,10 7 0-15,-1-2 0 0,6 1 0 0,-10 13 0 16,4 3 0-16,9 5 0 0,-3-3 0 0,-5 8 0 15,9 1 0-15,-4 2 0 0,12 0 0 0,-23 0 0 16,8 2 0-16,-2 1 0 0,-4 5-6 0,-2-3-19 16,-4 3-17-16,-7 1-44 0,2-2-7 0,-2 4 6 0,-3 0-32 15,-2-3 24-15,-5 10 15 0,0-16 33 0,-5 14 19 16,-4 1 16-16,-3-8 5 0,-6 5 5 0,-8-4-1 16,-1 4 3-16,-2-1 1 0,2 4 1 0,4-10 11 15,-21 12 49-15,14-3 28 0,4-1 17 0,8-6-25 16,0 1 40-16,-2 6-5 0,14-11-40 0,-2 8-37 15,4-5-22-15,-2 6-17 0,9 4-1 0,0-10 0 0,9 5 0 16,2 5 0-16,10-1 0 0,-6-10 0 0,8 9 0 16,16 5 0-16,-10-5 0 0,-6-8 0 0,16 6 0 15,-4-1 0-15,12 0 0 0,-9-2 0 0,-12-4 0 16,5 4 0-16,10 2 0 0,-17-2 0 0,-7 0 0 16,1-1 0-16,-1 4 0 0,-8-7 0 0,3 6 0 15,-6-5 0-15,2 3 0 0,1 2 0 0,-12-13 0 0,6 5-3 16,-3 1-71-16,-3-6-109 0,0-3-154 0,0 6-206 15,0-3-275-15,-3-3-289 0,3-5 200 0,-4 0-234 16,-1 1-1401-16</inkml:trace>
  <inkml:trace contextRef="#ctx0" brushRef="#br0" timeOffset="39944.96">32825 13284 50 0,'0'6'969'0,"3"4"-640"0,-3-7-15 16,0-3 134-16,0 13-98 0,0-3-62 0,0-4-63 15,-3 5 198-15,3-4-56 0,-4 1 19 0,2 3-123 16,2-11 14-16,-8 13-15 0,8-13-98 0,-4 8-65 0,1-2 22 15,-2 1-43-15,1-1 8 0,-2-1-27 0,1 1-1 16,5-4-2-16,-9 5-3 0,-9-1 4 0,12-6-25 16,-21 7 3-16,4-7-13 0,-3 4-9 0,8-2-7 15,-15 1 3-15,10-3-3 0,9 2-2 0,2-2-1 16,0 0 0-16,-6-2-4 0,18 2 1 0,-9-9 0 0,6 9 0 16,1-7 3-16,-1 1 2 0,3 1 1 0,0-5 6 15,0 7 1-15,8-10 4 0,-1 5 2 0,-5 0-3 16,13 2-2-16,-3 4-6 0,-4-3-5 0,7-1-3 15,-1 9-8-15,1 0 1 0,6 4-1 0,-9 2 0 16,8 4 5-16,-10-8 2 0,16 21 5 0,-15-13-1 16,8 11 6-16,-7-2 2 0,2 2 9 0,-6-6-8 0,7 11 7 15,-3 1 24-15,-3 3 29 0,-3-11-15 0,6 13 74 16,-3-4 35-16,2 4 167 0,-5-9-56 0,4 1-12 16,-5-9-13-16,4 8 16 0,-6-18-100 0,2 14-113 15,2-6-27-15,-7 2-25 0,3-10-3 0,-1-1 0 16,-2-3 0-16,6 7 0 0,-6-11 0 0,0 0 0 15,0 0 0-15,-8 2 0 0,1-2 0 0,-10 0 0 16,5 0 0-16,-18-2 0 0,18 2 0 0,-2 0 0 16,-13-4 0-16,16 4 0 0,-1-2 0 0,-2 2 0 0,14 0 0 15,-15-3-7-15,11 6-37 0,-11-8-27 0,13 5-13 16,2 0-74-16,-12-4-69 0,9 4 1 0,3 0 34 16,0 0-46-16,0 0-30 0,-5-7 98 0,-2 1 60 15,7 6-22-15,-3-2 42 0,-2-9 29 0,5 11 29 16,3 3-1-16,-6-11 13 0,-4 0 10 0,11 8 4 15,-8-5-3-15,2-4 5 0,2 9 3 0,0 0 1 0,0 0 1 16,0 0 1-16,0 0-3 0,0 0 1 0,0 0-1 16,0 0-4-16,0 0-4 0,0 0-5 0,0 0-2 15,0 0-5-15,0 0-3 0,0 0-7 0,0 0 13 16,0 0-6-16,0 0 7 0,0 0 3 0,0 0 2 16,0 0-5-16,0 0 5 0,0 0 2 0,0 0 3 15,0 0-7-15,0 0-3 0,0 0-1 0,0 0-29 16,0 0-103-16,0 0-110 0,0 0-316 0,0-7 114 0,0-1-311 15,0 5-59-15,2-7 56 0,-2-1-702 0</inkml:trace>
  <inkml:trace contextRef="#ctx0" brushRef="#br0" timeOffset="40472.55">32701 13618 781 0,'0'-9'1069'16,"3"4"-276"-16,-3-1 36 0,0-1 248 0,-3 5-521 16,3-9-102-16,0 11-201 0,0 0 64 0,0-6-103 15,-2-1 94-15,2 7 13 0,0 0-11 0,0 0-121 0,0-3 36 16,0 6-38-16,0-6-126 0,0 6-33 0,0-3-9 16,0 0-13-16,14 7 2 0,-3-1 0 0,-7-4-1 15,11 12 0-15,2 1-1 0,-2 4-1 0,-10-14-1 16,14 19-2-16,-7-2-2 0,-4-9 0 0,-2-6 0 15,2 6-1-15,2 7-4 0,-2-10 1 0,-4-2-2 16,4 7-4-16,-2 7 1 0,-6-9-1 0,3 0 5 0,-3 11-2 16,-3-2 1-16,1-2 5 0,2-9-1 0,-10 5 2 15,8-1 1-15,-8-6-3 0,-7 4 3 0,8-11-2 16,-15 7-2-16,-6-5 0 0,-2 5 1 0,6-4 0 16,-12-2 0-16,-3 4-2 0,-15 2 9 0,15-4 0 15,-13 1 0-15,-2-2 2 0,-27 1 2 0,34-1-2 16,-22-2-4-16,3 1-7 0,-17-6 0 0,29 3 4 0,-3-2 0 15,3-2 3-15,-9-1 2 0,14 1 7 0,4 0 3 16,1-3-1-16,-8-4-2 0,16-2 1 0,15 4-1 16,-6-6 2-16,-1-7 8 0,12 4-5 0,10 3-5 15,-4-12 6-15,-3 1-5 0,-4-4-2 0,9 9-7 16,-5-7-4-16,0-12 0 0,3 3 0 0,6 10 0 16,-2-5 0-16,4-3 0 0,1-7 0 0,0 22 0 15,1-4 0-15,-1-6 0 0,-1 9-4 0,1 6-12 16,-2 4-40-16,2-8-80 0,3 3-136 0,0 11-84 0,0 2 44 15,0-10-134-15,0 13-109 0,0 0-38 0,6-3 136 16,3 1-226-16,-6-1-14 0,9 1-285 0,-12 2 429 16,20-4-349-16</inkml:trace>
  <inkml:trace contextRef="#ctx0" brushRef="#br0" timeOffset="40681.99">31663 13226 182 0,'4'0'3084'0,"-4"-3"-1592"0,11-4-369 0,-11 7-357 15,0 0-201-15,4 0-236 0,7-9-158 0,-11 9-63 0,14-2 20 16,-4 2-37-16,14 0-8 0,-12 0-33 0,11 0-36 16,-5 2-9-16,5-2-5 0,-2 3 0 0,-13-3 0 15,11 0-26-15,-14 0-71 0,10 0-132 0,-12 0-199 16,9 0-316-16,-12 0-313 0,0 0-156 0,0-3 328 15,-12-8-1361-15</inkml:trace>
  <inkml:trace contextRef="#ctx0" brushRef="#br0" timeOffset="40994.16">30550 13675 2186 0,'4'17'3248'0,"-4"-15"-2035"0,0-2-40 0,2 8-842 15,1-2-291-15,-6-6-40 0,6 0 0 0,-3 0 0 16,0 0 0-16,0 2 0 0,7 9 0 0,-7-11 0 16,0-3 0-16,0 6-50 0,0-6-193 0,0 3-88 15,0 3-396-15,2 2-300 0,-2 3-338 0,0-8 303 16,0 0-1010-16</inkml:trace>
  <inkml:trace contextRef="#ctx0" brushRef="#br0" timeOffset="41443.96">30379 13382 3420 0,'-11'-13'936'16,"-5"-6"133"-16,-1-1-49 0,-1 3-490 0,-8 1-381 0,8 9-108 16,-6 1 30-16,-5 1 5 0,-6 5 55 0,6 3 2 15,-2 1 8-15,-3 7-21 0,-8 8 25 0,16-5-75 16,-4 4-2-16,6 6-34 0,2 2-17 0,-5 0-6 15,6 3-4-15,6 0-5 0,0 1-2 0,7-6 0 16,-1 5 0-16,6-3-9 0,6-2-19 0,0-6-10 16,11 11-43-16,5-10-13 0,1-1-37 0,4 4-34 0,-4-4 5 15,7 3-66-15,-3-7 15 0,-2 1 6 0,-10-2 66 16,0 1-12-16,3 2 8 0,-10-6 70 0,2 1 41 16,-10 4 15-16,-9 12 17 0,-5-6 36 0,2-5 28 15,-6 8 60-15,-8 5 29 0,-15 6 77 0,17-14-71 16,-12 8 79-16,-2 2-1 0,-8 17-4 0,22-21-124 15,-2 7 15-15,4 4-30 0,5-1-30 0,8-1-30 0,12-1-30 16,3-1-4-16,9-2 0 0,15 2 0 0,-7-12 0 16,13 1 0-16,7 1 0 0,11-9 0 0,0 5 0 15,7-7 0-15,1 0 0 0,9-5 0 0,-12 0 0 16,5-2 0-16,-2-4 0 0,-6-2 0 0,-2-2 0 16,-1-2 0-16,-9-1 0 0,-5-6 0 0,-11 1 0 15,9-8-90-15,-8 2-209 0,-6-3-139 0,-8 1-39 16,0-4-470-16,0-7-523 0,-9 10 266 0,-6-4 131 0,-9 7-198 15</inkml:trace>
  <inkml:trace contextRef="#ctx0" brushRef="#br0" timeOffset="41666.36">29233 13739 751 0,'3'-7'2624'15,"1"7"-1383"-15,-8 0-142 0,8 0 67 0,-4 0-864 0,-4 0-143 16,-11-9-131-16,0 7-104 0,7 2-69 0,-6 0-22 16,4 0-115-16,-2-3-109 0,0 3-328 0,12 0 136 15,-10-6-336-15,6 6-30 0,1-10 80 0,0 5 264 16,3-13-984-16</inkml:trace>
  <inkml:trace contextRef="#ctx0" brushRef="#br0" timeOffset="41789.03">29136 13578 565 0,'0'-8'2403'0,"0"-6"-917"0,-6 4-273 0,6 10-335 0,-9-14 22 16,9 12-442-16,-3 2-254 0,-11-7-124 0,14 7-76 15,0 0-4-15,0 0 0 0,0 0 0 0,0 0 0 16,0 0 0-16,0 0-38 0,0 0-173 0,0 0-70 16,5-6-502-16,2-1-233 0,-5 7-177 0,8-4 282 15,-10 4-264-15,5-13-927 0</inkml:trace>
  <inkml:trace contextRef="#ctx0" brushRef="#br0" timeOffset="42960.9">17451 13681 1942 0,'3'-15'1205'0,"0"9"-403"0,-6-5-6 15,0-2-271-15,-3 8-373 0,-2-4-71 0,-4 0-7 16,-1 3 74-16,1 1-17 0,-8-1 15 0,14 6-19 15,-12 0 57-15,-8 2 34 0,8 4-54 0,-6 3 9 0,7 0-47 16,-15 8 110-16,5 1-64 0,-6 0-1 0,10 4-40 16,-10 7 23-16,-2 10-5 0,9-2-58 0,11-10-50 15,-9 12-5-15,7 9-20 0,7-10-16 0,8-10 0 16,-1 10 0-16,6-6 0 0,9 10 0 0,2-22 0 16,1 7 0-16,14-3 0 0,19-7 0 0,-18-8 0 15,16 0 0-15,1-7 0 0,6-2 0 0,18-5 0 16,-35 3 0-16,14-2 0 0,-9-3-1 0,0-1-74 0,-17 0-196 15,-1-2-362-15,-4 1-262 0,-9 4-304 0,0-3 289 16,-1-3-1036-16</inkml:trace>
  <inkml:trace contextRef="#ctx0" brushRef="#br0" timeOffset="43399.73">18502 14136 86 0,'7'0'1489'0,"-4"-2"-905"16,9-1 159-16,-10 3 136 0,6-8-108 0,-8 8-362 15,0-3 139-15,4-10-24 0,-1 13-43 0,-6-2-24 16,3-9-45-16,0 11-76 0,-6-11-60 0,6 9-157 0,-8-4-62 15,1-1-38-15,-17 1-18 0,7 6-1 0,-10-3 0 16,-2 6 0-16,-3-3 0 0,-4 0 0 0,6 3 0 16,-22 2 0-16,14 0 0 0,2 1 0 0,13 1 0 15,-4 1 0-15,1-3 0 0,14 1-12 0,-1-1-51 16,5-3-125-16,4 2-382 0,4-4-60 0,-2 10 85 0,2-4-321 16,9-4-192-16,-4 3-56 0,17 1 241 15,-7-4-558-15</inkml:trace>
  <inkml:trace contextRef="#ctx0" brushRef="#br0" timeOffset="43627.12">18605 14321 1502 0,'7'3'1031'16,"-2"0"-247"-16,2 2 72 0,-7-5-114 0,0 0-309 0,0 0-92 15,-7 2 207-15,-5 4-152 0,-5-6-36 0,-1 2-132 16,-14 1 122-16,6-1-119 0,-13 7-102 0,12-5-52 15,-11 5 1-15,-9 2-13 0,15-7-34 0,8 2-23 16,-3-1-7-16,7-2-1 0,-1-3 0 0,16 0 0 0,-10-3-9 16,6-2-109-16,1-3-586 0,1 1-10 15,7-4-486-15,-3 3-13 0,9-10-503 0</inkml:trace>
  <inkml:trace contextRef="#ctx0" brushRef="#br0" timeOffset="45141.08">20362 13416 81 0,'0'0'1090'0,"12"0"-136"16,-12 0-163-16,0 0 44 0,0 0 223 0,0 0-619 16,0 0-40-16,0 0-31 0,0 0 23 0,0 0-161 15,0 0 39-15,0 0-34 0,0 0 0 0,-7 0-88 16,-5 8-7-16,-8-3-23 0,-4 1-14 0,7 1-14 16,-7-1-14-16,4-1-16 0,5-2-14 0,3-3-20 15,-8 3-9-15,2-3-16 0,-2-3 0 0,13 3 0 0,-11-5 0 16,6-8 0-16,4 8 0 0,2-6 0 0,0-2 0 15,0 0 0-15,10-14 0 0,-4 19 0 0,8-10 0 16,6-9 0-16,1 11 0 0,0 2 0 0,0 4 0 16,3-6 0-16,2 3 0 0,-2 8 0 0,3-1 0 15,-1 1 0-15,7 0 0 0,-10 5 0 0,-1 3 0 16,4 4 0-16,-5-1 0 0,-1 18 0 0,-11-11 0 16,0 8 0-16,-6 11 0 0,0 2 0 0,-11 0 0 15,4-10 0-15,-10 16 0 0,-9 8 0 0,2-4 0 16,3-17 0-16,-8 16 0 0,-9 6 0 0,2-3 0 15,12-15 0-15,-5 4 0 0,0-4 0 0,-4 4 0 0,19-20 0 16,2-1 0-16,6-4 0 0,-2-1 0 0,11-7 0 16,0-2 0-16,-4 0 0 0,8 0 0 0,-4 0 0 15,-6-11 0-15,6 1 0 0,12-13 0 0,-10 6 0 0,13-7 0 16,-3 6 0-16,3 0 0 0,2 1 0 16,2 4 0-16,-5 0 0 0,-8 10 0 0,15-1 0 0,-13-2 0 15,9 6 0-15,5 0 0 0,-5 10 0 0,-5 1 0 16,6 7 0-16,-6-1 0 0,-3 1 0 0,-1-2 0 15,4 5 0-15,-9-5 0 0,6-5 0 0,0-1 0 16,2 8 0-16,1-7 0 0,-3-2 0 0,3-2 0 0,-6-5 0 16,11 4 0-16,-1-6 0 0,-8-6 0 0,1 4-4 15,-1-14-101-15,2 3-224 0,-1-9-197 16,-1 7-92-16,-1-9-513 0,1 3-81 0,4-3-135 0,-3 5 96 16</inkml:trace>
  <inkml:trace contextRef="#ctx0" brushRef="#br0" timeOffset="45325.58">20715 13729 3457 0,'8'5'1310'0,"-8"-5"-124"0,0 0-316 15,0 0-59-15,0 0-538 0,0 0-154 0,0 0-64 16,0 13 0-16,0-10-29 0,-2 3-5 0,2 3-13 16,0 4-8-16,0 1 0 0,2 7 0 0,-2-5 0 15,7 10 0-15,-4-4 0 0,-1 2 0 0,-2-6 0 16,4 3-3-16,-1-16-84 0,0 14-196 0,-1-3-148 15,-2-8-2-15,0 6-670 0,0-14-35 0,0 15-64 0,0-15 369 16,0 0-823-16</inkml:trace>
  <inkml:trace contextRef="#ctx0" brushRef="#br0" timeOffset="45791.33">21078 13306 188 0,'11'-16'3200'0,"-4"5"-1914"0,-2 5-415 16,-2-1 401-16,3-1-624 0,0-1-374 0,-6 9-116 15,0 0-47-15,0 0-29 0,0 0-37 0,0 0-9 0,0 0-20 16,0 0-12-16,-6 6-4 0,0-1 0 0,3 14 0 16,0 2 0-16,3 5 0 0,-5 14 0 0,5-16 0 15,0 13 0-15,-4 0 0 0,4 9 0 0,-3-18 0 16,3 6 0-16,3 3 0 0,1-4 0 0,-1-5 0 15,2-1 0-15,7-3 0 0,-3-6 0 0,-1-1 0 16,11-4 0-16,-2-4 0 0,3-3 0 0,-5-3 0 16,21-6-13-16,-9 1-46 0,-1-6-80 0,4-6-126 0,-8-1-19 15,8-4-125-15,-6-2-4 0,-3-3 14 16,-6 5 133-16,5-12-69 0,-11 4 209 0,-1 3 48 0,-5 3 56 16,6-8 89-16,-6 3 104 0,-3 2 62 0,0 8-12 15,-3 0 98-15,-6 1 153 0,6 6-80 0,-2 1-146 16,5 8 17-16,-15-2-55 0,15 2-78 0,0 0-67 15,-15 6-40-15,13 3-23 0,-5 18 0 0,4-6 0 0,3-3 0 16,0 12 0-16,3 7 0 0,0-5 0 0,1-8 0 16,1 7 0-16,-2 4 0 0,6-7 0 0,-6-6 0 15,-1 7 0-15,1 6 0 0,4-11 0 0,-5-6 0 16,1 3 0-16,0 3 0 0,1-14-10 0,-2 1-10 16,-2-1-97-16,0-10-440 0,0 0-476 0,0 0 163 15,3 0-344-15,12 3 10 0,-6-10-1358 0</inkml:trace>
  <inkml:trace contextRef="#ctx0" brushRef="#br0" timeOffset="46404.69">22191 13442 1769 0,'12'-4'1289'0,"0"4"-282"0,-7-3 12 15,-5 3-131-15,7-2-420 0,2-2-168 0,-9 4-108 16,0 0-57-16,0 0-50 0,0 0-13 0,0 0-28 16,0 0 29-16,6 13-6 0,-6 1 4 0,-3-6-26 15,-4 14 18-15,2-2 6 0,-4 4 5 0,1-8-15 16,-5 10 23-16,-8-2 15 0,1-2-29 0,-1-7-24 15,-2 9 10-15,-6-6-12 0,-5 4-27 0,5-9-15 0,9-2 0 16,-7 7-7-16,3-10-48 0,4 1-84 0,8-5-10 16,0-1-157-16,-2-1-237 0,2-4-32 0,6-5 60 15,-3 3-249-15,9-12-225 0,3-2 212 0,1 2 260 16,4-2-81-16,1-4 129 0,3-4 126 0,-4 12 332 16,4-6 217-16,-3 1 180 0,3-2 291 0,-6 15-218 15,6-9 208-15,-7 6 12 0,7-4-53 0,3 0 116 0,-9 11-320 16,5-3 63-16,5-1-11 0,-13 6-83 0,5 2-173 15,1 2-8-15,3 7-111 0,0 4-84 0,5 1-14 16,1 2-1-16,3 1 0 0,2 10 0 0,-5-10 0 16,5 7 0-16,-1-3 0 0,-5 1 0 0,-2-7 0 15,5 3 0-15,9 2 0 0,-2-6 0 0,-13-6 0 16,13 4-35-16,-3-4-334 0,-7 0-545 0,-10-10 120 16,13 8-412-16,-5-8-7 0,-6 0-377 0</inkml:trace>
  <inkml:trace contextRef="#ctx0" brushRef="#br0" timeOffset="47023.06">23119 13406 1785 0,'0'3'856'16,"0"4"22"-16,0 1 73 0,0-8-76 0,3 9-385 16,-3-2-68-16,0-5-72 0,4 9-37 0,-4-11-125 15,3 11 89-15,-3-9-67 0,0-2-39 0,8 9-8 16,-8-9-80-16,14 0 12 0,-4-3-38 0,4 0-34 0,-2-7-19 15,-2 4-4-15,15-12 0 0,-10-1 0 0,-3 3 0 16,2-2 0-16,1-3 0 0,6-10 0 0,-13 7 0 16,4-6 0-16,0-2 0 0,3 4 0 0,0-7 0 15,-3 0 0-15,2 9 0 0,-2-3 0 0,0 11 0 16,0-4 0-16,-4 7 0 0,2 6 0 0,-5 2 0 16,2-1 0-16,-5 8 0 0,4-5 0 0,0 1 0 15,-3 4 0-15,12 11 0 0,-10 5 0 0,-1 0 0 0,1 5 0 16,-2 11 0-16,-3 13 0 0,0-8 0 0,-3-8 0 15,1 16 0-15,2 3 0 0,-7 12 0 0,4-27 0 16,1 9 0-16,-8 2 0 0,8-1 0 0,-1-16 0 16,-2-1 0-16,1 9 0 0,1-12 0 0,0-10 0 15,3-2-4-15,3 4-44 0,0 2-224 0,-3-17-90 0,6 5 8 16,-3-3-344-16,9-2-582 0,-4 0 83 0,1-7 351 16,-3-1-483-16</inkml:trace>
  <inkml:trace contextRef="#ctx0" brushRef="#br0" timeOffset="47340.19">23836 13273 506 0,'5'-7'2130'0,"2"1"-1171"15,-7 4 5-15,2-12-7 0,-4 12-295 0,-10-9-425 16,5 9-104-16,-1-4-58 0,-16 6-14 0,12 0 4 16,-5 6-3-16,5-4-10 0,-15 9-13 0,12 0-7 15,1 2-11-15,2 7-9 0,4 2 4 0,-4-4-2 16,0 17 22-16,0 0-2 0,6-4-6 0,-3 11-1 15,9-16-30-15,-3 9-6 0,9-3-6 0,3 2-19 0,3-12 17 16,3 4 12-16,5-4 21 0,6-2 21 0,-4-9-13 16,4 2 7-16,1-5 0 0,5-5-1 0,-12-1-24 15,7-2-5-15,5-5 3 0,1-5 12 0,-13 1-2 16,4 2 19-16,-4-10-6 0,7-9 23 0,-15 10-12 16,0-8 11-16,-3-2 10 0,-1-11 18 0,-5 14-27 15,1-7 23-15,-8 1-7 0,-4-13 15 0,-4 13-31 0,-3 8-30 16,-9-8-2-16,-5-6-22 0,2 9-62 0,4 10-19 15,-7-3-116-15,0 6-89 0,1-1-202 0,9 7 73 16,-4 1-314-16,0 4-268 0,19-1-57 0,-10 3 104 16,0-2-1171-16</inkml:trace>
  <inkml:trace contextRef="#ctx0" brushRef="#br0" timeOffset="47623.45">24130 12808 540 0,'0'0'2239'0,"0"0"-1059"0,-6 0-456 16,-6-8 216-16,-8 5-297 0,-12 3-218 0,10 3-236 15,-10-3 55-15,0 3 2 0,3-1-14 0,-7 1-30 16,7-1-67-16,2 2-41 0,15-4-41 0,-8 2-41 16,5 0-61-16,3-2-153 0,0 0-140 0,12 3-174 0,0-3-57 15,0 0-623-15,0 0-136 0,0-3 215 0,0-7 312 16,3 7-1055-16</inkml:trace>
  <inkml:trace contextRef="#ctx0" brushRef="#br0" timeOffset="48206.87">24436 12570 121 0,'4'-8'2373'0,"-4"-3"-1518"0,0-7 30 0,-4 15-217 16,4-5 39-16,0 3-338 0,0-8-111 0,0 13-73 15,0-11 44-15,4 9-4 0,-4 2 58 0,0 0-145 16,5-13-10-16,-2 13-27 0,-3 0-29 0,7-4-26 16,-2 2-35-16,-5 2-7 0,15 0-7 0,-15 0 0 0,17 0-10 15,-10 0-3-15,7 2 5 0,1 2-10 16,-10-2 19-16,7 0 3 0,0 3 1 0,0-1 18 0,-6 1-9 15,6-3 9-15,-7-2 4 0,7 8-28 0,-12-8-24 16,15 8 30-16,-15-8 5 0,0 0-4 0,4 14-2 16,-8-7 1-16,1 2 30 0,-5 6 9 0,1-4-34 15,2-4-7-15,-10 12 11 0,3-11 5 0,3 2-13 0,-8 1 2 16,5-2 2-16,0-2 9 0,-8 6 0 0,13-7-12 16,-8 5 4-16,5-2 8 0,10-9-12 0,-4 9 0 15,-2-1 2-15,6-1 0 0,0 2-1 0,3 2-7 16,-3-4 1-16,7 1 4 0,1 5-3 0,-2-8 0 15,5 6-1-15,10-3 0 0,-9 3 2 0,0-4-1 16,6 4-2-16,-1-2-8 0,0 0-7 0,-7 0 4 0,4 1 8 16,-4-5-9-16,0 4-4 0,5 1-5 0,-8-2 17 15,-2-2 13-15,2 9 1 0,-5 1-3 0,-2-10 1 16,0 14 6-16,-2-9 9 0,-2 5 2 0,1 0-12 16,0-2 7-16,-2-5 14 0,-7 21 13 0,5-17-17 15,-1 5 10-15,-1-4 0 0,-3-4 2 0,-8 4-9 16,3-6-9-16,5-3-8 0,-10 0-33 0,-4-2-152 15,11-3-57-15,-10 3-374 0,3-3-440 0,-4 0-165 16,-1-6 302-16,-25-2-963 0</inkml:trace>
  <inkml:trace contextRef="#ctx0" brushRef="#br0" timeOffset="49747.75">29098 7344 46 0,'0'2'809'0,"8"-4"-334"0,2 2 163 0,-8 0-225 16,10 0 137-16,0 0-74 0,0 0-75 0,18 0-43 15,-10 0-18-15,9-2-35 0,3 2-31 0,1 0-18 16,-3 0-64-16,11-3-10 0,-4 1-59 0,2 2-23 15,-10-6-32-15,10 6 12 0,5-3-23 0,-8 3-32 16,-9 0-8-16,2-2 2 0,-4 2-5 0,6 0-6 0,-16 0-15 16,-7 2-53-16,9-2-57 0,-17 0-89 0,0 0-132 15,0 0-352-15,0 0-147 0,0 0-66 0,-2-4 262 16,-6-5-831-16</inkml:trace>
  <inkml:trace contextRef="#ctx0" brushRef="#br0" timeOffset="51809.24">24280 14022 1155 0,'0'2'583'0,"-15"-2"7"0,10 4-117 15,-13-4 159-15,0 0-86 0,-8 2-334 0,10-2-79 16,-6 0 73-16,-8 3 0 0,-3-3-15 0,4 0-24 16,2 0-39-16,-5 2 78 0,-9-2 63 0,6 3-76 15,8-3-51-15,-5 3 26 0,-9-3 14 0,5 3-37 0,7-1-72 16,-10-2 31-16,-2 2-3 0,-15-2 18 0,24 0-50 16,-15 4 41-16,-4-2 2 0,-1 1-1 0,7-1-46 15,-5 1-3-15,0 0 2 0,-2 0-2 0,1-1-17 16,4 0-6-16,-1 1-4 0,4 0-8 0,-5 0 0 15,10-1-13-15,-2 3-4 0,2-5-7 0,2 6-4 16,-2-1-4-16,3-3 0 0,-1-2 7 0,-2 4-6 0,12-4 4 16,-19 0 13-16,12 2 4 0,5 1 27 0,6-1 1 15,-18 0 30-15,14-2-10 0,-2 0-10 0,5 4-17 16,-15-8 18-16,10 4-42 0,0-2-11 0,6 2-3 16,-10 0 0-16,1 0 0 0,2 0 0 0,9 0 0 15,-9 0 0-15,-4 0 0 0,7 0 0 0,10 2 0 16,-2-2 0-16,-6 4 0 0,3-2 0 0,-2-2 0 15,14 0 0-15,-12 3 0 0,-7-3 0 0,5 5 0 16,9-5 0-16,-5 3 0 0,-4 0 0 0,2-1 0 0,15-2 0 16,-13 2 0-16,-1 1 0 0,-6 5 0 0,12-2 0 15,-5-1 0-15,-1 3 0 0,-2-3 0 0,2 0 0 16,1-1 0-16,11-2 0 0,-18 3 0 0,0-3 0 16,13 2 0-16,-6 1 0 0,2-3 0 0,-9 0 0 15,6 2 0-15,-2 1-1 0,-6-3-1 0,-4 1 0 16,13 0 0-16,-7-3 2 0,3 3 0 0,-3 1 0 0,-2-4 0 15,9 6 2-15,-1-3 1 0,-6-3-2 0,4 2 0 16,6 1-1-16,-4-1 0 0,9-2 0 0,-3 0 0 16,-5 0 0-16,11 4 0 0,-3-2 0 0,-3 0 0 15,10-2 0-15,-10 3 0 0,3-1 0 0,3 2 0 16,1-4 0-16,-7 2 0 0,6 1 0 0,-3-1 0 16,4-2 0-16,-4 0 0 0,-10 4 0 0,8-4 0 0,8 2 0 15,-11 0 0-15,-4 7 0 0,1-7 0 0,13 1 0 16,-8 1 0-16,-5 7 0 0,5-8 0 0,3-3-1 15,-5 3-1-15,-2 0-6 0,5-1 4 0,-1 0 2 16,3 1 1-16,-5 0-2 0,-10 0 2 0,15-1 5 16,4 1 2-16,-7-1-2 0,-6 2-2 0,6-2 1 15,7 0-2-15,-13 3 0 0,1-5-4 0,1 4 1 0,5-2 0 16,-4 1 0-16,-2-1-2 0,8 0 1 0,0-2 2 16,-2 0 1-16,4 4 0 0,2-4 2 0,8 0 0 15,-18 5-1-15,0-5 3 0,13 2-3 0,-7 2-1 16,0-4-2-16,4 0 2 0,-4 0 0 0,0-4 1 15,5 8 0-15,-3-4 0 0,-5-6 3 0,8 8-2 16,-5 2-1-16,-2-4-1 0,6 0 0 0,-7 0 0 16,0 2 0-16,-11-2 0 0,4 3 0 0,2-1 0 0,13-2 0 15,-7 0 0-15,-4 0 0 0,9 2 0 0,1-2 0 16,-4 4 0-16,9-2 0 0,-6 1 0 0,-3-1 0 16,9-2 0-16,-9 0 0 0,10 0 0 0,-13 3 0 15,15-3 0-15,-15-3 0 0,13 6 0 0,-13-3 0 16,8 3 0-16,-7-3 0 0,2 3 0 0,1-3 0 15,-5 2 0-15,5 0 0 0,-1-2 0 0,-5 3 0 0,8-3 0 16,-3 0 0-16,0 0 0 0,12 0 0 0,-15 0 0 16,15 0 0-16,0 0 0 0,0 0 0 0,-5 0 0 15,-5 0 0-15,8 0 0 0,4 0 0 0,-2 0 0 16,-2 0 0-16,2 0 0 0,0 0-1 0,0 0-28 16,0 0-52-16,2 0-144 0,-2 0-218 0,0 0-269 15,0 0 61-15,0 0-412 0,0-16-107 0,3 16 80 0,-6-15 79 16,3 10-612-16</inkml:trace>
  <inkml:trace contextRef="#ctx0" brushRef="#br0" timeOffset="53006.05">21025 14911 976 0,'-7'6'1235'0,"-3"4"-454"0,0-7 1 0,-2 2-149 16,-5 0-443-16,5-1-113 0,-27 3-6 0,17-1 67 16,3-4 2-16,-4 1 80 0,-4-1 35 0,1-2 40 0,16 0-73 15,-10-2 75-15,-1-3-72 0,-2-8-1 0,11 4-101 16,0-2 36-16,0 4-2 0,-10-23 22 0,15 17-90 16,-2-7 23-16,6 9 19 0,-2-22-2 0,-2 9-28 15,7 6-50-15,4 0 6 0,4-6 5 0,4 9-27 16,-5 2-23-16,3-7 4 0,12 5-3 0,-5 4-10 15,-5 3-3-15,-3 3-4 0,23-11-6 0,-9 10-1 16,1 6 3-16,-2 4-2 0,10 1-4 0,-12 3 5 0,1-1 2 16,-4 9 1-16,-2 10 9 0,-6-2 1 0,-6-7-2 15,0 17 0-15,-3 0 0 0,-3-5 3 0,-2 0-2 16,1-5-6-16,-11 19-3 0,-2-14 3 0,-1 5 2 16,4-8 0-16,-22 11 1 0,1-2 8 0,-4-4 2 15,0-3 1-15,-7 11 2 0,-5-12-2 0,-1 2-1 16,13-5-4-16,-17 9-2 0,12-11-4 0,6-1 0 0,14-11 0 15,-8 9 0-15,17-14 0 0,3-1 0 0,9-2 0 16,-6-2 0-16,1 0 0 0,11-2 0 0,-3-22 0 16,2 4 0-16,8 0 0 0,7-2 0 0,0-4 0 15,5 8 0-15,2 4 0 0,1 0 0 0,11 7 0 16,-16 1 0-16,7 4 0 0,2 2 0 0,7 6 0 16,-16 1 0-16,9 4 0 0,1 4 0 0,0 15 0 0,-15-14 0 15,5 10 0-15,1 6 0 0,2-2 0 0,-8-15 0 16,2 3 0-16,7 6 0 0,-2-11 0 0,-8-8 0 15,6 6 0-15,10-5 0 0,-6-4 0 0,0-4 0 16,-7 0 0-16,12-13 0 0,-5 2 0 0,-6-3 0 16,-4-2 0-16,6-3 0 0,-1-3 0 0,-4-7-37 15,-5 9-177-15,17-18-722 0,-8 6-215 0,3 2-62 0,-7 1 303 16,9-4-2092-16</inkml:trace>
  <inkml:trace contextRef="#ctx0" brushRef="#br0" timeOffset="53376.05">21817 14816 147 0,'-9'-19'1953'16,"1"4"-481"-16,-1-1-113 0,-1 10-271 0,-4-7-409 16,6 8-212-16,-11-3-215 0,-6 3-135 0,3 5-36 15,8 0-33-15,-1 2 16 0,-5 7-19 0,1 1 1 16,11 0-7-16,-6 14 44 0,4-2-23 0,1 4-5 15,6-4-15-15,-9 17 21 0,10-5-36 0,-1 1-15 16,3-7-10-16,5 20 0 0,7-10 0 0,0-5 0 0,0-9 0 16,8 16 0-16,2-14 0 0,4-2 0 0,-8-11 0 15,11 7 0-15,3-10 0 0,1-2 0 0,9-6 0 16,-17-2 0-16,8-5 0 0,-1-3 0 0,-2-5 0 16,-6-8 0-16,2 0 0 0,1-1 0 0,-2-12 0 15,-6 8 0-15,1-4 0 0,-8-1 0 0,0-11 0 0,-9 15 0 16,-6-7 0-16,-4 2 0 0,-3-11 0 0,-2 19 0 15,-10-5 0-15,5 5 0 0,-10-2 0 0,10 13 0 16,-10 2 0-16,-2-2 0 0,5 8 0 0,-3 3-3 16,13 2-41-16,-13 10-136 0,19-7-127 0,-13 17-137 15,13-7-32-15,4-2-320 0,-4 11-402 0,8-7-72 16,5-4 491-16,-2 0-186 0,15 9-671 0</inkml:trace>
  <inkml:trace contextRef="#ctx0" brushRef="#br0" timeOffset="53726.12">22666 14734 716 0,'9'-21'3251'0,"-1"6"-2055"16,-8 11-298-16,3-12 223 0,-6-5-427 0,-2 11-474 0,2 2-191 16,-16-3-6-16,2 6-2 0,-10 3-6 0,15 2-10 15,-10 5-3-15,-14 5-2 0,16 1 0 0,-2 7 0 16,10-2 0-16,-10 14 0 0,7-4 0 0,6 3 0 15,3 0 0-15,0 8 0 0,3-6 0 0,3 2 0 16,3-9 0-16,6 13 0 0,3-8 0 0,3-5 0 16,-1-6 0-16,10 10 0 0,2-6 0 0,0-6 0 0,-4-3 0 15,7 0 0-15,0-7 0 0,-2-4 0 0,2-2 0 16,-2-2 0-16,2-6 0 0,1-1 0 0,-4-9 0 16,-8 3 0-16,-1-5 0 0,2 0 0 0,-5-12 0 15,-6 14 0-15,-5-9 0 0,4-2 0 0,-7-5 0 16,0 14 0-16,-3-6 0 0,-9 3 0 0,-5-9 0 15,5 16 0-15,-10-3 0 0,-4-1 0 0,-6 0-32 0,8 11-86 16,-2-2-210-16,2 5-209 0,-8 4-549 0,20 2 222 16,3 2-347-16,-6 2 29 0,6 3 92 0,9-5-281 15</inkml:trace>
  <inkml:trace contextRef="#ctx0" brushRef="#br0" timeOffset="73617.95">25091 13726 36 0,'3'3'476'0,"-3"-3"-47"0,0 0-151 16,0 0 17-16,0 0-74 0,0 0-4 0,12 5-11 15,-10-3 58-15,-2-2-77 0,10 3 77 0,-5-3-5 16,4 3-29-16,-1 0 23 0,-1-3-25 0,8 2-14 16,-15-2 4-16,12 0-49 0,-4 0 127 0,-8 0-52 0,12 0-28 15,-12 0-21-15,0 0-68 0,0 0 60 0,5 0-23 16,4 0-3-16,-9 0-48 0,0 0 44 0,0 0 57 15,0 0-28-15,0 0-52 0,10 3 34 0,-5-1 0 16,-5-2 2-16,7 0-69 0,1 0 9 0,-8 0-20 16,0 0 40-16,0 0-49 0,14 0 19 0,-14 0-32 15,0 0-2-15,0 0-23 0,0 0-4 0,0 0-22 16,0 0-15-16,0 0-2 0,-17 0 0 0,8 4 0 0,-18-4 0 16,2 2 0-16,3 0 0 0,-7 1 0 0,-3-1 0 15,-4 4 0-15,9-3 0 0,-5 1 0 0,0 2 0 16,3-3 0-16,2-1 0 0,3-2 0 0,0 3 0 15,1-3 0-15,17 0 0 0,-12 0 0 0,1 0 0 16,8 3 0-16,1 0 0 0,8-6 0 0,0 6 0 0,0-3 0 16,2 0-16-16,10 0-85 0,-4-6-250 0,-1 3-330 15,13-2-302-15,-13 3 83 0,25-6-616 0,-15 3-69 16</inkml:trace>
  <inkml:trace contextRef="#ctx0" brushRef="#br0" timeOffset="73933.09">25347 14030 87 0,'9'3'1764'15,"-1"-3"-988"-15,-8 2-179 0,18-2 206 0,-18 3-80 16,0-3-41-16,4 6-268 0,1-2-141 0,-5-4 89 0,-3 9 106 15,1-4-77-15,2-5-146 0,-4 3-2 0,-4 7-96 16,8-10-24-16,-7 3-74 0,-1 7-14 0,-1-6-26 16,-6 3-9-16,6-5 0 0,-11 7 0 0,-4-5 0 15,-6 2 0-15,10-3 0 0,-13 2 0 0,4-2 0 16,-9-3 0-16,14 3 0 0,-5-1 0 0,-3-2 0 16,-7 0 0-16,13-2 0 0,6-1 0 0,-4 0 0 0,-1 3 0 15,-1-5 0-15,23 2-16 0,-14-3-290 0,5-9-462 16,6 4-377-16,-3-15-68 0,12 2-137 0,9-3-1855 15</inkml:trace>
  <inkml:trace contextRef="#ctx0" brushRef="#br0" timeOffset="74618.27">26163 13792 547 0,'-9'10'2217'0,"9"-10"-1402"16,-12 11 6-16,12-8-261 0,-8 3-108 0,8-4-354 15,-7 3-64-15,-1 1 1 0,-1-1 28 0,6-3 43 16,-9 6 8-16,10-5-11 0,2-1 57 0,-3 4 21 16,-1 1 51-16,4-7-88 0,0 0 38 0,-5 9 34 15,5-7 78-15,0-2-131 0,0 0 29 0,0 0-34 16,0 0-20-16,0 0-25 0,0 0-69 0,0 0-35 0,0 0-9 16,5-2 0-16,2-3 0 0,5-8 0 15,-2-4 0-15,5 1 0 0,0-2 0 0,6-3 0 0,-1-3 0 16,-5-5 0-16,3 5 0 0,5-7 0 0,-2 1 0 15,-3-1 0-15,-6 9 0 0,8-12 0 0,1 13 0 16,-6 3 0-16,-3 5 0 0,3-4 0 0,-3 6 0 16,-2 1 0-16,-3 4 0 0,-2 4 0 0,2-9 0 15,-4 9 0-15,-3 2 0 0,0 0 0 0,0 2 0 16,5 14 0-16,-5 1 0 0,4 1 0 0,-4 10 0 16,-7 5 0-16,5 0 0 0,-1-3 0 0,-4 12 0 0,-5 17 0 15,7-12 0-15,0-10 0 0,-7 11 0 0,2 10 0 16,1-15 0-16,1-12 0 0,-4 17 0 0,3-19 0 15,6 2 0-15,0-18 0 0,1 1 0 0,-1-1 0 16,-1-2 0-16,4-11 0 0,0 0 0 0,0 0 0 16,0 0-64-16,19-16-224 0,-11 3-60 0,6-5-338 0,5-15-517 15,-4 9-1-15,-7 4 294 0,4-4-324 0,-3 0-898 16</inkml:trace>
  <inkml:trace contextRef="#ctx0" brushRef="#br0" timeOffset="75116.92">26934 13646 887 0,'12'-4'1450'0,"3"1"-262"15,-15 0-192-15,12 3-262 0,-5 0-14 0,-7 0-198 16,0 0-62-16,0 0-252 0,0 0 46 0,0 0-37 16,-12 0 35-16,2 0-139 0,-7 6-16 0,5-2-33 15,-20 7-35-15,13-6-29 0,-1 3 0 0,0-3 0 16,-4 1 0-16,0-1 0 0,19-5 0 0,-12-2 0 0,5-3 0 15,0 1 0-15,2-9 0 0,5 8 0 0,-2-10 0 16,2-5 0-16,5 13 0 0,0-17 0 0,3 13 0 16,11-13 0-16,-7 11 0 0,8-2 0 0,5-1 0 15,4 3 0-15,-4 4 0 0,1 1 0 0,6 1 0 16,7 1 0-16,-12 6 0 0,7 0 0 0,0 3 0 16,-2 2 0-16,-4 4 0 0,-4 0 0 0,-2 13 0 0,-9-3 0 15,4 4 0-15,-9-4 0 0,-3 10 0 0,-15 8 0 16,0-2 0-16,5-4 0 0,-24 17 0 0,-3 2 0 15,-5-3 0-15,13-10 0 0,-16 14 0 0,-5 4 0 16,4-12 0-16,19-19 0 0,-12 10 0 0,1 1 0 16,15-14 0-16,4-8 0 0,2 3 0 0,8-9 0 15,1 2 0-15,8-7 0 0,-3 9 0 0,3-11 0 16,0 0 0-16,0 0 0 0,5-5 0 0,5-3 0 0,0-1 0 16,9-4 0-16,-2 3 0 0,3-3 0 0,2 5 0 15,-2-3 0-15,1 3 0 0,2 3 0 0,-5 0 0 16,2 1 0-16,-2 4 0 0,6 4 0 0,-12-2 0 15,8 6 0-15,4 0 0 0,2-3 0 0,-6 3 0 16,-13-5 0-16,20 10 0 0,-10-7 0 0,-11-4 0 0,8 3 0 16,-14-5 0-16,15 6-3 0,-6-6-106 15,1-2-307-15,2-12-478 0,-4 6-307 0,4-11-12 0,2 3-530 16</inkml:trace>
  <inkml:trace contextRef="#ctx0" brushRef="#br0" timeOffset="75477.95">27690 13805 1417 0,'2'-5'2275'0,"-2"-3"-991"16,0 0-145-16,-2 6-366 0,2-9-146 0,0 9-395 16,0-2-168-16,-3-5-14 0,3 9 21 0,0 0 8 15,0 0-10-15,-7-4-33 0,-1-3 4 0,11 9-11 16,-6-4-23-16,3 4-6 0,-4 7 0 0,2 0 0 16,-1 2 0-16,-3 18 0 0,0-16 0 0,-4 11 0 0,5 2 0 15,-4-2 0-15,1-2 0 0,-7 4 0 0,3 3 0 16,-3-2 0-16,3-8 0 0,-5 7 0 0,2-2 0 15,1-3 0-15,4-8 0 0,1-5-1 0,-2 8-35 16,5-8-151-16,0-1-64 0,4-9-194 0,4 4-377 16,-4-4-150-16,2 2 91 0,0-2-298 0,0-20 153 15,0 11-910-15</inkml:trace>
  <inkml:trace contextRef="#ctx0" brushRef="#br0" timeOffset="75666.45">27519 13813 2416 0,'0'3'1688'15,"0"-3"-475"-15,0 0-303 0,0 0 306 0,0 0-574 16,12 0-536-16,-4 2-106 0,4 2 0 0,2 6 0 16,-4-5 0-16,7 8 0 0,-8-8 0 0,14 17 0 0,-6-4 0 15,-1 1 0-15,-7-6 0 0,5 3 0 0,1 5 0 16,-3-5 0-16,-7-5 0 0,7-4 0 0,-5 4-110 16,8 0-613-16,-10-7 77 0,2 0-509 0,3-2-59 15,-6-2 1-15,2 0-580 0</inkml:trace>
  <inkml:trace contextRef="#ctx0" brushRef="#br0" timeOffset="76255.87">28140 13808 101 0,'-2'10'1338'0,"4"-6"-309"0,-2-4-225 15,-2 15 284-15,2-15-383 0,0 0-327 0,0 11 51 16,0-9 65-16,0-2-126 0,-4 11-111 0,4-6 48 16,0-5 26-16,-3 0-111 0,-5 8-91 0,8-8-35 0,0 0-12 15,0 0-51-15,0 0-23 0,0 0-8 0,5-6 0 16,1-3 0-16,0-8 0 0,6-1 0 0,3-6 0 15,0 2 0-15,-3 2 0 0,5-6 0 0,0-7 0 16,-2 0 0-16,-3 3 0 0,0 7 0 0,8-14 0 16,-8 7 0-16,3 7 0 0,-3 6 0 0,2 1 0 0,1-2 0 15,-5 12 0-15,-5-4 0 0,-5 10 0 0,5-3 0 16,2-2 0-16,-7 5 0 0,0 0 0 0,8 11 0 16,-4-1 0-16,1 9 0 0,2 10 0 0,-4-3 0 15,2 7 0-15,-2-11 0 0,-6 22 0 0,-2-2 0 16,2-5 0-16,-1-8 0 0,-1 21 0 0,-2-10 0 15,2-3 0-15,-5 0 0 0,8 3 0 0,-4-9 0 16,0 1 0-16,3-5 0 0,0-6 0 0,3-5 0 0,-2 2 0 16,2-10-18-16,2 5-98 0,-2-13-189 0,0 0-123 15,0 0-128-15,0 0-27 0,12 0-524 0,-4-6-198 16,2-7 232-16,2-2 421 0,0-6-312 0</inkml:trace>
  <inkml:trace contextRef="#ctx0" brushRef="#br0" timeOffset="76602.95">28789 13697 88 0,'2'-3'1178'0,"8"-12"-193"0,-5 6-209 15,-2 1 109-15,-3-5-251 0,-8 10-133 0,-2-1-275 16,-14-2-121-16,7 1 7 0,8 5-29 0,-18 0 57 16,16 2 64-16,-3 4 53 0,10-3-44 0,-7 4 29 0,-5 4-18 15,8-1 8-15,-7 6-115 0,6 6-10 0,1 2-8 16,-7 7 33-16,11-7-52 0,-1 13 33 0,2-6 4 15,3 6-9-15,3-13-32 0,0 3-7 0,3-1-30 16,2 1-5-16,-1-14-22 0,1 2-9 0,-1-9-3 16,3 8 0-16,5-6 0 0,-3-6 0 0,12-2 0 15,-4-6 0-15,4-1 0 0,-9-1 0 0,6-5 0 16,6-9 0-16,-5-1 0 0,-7 6 0 0,2-3 0 16,-1-6 0-16,4-9 0 0,-10 11 0 0,4-5 0 0,-11-8 0 15,0 0 0-15,-6 13 0 0,-6-10 0 0,-3-3 0 16,-3-9 0-16,0 22 0 0,1-5-11 0,-1 3-55 15,-8-5-142-15,9 14-29 0,-5 4-198 0,-1 3-171 16,11 7-256-16,-15-2-478 0,6 2 506 0,10 3-202 0,-6 0-531 16</inkml:trace>
  <inkml:trace contextRef="#ctx0" brushRef="#br0" timeOffset="76887.19">28923 12917 1114 0,'0'-9'1438'0,"0"1"-572"16,3 8 6-16,-6 0 121 0,-11 0-666 0,6 0-63 0,-4 0-70 15,-18 0 63-15,9 4-41 0,1-2 39 0,-4 3-5 16,4 1-16-16,8-1-36 0,-5 3-55 0,7-6-94 16,-2 3-24-16,3-2-15 0,4 3-6 0,-5-6-46 15,5 0-135-15,5 0-14 0,-5 0-148 0,-5 2-152 16,10-2-467-16,0 0-76 0,0 0 219 0,0-2-149 16,0-12-204-16</inkml:trace>
  <inkml:trace contextRef="#ctx0" brushRef="#br0" timeOffset="77350.95">29296 12702 1712 0,'0'-2'1007'0,"10"-9"162"0,-10 8-204 15,10-10-55-15,-10 13-531 0,2-8 1 0,1 1-26 16,-3 7-98-16,-3-14 3 0,3 11-75 0,0 3 42 16,0 0-74-16,0 0-24 0,0 0-69 0,0 0-14 0,0 0-39 15,0 0-6-15,0 0 0 0,0 0 0 0,-14 11 0 16,8 2 0-16,4-11 0 0,-8 22 0 0,1 0 0 16,-6 5 0-16,10-7 0 0,-4 6 0 0,1 1 0 15,-2 14 0-15,8-16 0 0,-1 4 0 0,3-1 0 16,0-1 0-16,0 4 0 0,3-11 0 0,-1 2 0 15,4-2 0-15,0-7 0 0,2 1 0 0,2-3 0 0,-5-5 0 16,7 8 0-16,0-9 0 0,-5-3 0 0,3 3 0 16,2-7 0-16,-5 0 0 0,4 0 0 0,1-7 0 15,-6 1 0-15,9 1 0 0,-3-6 0 0,-4 3 0 16,4-5 0-16,-7 3 0 0,-1-3 0 0,8-4 0 16,-12-1 0-16,-4 2 0 0,2 10 0 0,-8-12 0 15,0-1 0-15,-2 14 0 0,0-3 0 0,-15-2 0 0,3 7 0 16,1 6 0-16,6 2 0 0,-14 6 0 0,2 0 0 15,2-2-9-15,7 2-32 0,0 2-70 0,-10 3-146 16,4-2-175-16,14-6 18 0,-2 2-366 0,7-5-196 16,-5 8-165-16,1-7 59 0,7-3-198 0</inkml:trace>
  <inkml:trace contextRef="#ctx0" brushRef="#br0" timeOffset="79080.25">29374 13660 169 0,'7'0'247'0,"-2"2"-18"0,-2-2 42 16,-3 0 3-16,-3 0-35 0,6 0-47 16,-3 0-48-16,-3 0-52 0,3 0-56 0,3 0-23 0,-6 0-2 15,6 0 1-15,-3 0-4 0,0 0-5 0,0 0-2 16,0 0 0-16,0 0 0 0,-3 0-6 0,6 0-30 15,-6 0-61-15,6 0-42 0,-8-2-4 0,-7-3-116 16,12 5-61-16,-6-6-2 0,2 1-47 0</inkml:trace>
  <inkml:trace contextRef="#ctx0" brushRef="#br0" timeOffset="79753.46">29381 13598 315 0,'0'-2'634'0,"0"4"-47"15,8-4 92-15,-1 0 112 0,-7 2-206 0,0 0-27 16,0-3-78-16,10-5-125 0,-10 8-100 0,0 0-58 16,0 0 26-16,0 0-12 0,0 0-44 0,0 0 57 0,0 0-82 15,0 0-8-15,0 0-23 0,0 0-18 0,0 0-37 16,0 0-15-16,-2-3-11 0,-6-5 37 0,-11 8-39 15,8 0-29-15,-10 0-2 0,6 0 34 0,-11 0 13 16,6-2 2-16,5 4 3 0,3-2 15 0,-3 0 45 16,-2 0 18-16,2 0-3 0,6 0 8 0,-8 0 1 15,5 0-12-15,2 0-13 0,-7 0-41 0,17 0-17 16,-12 0-26-16,9 0-21 0,3 0-3 0,0 0 0 16,0 0 0-16,0 0 0 0,0 0 0 0,0 0 0 0,0 0 0 15,0 0 0-15,0 0 0 0,0 0 0 0,0 0 0 16,-12 6 0-16,12-6 0 0,0 0 0 0,0 2 0 15,6 12 0-15,-6-4 0 0,0-5 0 0,4 12 0 16,-8-1 0-16,4 10 0 0,0-10 0 0,-3 2 0 0,0 6 0 16,1 2 0-16,-5-7 0 0,4 8 0 0,-2-3 0 15,-4 4 0-15,3-6 0 0,4 7 0 0,-8-9 0 16,4 13 0-16,6-18 0 0,-3 7 0 0,0-2 0 16,3 2 0-16,0-7 0 0,3-1 0 0,-3 2 0 15,0 0 0-15,0 4 0 0,0-6 0 0,0-6 0 16,3 11 0-16,-3-9 0 0,0-4 0 0,0 5 0 15,4-9 0-15,-4 14 0 0,2-16 0 0,-2 0 0 0,0 10 0 16,0-7 0-16,0-3 0 0,0 0 0 0,0 0 0 16,0 0-73-16,0 0-147 0,0 0-234 0,3-9-288 15,0 0-470-15,1-8 154 0,-2 7-155 0,1 0 2 16,2-12-690-16</inkml:trace>
  <inkml:trace contextRef="#ctx0" brushRef="#br0" timeOffset="79977.86">29289 13964 1040 0,'12'-8'1645'15,"-9"6"-699"-15,-3 2-99 0,6-11-278 0,-6 8-161 16,0 3-80-16,-6-13-108 0,6 13-55 0,0 0 70 0,0 0 71 16,0 0-81-16,-8-2-62 0,1 2 29 0,-1 5-8 15,-1-3-87-15,-1 4-44 0,2-6 14 0,-6 2 4 16,-5 1-22-16,14-1-16 0,-10-2 1 0,12 0-11 15,-11 4-19-15,4-2-8 0,1 1-38 0,-6-1-95 16,-2-2-152-16,8 2-112 0,-2-2 18 0,2 0-321 16,3 4-385-16,0-10-137 0,-2 1 438 0,8 3-97 0,0-11-54 15</inkml:trace>
  <inkml:trace contextRef="#ctx0" brushRef="#br0" timeOffset="80302">29701 13951 2398 0,'0'5'1498'0,"4"3"-720"0,-4-8 350 0,3 16-141 15,-1-16-539-15,-4 11-209 0,-1-4 11 0,-1 6 27 16,1-13-145-16,1 0-78 0,-4 9-52 0,2-9-2 16,8 2 0-16,-4-2 0 0,-4 6-11 0,4 1-95 15,0-7-225-15,-2-2-165 0,4 2-91 0,8-9-456 16,-5 2-148-16,4-4-289 0,4-4 675 0,-1-4-563 0</inkml:trace>
  <inkml:trace contextRef="#ctx0" brushRef="#br0" timeOffset="80458.57">29764 13765 1327 0,'-12'-7'2167'16,"12"7"-893"-16,-3 0-135 0,-6 5-384 0,6-3-128 0,-9 2-187 16,10-2-237-16,-1-2-129 0,-9 7 5 0,12-7-2 15,-3 6-55-15,-4-1-15 0,5-5-7 0,4 0 0 16,-2 11 0-16,0-9-3 0,3-2-83 0,-6 0-210 15,6 0-107-15,-3 0-16 0,0 0-360 0,-3 0-288 16,6 0-411-16,-6 0 424 0,3 0 275 0,-17-7-950 16</inkml:trace>
  <inkml:trace contextRef="#ctx0" brushRef="#br0" timeOffset="81849.87">32557 17186 2892 0,'3'0'1443'0,"9"3"-430"0,-12-3-278 0,3 3-146 15,-3-3-467-15,12 5-130 0,-12-5-5 0,0 0-4 0,0 0-4 16,0 0 10-16,0 9 11 0,0-2 5 16,-4 1 3-16,-2 1 0 0,1 0-2 0,-7 2 8 0,-9 2 1 15,6-4 0-15,10-7-3 0,-27 11 4 0,5-2 3 16,0-4-2-16,10-3-3 0,-17 3 11 0,5 1 12 16,2-5 11-16,7-1 27 0,8 2 25 0,-12-4 37 15,16 0 29-15,-1 0 7 0,9 0-50 0,-17-13 57 0,10 7-66 16,2 1-29-16,2-8-46 0,3 2-23 15,0 0-16-15,0-7 0 0,5 5 0 0,2 0 0 0,8-9 0 16,-7 11 0-16,6-2 0 0,8 5 0 0,-2 5 0 16,1 1 0-16,-4 4 0 0,-2 1 0 0,9 7 0 15,-7 1 0-15,-5-2 0 0,6 4 0 0,2 11 0 16,-4-6 0-16,7 11 0 0,-11-14 0 0,5 9 0 16,-2 6 0-16,3 6 0 0,-10-14 0 0,2 7 0 15,2 3 0-15,0 10 0 0,-10-18 0 0,1 5 0 16,0 6 0-16,-1-11 0 0,-2 0 0 0,-2-4 0 0,2 4 0 15,-6-2 0-15,6-9 0 0,-9-2 0 0,-3 2-61 16,-11-4-140-16,-1-9-236 0,0 0-250 0,2-4-336 16,-14-5-342-16,-3-4 19 0,16 0-408 0</inkml:trace>
  <inkml:trace contextRef="#ctx0" brushRef="#br0" timeOffset="82038.35">31458 17279 900 0,'-7'6'3607'0,"-5"-1"-2394"0,16-5-151 0,-10 6 97 0,3 1-909 15,3-7-250-15,0 0 0 0,3 11 0 0,-3-9 0 16,0-2 0-16,0 8 0 0,-3 1 0 16,3-9-24-16,-5 7-106 0,5-1-141 0,0-6-340 0,-4 0-202 15,8 0-281-15,-14-8-116 0,-2 3 40 0,4-14-153 16</inkml:trace>
  <inkml:trace contextRef="#ctx0" brushRef="#br0" timeOffset="82398.39">30866 16800 3202 0,'0'0'1607'0,"0"-13"-442"15,0 13 98-15,0 0-856 0,2 0-567 0,13 6-92 0,-15-6-65 16,5 7 75-16,2-1 133 0,-4 1 56 0,3 4 49 15,-3 5 14-15,-3-3-2 0,3 6 3 0,-3-1-4 16,-3 6-7-16,0-8-7 0,-3 3-5 0,0-8-4 16,-8 7-3-16,2-10 6 0,-12 8-4 0,4-8 2 15,-10 2 4-15,6-7 6 0,7-3 7 0,-7 0 6 16,-5-8 38-16,5 3 41 0,12-6 0 0,-14-4 88 16,8-7 46-16,-2 0-21 0,8 2-39 0,-3-10 43 15,-2-20 9-15,5 8-79 0,2 10-66 0,-2-11-7 16,-2-19 3-16,3 8-39 0,4 14-18 0,-2-17-7 0,1-7 0 15,5 9 0-15,3 18 0 0,0-16 0 0,3 13 0 16,2 3 0-16,-2 7 0 0,1 14 0 0,-4 3 0 16,5-2 0-16,-5 15 0 0,0-11 0 0,0 8-8 15,0 3-59-15,-2 3-59 0,-13 5-179 0,0 3-186 0,-2 2-176 16,-2 0-307-16,5-3 114 0,-13 9-425 0,4-1 81 16,4-5-594-16</inkml:trace>
  <inkml:trace contextRef="#ctx0" brushRef="#br0" timeOffset="82964.87">30059 16258 219 0,'-4'0'3705'0,"4"0"-2323"15,0-3-169-15,-11-4-213 0,11 7-432 0,0 0-555 16,0 0-57-16,0 0-2 0,0 0 0 0,0 0 2 16,0 0 17-16,0 0 19 0,0 0 7 0,0 13 7 15,3 5 2-15,2 4 1 0,2-4-3 0,-5 6 1 16,4 0 0-16,0 13-4 0,0-17-3 0,3 13-2 0,3-2-2 15,-7 11-2-15,1-14 2 0,6 11 0 0,-3 1 3 16,-4 2 0-16,-2-16 0 0,-3 14-1 0,0-3-2 16,-5 5-1-16,-5-18-1 0,-4 8-10 0,3 2-2 15,-13 1 1-15,9-17 8 0,-6 3-3 0,-6-5 2 16,2-3 4-16,1-7 12 0,3-3-1 0,-5-1 3 16,-3-10 4-16,5-2 8 0,9 2 10 0,-9-8 17 15,-5-8 14-15,5 2-11 0,9 4-13 0,-11-8 17 16,0-4-17-16,7 7-22 0,7 6-10 0,-2-3-3 0,-1 1-2 15,10 12 0-15,-7-9 0 0,6 10 0 0,4 1 0 16,2 5 0-16,0 0 0 0,0 0 0 0,0 0 0 16,0 0 0-16,0 0 0 0,0 0 0 0,0 16 0 15,0-8 0-15,5 8 0 0,-5-5 0 0,0 4 0 16,0 3 0-16,-3 1-2 0,1 2-11 0,-8-2-14 16,1-1-6-16,-3-2-10 0,1-6 8 0,-10 4-23 0,1-6 4 15,-1-1 9-15,1-3 11 0,-14-2-14 0,9 1 18 16,-6-6 2-16,6 1 7 0,-8-2 9 0,6-5 13 15,2-2 17-15,-2-2 10 0,-12-9 59 0,10 2-14 16,5-4-2-16,-3-9 6 0,5 7-23 0,-5-8-3 16,0-1-30-16,3-10-19 0,7 14-2 0,-7-15 0 15,4 2 0-15,2-4 0 0,6 1 0 0,3 1 0 0,1 4 0 16,4 0 0-16,-1 12 0 0,5 1 0 0,-3 3 0 16,3-3 0-16,0 14 0 0,0-7 0 0,0 16 0 15,0-12 0-15,0 7 0 0,0 9 0 0,-4-7 0 16,4 2 0-16,0 7 0 0,0 0 0 0,0 0-6 15,0 0-102-15,-3 0-108 0,3 0-107 0,3 0-212 16,-14 7-419-16,7-3-63 0,8-2 126 0,2 12-220 0,11-7-165 16</inkml:trace>
  <inkml:trace contextRef="#ctx0" brushRef="#br0" timeOffset="83167.33">29357 16414 1584 0,'0'0'1990'0,"0"0"-855"0,15 3 360 16,-15-3-634-16,0 0-459 0,2-3-61 0,8-2-129 16,-10 5-94-16,2-5-83 0,10-6-21 0,6 3-10 15,-6 5-4-15,8-5 0 0,1 1 0 0,11-2 0 16,-11 5 0-16,2 1 0 0,-4 0 0 0,10-2-2 16,-24 5-44-16,17 0-103 0,-22 0-150 0,10-3-427 15,-6 3-255-15,-8 0-167 0,4 0 238 0,-14-2-257 0,-1-2-1136 16</inkml:trace>
  <inkml:trace contextRef="#ctx0" brushRef="#br0" timeOffset="83697.91">28558 16160 203 0,'-11'-10'3888'0,"11"10"-3032"0,-9-11 285 0,6 8-92 16,1-7-531-16,2 7-485 0,0 3-40 0,0 0-1 15,0 0 0-15,0 0 1 0,0 0 0 0,0 0 6 16,0 0-4-16,-7 11-2 0,4-6 2 0,-3 10-2 16,0 7 1-16,-3 0 1 0,6-7 2 0,1 9 2 15,-1 5 3-15,0 2 1 0,3-9-1 0,3 7 1 0,2 3-2 16,-2-6 0-16,4-5-1 0,5 11-1 0,0-3-8 16,2 0 0-16,-3-10 1 0,1 7-2 0,5 3-28 15,-1-5-3-15,-8-6 24 0,2 1 12 0,-2 8 4 16,-4-9-2-16,-2-1 6 0,-4-13 16 0,-2 12 16 15,-7 3-25-15,-4-6-9 0,-1 3-1 0,-9 0 9 16,-2-3-2-16,-6 0 3 0,8-5-2 0,-21 6 0 16,5-7 2-16,-3 1 1 0,9-3 3 0,-24 6 12 0,15 0 2 15,-1-3 3-15,20-3-4 0,-17 3 22 0,13-1-14 16,5-3-9-16,21-2-9 0,-15 3 1 16,7 1-12-16,7-6-16 0,1 5 0 0,1 8 2 0,4 3 2 15,5-3 2-15,-4 0 1 0,5 6 8 0,-2-8 11 16,-3 7-6-16,0-9-3 0,-1 9 0 0,-7-5-2 15,2-5-1-15,-3 5 11 0,-14-5 15 0,-4 0 13 0,-3-3-1 16,-5-5 7-16,3 0-11 0,-6-3 0 0,-4-1-11 16,-11-12-20-16,20 8-7 0,-8-6 0 0,0-7 0 15,-6-6 0-15,17 9 0 0,-6-6 0 0,4 0 0 16,-3-13 0-16,8 8 0 0,9 8 0 0,-8-10 0 16,11 2 0-16,3 2 0 0,6 14 0 0,3 2 0 15,0-2 0-15,6 2-16 0,-6 11-80 0,9-2-225 16,6 2-303-16,6 13-84 0,-10-6 37 0,7 10-446 0,9 6-365 15,-4 1 400-15,-6-2-541 0</inkml:trace>
  <inkml:trace contextRef="#ctx0" brushRef="#br0" timeOffset="83839.53">27556 17399 1958 0,'-3'15'1180'0,"3"-4"-414"0,0 0-191 0,3 7-117 15,4-10-362-15,-2-3-27 0,4 4-34 0,6-5-31 0,-3-4-17 16,11-2 1-16,-17 0 1 0,27-9-6 0,-9 2-4 15,-7 2-21-15,-2-1-42 0,-6 3-175 0,18-12-213 16,-13 4-75-16,-2 2-175 0,-6 4 171 0,3-4-163 16,2-7-884-16</inkml:trace>
  <inkml:trace contextRef="#ctx0" brushRef="#br0" timeOffset="84001.1">26846 17083 2790 0,'-29'-11'1532'0,"2"2"-417"0,10 0-295 0,5 5 32 16,0-2-766-16,0-5-272 0,9 8-60 0,-2-4-240 0,5 1-350 15,0-1-61-15,3-4 140 0,-1 3-168 0,8-8 53 16,7 3-789-16</inkml:trace>
  <inkml:trace contextRef="#ctx0" brushRef="#br0" timeOffset="84116.8">26768 16840 3476 0,'-7'-3'1428'0,"-10"-4"-214"0,-1-1-24 15,6 5-412-15,3 1-673 0,0-2-105 16,6 4 0-16,-12-5 0 0,13 3 0 0,2 4-6 0,0-2-67 16,-3-2-319-16,-6-4-113 0,9 6-350 0,0 0-275 15,0-5-84-15,-6-3 14 0,6 5-1088 0</inkml:trace>
  <inkml:trace contextRef="#ctx0" brushRef="#br0" timeOffset="86449.57">18273 16481 1078 0,'0'-9'1677'16,"0"-4"-731"-16,0 0-32 0,-3 11-313 0,-3-15-44 0,0 4-226 16,0 8-15-16,-2-6-72 0,-7-2 131 15,-6 6-115-15,3-2-17 0,1 7-87 0,-7-4 31 0,-3 1-54 16,-2 5-59-16,11 0-39 0,-18 8-2 0,4 0-16 15,-2 2-4-15,0 6-12 0,-3 3-1 0,-2 2 0 16,1 5 0-16,-1 9 0 0,14-9 0 0,-2 14 0 16,3-1 0-16,-3 18 0 0,15-18 0 0,7 11 0 15,-4 0 0-15,9 11 0 0,2-28 0 0,8 11 0 16,2-2 0-16,5 1 0 0,7-20 0 0,11 3 0 0,9 2 0 16,9-8 0-16,-12-6 0 0,18-6 0 0,9-1 0 15,3-7 0-15,-6 0 0 0,-21-7 0 0,15-1-2 16,6-8-161-16,-21 0-309 0,-12 6-92 0,0-12-529 15,2 2-424-15,-9-2 187 0,-9 6-1050 0</inkml:trace>
  <inkml:trace contextRef="#ctx0" brushRef="#br0" timeOffset="86873.42">19704 17036 486 0,'0'0'2351'16,"0"-3"-1292"-16,3-7 20 0,-3 10-283 0,0 0 135 16,0 0-378-16,-8-8-190 0,8 8-189 0,0 0-2 0,-3-3-50 15,-3-10-40-15,6 13-61 0,-6-8-19 0,-3 3-2 16,-3 3 0-16,-11 2 0 0,11 0 0 0,-2 2 0 15,-22 5 0-15,4 2 0 0,12-1 0 0,-7-3 0 16,0 3 0-16,0 2 0 0,10-4 0 0,-4 1 0 16,9-3 0-16,-11-4-7 0,19 2-46 0,-7-2-182 15,-1-2-236-15,10 4-518 0,2-2 158 0,0-2-382 0,8-12 6 16,1 8-754-16</inkml:trace>
  <inkml:trace contextRef="#ctx0" brushRef="#br0" timeOffset="87098.84">19860 17192 1697 0,'10'11'975'0,"-8"-8"-92"0,-2-3 41 15,0 0 75-15,0 0-519 0,7 2-60 0,1 0 2 16,-8-2 28-16,0 0-137 0,0 0-113 0,-3-4 3 16,1-7-39-16,-10 5-105 0,6 6-57 0,-6-5-2 15,-14 3 0-15,-1 2 0 0,10 2 0 0,-10-2 0 16,-12 5 0-16,10-2 0 0,5-3 0 0,-3 3 0 15,-5 2 0-15,6-2 0 0,6-3-7 0,-4 0-62 0,-3-6-211 16,7 1-371-16,13-1-30 0,-10-9-483 0,9-3-50 16,1-9-367-16,7 6-825 0</inkml:trace>
  <inkml:trace contextRef="#ctx0" brushRef="#br0" timeOffset="87733.12">20601 16740 1343 0,'0'0'1983'0,"-4"0"-1216"0,1 13 257 16,3-13 97-16,0 3-628 0,0-1-311 0,0 9-53 0,0-11 28 15,0 0 1-15,3 5-34 0,3-2 48 0,-6-3 1 16,10 10-35-16,-8-7-31 0,-2-3-68 0,0 0-2 16,15 5-17-16,-15-2-4 0,8-3-10 0,4-3-4 15,3 3-2-15,3-5 0 0,-10 2 0 0,28-10 0 16,-16-1 0-16,-2-4 0 0,6-3 0 0,-3 0 0 15,2-5 0-15,-2-2 0 0,-3 8 0 0,8-20 0 0,-6 16 0 16,2 0 0-16,-2 0 0 0,-3-2 0 0,-5 6 0 16,-3 6 0-16,1 1 0 0,-5 7 0 0,4-5 0 15,-9 11 0-15,0 0 0 0,0 0 0 0,6 3 0 16,-4 3 0-16,-2 18 0 0,0-9 0 0,-5 12 0 16,2 4 0-16,-6 15 0 0,0-20 0 0,1 16 0 15,-2 1 0-15,-7 12 0 0,8-23 0 0,-3 11 0 0,-3 4 0 16,7-2 0-16,1-18 0 0,-1 6 0 0,4-3 0 15,2-1 0-15,-1-11 0 0,3-12 0 0,3 10-11 16,-3-3-180-16,0-11-185 0,0-2-100 0,-3 0-492 16,6 0-528-16,-1-15 284 0,2 10 233 0,4-22-1369 15</inkml:trace>
  <inkml:trace contextRef="#ctx0" brushRef="#br0" timeOffset="88315.58">21405 16615 351 0,'15'-2'1691'16,"-15"2"-937"-16,0 0 3 0,0 0-192 0,0 0 83 15,0 0-363-15,0 0-167 0,0 0-37 0,0 0 73 16,0 0 0-16,-3 0 23 0,-9 0-42 0,12 0 42 15,-21 2-20-15,9 1-58 0,4-3-34 0,-10 2 27 16,6-2 11-16,0-2 32 0,-2-1-22 0,2-2 106 16,2-1-40-16,2-4 2 0,2 5-59 0,3-6 15 0,-2-9-20 15,1 9-45-15,4 0-13 0,4-11-11 0,-2 9-9 16,6-2-8-16,-1 4-1 0,5-2-9 0,3 2-6 16,-3 4-11-16,2 1-2 0,4 1 0 0,-9-1-3 15,16 6-12-15,-6 3-3 0,-4 0-6 0,-1 2-20 16,9 3 2-16,-14 0-7 0,9 2 1 0,-9 7 9 15,-4-8 1-15,2 18 12 0,-7-6 10 0,-7 1 6 0,2 2 7 16,-7 7 4-16,-3-4 1 0,1 5 1 0,-6-3 2 16,-2 4-1-16,-7 8-1 0,9-14-1 0,-11 4 10 15,-1-2 5-15,-6 5 16 0,15-12 4 0,-10 1 20 16,1-2 9-16,5-1-6 0,12-7-27 0,1-4 9 16,6 0-8-16,-2-4-32 0,10-5-4 0,0 0 0 15,0 0 0-15,0 0 0 0,0 0 0 0,6-8 0 16,3-2 0-16,15-12 0 0,-9 11 0 0,5 2 0 0,9-5-3 15,-8 6-6-15,6 3 1 0,-10 5 0 0,3 3-12 16,10 1 1-16,-6 2 4 0,-7-1 8 0,10 6 6 16,-6 0 8-16,2 0 8 0,-11 2-1 0,12 5 5 15,-10-5-5-15,-8-5 0 0,8 8-9 0,-4-3-3 16,-5-6-2-16,5 4 0 0,-10-11 0 0,0 0 0 16,12 9 0-16,-12-9 0 0,0 0 0 0,20-6 0 0,-11-4 0 15,-4 2 0-15,10-3 0 0,-3-10-9 0,0 0-174 16,-3 3-374-16,3-10-260 0,-1 10-46 0,8-13-654 15,-5 5 194-15,6-2-1439 0</inkml:trace>
  <inkml:trace contextRef="#ctx0" brushRef="#br0" timeOffset="89163.3">22663 16714 94 0,'0'-14'1656'0,"0"8"-710"0,0-4 4 16,0-4 41-16,0 7-65 0,3-1-322 0,-3-5-127 15,2 4-73-15,-2 2-91 0,0 5-92 0,3-9 15 16,-6 8-69-16,6 6-25 0,-3-3-85 0,-3-3-50 16,6 6-7-16,-3-3 0 0,-3-3 0 0,6 6 0 15,-3-3 0-15,0 11 0 0,0-7 0 0,4 18 0 0,-1-15 0 16,-1 17 0-16,-2-11 0 0,-2 14 0 0,-1-8 0 16,-4 1 0-16,2 7 0 0,-2-10 0 0,2 3 0 15,-10-1 0-15,1 4 0 0,4-9 0 0,-4 4 0 16,-9 0 0-16,4-7 0 0,5-2 0 0,6-5 0 15,-26 5 0-15,29-9 0 0,-16-3 0 0,13 0 0 16,-7-4 0-16,-14-4 0 0,22 6 0 0,-8-12 0 0,-5-6 0 16,8 4 0-16,3 6 0 0,1-5 0 0,-4-8 0 15,5 4 0-15,5 11 0 0,-1-2 0 0,0-9 0 16,3 13 0-16,0-2 0 0,-2 11 0 0,2-16 0 16,0 16 0-16,0 0 0 0,0 0 0 0,0 0 0 15,0 0 0-15,5 8 0 0,-2 0 0 0,3 18 0 16,0-2 0-16,-4 3 0 0,1-3 0 0,4 9 0 15,-5 2 0-15,1 2 0 0,-3 3 0 0,0-3 0 0,0 0 0 16,0 5 0-16,-8 11 0 0,1-24 0 0,-1 14 0 16,-1-1 0-16,-8 11 0 0,5-22 0 0,-6 9 0 15,-3-3 0-15,-6 9 0 0,13-22 0 0,-7 4 0 16,7-6 0-16,-10-6 0 0,14-6 0 0,2-5-53 16,-1-2-214-16,-3-17-568 0,9 1 19 0,6-18-397 15,4-6-1-15,1-3-1062 0</inkml:trace>
  <inkml:trace contextRef="#ctx0" brushRef="#br0" timeOffset="89749.74">23302 16264 938 0,'0'0'1228'0,"0"0"-286"16,0 0 56-16,0-3-162 0,0 3-447 0,0 3-40 16,0-6-102-16,-5 3-104 0,-14-3-93 0,4 3 7 0,-19 3 23 15,10 0-14-15,-6-3 7 0,4 4-12 0,-4-1 3 16,1 0-7-16,0 2 7 0,9-2-7 0,-7 3 63 16,18-4 29-16,-9 5 37 0,6-7-33 0,3 4 112 15,9-4-70-15,-12 5-30 0,9-1-43 0,3-4-38 16,0-2-45-16,0 4-26 0,0-2-12 0,0-2-1 15,0 4 0-15,0-2 0 0,0 6 0 0,3 5 0 0,9 10 0 16,0-5 0-16,3 11 0 0,-6-12 0 0,3 6 0 16,-1 6 0-16,1 9 0 0,-6-14 0 0,6 7 0 15,-1 3 0-15,1 8 0 0,-5-16 0 0,1 7 0 16,4 1 0-16,-3 2 0 0,-4-15 0 0,-2 10 0 16,1-3 0-16,1 12 0 0,-2-18 0 0,-3 10 0 15,3-1 0-15,-3 6 0 0,0-15 0 0,4 4 0 0,-4 5 0 16,0 1 0-16,-4-12 0 0,4 3 0 0,-3 8 0 15,0-7 0-15,3-7 0 0,0-7 0 0,-2 8 0 16,-5 2 0-16,7-9 0 0,-3-4 0 0,3-5-3 16,-2 6-64-16,-1 1-62 0,3-7-70 0,0 2-339 15,3-17-615-15,-1 7-29 0,1-13 278 0,4-3-246 16,1-3-1170-16</inkml:trace>
  <inkml:trace contextRef="#ctx0" brushRef="#br0" timeOffset="89944.21">23458 16784 1082 0,'9'-15'1932'0,"6"2"-899"0,-12 7-236 0,2-2 337 15,-1 0-498-15,-1 1-226 0,-6 7-196 0,3-17-13 0,0 15-37 16,-15-6-63-16,6 5-18 0,0 0-32 0,-18 3 14 16,10 6-27-16,-6-3-16 0,2 2-11 0,-6 1 2 15,4-2-3-15,-1-1-19 0,0 3-12 0,2-4-41 16,-2-2-62-16,12 3-188 0,-3-6-101 0,-2 1-668 15,-2-2-78-15,8-9-7 0,5 8 224 0,3-10-1618 16</inkml:trace>
  <inkml:trace contextRef="#ctx0" brushRef="#br0" timeOffset="90951.52">24033 16766 465 0,'0'0'848'15,"0"0"-252"-15,-3 0 6 0,3 0-133 0,3 0 163 16,-6 0-289-16,6 0-41 0,-3 0-142 0,0 0 28 0,0 0-35 16,0 0-42-16,-3 0 20 0,6 0-23 0,-3 0 32 15,-3 0-15-15,6 0 0 0,-3 0-38 0,-12-6 15 16,12 4-59-16,0 2-1 0,0 0-6 0,0 0 31 15,0 0-9-15,-3 0-4 0,3 0-15 0,3 0 35 16,-6 0-21-16,6 0-6 0,-3 0-10 0,-3 0 24 16,6 0-8-16,-3 0-2 0,0 0-20 0,0 0 22 15,0 0-17-15,-3 0-7 0,3 0-13 0,3 0 7 16,-6 0-12-16,6 0-3 0,-3 0-2 0,-3 0-8 0,6 0-2 16,-3 0-1-16,0 0 1 0,0 0 0 0,0 0 1 15,-3 0 0-15,6 0 4 0,-3 0 0 0,-3 0-2 16,6 0-21-16,-3 0-60 0,-3 0-113 0,6 0-130 15,-3 0-187-15,-3 0-258 0,3 0 63 0,3 0-476 16,-6 0 239-16,3-2-807 0</inkml:trace>
  <inkml:trace contextRef="#ctx0" brushRef="#br0" timeOffset="92030.64">25691 14681 1091 0,'-22'-3'1550'0,"7"1"-991"16,8 0 192-16,-10-7-103 0,-5 1-327 0,20 5-230 0,-6-7-21 15,4 10-1-15,-7-8 6 0,11 8-25 0,0 0 18 16,0 0-1-16,0 0-9 0,0 0-9 0,3 0-8 16,9 3 14-16,11 2-1 0,1 3-8 0,8 3 12 15,1 0-8-15,14 2-9 0,-3 0-12 0,2 0-17 0,2 3-4 16,4-1 1-16,4-1-1 0,0-4-2 0,19 4 0 16,-2-4-2-16,15-2-4 0,-19 2 1 0,51 1 8 15,-19 0 6-15,4-3-1 0,-27 0-2 0,30 0 4 16,21 3-3-16,-25-4-7 0,-21-1-9 0,20 1-7 15,-6 2 2-15,18 4-4 0,-51-5 8 0,18-1 3 16,-13-1 4-16,8 4 2 0,-40-6-1 0,11 0 0 16,-10-1 0-16,-5-1 2 0,-1-2-10 0,-20 0 4 0,0 4 2 15,-1-4 4-15,-5 0 2 0,2 2-6 0,-8-2 2 16,0 0 5-16,0 0-22 0,0 0-81 0,0 0-116 16,0 0-214-16,-2-2-227 0,-1-9-100 0,-2 3-255 15,1 3 66-15,-11-6-909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400" units="cm"/>
          <inkml:channel name="Y" type="integer" max="15875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2208.69556" units="1/cm"/>
          <inkml:channelProperty channel="Y" name="resolution" value="2204.86108" units="1/cm"/>
          <inkml:channelProperty channel="F" name="resolution" value="0.00114" units="1/dev"/>
          <inkml:channelProperty channel="T" name="resolution" value="1" units="1/dev"/>
        </inkml:channelProperties>
      </inkml:inkSource>
      <inkml:timestamp xml:id="ts0" timeString="2026-03-01T13:43:16.16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22359 6709 898 0,'-8'0'1340'0,"8"0"-702"0,0 0 191 15,0 0-183-15,0 0-369 0,0 0-133 0,0 0 13 16,0 0-83-16,0 0-62 0,8 0-4 0,1 0 1 16,-9 0 0-16,12-2 1 0,-4 2 3 0,2 0 2 0,2 0 6 15,0-3 0-15,10 6 5 0,-7-3-12 0,12 0 14 16,-6 2 0-16,2 1-6 0,-5-1-7 0,14 2 4 15,-5-2-10-15,2-2 0 0,-9 5-11 0,14-3-6 16,10 2-1-16,-10-2-3 0,-7-2 4 0,12 5 5 16,2-3 0-16,3 2 10 0,-17-4 0 0,8 2 2 15,3-2 5-15,6 0 4 0,-14 0-9 0,6 3-2 0,-2-1-8 16,2 2-2-16,8 1 3 0,-17-3-1 0,5 4-1 16,0-1 4-16,-3 0 7 0,7 1-2 0,-4-2-2 15,4 5-3-15,-4-7 1 0,-5 7-2 0,8-2-5 16,-2 1-1-16,-3-3 5 0,-8 1-2 0,9 1-4 15,-6-1-2-15,2-3-3 0,-12-1 1 0,-3 0-12 16,14 4-15-16,-8-3 1 0,0-1 11 0,0-2-11 0,-4 6-6 16,18-3-8-16,-20-1 16 0,0 0 16 15,3 1-1-15,20 5-2 0,-9-8 12 0,-11 3 10 16,6-1 0-16,2 2 1 0,13-4-3 0,-16 0-3 0,-1 2-1 16,1-2-3-16,12 0-4 0,-11 0 6 0,-12 0 0 15,14 0 3-15,-8 2 4 0,6-2 1 0,2 0 5 16,-8 0-1-16,-3 0 0 0,5 0-2 0,7-2 9 15,0-4 1-15,-16 6 1 0,11-2 5 0,-11 2-2 16,21-3 18-16,-14 3-6 0,3-2-2 0,-12 2-9 0,18 0 12 16,-7-6-14-16,-5 6-3 0,3-3-7 0,-3 1 1 15,2 0-7-15,1-1-3 0,-10 0-3 0,5 0 0 16,4 3-1-16,-14-2-6 0,12 2 2 0,-6 0-1 16,0 0 1-16,5 0 2 0,1 0 0 0,-3 0-10 15,-3 2-2-15,8-2-2 0,-2 3-13 0,0-3-6 16,6 3-8-16,-9-3-26 0,3 0-42 0,3-3 7 15,-3 0-43-15,-2 1-36 0,2-7-82 0,-12 9-5 0,12-7-276 16,-9 1-48-16,1 1-8 0,1-1 177 0,-5 6-825 16</inkml:trace>
  <inkml:trace contextRef="#ctx0" brushRef="#br0" timeOffset="1431.17">16125 6786 21 0,'12'2'288'0,"-1"4"28"16,-4-3-92-16,-5-1 7 0,13 3-62 0,-3 1 12 15,-4-4-51-15,13 3-40 0,-15-1-40 0,15-4 9 16,3 0-7-16,5 0-8 0,-6 0-20 0,-2 0-5 16,6 0 4-16,2 7-9 0,9 1 18 0,-14-3 0 0,5 4 21 15,3-1 21-15,9 2 13 0,-2-4 23 16,-3-6 11-16,-1 2-2 0,3 0-12 0,-5 1-18 0,20 3 49 16,-14-4-33-16,5 1-26 0,-10-1-36 0,17 4 12 15,10-1 28-15,-14-3-28 0,-11 2-25 0,8-2-2 16,17 5 13-16,-13-1 4 0,-16-3-22 0,15 2-2 15,1 3-9-15,11 0 4 0,-6 0-2 0,-21 0-5 16,15 0-2-16,16 8-3 0,-17-9-2 0,-10 2-1 0,2-1-3 16,-2 2-10-16,2 0-12 0,-6 1 4 0,-2 0-13 15,-4 0-6-15,-3 0-36 0,1-4-70 0,5 1-69 16,-5-3-102-16,-6 1-139 0,-1-6 92 0,-8 0-125 16,27-4-69-16,-18-3-120 0</inkml:trace>
  <inkml:trace contextRef="#ctx0" brushRef="#br0" timeOffset="8328.73">2633 4021 357 0,'0'0'481'0,"-2"0"-109"15,-10 0 30-15,12 0 5 0,-15 0-20 0,12 0-84 16,-6 0-43-16,1 0-16 0,8 0-90 0,-16 0 114 16,16 0-54-16,-5 0-15 0,-5 0-77 0,10 0 31 15,-2 0 5-15,-10 3-11 0,12-3-40 0,0 0-35 16,-15 0 12-16,12 0 7 0,6 0-22 0,-3 0-22 0,-8 2 9 16,-1-2-7-16,11 4-2 0,-10-2-26 0,-1 0-3 15,-3 9-2-15,7 0-4 0,-2-6-1 0,-8 8 0 16,7-2-1-16,-1-4-1 0,0 6-3 0,-2 0 6 15,2 9-1-15,-1-6-2 0,5-3-2 0,2 6 4 16,0 1 8-16,-3-9-3 0,3 0-2 0,3 2-8 16,0-7 3-16,3 7 1 0,-3-3-10 0,2-6-9 0,-2 3-8 15,4 1-3-15,-4-8 1 0,0 0 6 16,6 7-6-16,-3-3 4 0,-3-4 10 0,12-4 5 0,-7 2 0 16,4-3-2-16,1-6 0 0,-5 7 2 0,16-16 0 15,-6 7 1-15,-4-2 1 0,-2-1 9 0,6-3 9 16,-3-8 15-16,-3 9 30 0,-6 2 3 0,2-5 46 15,-2 8 54-15,-3 2-24 0,0-4 4 0,0 9-42 16,-3-4 11-16,3 6-17 0,-5-9-23 0,5 13-39 16,-3-9-3-16,3 5 25 0,-4 2 21 0,-1-7-35 0,5 7 16 15,0 2-12-15,-3 0 7 0,-6-3-20 0,9 3-28 16,-3 0-4-16,-9 9-4 0,12-9-5 0,0 0 2 16,-9 13-2-16,9-11-1 0,-3 7-2 0,0-2-7 15,3 1-1-15,0 6-1 0,0-14 0 0,3 13-8 16,-3-13-7-16,0 0 14 0,0 0-8 0,0 0 1 15,0 0-4-15,0 0 29 0,0-3 14 0,9 0 1 0,-3-4 2 16,0-2 10-16,0-6 9 0,-4 12-18 0,5-10-5 16,-2-9 24-16,-2 18 18 0,1-5-14 15,-4 7 12-15,0-9 15 0,0 9-17 0,0-12-20 0,0 14-5 16,0 0-31-16,0 0-8 0,0 0-17 0,-7-6-12 16,2 2-106-16,2 6-79 0,-9 11-284 0,0-2 12 15,10-6-372-15,-10 12-178 0,0-4 24 0,9-11 258 16</inkml:trace>
  <inkml:trace contextRef="#ctx0" brushRef="#br0" timeOffset="9003.93">2209 3140 2156 0,'3'0'1220'0,"-3"0"-487"0,-3 0-31 0,6 0-567 16,3 14-131-16,-10-1-1 0,4-8-4 0,0 19 2 16,-2-3 3-16,2 0 2 0,2-2 7 0,2-4 4 15,-1 9 19-15,0 3 8 0,2-3 2 0,2-6-9 16,-2 8 21-16,4 3-1 0,1 11-2 0,-8-13-31 16,4 7 2-16,-4-2-7 0,2 2-3 0,-4-8-10 0,3 17-1 15,0-14-2-15,-1-5 1 0,1-8 0 0,1-8-3 16,4 15-80-16,-1-15-41 0,-5-3 5 0,-2-5-122 15,6 6-43-15,0-1-155 0,-6-10 29 0,3-8-65 16,-6-6-17-16,1-2-46 0,2-5 14 0,-7 0 5 16,4-4 123-16,-6 1 76 0,1-2-116 0</inkml:trace>
  <inkml:trace contextRef="#ctx0" brushRef="#br0" timeOffset="9281.77">2192 3367 1009 0,'-18'-31'942'0,"6"15"-422"0,-2-8 237 16,-1-2-17-16,-4 0-194 0,9 6-211 0,-9-8 150 15,4 6-149-15,3-4-66 0,4 8-92 0,-1-9 100 16,6 21-67-16,-6-14-22 0,6 9-29 0,3-2-50 15,-2-6 44-15,2 11-67 0,0 0-33 0,5-3-25 16,-5 2-10-16,9-5-16 0,3 1-15 0,-9 7-11 0,21-5-13 16,-7 4 16-16,7 1-4 0,-6 4 16 0,4-3 14 15,5 1-3-15,6 2 31 0,-15 2-24 0,6 2-11 16,-2-2 3-16,5 4-7 0,-10-2-13 0,7 3 0 16,-2 1-22-16,-8 1 13 0,9-1 15 0,-8 2 11 15,-6-2 1-15,6 7-3 0,-3-2 1 0,-9-4 27 16,9 19 10-16,-10-7-16 0,-4-1 17 0,-1-2 1 15,-12 10 38-15,3-4-10 0,-6 2-22 0,3-8-11 0,-15 10 8 16,1 3-59-16,-3-5-68 0,11-5-4 0,-5 7-99 16,-12-2-234-16,8-6-85 0,9-7 3 0,-6 2-411 15,5-5-124-15,0-2 37 0,8-4 92 0,-9-4-655 16</inkml:trace>
  <inkml:trace contextRef="#ctx0" brushRef="#br0" timeOffset="10999.17">2531 11448 704 0,'-12'11'559'0,"12"-11"-116"0,-6 7 39 16,6-1 0-16,-6-1-112 0,3 1-172 0,3-6-66 16,-7 5 2-16,2-1-26 0,5 0-48 0,0-4-25 0,-3 5 7 15,1 3-1-15,2-8-4 0,0 0-3 0,2 10 18 16,1-4-3-16,-3-6 0 0,9 11-25 0,-6-9 6 16,-3-2-12-16,12 8-13 0,-9-5-3 0,-3-3 10 15,12 2 12-15,-7-2 2 0,-5 0 4 0,12 0 2 16,-9 0 7-16,-3 0-2 0,12-8-17 0,-7 8-6 15,2-5 5-15,-2-1-1 0,-1 4 1 0,1-6-8 16,-2 8 5-16,4-10 27 0,-5 10 17 0,-2 0 5 0,0-3 63 16,3-10 36-16,-3 13 119 0,0 0-104 0,3 0 53 15,-11-6-22-15,1 4-13 0,-5 2-55 0,4 2-79 16,-7 0-10-16,6 4 5 0,-3 5 7 0,-5-4-3 16,7 2 20-16,-2 4 11 0,2 3-7 0,6-8-18 15,-7 12-4-15,7-11-17 0,1 9-2 0,1-10-28 0,2 8-6 16,2-3 1-16,1-2-6 0,1-3-5 0,-4-8 0 15,8 13-12-15,-8-13 2 0,9 8 2 0,-6-5 4 16,-3-3 1-16,12 3-3 0,-9-1 6 0,3-4 4 16,0-1 2-16,-1 0-2 0,10-2-23 0,-9-6 13 15,0 9 10-15,0-9-1 0,0-2 0 0,-6 8 1 16,5-8 2-16,-5 2 18 0,-3 2-10 0,3 2-5 16,-5-6 21-16,5 9 17 0,-3-3 8 0,-1-1-7 0,4 8 30 15,-8-3 0-15,2-1-19 0,-5 4-24 0,4 2-10 16,-5 3-10-16,-5 1-32 0,12-4-7 0,-7 5-36 15,0 4-21-15,2 0-107 0,2 0-79 0,2 4 1 16,3-10-247-16,-2 10-244 0,-2-2-328 0,7-11 194 16,0-2-53-16,-3 0-977 0</inkml:trace>
  <inkml:trace contextRef="#ctx0" brushRef="#br0" timeOffset="11679.36">2772 12197 63 0,'0'5'845'0,"3"8"-168"15,-3-2-159-15,-3-3 49 0,6 12 105 0,-1-6-405 16,2 12-59-16,2-2-60 0,-1 2 2 0,-1 1 26 16,7 5-44-16,-2-1-5 0,0-4 31 0,-3-1-34 15,8 17 94-15,-4-11-50 0,2 0-37 0,-4-9-38 16,1 7 12-16,-1-1-34 0,4-1-18 0,-5-12-35 0,-2 3-10 15,-2-14 0-15,3 14 0 0,0-8-3 0,0-9 2 16,-6-2 0-16,-4 0 3 0,8 0 8 0,-8-6-8 16,2-3 3-16,-4-15-4 0,4 2 0 0,-5-2 1 15,2-2-1-15,-2-5 22 0,-1-4 42 0,-1 11-8 16,-3-21 54-16,4 6 9 0,-2-1 25 0,5 10-26 16,-7-12 33-16,-3-6 16 0,9 11-33 0,0 8-37 0,0-4 26 15,0-5 31-15,1 14-43 0,5 11-33 0,0 5 14 16,-4-8-12-16,4 11 6 0,0-5-57 0,4 10-7 15,-8 0-9-15,13 2-18 0,1 0-7 0,0 1 1 16,0 3-5-16,14 12-4 0,-2 1-9 0,-7-3 12 16,9 8 13-16,0 0 3 0,5 9 4 0,-11-9 1 15,6 5 12-15,2 1 1 0,-6-7-5 0,5 1-12 0,1 2-1 16,-3-4-4-16,4-7-4 0,-6-1 0 0,6 5-2 16,-7-10 1-16,0 0 1 0,-4-7 0 15,-6 4 3-15,9-3-2 0,-4-3 0 0,-5-3 2 0,2-3 5 16,0-1 8-16,-5-1 2 0,4-16 0 0,-11 6-4 15,4-20 8-15,-4 6-7 0,-4-4-6 0,-2 4-6 16,1-19-3-16,-7-2 0 0,-3 5 0 0,1 12 0 16,-10-14 0-16,-3-11 0 0,7 13 0 0,1 19 0 0,-6-13 0 15,-2-1 0-15,6 9 0 0,6 13 0 0,1-6 0 16,-4 1-6-16,6-1-103 0,3 9-252 0,3-1-106 16,-6 1-532-16,7 10-214 0,-10-16-2 0,6 6-1075 15</inkml:trace>
  <inkml:trace contextRef="#ctx0" brushRef="#br0" timeOffset="13079.62">3447 5897 296 0,'0'-3'452'0,"0"6"-201"0,0-3 0 0,0 0-77 15,0 0 22-15,0 0-131 0,0-3-47 0,0 3-10 16,0 3 6-16,0-3 7 0,0 0 9 0,0 2-1 16,0 11 28-16,0 1 8 0,3-8 17 0,-3 9-23 15,2-2 15-15,-2 11 15 0,0-6-21 0,0-1-14 0,0 4 42 16,0 0 0-16,0 8 87 0,0 3 117 0,0 4 35 16,0 2-1-16,0 5-28 0,0-1-25 0,0 6-25 15,0-6-101-15,0 0-101 0,3 3-18 0,-3-13-14 16,4 16 7-16,-1-4-7 0,-3-7-7 0,2-8-6 15,4 14 1-15,-2-3 5 0,-4 7 5 0,0-17-7 16,2 9 5-16,-4 3 0 0,2-2 7 0,-4 10 32 0,-2-8 17 16,4 0 1-16,2 4-1 0,-3-17-15 0,-4 23 34 15,5-1 7-15,2-9-48 0,0-12-20 0,0 9 16 16,2 8 0-16,-2 7 12 0,7-14-23 0,-7-11-20 16,3 5 5-16,-3 11-4 0,2 0-9 0,4-11-1 15,-2 3-6-15,-2 0-1 0,4-2-1 0,0-12 0 16,0 14-2-16,-4-7 1 0,5 1 0 0,-2-7 1 0,1 5-3 15,-2 8 1-15,1 3 1 0,-2-16 1 0,1 7 0 16,-2 2 0-16,1 0 0 0,0 2 1 0,-1 0 0 16,2-6 1-16,-1 3-1 0,2 8 1 0,2-4 2 15,-7-4-1-15,3 3 0 0,-1 1 0 0,1-6-1 16,-3 12 1-16,0-3-3 0,-3 1-2 0,3-14-1 16,0 12-24-16,-2 1-8 0,2 3-7 0,0-15 16 15,0 5-8-15,2-3 4 0,-2 0 12 0,0 3 23 16,0-3 5-16,0-5-1 0,0 5 0 0,0-8-3 0,-2 14 3 15,-1-1-6-15,3 0 5 0,0 1 3 0,-4-6 7 16,4 11 17-16,0 10 13 0,0-8-11 0,0-7-7 16,0 4 9-16,4 6-2 0,-1 8-5 0,-1-21-18 15,4 2 13-15,-2 0 4 0,-2 6 2 0,1-3 6 16,0 3 31-16,-1-3 1 0,-2 0-1 0,4-8-19 16,-4 26 61-16,3-18-6 0,0 1-12 0,-1-12-30 0,5 22 29 15,-2 2-3-15,2-10-25 0,-4-9-30 0,2 12-3 16,2 15 8-16,-2-16-14 0,-2 1-4 0,-1-16-4 15,5 17 8-15,-2-2-4 0,-2-7-18 0,1-9 2 16,-1 11-1-16,6 14 0 0,-6-14-7 0,2-11 3 16,2 9 0-16,-5 5 10 0,10 2-9 0,-6-18 3 15,-1 7 13-15,-1-2 7 0,8 8 4 0,-7-15-13 0,5 4 4 16,-5-4-9-16,0-4-20 0,-1-3-25 0,2 2-78 16,-3-1-114-16,-1-9-72 0,2 6-76 0,-4-13-9 15,0 0-569-15,0-7-83 0,0-15 49 0,-6 7 251 16,0-14-1433-16</inkml:trace>
  <inkml:trace contextRef="#ctx0" brushRef="#br0" timeOffset="14116.86">3438 5868 42 0,'2'-2'718'0,"5"-9"-365"0,-7 11-99 15,5-16 191-15,2 8-94 0,-4-1-102 0,-3 0-85 0,2 0 67 16,1 1 5-16,-3 3 66 0,3-3-123 0,-3 8 53 16,0-3-2-16,0-7-29 0,4 7 33 0,-4 3-98 15,0 3 34-15,0-3-16 0,-4-3-23 0,-2-8-56 16,6 9 2-16,0 2-26 0,0 0-12 0,0 0-16 16,0 0 3-16,0 0-10 0,0 0-1 0,-5 5-2 15,-4 3 2-15,-1 11 1 0,-2-1-4 0,4-4-7 16,-16 14 6-16,7-1-6 0,-4-1-2 0,3-2-1 0,-2 16 2 15,-4-3 8-15,-10 5 11 0,10-7 3 0,6-11-2 16,-6 11 13-16,0-7 14 0,-2 1 40 0,15-13-36 16,-4 5 16-16,6-3-7 0,0-1-5 0,6-12-20 15,-2 6 7-15,5-11-29 0,0 0-3 0,0 0-3 16,0 0 1-16,0 0 0 0,14-3-1 0,-6-3-4 16,7-12-1-16,0 3-5 0,3-4-15 0,-3 3 2 0,12-10-11 15,-7 2 4-15,4-3 0 0,2 3 2 0,-8 9 10 16,8-12 21-16,1-8 8 0,-2 7-2 0,-6 6-5 15,4-4 6-15,1-3-1 0,0 5-7 0,-2 0-10 16,-3 3-1-16,-2 5-1 0,-5 2 1 0,-9 12 0 16,12-14-1-16,-10 6 0 0,-1 7 0 0,-4 3-1 15,3-5-1-15,2-1 0 0,-2 6-2 0,-3 0 1 0,0 0-1 16,6 11 2-16,-6-11-2 0,8 11 2 0,2 2 4 16,7 11 2-16,-8-8-1 0,6-1 3 0,-3 1-4 15,3 6 0-15,-1 4-2 0,1-4-2 0,-6-7-2 16,6 3-3-16,-7 6-13 0,4 0-81 0,-5-6-164 15,1 4-261-15,-2-1-277 0,-6-5-105 0,0-3 228 16,0-4-530-16</inkml:trace>
  <inkml:trace contextRef="#ctx0" brushRef="#br0" timeOffset="14998.48">3969 8268 1022 0,'-7'-13'1659'0,"-1"-6"-1093"15,1 8 204-15,2 1-36 0,-7-14-429 0,5 5-191 16,-1 3-23-16,6 6-8 0,-2-6-28 0,-2 3-28 16,1 0-6-16,-2-3 16 0,2 3 13 0,5 10-5 0,-3 0 24 15,-3-7 10-15,6 10 24 0,0 0-24 0,0 0-31 16,0 0-2-16,-3-6-16 0,0-2-16 0,3 8-11 16,0 6-3-16,0 5-1 0,0 4-2 0,0-2 1 15,0 14 0-15,0-1 3 0,0 1 5 0,0-3-2 16,3 7 3-16,0 6 8 0,3 6 7 0,-3-16-4 15,5 12 7-15,-1 1-1 0,5-3 0 0,-7-8-7 0,10 10 11 16,-3-7-11-16,0-6 0 0,0-4-2 0,-4-7-5 16,9 9 3-16,-1-8-13 0,-8-8-5 0,1 1-1 15,3-5-5-15,18 7 1 0,-22-11 8 0,10 0 4 16,-7-6 5-16,16-7 0 0,-6 0-11 0,-4-3-17 16,1-2-17-16,-4-14-23 0,5 3-4 0,-4 7 16 15,-5-11-16-15,5-10 0 0,-6 7 33 0,-2 6 18 0,-7-4 9 16,0-1 3-16,-9-9-4 0,6 14 5 0,-6-4 0 15,3-1 4-15,-3 7 23 0,-3-7 45 0,7 22-8 16,2 2 46-16,-6-7 40 0,6 9 22 0,0 5-42 16,3 4 74-16,0 0-29 0,0 0-27 0,0 0-82 15,3 10-29-15,0-2-32 0,6 13-9 0,-4-5-6 16,5 5-42-16,0 8 3 0,2 0 65 0,-5-5 4 0,1 11 10 16,4 2 0-16,-3 7 3 0,-1-17-12 0,-1 10 2 15,-2 0-15-15,2-8-3 0,4 11 0 0,-5-19-2 16,6 3-4-16,-4 3-4 0,2-7-14 0,-1-1-4 15,2 5-148-15,-2-6-58 0,3-5-116 0,-9-10-53 16,9 12-359-16,-12-15-194 0,17 6-322 0,-14-3 598 16,4-14-173-16,-2 4-434 0</inkml:trace>
  <inkml:trace contextRef="#ctx0" brushRef="#br0" timeOffset="15564.98">4652 8482 955 0,'-3'0'1436'0,"6"0"-762"16,-3 0 199-16,-3 0-218 0,6 0-240 0,-3 0-267 16,0 0-76-16,2 10-42 0,-2 1-19 0,0-2-8 15,-2 4-3-15,2-4 0 0,0 21 2 0,2-14 2 16,1 6 9-16,1-2 15 0,1-1 25 0,1-3-13 15,3 4 14-15,3 7 18 0,3-6-14 0,-6-5-16 0,-1 5-3 16,1-3-22-16,3 4-1 0,-4 2 2 0,-4-22-8 16,7 22-6-16,-4-13-22 0,1 5-14 0,-4-11-1 15,4 5-12-15,-8-10 4 0,12 14 1 0,-10-14 13 16,-2 0 8-16,0 0 11 0,0 0-16 0,4-5-9 16,-1-4-12-16,-12-6-3 0,3 6-4 0,-6-13-1 15,3 2-4-15,1-1 12 0,-7 0 21 0,6 2 8 16,-6-12-8-16,1 2 9 0,2-3 0 0,-6 3 17 0,9 5 10 15,-8-13 29-15,5 3 29 0,0 2 14 0,4 14-11 16,-4-9 31-16,2 6 4 0,5-6 12 0,-4 9-48 16,6-1-11-16,0 1-20 0,3 1-14 0,0 13-14 15,0-14-9-15,6-2-8 0,-4 13-2 0,5-1 3 16,-4-3 0-16,9 9 0 0,-4-3 5 0,1-1 0 16,0 6 0-16,6 0-2 0,2 0-3 0,-7 6-1 0,4-1-3 15,1 3-5-15,-7-1-3 0,11 4-1 0,-14-3 6 16,7 6-7-16,5 6 1 0,-5-4 6 0,-4-6 3 15,4 12-1-15,0 2-2 0,-2-6 1 0,-5-2 3 16,2 5 0-16,-7-2-3 0,2 4-3 0,-4-10 5 16,-2 7 0-16,-4 0 0 0,-2-1-2 0,2-6 2 15,-8 3 1-15,6-8-3 0,0 0-3 0,-4 2-4 0,4-4-46 16,-4-1-36-16,-6-5-164 0,8 0-125 0,-3 0 9 16,-6-11-217-16,1 1-138 0,5-6-29 0,0-2 47 15,10-4-42-15</inkml:trace>
  <inkml:trace contextRef="#ctx0" brushRef="#br0" timeOffset="16195.29">4844 8178 1138 0,'5'0'882'0,"-5"-2"-29"0,0 2-344 15,12-4 92-15,-12 4-193 0,0 0-220 0,3 4-156 16,9 3-19-16,-12-7-2 0,14 13 4 0,-11-7 8 0,12 7 21 15,6 5 32-15,-13-9-5 0,1-2-10 0,15 12 37 16,-9-1 7-16,0 4 7 0,-1-7-43 0,-6-4-22 16,11 5 2-16,-4 5-15 0,-1-5-22 0,1-1-3 15,-3 1 2-15,3-3 5 0,0 9 11 0,-5-11-4 16,-3-4 10-16,10 12 0 0,-5-8-9 0,-9-6-12 16,12 10-3-16,-9-6-24 0,0-5-12 0,-4 0 2 15,8 6-15-15,-10-10-3 0,0 0-2 0,0 0 3 16,0 0 10-16,0 0-1 0,0 0 7 0,0 0 7 0,5-8 2 15,-8-5-16-15,-2-8 4 0,-4 3-1 0,-1 4 11 16,0-10-2-16,-9-8 0 0,-1 3 10 0,5 5 9 16,-9-5 13-16,4-5 24 0,-4 5 17 0,0 2 12 15,1 1 6-15,2 2 1 0,4 6 29 0,5 1-2 16,-6-3 74-16,9 1-13 0,4 1 23 0,5 13-36 16,-3-12 53-16,3 1 4 0,0 16-88 0,0-13-13 0,0 11-52 15,0 4-7-15,0-4-34 0,3 4-6 0,11-2 3 16,-4 3 0-16,0 3-16 0,14 9-4 0,-9-10 6 15,6 6 2-15,2 0 3 0,-2 4-10 0,-6-4 7 16,8 0-3-16,1 0 2 0,3 4-5 0,-10-2 0 16,4 1-22-16,6-4-28 0,-2 4-6 0,-6-1 12 15,8 2-56-15,-5-1 16 0,5-4 5 0,-10-1 40 0,7-4 9 16,0-1 7-16,6 0-6 0,-13-8 12 0,-2 4 8 16,-3-2-8-16,0 0 1 0,5-3-8 0,-12-4 16 15,2-1 4-15,-2-14 15 0,-2 6 9 0,-3 2 2 16,-8-16 18-16,1 5 16 0,-3-4 15 0,-2 9-3 15,-10-17 65-15,0 2 18 0,-2-3 27 0,6 11-35 16,-11-10 34-16,-7-9 55 0,4 0 2 0,8 19-76 16,-3-11 24-16,-2 3-34 0,2-5 9 0,10 13-52 0,8 8-56 15,-2-1 0-15,-1-2-25 0,5 11-12 0,2 8 0 16,2-6-1-16,3 9-33 0,-6-9-166 0,6 11-75 16,0 2-174-16,0-2-72 0,0 0-247 0,9 9-92 15,0-1-433-15,-6-3 261 0,12 3-121 0,-10-5-340 16</inkml:trace>
  <inkml:trace contextRef="#ctx0" brushRef="#br0" timeOffset="18080.25">9763 1158 297 0,'0'-11'1071'16,"0"-4"-201"-16,3 7-133 0,1-2 183 0,-4 10-468 16,0-20 183-16,0 20-284 0,0 0-22 0,0 0-181 15,0 0 7-15,0 0-57 0,0 0-65 0,0 0-13 16,0 0-5-16,0 0-9 0,0 0-4 0,0 0-2 15,0 0-1-15,0 0 1 0,-16 6-1 0,13 8 2 0,-2-1 2 16,-2 18-1-16,2-5 2 0,-4 14 0 0,3-10-1 16,1 14 2-16,-7 2 8 0,0 20 28 0,3-22-12 15,-3 18 15-15,4-1 1 0,1-4 2 0,2 5 0 16,5-5-14-16,2-6-18 0,5-6-4 0,-2-14-5 16,7 4-1-16,3-1-1 0,9-2-5 0,-9-14 1 15,5 4 1-15,4-4-1 0,-4-5 0 0,4-2 1 0,0-3 4 16,-4 1-1-16,6-9 2 0,1-4-1 15,-9 2 0-15,14-3 11 0,1-8 59 0,-8-1 13 0,-3 1-22 16,10-11 22-16,-3 3-13 0,0-21-37 0,-10 13-36 16,8-6-56-16,-2-5-23 0,-4-2-3 0,-1-6-1 15,-5-7 15-15,4 5 40 0,-9-3 7 0,0-8 8 16,-1 0 8-16,-4-16 5 0,-2 30 62 0,-3-14 115 16,0 28-27-16,4-11 147 0,-8 20-57 0,4 6 56 0,0-4-143 15,0 9 14-15,-3 0-108 0,3-3-47 0,-2 14-14 16,2-9 0-16,0 11 0 0,-3-13 0 0,3 9 0 15,3 4 0-15,-3 0 0 0,5 22 0 0,-1-11 0 16,1 13 0-16,1 13 0 0,-2-11 0 0,-2 1 0 16,4 10 0-16,-4 7 0 0,2 15 0 0,-1-19 0 15,-3 2 0-15,3 11 0 0,-3-3 0 0,-3 11 0 16,3-24 0-16,-3 8 0 0,3 3 0 0,-4 5 0 16,4-22-10-16,0 6-59 0,-2 3-80 0,4-8-117 0,-2 2-160 15,0-8-145-15,4-2-205 0,-1-2-274 0,-3-15 199 16,5 6-214-16,-2-9-839 0</inkml:trace>
  <inkml:trace contextRef="#ctx0" brushRef="#br0" timeOffset="18862.16">10700 1825 1534 0,'0'0'1090'0,"0"0"-293"0,0 0-199 15,0 0 210-15,0 0-438 0,0 0-215 0,0 0-132 16,-8 13-29-16,8-13-11 0,0 18-4 0,0-12 5 16,-3 18-11-16,3-6 6 0,0 0 10 0,0 6 10 15,0-2 3-15,3 2 1 0,2 0 5 0,-2-4 5 16,4 0-5-16,-2 4 6 0,2-6-2 0,-5 0-3 15,-2-8-8-15,6 1 4 0,-2 2-6 0,1 3-3 0,-2-10-2 16,-1 1 1-16,-2-1 6 0,7 1 5 0,-10-7 1 16,6 0 3-16,-3 0 2 0,-3 0-4 0,6-2 2 15,-3-11 8-15,-3-5 13 0,3 7 10 0,-4-11-9 16,-1-2 16-16,0-4 35 0,-5 1-13 0,8 1 12 16,-5 8-27-16,2-15 12 0,-5-4 18 0,5 13-16 0,2 4-15 15,-1-4 18-15,-1 0-8 0,5 0 13 0,0 17-30 16,-3-13 14-16,3 10-9 0,0-4-15 0,3 7-15 15,0 1 2-15,-3 6-12 0,0-2 0 0,0-5-8 16,2 3-4-16,-4 2-6 0,4 4-1 0,-2-2 2 16,0 0-2-16,0 0 3 0,0 0 5 0,7 4 1 15,-2-2 2-15,-5-2 0 0,0 0-1 0,15-2 2 0,-15 2-6 16,0 0-7-16,0 0-1 0,0 0 0 0,0 0 0 16,7 7-1-16,-5-1-1 0,-2-6 2 0,0 0 7 15,-12 7 1-15,10-5 0 0,2-2 0 0,0 0 1 16,0 0 0-16,0 0 0 0,0 0 0 0,0-4-1 15,2-7-1-15,-2 11 1 0,0 0 2 0,0 0 0 16,0 0 1-16,0 0-1 0,0 0 5 0,0 0 6 0,0 0-2 16,0 0 5-16,0 0 0 0,0 0 0 0,0 0-4 15,10-5 1-15,-8 5-10 0,-2 0-5 0,0 0-4 16,10-11-3-16,-8 9-20 0,-2 2 5 0,3-11 9 16,0 9-4-16,-3 2 4 0,12-6 5 0,-10 6 7 15,-2 0 13-15,12-3 2 0,-9 3-2 0,6 0 1 16,-3 3 6-16,0-3 0 0,2 2-2 0,-8-2-2 0,15 8 0 15,-6 3-3-15,1-2-2 0,10 11-9 16,-8-9 0-16,12 4-2 0,-19-9-1 0,16 8-6 0,-13-7 4 16,4 1-4-16,6 8-6 0,-9-5 2 0,-6-3 4 15,9 10-2-15,-12-7 7 0,2 2 2 0,-2 5 6 16,-2-7 9-16,-1 0 7 0,-6 4 6 0,3-6 0 16,0 1 6-16,-14 6 1 0,10-11-10 0,-4 1-13 15,-13 3-7-15,4-3-13 0,-1-3-8 0,3-3-19 16,4 0-13-16,2 0-39 0,-12-5-92 0,7-6-63 15,8 3-37-15,-2-5-263 0,-1-3-193 0,6-8-398 0,3 8 479 16,4-5-467-16</inkml:trace>
  <inkml:trace contextRef="#ctx0" brushRef="#br0" timeOffset="19577.24">11116 1669 99 0,'0'-11'1527'16,"0"9"-607"-16,0 2-239 0,0 0-8 0,0 0-207 16,0 0-350-16,0 0-33 0,0 0-70 0,0 0-20 0,9 13 4 15,-3-2 0-15,6 18-6 0,-7 2 0 0,2-12 12 16,1 8 6-16,1-1 6 0,3 11-12 0,-9-13 3 16,9 5 10-16,0 0-3 0,-2 3-5 0,-3-9-7 15,8 14-3-15,-3-8 16 0,0 1-6 0,-7-14-10 16,7 10-5-16,-12-15 2 0,12 9 0 0,-9-7-2 15,2-2-5-15,-2-5-5 0,4 5 12 0,-7-11 0 0,0 0 2 16,0 0-2-16,9-8 1 0,-6-1 2 0,-3-2 0 16,-3 2-1-16,-6-13 4 0,2 1 11 0,-1 5 14 15,-4-10 33-15,0 2 41 0,-3-16 59 0,7 14-45 16,-11-9 45-16,7 1 3 0,-2-1-11 0,3 7-32 16,-4-12-1-16,-3 5-16 0,10 4 37 0,-4 5 14 15,0 2 19-15,6 4 14 0,2 7 0 0,-1-2-2 0,5 12-30 16,0 3-25-16,0 0-40 0,0 0-40 15,3 0-27-15,9 0-4 0,5 13-21 0,-2 3-11 0,-1-8 5 16,10 8 1-16,3 6 4 0,0-2 4 0,-13-1 5 16,16 5 2-16,5 3-3 0,-9-5-3 0,-4-2-8 15,4 1-28-15,6-3-15 0,-2 4-17 0,-13-7 16 16,7 1-31-16,0 3-11 0,13-1-23 0,-13-5 28 0,-4-8 27 16,7 4-11-16,-3-1 6 0,-7-3 18 15,-5-5 24-15,0 0 9 0,6 0 11 0,-4-3 2 0,-11 3 4 16,9-13 4-16,-5 2 11 0,-2-10 10 0,0 5 24 15,-1-8 37-15,-4 0 18 0,0-7 16 0,-4-1 26 16,-1-4 14-16,2 3 0 0,-3 0-27 0,0 3-43 16,-3-21 33-16,4 18-48 0,-1 0-25 0,-3 4-24 15,6 1-8-15,-1-2-8 0,2 9-5 0,2 10-4 16,0 1-3-16,0-8-11 0,2 4-33 0,-2 12-61 16,7-9-32-16,-4 9-170 0,-3 2-337 0,17-4-186 0,-17 4 30 15,9 0-316-15,3 0 54 0,3 0-772 0</inkml:trace>
  <inkml:trace contextRef="#ctx0" brushRef="#br0" timeOffset="19867.46">12613 1494 969 0,'0'-2'1422'0,"12"-1"-874"16,-10 3 222-16,-2 0-3 0,0 0-259 0,0 0-205 15,0 0-13-15,0 0-45 0,0 0-16 0,0 0-31 16,-14 0-29-16,4 0-19 0,-16 0-18 0,8 0-29 16,-11 0 131-16,0 3-27 0,-3-1 0 0,2-2-18 15,4 6-21-15,-4-4-33 0,4 3-50 0,-1 1-54 0,20-6-18 16,-13 3-19-16,11 1-39 0,1 0-71 0,8-4-48 15,-3 0-144-15,-9 0-297 0,15 0-103 0,-3 0 16 16,0 0-390-16,-3 0-1 0,6 0 114 0,9 7-460 16</inkml:trace>
  <inkml:trace contextRef="#ctx0" brushRef="#br0" timeOffset="20060.95">12684 1703 284 0,'5'13'2038'15,"-1"-13"-859"-15,-4 0-18 0,0 0 37 0,0 0-222 16,-9 8-385-16,9-5-179 0,-15-3-202 0,3 0-107 16,-12 2-65-16,1-2-37 0,-6-5-1 0,-5 5 0 15,12-4 0-15,-14 0 0 0,6-1 0 0,1 0 0 0,5-1 0 16,4 2-17-16,-1-2-184 0,13 1-332 16,-7-4-174-16,6 5-475 0,-3-7-335 0,6-10-155 0,4 13-525 15</inkml:trace>
  <inkml:trace contextRef="#ctx0" brushRef="#br0" timeOffset="20781.02">13815 811 267 0,'2'0'2189'0,"-2"0"-1526"16,15-5 580-16,-11 5-226 0,-4 0-204 0,0 0-494 16,-4 0 77-16,8 0-161 0,-8 0-77 0,4 0-125 15,4 0-6-15,-8 0-19 0,-1 0-6 0,-7 0-6 16,-15 3 2-16,0 3 3 0,-7-1 3 0,-2 3 1 16,9-3 3-16,-13 6 19 0,7-4 19 0,-2 1 26 0,14-3-22 15,-11 9 52-15,8-9-3 0,-6 0 29 0,13 1-65 16,-7-1 22-16,4-5-20 0,8 0-22 0,0 0-26 15,9 0-5-15,-11-3-12 0,14 3 0 0,0 0 0 16,0 0 0-16,0 0 0 0,0 0 0 0,0 0 0 16,0 0 0-16,0 0 0 0,12 14 0 0,-7-6 0 15,-2-6 0-15,9 12 0 0,-3 4 0 0,3 3 0 16,-4-5 0-16,11 16 0 0,-5-5 0 0,1 9 0 0,-7-15 0 16,7 8 0-16,-6 3 0 0,0 19 0 15,-3-20 0-15,-1 15 0 0,2-4 0 0,-5 6 0 0,4 7 0 16,-6-7 0-16,4-6 0 0,-2 6 0 0,-2-12 0 15,0 20 0-15,0-14 0 0,0-5 0 0,0-2 0 16,0-12 0-16,-2 7 0 0,2-6 0 0,2-14 0 16,-2 3 0-16,3-5 0 0,-3 5 0 0,0-8 0 0,3 4 0 15,-3-9 0-15,0 0 0 0,0 0 0 0,0 0 0 16,14 4 0-16,-7 0 0 0,8-10 0 0,-10 4 0 16,10-3 0-16,-3 1 0 0,14-9 0 0,-11 3 0 15,5 0 0-15,1-4 0 0,6 1 0 0,2-4 0 16,-11 8 0-16,14-2 0 0,-6 0 0 0,4 0 0 15,-4 4 0-15,1-1 0 0,2 3 0 0,-2 1 0 0,0-3 0 16,-3 5 0-16,-1-2 0 0,3 2-2 0,-8-1-22 16,12 1-108-16,-10 4-101 0,4-2-148 0,-9 0 14 15,5 3-296-15,1 3-524 0,-13-6 64 0,11 2 307 16,-8-2-165-16,-2 3-867 0</inkml:trace>
  <inkml:trace contextRef="#ctx0" brushRef="#br0" timeOffset="21009.41">14178 1434 555 0,'-10'-13'2282'0,"-2"2"-1351"16,7 3 16-16,-10-6-60 0,-2-1-376 0,10 12-354 15,-10-5-63-15,0 3-42 0,5 2-36 0,-10 3-10 16,-4 3-9-16,0 2-10 0,-1 3 1 0,9-3 3 15,-8 4-5-15,0-2 0 0,-8 4-2 0,14-7 4 16,-4 7-48-16,4-7-96 0,-1 1-124 0,6-1-354 16,3 0 63-16,4-4-340 0,2 0-14 0,6 0 64 15,4-11-265-15</inkml:trace>
  <inkml:trace contextRef="#ctx0" brushRef="#br0" timeOffset="21352.49">15214 1759 69 0,'0'0'1057'16,"0"0"-412"-16,0-2-167 0,12-2 12 0,-9 4-151 15,-3 0-54-15,0 0 29 0,0 0-84 0,0 0-53 16,0 0 59-16,-8 0 27 0,-2 0-135 0,-7 0-66 16,-7 4 6-16,0 1 5 0,-13 3 75 0,3-3-1 15,12 0-19-15,-17 1 55 0,-2 4 32 0,6-5-69 16,14-2-81-16,-9-1-44 0,6-4-151 0,4-1-289 0,6 1-117 15,4-4-288-15,2-1-75 0,-1-9 14 0,9 10-7 16</inkml:trace>
  <inkml:trace contextRef="#ctx0" brushRef="#br0" timeOffset="21862.14">15718 1301 1647 0,'-6'-24'1389'0,"3"11"-723"16,0 3 396-16,3-7-99 0,0 8-436 16,3 5-221-16,-3 4-20 0,0-16 14 0,0 16-115 0,0 0-90 15,0 0-58-15,0 0-28 0,0 0-14 0,3 0 2 16,13 3-4-16,-2 3 2 0,1 1-1 0,0 1 5 15,-1 6 0-15,4 1 3 0,-4 1 0 0,1 8 0 16,-3-5-1-16,3 7-4 0,-3-2-3 0,-4 3 0 16,1-9 1-16,0 24-3 0,2-7 1 0,-4-1 4 0,-5-10 5 15,5 10 2-15,1 12 1 0,-1-15-2 0,-5-12-2 16,1 4-2-16,0-2-2 0,-3 6-3 0,0-21 2 16,0 7 2-16,0-6 2 0,-3 6 7 0,3-13 1 15,-3 0 9-15,-6 9-5 0,9-9 2 0,-17-6-3 16,10 1 0-16,-4-8 15 0,-3-9 0 0,7-2 7 15,-1 6-2-15,4-17 25 0,1-1 13 0,1 4 2 16,2 8-10-16,2-7 17 0,1-4-8 0,9-7 4 0,-5 18-35 16,3-7 1-16,12-6-16 0,-5 2-23 0,4 4-1 15,-1 1 0-15,7 1 0 0,-3 2 0 0,-1 6 0 16,-2 5 0-16,9 1 0 0,-1 4 0 0,3 2 0 16,-8 7 0-16,8-5 0 0,-5 3 0 0,11-1 0 15,-20 3 0-15,18 2-17 0,-7 0-82 0,3 2-195 16,-12 1 52-16,9-1-285 0,-7 2-89 0,4 1-483 15,-20-3 342-15,18 4-268 0,2 1-139 0,-8-1 283 0,-9-6-412 16</inkml:trace>
  <inkml:trace contextRef="#ctx0" brushRef="#br0" timeOffset="25825.53">16823 1883 166 0,'0'0'706'0,"0"0"-299"16,12-5-35-16,3 0 296 0,-3-6-134 0,12-8-145 15,-16 6-95-15,9-5 113 0,2-8 63 0,-2 4-130 16,-8 6-64-16,2-8 77 0,8-4 64 0,-9-1-111 0,2 7-97 16,3-13 13-16,0-2-42 0,9-10-40 0,-10 15-81 15,4-8 8-15,11-4 34 0,-2 4-26 0,6 1 16 16,-13 11-37-16,19-16 46 0,-1 4-6 0,-15 8-46 15,-6 11 5-15,7 2 23 0,-2-4 17 0,-5 4 6 16,-14 14-39-16,11-11 34 0,-4 6-38 0,-5-3 1 16,2 7-25-16,-7 6-16 0,0 0-8 0,0 0-6 0,0 0-2 15,0 0 0-15,0 0 0 0,0 0 0 0,0 0 0 16,-4-3 0-16,-4 3 0 0,-4 14 0 0,-3 4 0 16,3-2 0-16,-15 13 0 0,7-5 0 0,-1 5 0 15,6-5 0-15,-2 11 0 0,0 18 0 0,7-16 0 16,1-4 0-16,6 13 0 0,-2 12 0 0,-2-16 0 15,7-12 0-15,0 7 0 0,0-6 0 0,4 4 0 0,2-11 0 16,-1-1 0-16,7 1 0 0,0 0 0 0,0-11 0 16,5 6 0-16,-2-9 0 0,9-2 0 0,-7-3 0 15,-2-2 0-15,9 0 0 0,3-6 0 0,-7-3 0 16,-3 2 0-16,5-7-4 0,-2 0-94 0,6-5-146 16,-14 3-47-16,6-2-258 0,-4-5-312 0,-2-4-280 15,0 9 235-15,-2-16-470 0,-8 1-826 0</inkml:trace>
  <inkml:trace contextRef="#ctx0" brushRef="#br0" timeOffset="26051.92">17386 582 229 0,'-3'0'3492'0,"3"0"-1725"0,-12-4-402 0,9 4-331 16,3 0-839-16,0 0-95 0,0 0-91 0,0 0-9 16,0 0 0-16,0 0 0 0,0 0 0 0,0 0 0 15,0-2 0-15,0 4 0 0,0-2-1 0,-9 6-37 0,9-3-109 16,0-3-203-16,0 0-259 0,-15 2-113 0,15 1-149 16,-12 3-464-16,4-2 202 0,-6 2-801 0</inkml:trace>
  <inkml:trace contextRef="#ctx0" brushRef="#br0" timeOffset="26861.77">16013 2275 1533 0,'-24'7'2389'0,"15"2"-1395"0,1-7 11 0,8-2-551 16,-3 3-117-16,-9 0-122 0,12 0-85 0,0-3-17 15,12-3-45-15,-1 3 1 0,30 0-17 0,-5-3-39 16,-4 3-4-16,22 0-5 0,4 0-24 0,22 0-12 16,-30 0-7-16,18 3-16 0,2-3-4 0,1 3-12 15,-6-3 4-15,-3 4 16 0,3-1-1 0,-6 0 21 0,-18 0-12 16,21 4-99-16,-14-1-29 0,-8-1-84 0,-10 1-40 15,-4-4-262-15,0 3-237 0,-11-5-376 0,0 2 269 16,-15-2 269-16,0-2-951 0</inkml:trace>
  <inkml:trace contextRef="#ctx0" brushRef="#br0" timeOffset="27099.12">16042 2635 854 0,'-6'3'1084'0,"-12"4"-466"0,16-4 18 0,-8-3-39 15,5 3-314-15,5-3-69 0,0 0-14 0,12 5-63 16,-9-5-47-16,23 2 14 0,-5 2-19 0,15-4-8 0,-14 0-43 16,17 0-17-16,2-4-2 0,3 2 1 0,15-3-4 15,-20 5-15-15,7 0-11 0,5 0-20 0,-4-3-68 16,-9 3-80-16,13 0-286 0,-22-3-120 0,1 0-134 15,-13-1 171-15,-2 1-166 0,-1-8-796 0</inkml:trace>
  <inkml:trace contextRef="#ctx0" brushRef="#br0" timeOffset="28910.3">17990 2526 36 0,'3'-2'483'0,"6"2"57"0,2-3-140 0,1 1 91 16,-6-4-115-16,9-1 80 0,0-8 40 0,-7 8-107 16,1-1-86-16,0-3 121 0,-6 4-42 0,2-4 118 0,-5 2-227 15,0 2 46-15,-2-4-53 0,-8-2-10 0,5 5-58 16,-4 1-101-16,-6-4-25 0,-5 5-1 0,-7-1-16 16,10 4-32-16,-7 0-6 0,-5 0-6 0,-10 3 3 15,12 3 15-15,-2 0-16 0,0 2 6 0,-3 0-1 16,8 1-6-16,-8 7 9 0,8 0-21 0,4 5-2 15,-2-1 9-15,-3 12 5 0,6 6-6 0,2-4 0 0,5-7-1 16,-3 13 11-16,3 5-2 0,10-13-12 0,2 3-7 16,0-5-1-16,2 12-7 0,8-2-18 0,-5-5 5 15,4-8 0-15,3 7-2 0,8 4 11 0,2-11-6 16,-5-9 20-16,10 4 9 0,5-3-3 0,6-3 11 16,-11-8-12-16,8 1-12 0,1-6 3 0,5-6-14 15,-12-1 8-15,10-6-4 0,-2-1-3 0,7-10 1 0,-8 3 15 16,3-6 7-16,-1 1 6 0,-5-3 4 0,-1-8 18 15,-17 13-11-15,-3-7 6 0,-4-2-4 16,-4-4-5-16,-8 6-5 0,-2-4-18 0,-8 0-60 0,-8 2-36 16,8 9 13-16,-18-13-128 0,0 10-45 0,-5 6-113 15,8 5 18-15,-3 0-256 0,-9 3-509 0,9 2 213 16,8 7 186-16,-6-2-1331 0</inkml:trace>
  <inkml:trace contextRef="#ctx0" brushRef="#br0" timeOffset="45374.4">10394 8048 75 0,'0'-8'355'0,"0"3"-81"0,3 5 56 15,0-11 135-15,3 9-159 0,-6 2 69 0,0 0-17 16,6-8-21-16,-4 5-64 0,-2 3 45 0,0 0-59 16,0 0-30-16,0 0-66 0,-2-6 17 0,2 1 1 15,0 5-53-15,0 0-44 0,0-2 8 0,-3 0-16 16,-6-7 8-16,9 9-49 0,0 3-6 0,-6-8-12 0,0-1-15 15,3 6-7-15,-9-5-17 0,9 5 2 0,-17 0 0 16,8 2-1-16,3 1 4 0,-14 0-6 0,11 2 8 16,-14 0 1-16,8 1 2 0,-6 1-6 0,-12 4-10 15,4 0 7-15,8 0 9 0,-5 2-4 0,-3-2 1 16,-9 7-4-16,17-8 12 0,-8 4 1 0,2-1 4 16,1 0-4-16,9-2 1 0,-16 2-1 0,12 0 8 0,1-2 3 15,4-6 1-15,-1 6 4 0,-9-1 10 0,5 1 1 16,1-1 9-16,5-2-11 0,-9 5 6 0,-8 3 1 15,6 1-9-15,5-4-5 0,-3 7 0 0,-2 2-15 16,-3 2-1-16,5-6 1 0,-2 4 4 0,0-4-1 16,-1 3 1-16,16-5 4 0,-16 8 5 0,9-9-3 15,4 5-5-15,2-7-5 0,3 5 1 0,-5 3-5 16,2-5-6-16,5-5 4 0,-4 7 0 0,2 1 2 16,0-1 1-16,1-2 5 0,-1 3-1 0,-3-1 5 0,3 3 6 15,3 0-2-15,1 0-1 0,-4 6 1 0,0-3 1 16,3-3 3-16,1-3-6 0,-4 6-1 0,5-3 3 15,-1 0-3-15,5-7-1 0,-3 7-4 0,3 0 1 16,0 0-2-16,3-8 1 0,-2 3-2 0,2 1-3 16,-4 6 1-16,1-10 6 0,6 4 0 0,1 1 0 0,-2-5 7 15,1 13 0-15,6-4 5 0,-3-4 0 0,6 11-1 16,-7-10-3-16,4-4-3 0,3 9-1 0,3 3 1 16,0-1-1-16,-3-2-3 0,5 5 2 0,-2-3 0 15,-3-2-2-15,2 0 2 0,1-6 0 0,0-1 1 16,2 1 3-16,-2-7-3 0,9 2 7 0,-4-2-1 15,1-4 1-15,-6 2-3 0,14-7 9 0,-5-2-1 0,-1 0 0 16,1 0-5-16,5-2 5 0,10-7 1 0,-7 2-7 16,7-4-4-16,-10 3-3 0,6-5 1 0,15-8-1 15,-11 4-3-15,-10 4-1 0,9-5 0 0,3-6-2 16,3 0-3-16,-13 9 1 0,4-9-1 0,6-3 0 16,3-8-1-16,-15 17 3 0,15-10 0 0,-5 1 0 15,0-5 2-15,-5 5-1 0,10-7-4 0,0 2-1 0,-2 1-3 16,-13 5 1-16,22-20-3 0,-15 11 1 0,1 2 0 15,-8 3 4-15,7-15 5 0,-1 3 8 0,-5 3-1 16,-4-1-8-16,-4 10 1 0,-5-7-1 0,0-5-2 16,-5 7-6-16,-5 12-2 0,-2-11-7 0,-5-4 1 15,0 7 6-15,-2 7 2 0,-1-8-3 0,-4 3-1 16,-10-11-3-16,8 22 10 0,-6-14-3 0,-5 6-1 0,-16-6 0 16,13 16 4-16,-10-5 5 0,-2 2 8 0,-6 1 2 15,11 7 2-15,-20-4 14 0,15 4 4 0,-6 0-1 16,2 4-9-16,0 3-6 0,2-1-2 0,-2 5-11 15,-2 0-14-15,17 0-36 0,-20 3-193 0,12-3-129 16,8 0-237-16,7 0 61 0,2 0-191 0,0 0 9 16,1-3-909-16</inkml:trace>
  <inkml:trace contextRef="#ctx0" brushRef="#br0" timeOffset="57326.43">12171 10368 124 0,'3'-20'2106'0,"-3"-2"-1233"0,0 9-269 0,-3-11 231 16,3-3-225-16,-4-12-174 0,4 12-251 0,4-10 73 16,-4 8 58-16,-4-8 21 0,8 11-48 0,-1-9 59 15,-3 6-68-15,0 3-37 0,0 4-110 0,-3 4-17 16,-1-6-42-16,4 13-54 0,-2 1-16 0,-1 2-4 0,3 2 0 16,-5-3 0-16,5 9 0 0,2 2 0 0,-2-2 0 15,-2-2 0-15,4 4 0 0,-2-2 0 0,-2 13 0 16,2 9 0-16,2 1 0 0,-2-2 0 0,0 21 0 15,3-4 0-15,-6 1 0 0,3-4 0 0,0 13 0 16,-6 14 0-16,3-8 0 0,0-18 0 0,3 21 0 16,-2-4 0-16,2 8 0 0,2-28 0 0,4 2 0 0,0 0 0 15,2-1 0-15,2-13 0 0,2 6 0 0,2-6 0 16,1-5 0-16,-10-1 0 0,2-10 0 0,8 12 0 16,9-7 0-16,-10-4 0 0,-3-2 0 0,13-6 0 15,0-6-1-15,3-10-10 0,-10 7-4 0,10-13-9 16,2-3-1-16,-6 1 2 0,1-3 4 0,5-6-3 15,-8 2 8-15,-1-7 14 0,-5 10 2 0,0-20-2 0,-3 8-6 16,0 0-6-16,-7 7 4 0,2-18-2 0,-5 3 3 16,1 8 6-16,-6 11 1 0,3-10 9 0,0-1 11 15,0 11 9-15,-2 7 1 0,2 8-9 0,-3-3 6 16,3 8-2-16,-4 1-6 0,4 10-6 0,4-13-10 16,-8 13-3-16,8 0 0 0,-4 0 0 0,0 0 0 15,8 7 0-15,4 2 0 0,-2-4 0 0,-2 10 0 16,4 4 0-16,-3-1 0 0,-1 4 0 0,-4 7 0 15,-1-3 0-15,-3 9 0 0,0-4 0 0,0 9 0 0,-3 3 0 16,-4 1 0-16,5 2 0 0,-1 1 0 0,0 3 0 16,-1-2 0-16,2-3 0 0,4-6 0 0,2 9 0 15,-1-13 0-15,0-4 0 0,2-12 0 0,4 15 0 16,1-12 0-16,-5-7 0 0,0-6-9 0,2 1-65 0,8 0-317 16,-1-4-160-16,-11-6-96 0,9 0-516 15,-12 0-51-15,15-6-90 0,-10 4-1185 0</inkml:trace>
  <inkml:trace contextRef="#ctx0" brushRef="#br0" timeOffset="57719.38">13066 10601 276 0,'0'-7'2229'0,"3"-2"-1431"16,-3 9 7-16,-3-7-23 0,1 1-406 0,2 6-233 16,-7-5-126-16,2-1-5 0,2 4-3 0,-9 2 4 15,12 0 13-15,-15 0 18 0,15 0-11 0,-9 6 34 16,4 1 12-16,-5 6 28 0,8-2 13 0,-8 11-3 0,5-2 11 15,5-1 9-15,-3-1-39 0,3 6 62 0,0 5-1 16,-2 0-2-16,2-8-27 0,2 3 66 0,-2 8 41 16,3-8-62-16,-3-9-63 0,3 9 25 0,-1-5-16 15,5-8-38-15,-4 2-50 0,6 3-12 0,-4-11 4 16,7 8-8-16,8-5-6 0,-10-5-10 0,22-6-1 16,-6-3 0-16,16-3 0 0,-16-2-22 0,1-8-89 15,2 1-178-15,1 2-152 0,-13 1-79 0,4-13-585 16,2 2-242-16,-1 10 173 0,-10 3 271 0,-7 8-1253 0</inkml:trace>
  <inkml:trace contextRef="#ctx0" brushRef="#br0" timeOffset="58220.04">14095 10504 642 0,'0'0'1002'16,"3"-3"-400"-16,9 0 179 0,-12 3-358 0,0 0 13 15,0 0-64-15,0 0-120 0,0 0-51 0,0 0 64 0,0 0-20 16,0 0-17-16,0 0-87 0,0 0 39 0,0 0 9 16,-10-3-74-16,2 1-40 0,-6 2 10 0,4 0 2 15,-19 0 77-15,5 2-6 0,6 1-31 0,-6 3 43 16,2-4 38-16,-5 0-7 0,12 4-87 0,-6-3-24 16,16-3-39-16,-10 2-12 0,3 1-34 0,12-3-27 15,0 0-15-15,-15 0-19 0,15 0-64 0,0 0-144 16,-2 0-93-16,-1 0-208 0,-6-5-4 0,9 5-384 0,0-3-266 15,14-7 135-15,-8 4-288 0</inkml:trace>
  <inkml:trace contextRef="#ctx0" brushRef="#br0" timeOffset="58454.43">14266 10686 324 0,'5'5'447'0,"2"3"-13"15,-7-8-11-15,0 0 74 0,0 0-150 0,0 0 50 16,0 0-11-16,0 0 114 0,0 0-193 0,0 0 68 16,0 0-38-16,-18 0-10 0,6 5-29 0,-12 3-49 15,4-3 3-15,2 6 14 0,3-9-61 0,-12 9 146 0,5-8-81 16,0 3-6-16,8-4-78 0,-16 0 55 16,8-2-104-16,-2 0-47 0,6-2-56 0,9 2-59 15,-11-8-194-15,4 0-303 0,8 2-232 0,-4-1-81 0,6-1-349 16,0-5 6-16,-2-1-1430 0</inkml:trace>
  <inkml:trace contextRef="#ctx0" brushRef="#br0" timeOffset="59370.98">13032 10601 473 0,'0'0'431'0,"2"-3"-96"0,6-1 127 16,-8 1 9-16,0 6 72 0,4-12-276 0,-4 2 26 16,0 9-15-16,0-10-41 0,3-3-59 0,-3 9 92 15,0-9-2-15,0-2-51 0,0 10-83 0,0-10 27 0,3 5-39 16,-3-2 13-16,0 2-59 0,0-1 14 0,2 0-4 16,-2 5-5-16,-2-11 7 0,2 4-34 0,0 4 17 15,0-2-6-15,-3-4-6 0,3 11-17 0,-3-7 21 16,-1 2-3-16,8 7 8 0,-8-6-18 0,2-5 22 15,2 11 22-15,0 0-8 0,0 0-22 0,-3 0 9 16,6 0-21-16,-6 0 21 0,3 0-46 0,3 0-25 0,-3 0-25 16,-3 0 2-16,6 0 3 0,-3 0-8 0,0 0-16 15,2 17 15-15,-2-12 22 0,0 6 3 0,0 7-5 16,-2-5-1-16,2 0 4 0,-3 9 3 0,3 4-1 16,-3-8-2-16,3 4 4 0,0-9 0 0,0 11 3 15,0-3 0-15,-2 2 4 0,2-10 6 0,-4 7 8 16,4 4-1-16,-3 4 5 0,0-12-13 0,3 8 4 0,0 0-4 15,-2-6-9-15,-1 1-3 0,3-1 0 0,-4-9 14 16,4 15 10-16,0-17-6 0,0 10 4 0,0 3-24 16,0-12-4-16,0 0 0 0,0 5-17 0,0-10-7 15,0 7 13-15,0-4 26 0,0-4 13 0,0 12 7 16,0-12 0-16,0 11-9 0,0-13-7 0,0 0-11 16,0 11-27-16,0-11 2 0,0 0 5 0,0 0-2 15,0 0 1-15,0 0 1 0,0 0 18 0,0 0 5 16,0 0 7-16,0 0 4 0,0 0 4 0,9-5 0 15,-6 5 0-15,6 0-8 0,-1-3-7 0,7 3-5 0,-6-3 5 16,1 3 0-16,7 0 6 0,-2-2 7 0,-3-1 0 16,17 1 31-16,-12-2 4 0,-7 4-15 0,10-2-12 15,6 2-24-15,-4-2-6 0,-8-1-1 0,6 1-33 16,7-7-17-16,-7 1 20 0,-5 3 32 0,6 0 8 16,-11 2 10-16,10-2 2 0,-15 3 2 0,4-4 17 0,-6 6-8 15,9 0-6-15,-15 0-24 0,6 0-23 0,-3 0-15 16,-3 0-37-16,6 0-99 0,-3 0-53 0,0 0-49 15,7 10-119-15,-7-7-213 0,0-3 29 0,0-3-334 16,0 6-173-16,-7-13 278 0,7 4 202 0,-3-7-540 16</inkml:trace>
  <inkml:trace contextRef="#ctx0" brushRef="#br0" timeOffset="60572.75">14946 10218 110 0,'7'-13'1874'16,"-2"4"-1064"-16,-2-1-59 0,-1-4-187 0,2 1 127 16,-1 2-522-16,-3-7-57 0,0 14-52 0,0-7 2 0,0 5 10 15,0-5-3-15,0 11-5 0,0 0-17 0,0 0 7 16,0 0 5-16,0 0-25 0,0 0-17 0,0 0-11 15,0 0-5-15,-9 4 3 0,1 0-2 0,1 12 0 16,4-5 0-16,-11 15-3 0,11-10-1 0,-9 16 4 16,7-3-2-16,-7-3 0 0,2-4 0 0,1 7 5 15,-2 3 6-15,-7 10 18 0,10-15-9 0,-4 4 10 0,0-5 8 16,2 7 1-16,2 6 10 0,2-21-14 16,3 6 6-16,0-2 3 0,3-2 5 0,0-7-3 0,0-4 30 15,0-1-2-15,0-3 14 0,6 6-18 0,-6-9 82 16,14 1-7-16,-4 0 2 0,2-3-40 0,5 0 56 15,0-3-24-15,10 3-39 0,-20 0-44 0,19 0 3 16,-3-3 4-16,1 3-13 0,-7 3-14 0,10-3 10 16,5 0 5-16,1 3-3 0,-13-3-23 0,10 3-7 0,-1 1-7 15,7 2 16-15,-16-1-4 0,1-2-8 0,9 3 5 16,-4-2 1-16,9-1-6 0,-14-1-25 0,2 2-25 16,4-2-37-16,-3-2-101 0,-19-2-156 0,19 2-188 15,-12-4-325-15,-4 4-246 0,4-2 234 0,-5 2-249 16,-2-7-1296-16</inkml:trace>
  <inkml:trace contextRef="#ctx0" brushRef="#br0" timeOffset="61508.25">16213 10273 119 0,'3'-18'2024'0,"-3"18"-1004"0,0-13-458 0,0 7 161 15,-5-2-265-15,-2 3-292 0,-1-6-115 0,-4 9-2 0,-9-9-9 16,1 8 0-16,-7 1 4 0,7 0-12 0,-19 2 28 16,3 0-4-16,-1 2 22 0,10 3-3 0,-5 6 25 15,-13 2 12-15,13-2-32 0,12-1-27 0,-10 6 3 16,9 0-21-16,-3 3-24 0,16-6-7 0,-1 3 1 16,9-12 1-16,-6 16 3 0,6-7 1 0,3 2 9 15,9 7-5-15,3-9-1 0,-3-6-4 0,8 4 1 16,6 2-16-16,-2-8-11 0,-1 1-11 0,-2-3-4 15,2-3-13-15,4-3-13 0,-3-3 18 0,-4 1 10 0,4-3-8 16,2-2 12-16,1-11 16 0,-12 8 10 0,5-11-3 16,-1 0 0-16,-5-3 11 0,-2-2 7 0,-4-8 9 15,2-2 5-15,-5-1 10 0,-2 5 3 0,1-15 49 16,-4-5 22-16,0 2-2 0,0 16-13 0,0-14 66 0,-7-9 108 16,2 12-34-16,-2 9-52 0,-1-3 56 0,-4-6 13 15,3 6-44-15,3 4-86 0,0 19-65 0,0-5-12 16,4-2-35-16,2 19-13 0,-3-7 0 0,-1 6 0 15,1 3 0-15,3 5 0 0,0-8 0 0,-2 3 0 16,2 7 0-16,2 12 0 0,5 1 0 0,-2 12 0 16,5-1 0-16,-2 6 0 0,1 0 0 0,6 10 0 15,-6-3 0-15,2 9 0 0,-2-15 0 0,6 22 0 16,-3-7 0-16,-7-4 0 0,7 4 0 0,-5-8 0 0,1 10 0 16,-2-3 0-16,0-1 0 0,-4-15 0 0,5 22 0 15,-2-10 0-15,-2-4 0 0,4-10 0 0,1 6 0 16,4-4 0-16,0-4 0 0,0-12-3 0,5 2-69 15,12-4-162-15,-7-6-103 0,-5-3 39 0,7-2-267 16,-1-4-276-16,1-6-237 0,-7-8-36 0,-2-3 102 16,-1-2-138-16</inkml:trace>
  <inkml:trace contextRef="#ctx0" brushRef="#br0" timeOffset="61889.23">16593 10064 1098 0,'0'0'1378'0,"-2"14"-441"15,2-12-173-15,0-4-166 0,0 2-369 0,0 2-85 16,0-4-19-16,2 2-28 0,10 0 0 0,-6-6-20 0,3 3 49 15,6-10-12-15,-1-3-41 0,-2 3-25 0,0-6 9 16,3-4 23-16,0 4-34 0,-7 3-16 0,4-2 10 16,-3-6 15-16,3 3 11 0,-9 16-17 0,2-14 23 15,-5 12 31-15,3-4 65 0,-3 8-64 0,0-10 34 16,4 13-14-16,-4 0 0 0,0 0-46 0,0 0-28 0,-4 0-31 16,-1 16-18-16,2-3-5 0,0 7-1 0,-3 2-5 15,6 2 12-15,-3 7 31 0,0-7-2 0,-1 5 11 16,-1 1 4-16,5-4 1 0,2-2 2 0,-2-1-23 15,3-8-15-15,4-2-5 0,-4 0-9 0,6 5-9 16,-4-10-35-16,5 0-45 0,-5 0-1 0,7-3-303 16,-3-5-40-16,6 0-213 0,-10-5-31 0,10-11-387 15,0-3-93-15,-1 1-693 0</inkml:trace>
  <inkml:trace contextRef="#ctx0" brushRef="#br0" timeOffset="62039.83">16838 9485 2743 0,'-20'-5'1637'0,"13"1"-857"0,-8 2 258 0,1 2-360 16,-1 0-550-16,7 0-126 0,-4 2-11 0,3 2-59 15,-6 3-83-15,3-1-173 0,9-3-100 0,-6 7-302 16,1 0-228-16,5-2-65 0,-4 3 297 0,2-6-868 16</inkml:trace>
  <inkml:trace contextRef="#ctx0" brushRef="#br0" timeOffset="62485.64">17071 10784 718 0,'12'-3'1160'0,"8"3"-408"0,-15 0-164 0,7 0 219 15,-12 0-23-15,0 0-346 0,0 0-214 0,0 0 22 16,0 0 17-16,0 0-102 0,0 0-58 0,0 0 27 15,-8-3-42-15,-4 1-22 0,-12 2-38 0,-5 2-23 16,2 1 3-16,-7 3 1 0,4-1 9 0,-30 3 64 16,8-3 29-16,-13 3 68 0,14-3-7 0,-34 3 91 15,-11 0-8-15,4 0-53 0,24 0-76 0,-18 0 6 0,-19 2-63 16,25-5-65-16,14 4-4 0,20-7 0 0,-16 2 0 16,9-2 0-16,12-4 0 0,23 2 0 0,1-6 0 15,-2-3 0-15,17 9 0 0,-1-5 0 0,3-5-13 16,9-4-140-16,9 7-414 0,-1-4 99 0,3 3-461 15,4-3-253-15,8 6-31 0,-11 1 315 0,6-2-1353 16</inkml:trace>
  <inkml:trace contextRef="#ctx0" brushRef="#br0" timeOffset="63105">16296 11369 1354 0,'3'13'969'0,"-1"-11"-219"0,-2 3-182 0,3 4 288 16,-3-9-466-16,-11 8-112 0,5-6-58 0,-2 1-76 15,-7-1 66-15,6 1-37 0,-13 5-2 0,8-6-18 0,6-2 126 16,-22 11-4-16,9-5-30 0,6-3-51 0,-9 1 77 16,4 7-30-16,-4 2-35 0,10-4-130 0,-1 6 1 15,0 1-14-15,-2 6-35 0,5-4-28 0,0 3 0 16,4 3 0-16,1-3 0 0,-1 3 0 0,1-3 0 0,7 0 0 16,0-5 0-16,3 0 0 0,4-5 0 0,1 2 0 15,1-6 0-15,6 6 0 0,-6-9 0 0,6 1-1 16,2-3-8-16,5-4-7 0,-17-1 2 0,27-7-14 15,-15-1-5-15,5 0-6 0,-10-2 10 0,2-8-11 16,4-13-5-16,-6 7 9 0,-7 3 11 0,7-13-3 16,-5-13-3-16,-5 8 10 0,-2 10 11 0,-2-11-2 0,-2 1 2 15,-2-11 8-15,-3 11 6 0,6-6 11 16,-6 0 26-16,1 6 20 0,-7-10 21 0,9 25-34 0,0-8 12 16,1 9-3-16,-2 2-12 0,5 6-30 0,2 7-14 15,-3-2-1-15,3 8 0 0,0-1 0 0,0-5 0 16,0 11 0-16,0 0 0 0,0 0 0 0,0 6 0 15,8 18 0-15,-4-16 0 0,1 16 0 0,5 8 0 16,0 10 0-16,2-5 0 0,-2-6 0 0,2 15 0 16,2-2 0-16,9 12 0 0,-4-8 0 0,-7-14 0 0,2 13 0 15,4-1 0-15,-1 9 0 0,-14-23 0 0,9 8 0 16,-3-3 0-16,6 3 0 0,-3-14 0 0,-2 5 0 16,6-2 0-16,2 4 0 0,-6-15 0 0,8 12 0 15,-6-10-10-15,-4-14-75 0,7 1-62 0,0-1-207 16,5-9-193-16,-10-2-68 0,2-6 26 0,6-2-375 15,-5-3-102-15,6-10-141 0,-6-3 321 0,-4 10-463 0</inkml:trace>
  <inkml:trace contextRef="#ctx0" brushRef="#br0" timeOffset="63347.33">16752 11064 135 0,'0'-2'2317'0,"-2"-7"-1224"0,-1 2-38 0,3 7 5 15,0 0-220-15,0 0-451 0,0 0-159 0,0 0-3 16,0 0-73-16,0 5-24 0,-3 10-28 0,-1 12 40 16,8 0-40-16,-4 5-12 0,0-4-33 0,3 10-6 15,2 1-34-15,2-2-17 0,-2-8 0 0,1 8 0 16,12 9 0-16,-3-15 0 0,0-9 0 0,2 4 0 0,3 1 0 16,4-7 0-16,-3-3 0 0,-10-10 0 0,8 10-4 15,3-2-67-15,-10-7-89 0,-5-5-54 0,18 4-224 16,-1-9-311-16,-6 0-340 0,-9 2 258 0,8-11-290 15,2-2 67-15,-2-3 146 0,-5 3-23 0</inkml:trace>
  <inkml:trace contextRef="#ctx0" brushRef="#br0" timeOffset="63508.9">17100 11327 1241 0,'-21'7'1888'0,"-2"-1"-837"0,5-1-246 0,-14 3 482 15,0-1-667-15,-4 4-263 0,9-6-149 0,-17 8 9 16,3 0-40-16,6-4-47 0,11-4-50 0,-8 5-6 15,0-1-30-15,10-4-36 0,17-5-16 0,-14 6-29 16,-1-6-70-16,20 0-189 0,-9 0-34 0,4 0-322 0,2-3-326 16,0-8-208-16,3-8-268 0,0 17 261 0</inkml:trace>
  <inkml:trace contextRef="#ctx0" brushRef="#br0" timeOffset="64491.27">13903 9098 535 0,'-6'5'817'0,"-3"6"-364"0,9-9-98 0,-5 4 95 15,2-3-104-15,3-3-41 0,0 0-77 0,0 0 48 16,0 0 1-16,0 0-1 0,0 0 11 0,0 0-46 15,0 0-47-15,3 11-79 0,-1-9-23 0,5-2 74 16,1-2-25-16,19-1 3 0,-10 0-28 0,12 3 68 16,16 0 48-16,0 0-66 0,-10 0-58 0,11-3 23 0,20 6 4 15,-8-3-60-15,8 0-26 0,-17 0-19 0,16 3-9 16,18-3-5-16,17-3-11 0,-29 3-1 0,20-3 2 16,9-2-14-16,26-1-10 0,-43 2 7 0,26-1-5 15,-9-1-1-15,7 1-12 0,-28 3-44 0,4 2-49 16,-6-4-78-16,-10 8-121 0,-19-4-55 0,16 0-533 15,-16 2-42-15,-11 3 13 0,-10-3 269 0,-3 2-198 16,-4-2-506-16</inkml:trace>
  <inkml:trace contextRef="#ctx0" brushRef="#br0" timeOffset="70652.17">25650 11512 1278 0,'0'-3'1709'0,"12"3"-1193"0,-9 0 320 15,9-3-618-15,-6 6-283 0,-3-3 10 0,12 3-20 16,9-3-15-16,-4 2 25 0,-3 0 34 0,7-2 45 16,12 3 50-16,-1 0 41 0,1-3 48 0,-14 0-10 15,14 5 76-15,6-2 54 0,2-1-12 0,-12-2-89 16,9 4 28-16,6 0-41 0,6 2-2 0,-17-3-81 15,11 2 16-15,0-3-13 0,6 4-18 0,-12-1-24 0,6 1-6 16,1-4-14-16,-4 3-14 0,5 1-30 0,-5-1-55 16,2-3-95-16,-2 4-91 0,-12-3-19 0,6 1-263 15,4-4-185-15,-10 3-109 0,-6 3-17 0,-3-6 279 16,8 0-686-16</inkml:trace>
  <inkml:trace contextRef="#ctx0" brushRef="#br0" timeOffset="75306.72">7752 6487 417 0,'0'-37'517'16,"-4"-13"-215"-16,-2-1-7 0,-3 9-120 0,1 5-182 0,-4-13-124 16,-3-3-118-16,-9-11-52 0,4 11 67 0,-9-15-242 15</inkml:trace>
  <inkml:trace contextRef="#ctx0" brushRef="#br0" timeOffset="76850.6">6066 5032 556 0,'-3'0'343'15,"3"2"-8"-15,0-2 10 0,0-2 33 0,-3-9-134 16,3 11-55-16,0-3-46 0,0 1 23 0,0-9-28 0,3 11 81 16,-3 0 86-16,0-5-57 0,0-1-65 0,0 6 35 15,0 0-27-15,-5-10 8 0,5 7-121 16,0 3 6-16,0 0 0 0,0 0-9 0,0 0-13 0,0 0-27 15,0 0 10-15,0 0-5 0,0 0-4 0,0 0-15 16,0 0 46-16,0 0-1 0,0 0 24 0,0 0-10 16,0 0 28-16,-7 0 3 0,2 0 20 0,5 0-68 15,0 0 20-15,-15-2-27 0,15 2-17 0,-7-9-5 0,-1 2-1 16,2-6-3-16,0 7-7 0,0-1-9 16,-2-9 7-16,1 10-4 0,2 1-5 0,-5-14-7 0,5 14-5 15,-4-8-3-15,-3-6 0 0,1 6-3 0,-1-5 3 16,-3 2 0-16,3 1 1 0,0-2 0 0,-2-1 2 15,-1-4 2-15,0 4-1 0,-6 5-4 0,3 0 0 16,-4-9-2-16,-2 7 1 0,0 1 1 0,6 1-2 0,-8 0-1 16,-4-11 8-16,1 2-2 0,8 12-1 0,-5-11 1 15,0 8-4-15,2-9-2 0,4 7-1 0,-2-1-6 16,5-1 3-16,2-1 1 0,1 3 4 0,-1 2 5 16,8 4 4-16,-5-9 4 0,4 10 0 0,2-3-2 15,-2 4 1-15,1-6-3 0,2 7-6 0,-5-2 1 16,8 2-1-16,-8-1-1 0,2-4 1 0,8 11 1 15,-9-6-1-15,4-1 2 0,2 7-1 0,-4-8 1 16,5 8 0-16,4 0-1 0,-7-5 0 0,-2-1 0 16,7 6 0-16,-5-7-1 0,0-2 1 0,7 9 0 0,-4-2-1 15,-8-9 0-15,8 6 1 0,-2-5 0 0,4 10 0 16,-3 0-1-16,-5-11 1 0,4 11-2 0,4 0 2 16,4 0 1-16,-11-5-3 0,2-1 0 0,5 6 3 15,0 0 4-15,0 0-1 0,0 0-1 0,0 0-3 16,-3-5 3-16,-1-1 2 0,4 6-3 0,0 0-4 0,0 0-1 15,0 0 0-15,0 0 1 0,0 0 0 0,0 0 1 16,-2-7-2-16,2 1 2 0,0 6 0 0,0 0 1 16,-3-10 3-16,3 7 1 0,0 3-5 0,-3-7 6 15,3-2 3-15,0 4-2 0,-2-3 1 0,2 8-5 16,0-16-1-16,-4 16 4 0,4-13-4 0,0 13-1 16,0 0-3-16,-3-13-1 0,3 13 0 0,0 0 5 0,-5-13-4 15,5 10 1-15,-3-5 0 0,3 3 3 16,-4-1 3-16,1-1-4 0,1 3 0 0,-1-5 2 0,3 9 2 15,-9-11 3-15,9 9-3 0,-6-7 1 0,2 1-1 16,4 8 0-16,-5-11-3 0,5 9-6 0,-5-6-2 16,5 5-3-16,-7-4-1 0,2 1-3 0,5 3 6 15,-12-4-2-15,12 7 4 0,-10-11 4 0,10 11 0 0,0-2 1 16,-8-9 0-16,8 11 0 0,0 0 2 0,0 0 0 16,0 0-1-16,0 0 1 0,0 0-1 0,0 0-1 15,0 0-3-15,0 0-8 0,0 0-24 0,0 0-37 16,0 0-110-16,0 0-98 0,0 0-277 0,0 0 100 15,3 13-284-15,-3-13-83 0,0 0 66 0,0 0 209 16</inkml:trace>
  <inkml:trace contextRef="#ctx0" brushRef="#br0" timeOffset="77452.98">5395 4322 454 0,'0'0'723'0,"0"0"-176"0,-4-2-100 0,-2-9-140 15,4 9-18-15,2-3-140 0,-3-1-62 0,3 6-58 16,-4-7 15-16,1-2 32 0,3 9 12 0,0 0-18 0,-2-2 48 16,-1-9-24-16,3 11-9 0,0 0-43 0,0 0-19 15,0 0-10-15,0 0-6 0,0 0-5 0,0 0 0 16,0 0-1-16,0 0-1 0,-7 3-1 0,-1-1 0 15,8-2 0-15,-6 13 4 0,0-4-4 16,4-1 2-16,-8 8 0 0,5-3 0 0,1-2 1 0,-4 7 1 16,-1 8 14-16,6-18 1 0,-9 10 0 0,9-12 0 15,-3 10 9-15,-5 4 19 0,4-9-8 0,2 0-12 16,-4 0 10-16,6-3-2 0,-2 5 0 0,5-13-10 0,2 0 4 16,-2 0 65-16,-2 0 49 0,4 0 88 0,-2 0-85 15,-2 0 46-15,4 0 7 0,-11-10-26 0,4 4-98 16,5-10-4-16,0 5-60 0,0 4-6 0,0-10 0 15,0 10-9-15,0-6 5 0,0-3-3 0,2 10 1 16,-2-1-1-16,0-6 0 0,3 9-4 0,-3-3-2 16,3-1-17-16,-3 5-16 0,4-5-17 0,-4 8 5 0,0 0-72 15,2-7-8-15,1 1-15 0,-3 6 7 0,0 0 27 16,0 0-80-16,0 0-16 0,0 0-4 0,0 0 47 16,0 0-135-16,0 0-46 0,0 0 30 0,0 0 74 15,0-5-74-15,3-4-77 0,-3 9-67 0,0 0 161 16,0 0-7-16,0-13-282 0</inkml:trace>
  <inkml:trace contextRef="#ctx0" brushRef="#br0" timeOffset="77899.78">5247 4122 293 0,'0'0'481'0,"-3"-4"-176"0,0-3-73 16,3 7 69-16,0 0-4 0,0 0-164 0,0 0-96 15,-2-2-24-15,-10-7-6 0,12 9-4 0,0 0-2 16,0 0 0-16,0 0-1 0,0 0 0 0,0 0-1 16,0 0 0-16,0 0 1 0,0 0 0 0,0 0-1 0,0 0 0 15,0 0 2-15,0 0 1 0,0 0 0 0,0 0-1 16,0 0 0-16,0 0 1 0,0 0-2 0,0 0 0 15,0 0-1-15,0 0 0 0,0 0-1 0,0 0 4 16,-3 11 3-16,3-8-2 0,0-3 3 0,0 0-2 16,0 2-1-16,0 9 1 0,0-11-5 0,0 0 1 15,0 19-2-15,0-19 1 0,0 10 2 0,0-7-1 0,0-3 0 16,0 7 0-16,3-4 0 0,-3-3 0 0,0 0 2 16,0 0 2-16,0 0-1 0,0 0 0 0,0 0 0 15,0 0 2-15,0 0 4 0,0 0 0 0,0 0 4 16,0 0 2-16,0 0 0 0,0 0 0 0,0 0-1 15,0 0-1-15,0 0-9 0,8 6-4 0,-4-6-2 16,-2 0-5-16,-2 0-6 0,0 0-24 0,0 0 3 0,6-3-17 16,0-3-30-16,-6 9-44 0,0-3-50 15,8-7-44-15,-1 4-77 0,-7 3 8 0,5-11-15 0,-2 5-186 16</inkml:trace>
  <inkml:trace contextRef="#ctx0" brushRef="#br0" timeOffset="78470.25">5264 4032 501 0,'0'-6'319'16,"4"10"-7"-16,-4-4 16 0,-7-15-6 0,7 13-102 0,0 2-61 15,0-3-103-15,-5-7-26 0,5 10-9 0,0 0-15 16,0 0 1-16,0 0-9 0,0 0-7 0,0 0 0 16,0 0 2-16,0 0 2 0,0 0 0 0,-3 2 2 15,-3 11 2-15,3-4 5 0,3 4 4 0,-3-5-3 16,3 5 4-16,-2-8 8 0,-5 11 12 0,4-8-2 16,-2 5 24-16,1 3-4 0,-4 3-16 0,4-14-13 0,-11 19 3 15,5-2-10-15,3-7-14 0,2-2-7 0,-5-5 1 16,5 2 12-16,-7 12 12 0,5-6 0 0,2-10-3 15,0 14 16-15,0-12 60 0,0 6 19 0,5-1-26 16,0-13 2-16,-3 11-20 0,3-9-19 0,0-2-18 16,-2 0-49-16,4 0 3 0,-2 0 45 0,0 0 49 15,0 0 110-15,0 0 24 0,0 0-30 0,8-8-40 16,-3 0 42-16,3-2-50 0,4-17-71 0,-3 8-49 0,-1 9-2 16,4-14 1-16,-3 3-6 0,3-3 3 0,-1 8-3 15,-2-5-3-15,3 0-8 0,0 4 2 0,-4 2 1 16,4-3 0-16,0 5 1 0,-2-1-1 0,-8 8 3 15,10-9 5-15,3-1-12 0,-10 14-2 0,2-4 2 16,-7 3-3-16,8-1-2 0,-5 4-3 0,-3 0 7 0,14 0 3 16,-14 0 3-16,12 0-1 0,-2 2 1 0,2 5-3 15,0-1 2-15,-4-3-2 0,6 7 3 0,-4-5 1 16,7 1 0-16,10 5 2 0,-10-6-1 0,2-3 3 16,-5 1 13-16,6 3 24 0,-2-2-23 0,-12-1-6 15,24 5 0-15,-22-5-11 0,13 7-154 0,-9-1-40 16,-4-4-210-16,7 8-178 0,-11-5-30 0,-2 3 155 15,-2-4-1089-15</inkml:trace>
  <inkml:trace contextRef="#ctx0" brushRef="#br0" timeOffset="82801.67">6280 4955 132 0,'0'0'561'16,"-8"-7"-293"-16,8 3 2 0,0 4-19 0,-9-2-105 16,4-3-15-16,5 5-90 0,0 0-45 0,-12-6 0 15,9 6 6-15,3 0 7 0,0 0 9 0,0 0-1 16,0 0 3-16,-15 0 1 0,15 0-8 0,-4 0-13 16,4 0-2-16,4 0-11 0,-4 0-8 0,0 0 12 0,0 0-10 15,0 0 19-15,-4 0 4 0,8 0-13 0,-4 0 12 16,0 0 6-16,0 0-4 0,0 0 4 0,-9 0-14 15,4 0-14-15,5 3 11 0,0-6-16 0,0 3 10 16,0 3-2-16,0-3 14 0,0-3 12 0,0 6 8 16,-7-6 9-16,-1 3-1 0,8 0-1 0,0 0 3 15,0 0-6-15,0 0 7 0,0 0-18 0,0 0 9 16,0 0-2-16,-15-5 23 0,15 5 34 0,0 0-10 0,0 0-8 16,0 0 40-16,0 0 15 0,0 0 72 0,0 0-61 15,0 0 23-15,0 0 0 0,0 0 4 0,0-5-43 16,-4-3 38-16,4 8-72 0,0 0-33 0,0 0-17 15,0 0 6-15,0 0 1 0,0 0-3 0,0 0-9 16,0 0 5-16,4-11 0 0,-4 9 17 0,0 2-8 0,0 0-8 16,0 0 7-16,3-6-4 0,0-2-4 0,-3 8-7 15,5-6-14-15,2-1-12 0,1-6-11 0,-4 11 4 16,6-12-5-16,9-5 14 0,-4 4 20 0,-7 1 5 16,4-1 17-16,5-4 19 0,-1 1-5 0,-8 7-4 15,7-7 25-15,2 1-17 0,2-1 3 0,-5 2-20 16,6-5 2-16,-2 3-8 0,0-4-19 0,2 4-21 15,2-3-10-15,-2-1-1 0,-3-2 3 0,5 4-3 16,-14 0 8-16,16 0-7 0,-10-2 13 0,-2 4 7 16,0 5 0-16,-6 2-4 0,6-4 5 0,0 4 9 0,-3 3 1 15,-1-8 7-15,-1 8 0 0,3-6 2 0,2 1 0 16,-5 8-5-16,8-8-13 0,-3-2-16 0,-10 9 2 16,13-8-10-16,0 1 7 0,-3 0-1 0,0 2 3 15,-4 6 11-15,6-10 24 0,-2 4 5 0,0 3-5 16,0-6-6-16,-4 7 3 0,4-4-15 0,3-2-5 0,-12 13-11 15,6-8-8-15,-9 5 4 0,12-7 0 0,-12 10 7 16,12-14 11-16,-12 10 4 0,8-7 0 0,-4 5-1 16,-1-1-2-16,9-4 4 0,-7 0-5 0,-5 9 0 15,3-1-6-15,6-8-2 0,-9 9 1 0,3-11 8 16,-3 13-12-16,5-13 1 0,-5 13-3 0,4-14 6 16,-4 11 5-16,0 3-5 0,0 0-6 0,5-10 8 0,-2 7 5 15,-3 3-2-15,0 0 0 0,0 0 0 0,0 0 3 16,0 0 1-16,7-14 1 0,-7 14-1 0,0 0-1 15,0 0 2-15,0 0 1 0,0 0 1 0,0 0-7 16,0 0-2-16,0 0 0 0,0 0 0 0,0 0 0 16,0 0 0-16,0 0-4 0,0 0 4 0,0 0-4 15,0 0 1-15,0 0-1 0,0 0-4 0,0 0-6 16,0 0-50-16,-7 11-148 0,4-11-60 0,-2 11-76 0,5-9 23 16,-7 4-272-16,2 2-2 0,5-8-474 0</inkml:trace>
  <inkml:trace contextRef="#ctx0" brushRef="#br0" timeOffset="83420.02">6985 4013 207 0,'4'0'179'0,"-4"0"-13"0,0 0-39 15,-4 0 25-15,8 0-2 0,-8 0-64 0,4 0-32 16,4-3-14-16,1-5-7 0,-5 8 34 0,0 0 4 15,0 0-24-15,0 0 24 0,3-2 19 0,9-3 3 0,-12 5-26 16,0 0-17-16,0 0 2 0,0 0 7 16,0 0-16-16,0 0 18 0,0 0-15 0,0 0-1 0,0 0-15 15,0 0 6-15,-12-11-1 0,12 11 5 0,-8-2-21 16,-4-1-1-16,-3 0-1 0,3 0 1 0,0 1 4 16,-8-1-4-16,4 3-8 0,-9 0 12 0,1 0 6 15,2 3 2-15,0 2-1 0,-8 3-5 0,-3-3 0 0,10 1-8 16,-10 5 10-16,1 2-1 0,3-8-7 0,9 1-4 15,-2-2 8-15,10 1-3 0,-8 1 0 0,14-3-14 16,-5 1 2-16,11-6 4 0,0 4 0 0,0-2 8 16,-12 0 15-16,9 0-1 0,3 0 1 0,0 0-5 15,3 0 14-15,9-4-1 0,-12 1-8 0,15 1-13 16,-10-4 4-16,10 3-3 0,9-10-3 0,-4 5-9 0,-6 3-4 16,8-1-6-16,-2-1-3 0,6-2-4 0,-8 7-1 15,8-3-8-15,-4-1 0 0,0 4 4 0,0-3 2 16,4-3-8-16,-6 3 5 0,-8 1 6 0,6-3 11 15,-6 5 15-15,0-4 4 0,0 3-5 0,-12 3 2 16,0 0 9-16,0 0 9 0,0 0-2 0,0 0-47 16,0 0 18-16,0 0 6 0,12 3-14 0,-10-3-7 15,-2 0-4-15,3 13-1 0,0-11 28 0,-1 7-18 16,2-1-14-16,-1 5-24 0,2-3 1 0,-2-2-1 0,1 3 13 16,-1 0 11-16,5 4-9 0,-4 3 33 0,-2-12 10 15,-2 12 21-15,-2 4 11 0,-5 9-13 0,4-14-33 16,-2 1 2-16,-7 4 2 0,5 0-11 0,-1-2-4 15,-6 4-16-15,2-6 18 0,2 1 6 0,5-6 7 16,2-8 8-16,-6 13 2 0,4-5-16 0,5-9 12 16,-4 3-10-16,1-1-7 0,3-6-12 0,-8 13-8 0,8-11 6 15,0-2-34-15,-4 5-156 0,4 4-232 0,0-9 53 16,-5 4-55-16,-1 2-745 0</inkml:trace>
  <inkml:trace contextRef="#ctx0" brushRef="#br0" timeOffset="87907.19">23726 12718 58 0,'39'-14'1119'0,"-12"1"-759"16,-5 6-92-16,5-6 79 0,6 2-120 0,2-2-178 16,-11 4-54-16,8 5-14 0,0 1-12 0,-5 6-30 0,-10 1-14 15,10 12-117-15,-6-3-28 0,-6 4-67 0,-7-4 31 16,-4-8-74-16,4 17-75 0</inkml:trace>
  <inkml:trace contextRef="#ctx0" brushRef="#br0" timeOffset="192633.63">10205 3137 444 0,'-17'-3'642'16,"9"1"-248"-16,-2 0-80 0,-7 2-130 0,-4-3-59 15,3 3-77-15,-11 0-24 0,5-6-6 0,-3 6 8 16,-2-2 1-16,-3-1 20 0,8 1 49 0,-17-2 96 15,8 0 48-15,-5 4 52 0,11-3-41 0,-10 1 121 16,-14 2 90-16,12-4-144 0,10 4-109 0,-15 0 7 16,7 0-53-16,-14 0-39 0,7 0-43 0,12 0-44 0,-13 0-15 15,5 0-11-15,-2 0-8 0,-3-2-9 0,-2 2-2 16,3 0-7-16,3-3 0 0,9 3 6 16,-22-2 1-16,10 0 16 0,6 2 7 0,8-4-1 0,-8 4 6 15,-12-2 2-15,6-1 0 0,11 3-14 0,-14-2-1 16,6 2-4-16,-6 0-3 0,-3 0-3 0,0 0-3 15,6 0-1-15,-7 0 5 0,-2 5-4 0,-6-3-2 0,6 2 1 16,4 0 10-16,1 1 2 0,10-1 0 0,-20 1 3 16,7 3 1-16,7-6 1 0,8 1-4 0,-11 2-3 15,1 1-2-15,-17-2 0 0,21-1-1 0,-7 3 0 16,-7-1 0-16,3 1-1 0,-3-2-1 0,2 5 1 16,2-4 0-16,-4 3-1 0,18-3 1 0,-21 6 0 15,6-1-1-15,6 1 7 0,13-6 1 0,-10 6-5 16,3 0-4-16,-8-2 4 0,7 0-1 0,13-1 1 0,-7-3-4 15,1 6-3-15,-9-1 10 0,23-5 0 0,-11 4-1 16,0-5 1-16,-1 5-2 0,6-7 0 0,-8 3 0 16,6 1 1-16,-3-1 1 0,8 1-1 0,-3 3 1 15,-7 2 3-15,3-2-2 0,8-5-1 0,-10 5 1 16,1-1-3-16,-10-3 3 0,16 0-3 0,-9 1 4 16,3-4 0-16,1 3-1 0,-6 1-2 0,16-4 0 15,-2 1 1-15,-4 3 1 0,1-4-6 0,4 3 0 16,-10 1 0-16,6 1 4 0,-4 2 1 0,10-5-5 0,-9 5-1 15,-12 2 0-15,14-4 2 0,3-1 0 0,-8 1-4 16,0-1-5-16,-7 5 3 0,18-6 4 0,-9-1-2 16,4 2 2-16,0-1-1 0,8-2 3 0,-12 3 3 15,8-2 0-15,-2 2-3 0,0-1-1 0,-3 4-3 0,0-2 0 16,5 6-2-16,-5-2 0 0,6-3 0 0,-9 5-1 16,1 1 0-16,6-4 2 0,5-2 2 0,-9 5 0 15,4 0-1-15,-10 6 1 0,16-8 4 0,-10 2 3 16,4 0-1-16,-6-3-2 0,5 3 0 0,-3 0 3 15,7-2 1-15,-4-2-1 0,7 1-3 0,-7 1 2 16,0-1 5-16,1 1-3 0,8-3-6 0,-3 3-2 0,0-4-5 16,4 1 1-16,-10 8-3 0,16-14 0 15,-10 7 2-15,-3 4 5 0,9-8 3 0,-5 8 2 0,-1-7 1 16,6 5 1-16,-9-2 1 0,16-3-3 0,-15 2-2 16,1 0 0-16,11 0-1 0,-7 2-1 15,1-4-6-15,2 5-4 0,0 0 1 0,5-7-1 0,-1 5-5 16,-1 4 2-16,3-3 0 0,4-4 9 0,2 9-2 15,-4-6 5-15,1 0 3 0,-2 4 0 0,2-4 1 16,-1-1 0-16,4 8-1 0,-3-5 0 0,3-1 1 0,-5 6 1 16,5-3 0-16,-3-2 1 0,3 5-2 0,0-6 0 15,-4 24 0-15,4-15-1 0,0-3 0 0,4 5 0 16,-8 2 0-16,8 5 0 0,-4-10 1 0,-4 8 2 16,8 1 0-16,-4 1 5 0,0-8-2 0,0 17 6 15,0-6-1-15,3 1 1 0,-3 0-3 0,3-6-4 16,-1 20-2-16,1-7-1 0,1-3-5 0,-1-6-3 0,-3 10-1 15,8 7-2-15,-4-7 4 0,1-11 3 0,0 11 5 16,2-1 4-16,5 3 2 0,-7-7-1 0,5 2 1 16,-5 1-3-16,4-1-4 0,-1-11-4 0,2 16-8 15,-5-2 0-15,2-5 1 0,-2-9 7 0,-2 10-1 16,1 12 2-16,-4-8 0 0,0-8 7 0,0 8 3 16,0 2 1-16,-4 0-5 0,4 3 6 0,-3-14-2 15,3 9 4-15,0 0 0 0,0-1-2 0,0 2 0 0,0 1-3 16,0-5-4-16,0 0-2 0,3-8-3 0,1 16-4 15,-2-8-5-15,1 2 0 0,0-12 3 0,3 10-3 16,0 5 0-16,0 1 4 0,-3-14 7 0,0 8 5 16,-1 0 2-16,5-3-1 0,-4 3 1 0,2 0 0 15,2 1-2-15,1-4-2 0,-2-2-4 0,0 0-3 0,0 2 3 16,-3 0 0-16,0-2 1 0,2-11 1 0,-1 14 3 16,4-1 3-16,-1-2 0 0,1-8-2 0,1 5 2 15,0 0-2-15,-1 10-3 0,2-15-2 0,-2 5 0 16,-2 3-2-16,2 0-1 0,4 2-1 0,-2-5 1 15,2 6 1-15,-4-6 0 0,1-5 0 0,6 5 0 16,-1 5-6-16,-2-10-11 0,3 3 2 0,-3-9 2 16,0 6-4-16,5 11 5 0,-5-9 8 0,-6-6 10 0,3 4 11 15,3 3 2-15,-4 8 4 0,-1-11-10 16,-2 2-4-16,4 0-3 0,-3 1-4 0,-4-3-3 0,5 5 0 16,-7-1 10-16,3-1 2 0,-3-6-1 0,2 6 1 15,-2 8 3-15,0-7-3 0,0-10-10 0,-2 12-13 16,-1-3-4-16,0 6-7 0,-1-6 9 0,-1 5-5 15,2-3 8-15,-6 6 13 0,4 2 6 0,1-11-1 0,-2 8 4 16,1 3 1-16,-4 0-6 0,3 3-7 0,-3 0-5 16,2 2-1-16,2-5-1 0,0-7 2 0,-5 14-1 15,5-4 7-15,1-5 1 0,1-9 5 0,-2 11 14 16,-7 5 6-16,3 0-1 0,3-12-12 0,0 6 0 16,-5 1-5-16,2 1-14 0,3-4-11 0,-3 4-1 15,0-1 0-15,1-4 6 0,1 5 6 0,-1 1 9 0,-1-2 5 16,3 3 2-16,-3-5 3 0,6-9-3 0,-6 14 3 15,1-3-4-15,-1-6-2 0,6-7 0 0,-6 11-2 16,3 2-4-16,-6 5 0 0,10-15 3 0,-5 12-4 16,2-4-2-16,2 5-1 0,-1-3 2 0,-1-1 2 15,5-1 5-15,-3 2-1 0,3-8 1 0,0 10 6 16,-3-4-3-16,-3-6 2 0,3 3-1 0,0-9-6 16,-3 12-2-16,0-9-1 0,4 1 0 0,2-6 1 15,-4 3-3-15,4 7-5 0,-3-4 2 0,3-3 2 16,3 0-1-16,-3 2 0 0,0 3-1 0,4-5 2 0,-4 5 3 15,0-5 2-15,-4 0-1 0,1-9 0 0,3 12 2 16,0-3-1-16,0-3-3 0,3-7-2 0,1 4-4 16,4 6-3-16,-2-5 1 0,-3-6 4 0,-3-6-3 15,9 20-3-15,-6-19-3 0,2 10 4 0,-2-5 4 16,1-2-2-16,-1 8 0 0,2-1 3 0,-5-13 9 0,7 14 4 16,-7-12-1-16,2 4 0 0,4 5 0 0,-4-8-1 15,2 3-10-15,2 0-5 0,-6-9 3 0,6 7-5 16,-3-2-21-16,2 1-2 0,2-3 8 0,-11-5-6 15,8 2 0-15,4 9-12 0,-8-11 21 0,0 0 7 16,9 3 0-16,-1-3 3 0,-1 0 4 0,1 0 4 16,-8 0 1-16,12 0-4 0,-12 0 4 0,9-3 1 0,6 3-6 15,-3 0-1-15,0 0 1 0,-7 0 0 0,10 0-3 16,0 0-10-16,-6 3-4 0,3 3 9 0,-4-4-5 16,1 3-2-16,11 6-6 0,-8-5 12 0,0-2 4 15,6 5 9-15,0 2 2 0,-7-4 5 0,1 1 9 16,5-1 2-16,2 4 2 0,-1 2-4 0,2 1 0 15,-6-4-1-15,8 1-6 0,-5 0-5 0,-2-4 1 16,6 6 0-16,2 4 4 0,-2-4-1 0,-6-3 0 0,5 9 7 16,-2-3 3-16,8 8 2 0,-8-11-8 0,2 5 1 15,2 1-5-15,-2-3-6 0,1-1-7 0,-1 5-5 16,0-7-2-16,4 5 2 0,-9-7 4 0,9 4 9 16,2 9 12-16,-6-8 2 0,-5-1 0 0,6 7 5 15,-6-3 0-15,8 8 2 0,-5-5-14 0,-3-8-4 16,0 7 1-16,7 1-2 0,5 7-4 0,-12-8 2 0,4 0-2 15,-2 0-1-15,0-5 0 0,-2-1-1 0,2 5 2 16,-2-5 3-16,4-2-4 0,-9-2 1 0,12 2 0 16,-2 3-2-16,-2 0 3 0,-7-6 0 0,8 4 1 15,1-1 6-15,6 0-1 0,-11-5 0 0,2 6 5 16,5-4-5-16,4-2-4 0,4 5 1 0,-13-5 5 16,7-3 2-16,5 1-2 0,6-1-1 0,-11-5 2 15,15-3 10-15,-2 1 0 0,-1-4-8 0,-4 4-2 16,10-9-3-16,-4 4-6 0,12-4-2 0,-17 2-2 0,11-1-8 15,3-4 3-15,-3 5 3 0,0 0 7 0,1-1 6 16,2 2 3-16,-1 2 2 0,-10-1 0 0,20 1 2 16,-4 1-5-16,2 3-3 0,-10-2-2 0,16 4-3 15,-5 0-2-15,10 0 0 0,-12 4 0 0,-11-2 0 0,14-2-3 16,-7 3 0-16,16-3 3 0,-26-3 5 0,10 3-1 16,5 0 4-16,-8-2 6 0,-4-2 5 0,5 4 9 15,-6-2 8-15,4 2 9 0,-13-2-5 0,7 2 22 16,5 0 22-16,-7 0-9 0,-3 0-16 0,7 2 15 15,-9-2-12-15,15 0-1 0,-21 2-29 0,16-2-2 16,-1 0-7-16,-2-2-12 0,7 2 2 0,-14-2-2 0,7-1 3 16,3-5-2-16,-1 3 0 0,-14-3-3 15,22-3 9-15,-8 4 2 0,-2-4 7 0,-10 0 4 0,10-2 14 16,5-3 16-16,-9 5-9 0,-11 1-13 0,14-1 4 16,-6-2-10-16,7-1-6 0,-16 7-13 0,10-6 6 15,2-4-1-15,1 2-2 0,-9 1-1 0,14-4 10 16,-6 2-8-16,1 0-2 0,-4-2-5 0,-6 7-3 15,16-13-1-15,-13 9-9 0,0-5 1 0,-2 7-1 16,5-10-3-16,12-7-2 0,-8 8 6 0,-11 5 4 0,14-10 3 16,0 1 1-16,-1-8 2 0,-6 13-3 0,3-8-3 15,7-1-2-15,-6 4-2 0,-7 5-1 0,18-11-6 16,-11 5 4-16,1 7 3 0,-10 3 5 0,6-9-1 16,8-8 2-16,-11 10 4 0,-10 3-2 0,9-6 1 15,-5-2-1-15,3-5-3 0,-1 0-1 0,-8 12-1 16,2-6-1-16,4-5 1 0,-4-4 1 0,1 3 3 15,-1 0 0-15,1-4 2 0,-3-1-1 0,-4 2-2 0,10-19-2 16,-9 8-2-16,9 4-2 0,-9 7 2 0,2-11-6 16,7-5-1-16,-4 3 1 0,-8 12 4 0,3-12-1 15,-7 3-2-15,1-3 0 0,-6 2 3 0,4 0-7 16,-5 1-9-16,-2 1-2 0,0-9-4 0,-2 23 13 16,-1-10-2-16,-4-5 3 0,2 4 15 0,-2 9 5 15,-5-25 5-15,7 11-6 0,0 2-4 0,1 11-2 0,-2-10-3 16,4-16-8-16,2 16 3 0,0 11 1 0,-3-14 1 15,3-2 5-15,0-6 0 0,0 22 1 0,-4-11-1 16,8 0 2-16,-4 3 5 0,0 13-2 0,0-24 3 16,0 12 1-16,0-1 0 0,0 3 0 0,3 10-8 15,-1-22 0-15,-2 14 0 0,3-2-4 0,0 7-3 0,1-13 1 16,-2-8 5-16,1 13 5 0,0 6-3 0,3-11 1 16,2 0 1-16,4-6 4 0,0 15-6 0,-2-9-3 15,-2-3 1-15,1 1-3 0,-4 12 2 0,2-18-3 16,-7 14 2-16,3-9-3 0,-1 16-1 0,1-16-5 15,4-4-4-15,-5 12 4 0,-2 5 5 0,3-13 0 16,0 6 2-16,1-5 7 0,-2-1 3 0,-2 16-2 16,0-12 1-16,3 4-3 0,-3 0-2 0,0-3-3 0,0 7-3 15,0-3-3-15,0-5-2 0,0 16 3 0,3-20-5 16,-1 6 4-16,2 0 13 0,-1 7 1 0,2-7-1 16,-2-9 6-16,4 1 1 0,-2 15-3 0,2-15 2 15,1 1-10-15,1-2 0 0,0-2 4 0,-1 1-2 16,2-5-4-16,-5 7-2 0,-2-1-2 0,3 5 0 15,-6 0 1-15,-2-4 2 0,-2 8 0 0,1 7 2 0,-2-14 3 16,-2 3-1-16,2 4-2 0,-5 5 1 0,5-5-4 16,2 2-3-16,-6-10-2 0,4 15 4 0,-2-7-2 15,4-4 0-15,1 4 1 0,-5 0 1 0,2-1 2 16,-1-4 1-16,-3 4-3 0,6 7 2 0,-6-14-2 16,-3 2-3-16,4 8 3 0,-4 3-2 0,5 8 2 15,-3-6-1-15,-5-9-3 0,-4 12 3 0,11 8 2 0,-6-8-3 16,-8 0 1-16,-4-4-2 0,11 17 5 0,-5-8 3 15,5 1-11-15,-6 0-15 0,6 8 1 0,-2-6-17 16,5 0-1-16,0 0-3 0,6 8 10 0,-6-6-6 16,-2-2 9-16,4 6 11 0,2 3 12 0,-4-7 2 15,0 4 0-15,0-6-1 0,7 11 5 0,-7-6-2 16,0 1 3-16,4 2 4 0,-4-5 0 0,3 7-5 16,-1-1-2-16,8 9 9 0,-6-12-1 0,1 5-4 15,2-1-14-15,-7-12 4 0,6 10 11 0,6 10 3 0,-9-20-13 16,6 2-3-16,3 4 6 0,-4 3 2 0,4-6-7 15,4 1-3-15,-1-4-9 0,0 10 11 0,-3-8-6 16,6-2 4-16,-3 2-1 0,0 5 4 0,2-15-5 16,-1 8 2-16,-1-7 4 0,-1 7 1 0,-2 6 2 15,3-18 1-15,-3 12 7 0,0 0-3 0,0 4 5 16,0-4 3-16,-3-1 2 0,1-5 2 0,2 14-2 0,-3-9 1 16,-1 3-1-16,-1-2-1 0,5 2-4 0,-6-5-5 15,0 5 0-15,3-2-1 0,-4 8 2 0,5-6 0 16,-4-5 7-16,0 5 8 0,3 2-3 0,-2-2 5 15,-2 4-1-15,-4-12-4 0,2 10 1 0,4 6-10 16,-5-2-3-16,1-6-2 0,1-2-1 0,4 10 9 16,-4-8 4-16,5 3-6 0,-1 3-7 0,2 2 0 0,-1-11-1 15,0 9-12-15,-3 0-5 0,3 7 13 0,3 2-3 16,-3-9 3-16,1-1 4 0,-1 14 4 0,-6-10 9 16,2-2 1-16,2 4-9 0,2 3 1 0,-6-1 1 15,9 3 1-15,-6-3-1 0,6 11 1 0,-2-13-1 16,2 13 1-16,0-2 2 0,0 4-12 0,0-2-1 15,0-2-52-15,0 4-47 0,0-2-63 0,0 0 14 0,0-2-150 16,0 4-178-16,0-2 26 0,5 11 85 0,-2-5-240 16,-6 3 32-16,0 2-1 0,1 5-431 0</inkml:trace>
  <inkml:trace contextRef="#ctx0" brushRef="#br0" timeOffset="205613.94">2475 5796 46 0,'0'0'174'16,"0"0"-5"-16,0 0 90 0,0 0 42 0,0 0-79 15,0 0 49-15,0 0-25 0,0 0-38 0,0 0-38 16,0 0-30-16,0 0 14 0,0 0 3 0,0 0-18 16,0 0 44-16,0 0 67 0,0 0-51 0,0 0-20 15,0 0-67-15,0 0 6 0,0 0 16 0,0 0-22 0,0 0-39 16,0 0 12-16,0 0-12 0,0 0-1 0,0 0-22 16,0 0-11-16,0 0-15 0,-3 0-3 0,-9 4-6 15,12-4 3-15,0 0-2 0,0 0 3 0,0 0 5 16,-7 7 7-16,7-5-1 0,-8 7 16 0,8-7-9 15,-2 4 27-15,-2 7 10 0,-4-3-9 0,8-2-9 16,-7 10 19-16,2-1 0 0,2-1-9 0,-1-1-18 16,-1 4-19-16,-1-1 19 0,2-2 0 0,-1 1-13 0,2-12-16 15,-6 19 0-15,6-11-4 0,-6 13 6 0,3-13-20 16,4-2 4-16,-2 5-4 0,1 2 5 0,0-7 7 16,1-1 1-16,-1 6-10 0,3-16 8 0,-4 8-13 15,4 3-5-15,0-11-24 0,0 0-43 0,0 10-32 16,0-7-135-16,0-3-153 0,0 0-180 0,0 0-156 15,-3-8 159-15,1 0-165 0,4-13 82 0,1 2-189 0</inkml:trace>
  <inkml:trace contextRef="#ctx0" brushRef="#br0" timeOffset="205945.06">2524 5804 216 0,'4'-2'323'16,"-4"2"36"-16,0 0-50 0,0-2 15 0,0 2-87 16,3-11 35-16,-3 8 30 0,0 6-82 0,0-3-10 15,0 0 66-15,0-3-7 0,0 6-23 0,0-3-23 16,0-3-38-16,0 6-46 0,0-3-78 0,0-3-16 0,0 6-23 16,0-3-3-16,0-3-6 0,0 6-5 0,0-3-3 15,0 0 7-15,0 0 5 0,8 0 0 0,1 0-2 16,-9 0 5-16,9 11 1 0,-1-4 0 0,-5-5-4 15,6 9 39-15,-2-3 11 0,-2 3 16 0,5 5-10 16,-2-5 25-16,-2-2 15 0,5 8 2 0,-7-12-38 16,7 10 43-16,5 5-29 0,-8-7-12 0,6 5-13 15,-4-3-22-15,4 5-6 0,-8-16-25 0,8 18-5 0,-10-17-4 16,11 12-1-16,-4-2-8 0,-5-4-14 0,6-4-22 16,-4 2-102-16,-1-1-116 0,1-1-313 0,-8-7 106 15,15 9-311-15,-15-7-30 0,0-4 46 0,0 2 221 16</inkml:trace>
  <inkml:trace contextRef="#ctx0" brushRef="#br0" timeOffset="206557.42">2848 5894 55 0,'0'0'731'16,"4"3"-84"-16,-8-6 108 0,8 6-110 0,-4-3-167 15,0 0 8-15,-4-3-162 0,8 6 3 0,-4-3-183 16,-4-3-1-16,8 6-16 0,-4-3-1 0,0 0-1 16,0 0-26-16,0 0 12 0,-9-16-21 0,9 10-16 0,0-3-22 15,0 0-2-15,2-4 13 0,1-3-14 0,-3 6-11 16,4-1 9-16,-1-5-6 0,-1-2 6 0,1 10-27 15,0-11 2-15,1 9-4 0,-4-1-1 0,2-4-6 16,1 4-3-16,0 5-4 0,-3 1-4 0,2-8-1 16,2 13-6-16,-1-13 0 0,0 13 3 0,2-14-1 15,-5 12 2-15,4 2-2 0,7-8 4 0,-11 8 4 0,4-3-3 16,8 1-3-16,-12 2-4 0,0 0-1 0,5 2-1 16,0 3 1-16,-1-3 0 0,2 15 1 0,-4-10 4 15,1 15 7-15,1 2 2 0,-4-6 4 0,0-2-3 16,0 3 3-16,0 5 0 0,-4 0 9 0,4-11-5 15,0 0 7-15,0-3-1 0,0 11-1 0,0-10 1 16,-3-2-2-16,6-5-5 0,-3 10-4 0,0-14-3 0,4 13-2 16,-4-11 0-16,0-2 0 0,0 0 0 0,0 0-2 15,5 3 1-15,5 0 0 0,-10-3-4 0,8-8-11 16,-2-1-44-16,6-6-75 0,-4 8-59 0,2-15-40 16,-2-10-589-16,-2 9-81 0,-3-1 15 0,0 5 164 15,-1-5-1335-15</inkml:trace>
  <inkml:trace contextRef="#ctx0" brushRef="#br0" timeOffset="206776.84">2975 5299 430 0,'-6'-6'1753'0,"0"-3"-1078"15,-2 0-151-15,8 9 286 0,-12-11-466 0,12 11-101 0,-6-2-83 16,-3-3 32-16,9 5-7 0,0 0-18 0,0 0-71 15,-9-3-6-15,6 3-38 0,3 0-28 0,0-3-10 16,0 6-9-16,0-3-28 0,0-3-34 0,0 3-4 16,0 11-139-16,0-3-84 0,0-5-159 0,7 4-14 15,-7-3-293-15,0-8-42 0,0 8 25 0,8 0-105 16,-6-1 38-16</inkml:trace>
  <inkml:trace contextRef="#ctx0" brushRef="#br0" timeOffset="209295.1">6650 4050 12 0,'0'0'213'0,"0"0"-85"15,0 0 95-15,-4 0 64 0,-8 8 11 0,12-8-120 16,-3 0 32-16,6 16-36 0,-3-16-48 0,0 11-66 16,4 0 8-16,-4 2-32 0,0 0 15 0,3-3 0 15,-3 6 5-15,5 5 128 0,-1 0-15 0,-1 1 7 16,-3-6-42-16,2 2 54 0,1-2 7 0,0-2-81 16,-3 1-62-16,4-4-9 0,-2 5-7 0,4-1 2 0,-6-10-21 15,9 12-7-15,-6-4-5 0,2-8 2 0,2 8 3 16,-7-13 13-16,12 16 6 0,-12-16-1 0,0 0-6 15,2 0 10-15,10 3-6 0,-12-6-7 0,8-5-13 16,-1 2 10-16,-2-3-4 0,2-10-8 0,-4 8 5 16,2 0 4-16,-2-9-5 0,1 9-9 0,-4-18-15 15,0 23 16-15,2-14 3 0,-2 3 0 0,-2-12-8 0,2 11 12 16,-4 7 16-16,1-10 14 0,0 5 8 0,3 11-8 16,-2-12 10-16,-5 4 25 0,7 13 4 0,0-7-28 15,0 1 4-15,0 6-9 0,0 0 2 0,0 0-20 16,0 0-5-16,0 0-18 0,0 0 0 0,0 0 5 15,-5 6-3-15,2 1 1 0,3 12 2 0,0-8 2 16,0 7-3-16,3 6 0 0,-1-2-4 0,-2-7 2 0,3 1 0 16,1 0-1-16,-1 8 1 0,-3-9 17 0,0-9-3 15,5 12 3-15,-5-2-7 0,3 1-14 0,1-8 2 16,-2 2 0-16,1-5-21 0,0 1-7 0,1 4 9 16,-2-9-8-16,6 7 3 0,-8-9-7 0,10 8-14 15,-8-5 10-15,-2-6-33 0,15 6-6 0,-15-3-12 16,3-6 23-16,3-2-24 0,-3-7-14 0,0-2 25 0,-1 10 25 15,2-15-12-15,-1 7 5 0,0-14-38 16,-3 10 25-16,0 1 1 0,0-4 5 0,0 4-3 0,-3 1 26 16,3 4-1-16,-3-7 43 0,-1 6 9 0,2-2-9 15,-1 8 1-15,0-11 29 0,1 4-4 0,2 12-15 16,-4-10 1-16,4 13-13 0,-3-2-3 0,0-9-3 16,3 11-13-16,0 0-5 0,0 0 5 0,0 11 2 15,0-1 12-15,0 11-1 0,6 0 3 0,-6 1 39 16,4-6 8-16,1 15 35 0,-5-5-17 0,5 4-14 0,-1-9-13 15,-1 5 11-15,2 3-39 0,2 3-23 0,-4-14 6 16,2 1-7-16,2-1 7 0,1 4-7 0,-4-15-14 16,4 12-2-16,-2-5-11 0,-3-4-85 0,9 8-78 15,-9-7-58-15,-1-2-62 0,-2 0-99 0,3-5-56 16,-3-4 128-16,-8 9-61 0</inkml:trace>
  <inkml:trace contextRef="#ctx0" brushRef="#br0" timeOffset="210310.39">5868 5440 325 0,'0'0'593'16,"0"0"-252"-16,0 0 185 0,0 0 41 0,0 0 49 0,0 0-226 16,-5-6-31-16,-2 3-86 0,7 3-49 0,0 0-104 15,0 0 46-15,0-5-58 0,4-5-9 0,-4 10-37 16,-4 0 8-16,8 0-16 0,-8 0-2 0,8 0-26 15,-4 0-10-15,0 0-1 0,-4 0-5 0,8 0-10 16,-4 0-1-16,-4 0-2 0,11 0 0 0,5-3 1 16,-12 3 0-16,0 0 4 0,5 3 3 0,5-1 8 0,-10 0 0 15,14 9 12-15,-2-2 14 0,-6-5-7 0,6 7-9 16,0-6 5-16,-4 3-7 0,10 8-4 0,-10-8-7 16,2 3-2-16,12 7 1 0,-10-2 1 0,-5-10 0 15,8 7-2-15,-3-2 0 0,-4-4-2 0,16 12 0 16,-15-12-5-16,6 2 2 0,-1 2 7 0,4 4-1 15,-6-8-3-15,8 10 3 0,-14-12-1 0,5 8 0 16,1-2-3-16,-5-3-4 0,1 0 0 0,1 2 3 0,-9-7-1 16,9 5 0-16,-3-1 0 0,-4-3-3 0,8 6 0 15,-10-10-1-15,0 0-2 0,5 6 2 0,4-4 4 16,-9-2 4-16,0 0 12 0,0 0 31 0,0 0 54 16,0 0-25-16,0 0 29 0,-2 0 0 0,-2-16-4 15,4 16-33-15,6-15 6 0,-3 4-42 0,2-5-1 0,-1 6-6 16,-1-6 11-16,5-12 18 0,1 8-4 0,-2 7-11 15,1-9 15-15,1 4-8 0,6-6 29 0,-7 5-4 16,1-1 18-16,1-4-5 0,-2 6-17 0,-2-4-15 16,0 3-22-16,-4 12-26 0,5-20-25 0,-4 19-21 15,2-10 7-15,-1 9-6 0,-1 5-46 0,-3 1-50 16,0-8-20-16,0 11-122 0,0 0-310 0,0 0-107 16,0 0 26-16,0 0-274 0,-15 0 51 0,15 0-584 0</inkml:trace>
  <inkml:trace contextRef="#ctx0" brushRef="#br0" timeOffset="210964.64">6563 5807 1426 0,'4'2'630'0,"-4"-2"-66"0,-4-2-1 0,8 4-162 16,-4-2-244-16,0 0-75 0,15-5-28 0,-15 5-9 15,0 0-18-15,12-8 8 0,-9 3 9 0,9-3 50 0,-4 3-35 16,-2 0 61-16,5-6 16 0,-2-5 19 0,-2 8-2 15,4-7 30-15,1-4-49 0,0 1 3 0,-3 2-68 16,-1-1 7-16,1-1-13 0,3-1-36 0,-4 1-19 16,-4 13-9-16,4-14-14 0,-1 6-1 0,-2-3-3 15,1 3 7-15,-2 5 4 0,-4 0 21 0,2 5 7 16,4-7-3-16,-6 10-2 0,0 0-2 0,0 0-1 16,0 0-2-16,0 0-5 0,0 5-8 0,0 3 3 0,-3 8 0 15,-2 0 0-15,1-1-2 0,-4 12 0 0,-2-8 1 16,-2 7-1-16,4 1 1 0,-4-6 0 0,10-5 3 15,-10 8 5-15,5-4 8 0,4-1 26 0,3-14 15 16,0 14-7-16,0-11 17 0,3 7 26 0,4-2-11 16,-5-7-17-16,8 8 20 0,-2-7 28 0,4-1 7 15,-3-6-35-15,8 2 28 0,-7-2-4 0,19-5-21 16,-2-3-23-16,-5 0-28 0,0 0-2 0,4-5-4 0,-6 5-26 16,10-5-15-16,-6 5-42 0,0-2-38 0,-7 1-19 15,3 1-106-15,-8 1-188 0,3-4-118 0,-3-2-190 16,-7 8 87-16,-5-14-277 0,0 8 51 0,0-2-136 15,-5-5-260-15</inkml:trace>
  <inkml:trace contextRef="#ctx0" brushRef="#br0" timeOffset="211177.07">6809 5141 1483 0,'-12'-11'2073'15,"9"11"-1358"-15,3 0 486 0,0-2-580 0,-9-13-362 0,9 15-168 16,0 0-26-16,0-2-25 0,-6-5-21 16,6 7-12-16,0-4-7 0,0 8-4 0,0-4-3 0,0 0-1 15,0 0-24-15,0 0-48 0,0-4-106 0,0 8-94 16,0-4-12-16,0 0-265 0,-6 9-499 0,6-5 119 16,-8 1 273-16,1 3-180 0,-1 3-695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400" units="cm"/>
          <inkml:channel name="Y" type="integer" max="15875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2208.69556" units="1/cm"/>
          <inkml:channelProperty channel="Y" name="resolution" value="2204.86108" units="1/cm"/>
          <inkml:channelProperty channel="F" name="resolution" value="0.00114" units="1/dev"/>
          <inkml:channelProperty channel="T" name="resolution" value="1" units="1/dev"/>
        </inkml:channelProperties>
      </inkml:inkSource>
      <inkml:timestamp xml:id="ts0" timeString="2026-03-01T13:45:01.59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5878 2561 170 0,'-7'11'854'0,"7"-11"-476"0,-3 2 210 0,-5 9 48 16,8-15-19-16,0 4-236 0,0 4 78 0,0-8-9 15,0 8-197-15,0-4-110 0,0 0 34 0,0-4-12 0,0 8 4 16,0-4 39-16,0-4 4 0,0 8 1 0,0-4 27 16,0-4-31-16,0 8-50 0,6-4 56 0,3 2-50 15,-4-2-11-15,10 3-54 0,0-1-2 0,2 0 8 16,12 2-49-16,-10-4-31 0,8 0-1 0,7 0-3 15,8 0 13-15,-18-4-16 0,13 4 0 0,8-4 4 16,7-1-10-16,-16-1 13 0,6 1 0 0,4-1-6 0,8-1 3 16,-20 4-1-16,27-3 2 0,-17 4-12 0,2-3-19 15,-7 2-1-15,8-2-23 0,-3 2-61 0,-8-3-77 16,-2 2-134-16,-10 1-10 0,8-3-254 0,-2-1-469 16,-6 5-49-16,-7-4 279 0,4 1-198 0,-15-1-118 15</inkml:trace>
  <inkml:trace contextRef="#ctx0" brushRef="#br0" timeOffset="6732.98">29354 10133 654 0,'15'-7'395'0,"5"-4"157"0,-5-2-52 16,-9 7 34-16,12-12-147 0,-6 2 72 0,0-8 79 15,-7 5-104-15,-2 3-129 0,-1-8 87 0,2-2 23 16,-8 2-133-16,4 6-96 0,-8-15 36 0,-4 5-30 0,-8-6 32 16,-6 2-61-16,4 5-64 0,-22-2 24 15,-2-3-16-15,-8 6-30 0,13 8-25 0,-35-11-9 16,8 10-6-16,-10 1-3 0,14 4-12 0,-21 1 15 0,-30 2 17 16,23 9 9-16,24 2-15 0,-32 2 26 0,10 3 9 15,12 4-26-15,29-2-20 0,-17 7 6 0,-10 9-19 16,23 1-20-16,18-2-6 0,-10 11-9 0,-7 18 12 15,16-3 3-15,9-9 2 0,-7 22 1 0,-8 21 1 16,10-5-4-16,-1 0-3 0,10-14-3 0,-16 45-7 16,13-18 4-16,8 4 1 0,6-23 1 0,-2 45-2 0,11-15-7 15,6-6-13-15,9-26 5 0,17 44-17 0,0-25-3 16,4-3-4-16,-1-28 3 0,24 33-57 0,-6-28 17 16,6-5-12-16,-14-14-12 0,31 15-79 0,10-8-1 15,-10-12 28-15,-14-12 41 0,15 3-40 0,17 6-37 16,-17-20 81-16,-4-4 8 0,-16-3 22 0,14-5-21 15,17-1 1-15,-17-10 28 0,-16-2 29 0,16-7-6 0,0-1 2 16,12-14-3-16,-30 12 23 0,12-15-10 0,2-2-3 16,16-10 3-16,-33 17 17 0,14-15-4 0,-1-5 7 15,-1-3 7-15,0 0 8 0,-9-8 7 0,2-5 7 16,-3-6 2-16,-5 12 2 0,9-23 6 0,-9 4 4 0,3 5 3 16,3-3-10-16,-3 6-3 0,0-1-6 15,1 1-25-15,-4-3-7 0,-7 13-6 0,4-15-22 16,-7 4 0-16,-12-2-8 0,-7 23 17 0,4-28 0 0,-17 16 12 15,-2 3 3-15,-6 14 12 0,-9-18-7 0,-2 1 6 16,-10 10-2-16,4 16 1 0,-15-10-11 0,-16-6-12 16,1 12 0-16,12 19 3 0,-23-11-29 0,-16 7-76 15,4 4-81-15,5 7-107 0,17 10 9 0,-16-1-204 16,2 1-145-16,-18 5-152 0,40 2 387 0,-13 4-400 16</inkml:trace>
  <inkml:trace contextRef="#ctx0" brushRef="#br0" timeOffset="22349.22">1178 2945 736 0,'-5'5'938'0,"-2"-1"-398"16,10 0 19-16,-6-8 58 0,3 4-388 0,3 4-43 16,-3-4-59-16,-3-4 19 0,0 8 2 0,-6 1 60 15,9-5-20-15,0 0 31 0,0 0 24 0,0 0 3 0,-5 0-25 16,-5 2-9-16,10-4-25 0,0 2-57 0,0 2 29 15,0-4-82-15,0 4-19 0,0-2-32 0,0 0-8 16,0 0-11-16,0 0-4 0,0 0-1 0,0-2-1 16,0 4 1-16,0-2-1 0,0-2 0 0,10-9-1 15,-1 6-2-15,-4-3-2 0,7-1 1 0,3 0-6 16,8-10 4-16,-7 3-2 0,1 5 2 0,-5 0 4 16,3-4 1-16,-5 2 2 0,2-3 2 0,-2 3 0 0,-1-6 2 15,2-2 0-15,-5 8-2 0,-3 5 0 0,9-16 0 16,-7 6 2-16,2 4 3 0,-4 4-1 0,-1-4 2 15,5-4 0-15,-4 10 0 0,-1-3-3 0,-2-2 3 16,3 13-6-16,-3 0-1 0,0-8-2 0,0 5-1 16,0 1-1-16,0 4-2 0,0-2-2 0,0 0-7 15,0-2-3-15,0 4-5 0,0-2 4 0,-3 11 4 16,1-3-4-16,2 3 5 0,0 2 5 0,-3-3 1 0,3 7 0 16,0 1-1-16,0 3-5 0,0-7 3 0,0 10-5 15,0 2 3-15,0-3 4 0,0-4 8 0,-4 10 4 16,1 6 7-16,3-11-1 0,0-6-3 0,0 8 2 15,0 0-5-15,0 3-1 0,0-12 1 0,7 3-1 16,-7 0 2-16,0-2-3 0,3-5-4 0,-1 0-4 0,-2-5-37 16,6 3-53-16,-2-1-84 0,-4-7-20 0,0-3-319 15,0 0-110-15,0 0-132 0,0 0 88 0,0 0-189 16,0-10 25-16</inkml:trace>
  <inkml:trace contextRef="#ctx0" brushRef="#br0" timeOffset="23015.44">1597 2719 819 0,'2'3'648'0,"-2"-3"-270"0,0 0 140 15,8-8 11-15,-4 8-71 0,-4 0-178 0,0 0-92 16,0 0 30-16,0 0 32 0,0 0-67 0,0 0 55 16,0 0 15-16,0 0-76 0,-14-3-33 0,10 3 11 15,-4-3-19-15,1-1 21 0,4 1-46 0,-11-5 3 16,14 5-17-16,-15-7-38 0,12 5-16 0,1-4-24 16,-5-4 1-16,2 8-12 0,2-3-5 0,-1-5-3 0,4 8-3 15,4-9-3-15,-4-2-3 0,0 11 5 0,8-6-1 16,-1-4-1-16,-5 12-1 0,4-5 3 0,3 0 0 15,6 0 1-15,-6 6-1 0,-1-4 0 0,7 4 0 16,-3 4 0-16,-3-2 0 0,6 2 1 0,-10 2-4 16,7 1 0-16,3 0 0 0,-10-2 2 0,11 7-1 15,-1-2 1-15,-10 1 0 0,10 4 4 0,-6-4 1 16,-3 8 2-16,3 12 1 0,-9-11-1 0,0-1-1 0,0 9 3 16,-7 1-4-16,-7 12 1 0,2-12 1 0,-6 10-1 15,-2 0 2-15,-4 3-2 0,-3-3 0 0,1-1-1 16,3 7-19-16,-4-9-9 0,13-10 3 0,-13 4-13 15,10 2 9-15,1-9 5 0,5-10 9 0,2-5 12 16,-3 3 9-16,9-9 20 0,-9 9 12 0,12-9-12 16,-3 0 8-16,1 0 1 0,-8-3 1 0,10 3-3 0,0-13-13 15,3 13-13-15,1-13-6 0,-1 7-2 0,11-5-3 16,-6 1 1-16,-1 4 1 0,8 2 3 0,-3 1-1 16,0 0 2-16,8 6 3 0,-11-3-2 0,14 7 2 15,-9 4-1-15,8 0 0 0,-10 0-1 0,5 2 1 16,0 3-3-16,1-1-5 0,0-2 1 0,-7-4 1 15,8 6-2-15,-4-6 4 0,-3-4-2 0,2 3 6 0,1-8 18 16,0 0 45-16,-7 0 43 0,10-6 5 0,-10 1 50 16,16-6 11-16,-12 3 45 0,3-10-95 0,-3 2 9 15,-4 1-44-15,-1-9-36 0,-5 18-51 0,1-15-43 16,0 2-80-16,-3 8-81 0,2 2-18 0,-4-13-322 16,-1 11-131-16,0 1-252 0,1-4 147 0,-2 7-210 15,-2-4 75-15,-6-2-1093 0</inkml:trace>
  <inkml:trace contextRef="#ctx0" brushRef="#br0" timeOffset="23650.75">2448 2910 848 0,'0'0'792'0,"0"0"-257"16,0 0 197-16,0 0 85 0,0 0-155 0,0 0-353 0,-3-8-32 15,6 5-125-15,-12-2-51 0,1-1 4 0,-7 4 10 16,3 2 0-16,-3-2 5 0,-2 2-28 0,-2 0 66 16,4-3-53-16,-7 3-18 0,15 0-36 0,-13 0 11 15,-1 0-21-15,9 3-34 0,4-3-8 0,8 0-3 16,-19 4-3-16,19-1-20 0,-3-3-20 0,-5 8-15 16,8-5-47-16,-6 3-57 0,3-2-156 0,3-4 31 0,-12 9-250 15,12-4-51-15,0-5-99 0,0 0 107 0,-15 2-356 16,15 0 282-16,0-4-359 0</inkml:trace>
  <inkml:trace contextRef="#ctx0" brushRef="#br0" timeOffset="23882.45">2557 3002 61 0,'11'9'815'0,"-7"-7"-112"16,-4-2-87-16,0 0 159 0,0 0-349 0,0 0-3 15,-12 11-77-15,12-9-106 0,-15 1-112 0,13-1-45 16,-22 1 43-16,12 3 5 0,-20 4 30 0,14-7-27 16,-6 8 32-16,0-9-3 0,1 6-16 0,9-5-24 15,2-1-32-15,-10 1-39 0,14-1-16 0,-1 2-25 0,-6-4-11 16,15 0-29-16,-2 0-94 0,-10 0-69 0,9 0-279 16,-1-17-398-16,4-1 4 0,4 13 206 0,1-27-193 15,5 8-692-15</inkml:trace>
  <inkml:trace contextRef="#ctx0" brushRef="#br0" timeOffset="24479.85">2881 2368 298 0,'8'-9'1248'0,"-10"7"-692"0,2-9-65 0,0 9 128 15,-3-12-223-15,3 12-205 0,-3 0-123 0,3-12 4 16,-4 11-8-16,-4-4-17 0,6 7-12 0,-10 0-19 16,2 0-6-16,-4 0 0 0,-6 0 0 0,16 4 3 0,-14 2 15 15,-2-1 18-15,-1 0 37 0,9-1-28 0,1 0 16 16,-10 5 6-16,9-4 0 0,4-1-17 0,-11 5 35 15,11-4-26-15,2 1-1 0,-6-2-17 0,9-1 15 16,-9 3 4-16,9-4-34 0,3-2-15 0,-8 3-8 16,2 3-4-16,8-6-5 0,-4 0-4 0,2 0 4 15,2 0 4-15,-2 0 1 0,-8 7 5 0,8-4-4 0,0-3 2 16,-2 16 3-16,4-11-5 0,1 8-4 0,2 3 3 16,-5-8-2-16,10 16 0 0,-5-11-3 0,2 5 1 15,1 4 2-15,1-7 0 0,-2 1-2 0,3 3-4 16,0 5 1-16,-1 3-1 0,-1-7 1 0,1 4-1 15,-3 0 5-15,0 2 3 0,2-2 5 0,-1 0-2 16,1-3 3-16,-1 3-3 0,-2 0-4 0,-2-5-5 0,1 7 0 16,-2-5-6-16,4 0 2 0,-4-10-4 0,2 2 1 15,2 3 5-15,0 2 5 0,0-7 2 0,-1 0 23 16,2 7 11-16,1-4 32 0,-4-9-26 0,1 6 21 16,-2-11 1-16,6 7 6 0,-4-4-17 0,5 0 23 15,-1-3-12-15,11-6 0 0,-15 3-18 0,7-1 16 16,10-10 4-16,-5 4-24 0,-8 4-11 0,2-4-16 15,-2 2 1-15,9-3-4 0,3-2-9 0,-16 8-3 16,10-6-4-16,-3 0-2 0,3 0-8 0,-6 4-1 0,3 1-29 16,-1 1-39-16,4-1-76 0,-1 2-89 0,-4-1-127 15,4 1-122-15,1-5-186 0,-12 9 68 0,9-14-254 16,-3 1-121-16,-6 5 113 0,2-3-86 0</inkml:trace>
  <inkml:trace contextRef="#ctx0" brushRef="#br0" timeOffset="24730.18">2993 2635 316 0,'0'0'1544'0,"0"0"-1017"0,-6 0 177 16,-4-6-21-16,8 6-152 0,-10-2-248 0,1 4 23 15,4-4-126-15,-15 4-5 0,18-2-25 0,-19 0 74 16,2 3 27-16,3 0-49 0,-3-3-100 0,-2 3-7 16,6 1-25-16,5 2-41 0,-7 2-80 0,11-6-77 15,-6 4-132-15,2-1-155 0,12-3-218 0,0-2 22 16,-10 0-321-16,2 4-174 0,8-4-265 0</inkml:trace>
  <inkml:trace contextRef="#ctx0" brushRef="#br0" timeOffset="49385.39">25438 1296 148 0,'0'5'2536'15,"0"1"-1440"-15,0 5-48 0,0-11-29 0,0 0-393 16,-3 4-257-16,0 5 89 0,3-9-89 0,0-4-162 16,0 4-86-16,0 4-9 0,0-4-50 0,3-4-42 0,4-5-20 15,-5 9 0-15,-2 0 0 0,6-6 0 0,-4-3 0 16,-2 9 0-16,0 0 0 0,0 0 0 0,0 0 0 16,0 0 0-16,0 0 0 0,0 0 0 0,0 0 0 15,0 0 0-15,0 0 0 0,0 0 0 0,0 0 0 16,0 0 0-16,0 0 0 0,0 0 0 0,0 4 0 15,-5 7-5-15,5-9-24 0,0-2-54 0,0 0-46 16,0 0-35-16,0-2-126 0,0 4-56 0,0-2-48 0,0 0-132 16,0 0 213-16,0 0-131 0,9 7 23 0,-6-3 51 15,-3-4 125-15,5 7-110 0,-2-1 30 0,-3-6 11 16,0 0 126-16,0 13-77 0,0-13 55 0,0 0 0 16,-3 0 53-16,-9 5-1 0,7-5-113 0,-7-5-163 15,4-1 182-15,4-1-78 0,-4 1-446 0</inkml:trace>
  <inkml:trace contextRef="#ctx0" brushRef="#br0" timeOffset="50472.48">25338 1880 1105 0,'0'3'711'0,"0"-3"-71"0,0-3-84 0,0 6-91 15,0-3-287-15,2 8-162 0,5-3-83 0,-7-5-2 16,0 8 14-16,0-3-5 0,3 8 29 0,-6-4 14 0,6 12 19 16,-3-10 11-16,2 2-1 0,5 10 18 15,-2-4-4-15,2-3-2 0,-2 2 7 0,5 6-3 0,-8-7-22 16,1-4-19-16,0 5-17 0,-3-5-6 0,0 0-14 16,0 5 11-16,-3-7 18 0,0 0 47 0,-3 8 29 15,-2-12 5-15,1 2 1 0,-20 9 5 0,13-7 3 0,-4-3-34 16,-8 2-8-16,6-2 9 0,-7-2 13 0,-2-4 23 15,7 1-8-15,-18-1 101 0,7 1-17 0,-2 0 15 16,9-3-38-16,-22 0 72 0,1-3 2 0,5 0-39 16,5 3-54-16,-14-2 45 0,-14-3 57 0,13 1-35 15,13 0-30-15,-11-2 46 0,-12-4 28 0,1-1 4 16,25 3-91-16,-11-5 38 0,-3 2-18 0,-12-5-5 16,26 3-63-16,-8 0 14 0,-3-5 10 0,-3 1 15 0,6-1-43 15,-3 0 19-15,3-4 8 0,3 1-3 0,-7-8-1 16,18 13-57-16,-4-5 5 0,7 3-10 0,-2-12-12 15,7 7-20-15,2 1-4 0,6-2-2 0,2 4-1 16,2-2 0-16,8 14 0 0,2-12 0 0,2 6 0 16,5 4 0-16,8-10 0 0,5 5 0 0,1-1 0 15,6 8 0-15,7-3-3 0,2 1-11 0,11 4-20 0,-8 2-15 16,22-5-45-16,-8 4-8 0,1 3-16 0,-2-4-17 16,-7 4 11-16,11-1-41 0,-9 3 38 0,-3 3-13 15,-12 1 9-15,16 2-127 0,-13-1 37 0,-6 6 23 16,-12-3 57-16,2 6-58 0,-4-5-15 0,-7 8 101 15,-8 1 66-15,-8 1-6 0,-7 4 1 0,-14 7 6 16,5-14 31-16,-12 12-4 0,-4-4 2 0,-16 5 8 0,20-10 9 16,-18-1 11-16,2 4 24 0,-11-6 28 15,-15 5 80-15,27-8-26 0,-17 8 56 0,-5-8 54 0,-25 6 86 16,40-8-131-16,-13 2 64 0,0 0-41 0,-2-8-3 16,5 4-5-16,6-5-45 0,6 5-21 0,3-7-13 15,9 3-28-15,-9-3 9 0,9 2-47 0,8-8-17 16,13 2-16-16,-16-5 2 0,10 1-14 0,2-5-7 15,13 1 0-15,-4-6 0 0,0-5 0 0,7-5 0 16,2 9 0-16,-1-23 0 0,5 4 0 0,-2-4 0 0,4 4 0 16,3 1 0-16,0-20 0 0,0 2 0 0,3 2 0 15,1 17 0-15,-1-35 0 0,0 16 0 0,-3 3 0 16,0 2 0-16,0-7 0 0,0-4 0 0,-3 9 0 16,-4 12 0-16,4-4 0 0,-5-8 0 0,2 16 0 15,-2-3 0-15,1 5 0 0,-5-5 0 0,4 1 0 16,1 14 0-16,-1-7 0 0,-1 8 0 0,4 3 0 0,-2 4 0 15,4 4 0-15,-2-4 0 0,5 14 0 0,-7-13-5 16,7 13-29-16,-2 0-204 0,2-11-298 0,-3 5-46 16,3 10-19-16,8 3-332 0,-1 6-197 0,1 1-25 15,1 2 500-15,3 0-153 0,-4-5-179 0</inkml:trace>
  <inkml:trace contextRef="#ctx0" brushRef="#br0" timeOffset="50670.95">23600 1002 1994 0,'6'2'1032'0,"5"7"-22"0,-11-9-214 0,4 8-249 15,-1-1-480-15,-3 7-59 0,5-4-8 0,-2 12 0 0,3-4 0 16,0 4-1-16,6 6 1 0,-3-6-4 0,-1 4 0 16,1-5 1-16,6 11 1 0,-3-8-1 0,0 5 1 15,0-5 0-15,3 10 3 0,-5 3-9 0,2 6-56 16,-9-17-80-16,6 8-171 0,-6-2-185 0,1 0-205 15,-4-11 106-15,-4 6-298 0,-1-3 55 0,2-17-271 16</inkml:trace>
  <inkml:trace contextRef="#ctx0" brushRef="#br0" timeOffset="50885.37">24053 920 629 0,'7'-2'2171'0,"10"-6"-1104"0,-8-3-317 0,-9 11-306 16,0 0-492-16,0 0-105 0,0 0-2 0,6 6-44 16,-1-1 71-16,-10 8-133 0,2 0-121 0,-4-5-63 15,-3 10-60-15,-2-7-168 0,-7 7-119 0</inkml:trace>
  <inkml:trace contextRef="#ctx0" brushRef="#br0" timeOffset="51490.76">22259 2008 918 0,'-5'2'559'0,"-17"-2"13"0,10 0 263 0,10 0-203 0,-10-5-116 16,6 3-142-16,-6-9 109 0,7 0 51 0,-5 3-183 15,5-8-138-15,2 8 44 0,-1-10-32 0,2 0 8 16,-1 9-149-16,3-17 17 0,0 8-19 0,5-6-11 15,-1 11-55-15,2-6-11 0,3-2-6 0,-1 0-6 16,-1-1-4-16,1 4 0 0,7 2-1 0,-6-3 3 16,0 6 0-16,-1 0-9 0,7 0 2 0,-3 8 0 0,3-4 7 15,-3 5 1-15,-7 0-5 0,10 8 6 0,-6-2 6 16,-4 0 1-16,7 9-7 0,0 0-4 0,-5-4 0 16,4 10-3-16,-2-7-15 0,0 20-37 0,-3-12-16 15,-6-5 21-15,2 8-29 0,-2 0-13 0,-5 9-22 16,-2-10 52-16,-1 2-6 0,-6 2 26 0,-5 0 0 15,4-4 18-15,-14 10-1 0,2-12 11 0,2 0 6 16,-2-1 6-16,6-7 4 0,-17 3 2 0,12 0 5 0,2-7 3 16,6-1 3-16,-3 3 0 0,-6 5-5 0,13-4 1 15,8-4-1-15,-8 5-2 0,-1 4-1 0,3 1 1 16,3 3 1-16,3-1-2 0,4-10-1 0,-5 23 2 16,4-17 2-16,3 16 6 0,0-5 2 0,0-3 1 15,3-5 0-15,1 7 4 0,1 17 3 0,1-10-3 16,-2-6-8-16,4 7-1 0,-6 6-1 0,5 16 1 0,-2-13 0 15,-5-14-2-15,7 20 0 0,-4-7 7 0,-1 12 3 16,-2-15 0-16,0 7-3 0,0-10 2 0,0 5-1 16,0-12-3-16,-2 22-2 0,4-17-9 0,-2-4-21 15,0-8-58-15,-2 7-174 0,2-8-484 0,-10-1-110 16,10-15 181-16,0 1-218 0,-12-1-647 0</inkml:trace>
  <inkml:trace contextRef="#ctx0" brushRef="#br0" timeOffset="52588.83">21181 1630 312 0,'-7'-11'2462'0,"2"2"-1700"0,2-6 31 15,3 12-269-15,-6-7-255 0,6 7-74 0,-6-5-94 16,6 8-23-16,0 0-34 0,0 0-14 0,0 0-31 0,0 0-5 16,0 0-1-16,0 0-7 0,0 0-1 0,6 11 1 15,-2-7 5-15,4 7-3 0,6 8 4 0,-7-9 1 16,1 9 4-16,4-1 4 0,-5 6 10 0,-2-2 9 16,0-7-2-16,2 5 6 0,-2 0-1 0,-2-12 2 15,6 16-7-15,-6-10-1 0,0 4-8 0,-3 3-7 16,4-10 1-16,-4 2-1 0,0 3 1 0,0 2-3 0,-7-7 2 15,7-3 3-15,-5 2 2 0,-7-2 6 0,2-3 19 16,-4 3 21-16,-1-5 59 0,-8 0 42 0,-6-3 106 16,10-3-70-16,-1 0 83 0,-1-5 15 0,-2 1-15 15,2-7-27-15,1 1-35 0,-1 2-57 0,3-4-40 16,4 2-51-16,-6-9 3 0,4 4-44 0,10 12-19 16,-8-18-3-16,11 19 0 0,-6-13 0 0,9 18 0 15,-3 0 0-15,-2-11 0 0,5 9 0 0,0 2 0 0,0 0 0 16,0 0 0-16,0 0 0 0,0 0 0 0,0 0 0 15,0 0 0-15,0 0 0 0,10 16 0 0,-3-6 0 16,-4-5 0-16,2 17 0 0,-1-9 0 0,4 5 0 16,-8-12 0-16,7 10 0 0,-2-1 0 0,-2 3 0 15,-3-9 0-15,0 1 0 0,0 8 0 0,0-7 0 16,-3 0 0-16,-2 0 0 0,5-9 0 0,-10 9 0 0,1-4 0 16,4-3 0-16,-10-4 0 0,6 0 0 0,-6 0 0 15,-2-4 0-15,5 2 0 0,-6-3 0 0,-2-6 0 16,1 0 0-16,-1-2 0 0,3 0 0 0,-2 0 0 15,7 4 0-15,-5-9 0 0,12 14 0 0,-7-10 0 16,6 6 0-16,2 3 0 0,-1-6 0 0,0 3 0 16,5 8 0-16,-4-2 0 0,1-9 0 0,3 11 0 15,0 0 0-15,0 0 0 0,-3 2 0 0,3 11 0 0,3-4 0 16,-3-4 0-16,0 8 0 0,3 0 0 0,-3-5-1 16,4 8-4-16,-4-8-2 0,2 3-7 0,-2 2-7 15,0-2 5-15,-2-1-5 0,-5 7-5 0,-5-8 12 16,12-5 6-16,-15 9 3 0,7-6 5 0,-6 2 5 15,-5-5-1-15,11 2-1 0,-4-3 1 0,-5-1 0 16,-5-4 0-16,13 2-2 0,-14-11 0 0,6 3 4 0,5 0 6 16,-7-5-3-16,2 2 3 0,14 3 3 0,-14-8 4 15,8 9-8-15,-3-4-1 0,0-5-7 0,6 8-1 16,-3-2-3-16,4-1-5 0,5 11-3 0,-6-13-1 16,6 10 3-16,0 3-11 0,-4 0-12 0,8 0-20 15,-4 0-2-15,-4 0-78 0,8 0 3 0,-4 0-4 0,-4 0-15 16,-1 18 18-16,2-7-3 0,-6-3 61 15,-3 13 45-15,4-7 12 0,-13 2 15 0,-2-3 34 0,2 0 5 16,1-2-17-16,-16 7 7 0,4-2-9 0,-10 3 6 16,6-8-9-16,-23 7 31 0,6-8 22 0,1 4 28 15,11-10-15-15,-18 5 42 0,-6-2 25 0,9-1-39 16,17-4-42-16,-5 1-1 0,-15-1-27 0,18-2-34 0,0 0-9 16,14 4 0-16,-3-4 0 0,-7 0 0 15,13 0 0-15,15 0 0 0,-9 0 0 0,4 0 0 0,4-4 0 16,10 4 0-16,-2 0 0 0,-10-5 0 0,12 5-7 15,0 0-27-15,0 0-53 0,0 0-90 0,0 0-167 16,0 0 43-16,0 0-197 0,2 0-128 0,14 5-130 16,-16-5 67-16,18 0-551 0,-10-2 311 0,4-1 72 15,2-1-432-15</inkml:trace>
  <inkml:trace contextRef="#ctx0" brushRef="#br0" timeOffset="52875.05">20035 2455 1152 0,'3'5'1479'0,"-3"-5"-605"0,2 5 219 0,1 1-313 16,-3-6-472-16,3 0-141 0,-3 0-120 0,0 0-43 15,0 0-5-15,0 0-2 0,-3 0-18 0,6 0-62 16,-3 0-1-16,0 0-92 0,0 0-220 0,-8 0-210 16,-2 0 12-16,10-3-260 0,-14-5 63 0,6 0-600 15</inkml:trace>
  <inkml:trace contextRef="#ctx0" brushRef="#br0" timeOffset="53509.36">19321 1994 62 0,'-2'-2'1095'0,"-1"-6"-469"16,-4 0 8-16,5-2 35 0,-1 1-54 0,0 1-210 15,-3-5-104-15,3 5 17 0,-2-2-102 0,-2-1-32 16,7 11-51-16,-5-11 102 0,2 9-63 0,-1-6-21 15,1 2-57-15,3 6 4 0,0-7 11 0,-5-1-68 16,5 8-28-16,3 2-4 0,-3-2-11 0,0 0-5 16,0 0-1-16,-3 6 1 0,3 1-5 0,0 13-3 0,0-5 4 15,0-4 6-15,0 12-3 0,-3-2 3 0,-1 8 2 16,2-16 3-16,-4 7 1 0,0 0-1 0,0 4 0 16,-3 2-1-16,4-4 0 0,-5 2-4 0,2 0-1 15,-1-6 0-15,-8 11-6 0,2-8-8 0,-6-3-5 16,6-4 4-16,-12 10-3 0,10-11 7 0,-3-5 0 15,-1 1 8-15,9-7 12 0,-11-2 95 0,8 0 62 16,-11-2 8-16,11-4-14 0,-14-5 140 0,5-2-37 0,0-1-12 16,9-4-100-16,-2-3 0 0,-7-8 35 0,9 7-77 15,7 7-39-15,-4-9 10 0,0-5 4 0,2 11-41 16,8 5-18-16,-4-4-2 0,0 6-5 0,-2-9-8 16,4 14-4-16,1-4 0 0,0-7 0 0,3 15 0 15,-2-5 0-15,2-2 0 0,0 7 0 0,2-9 0 16,-2 11 0-16,0 0 0 0,0 0 0 0,0 0 0 0,18-5 0 15,-9 5 0-15,-1-3 0 0,13-2-7 0,-6 3 0 16,12-7-1-16,0 1 1 0,5 3-1 0,4-3-2 16,-4 0-6-16,12-2-8 0,-3 1-25 0,-2 0-37 15,-14 5-13-15,20-6-131 0,-10 4-11 0,-3-1-90 16,-11 4 18-16,9-7-240 0,-1 4-138 0,-20 1-89 16,11-3-173-16,-17 5 237 0,9-5-145 0,-12 3-1235 0</inkml:trace>
  <inkml:trace contextRef="#ctx0" brushRef="#br0" timeOffset="53968.13">20747 1573 412 0,'-2'-2'1903'0,"4"8"-1163"15,1 3 17-15,-3-9-271 0,0-2-27 0,0 4-133 0,0-4-232 16,0 2-47-16,12-2 16 0,-3-1-17 0,3 1-17 15,6-2-23-15,-4-1-8 0,16-3-3 0,-10 3-5 16,1 0-3-16,11-1-12 0,-10 4 2 0,-2-3-60 16,-3 2-46-16,-10-2-192 0,13-4-295 0,-8 2-41 15,-10 4 82-15,10-7-196 0,-5 4 67 0,1-1-467 16</inkml:trace>
  <inkml:trace contextRef="#ctx0" brushRef="#br0" timeOffset="54123.72">20801 1312 1381 0,'-12'-9'1696'0,"-3"0"-732"0,6 0 21 0,1 1-442 16,-2 1-356-16,8 7-57 0,-13-9-51 0,12 7-16 16,3 2-37-16,0 0 0 0,0 0-22 0,0 0-7 15,0 0-43-15,0 0-23 0,0 0-99 0,-4 2-157 16,2 9-382-16,2-11 145 0,-3 8-525 0,0-3 240 0,-3-2-166 16,-2 7-157-16</inkml:trace>
  <inkml:trace contextRef="#ctx0" brushRef="#br0" timeOffset="55055.23">17391 2174 2988 0,'-11'-6'1740'0,"11"6"-631"16,0 0-275-16,-4-13-252 0,8 8-465 0,-4 5-90 15,8-15-16-15,-8 15-18 0,10-9-46 0,-2 2-16 16,8 1-1-16,-5 1 32 0,13-1 5 0,-12 4 6 0,22-5 14 15,-12 7 18-15,7-4 1 0,3 4-3 0,-3 0-20 16,-2 0-24-16,12 0-29 0,-7 0 6 0,-3 4-5 16,-8-2 20-16,9 5-29 0,-13-1 40 0,4 5 24 15,-13-8 5-15,2 12-4 0,-5-2-5 0,2 1 4 16,-7 10-2-16,-4-9 1 0,-4 9-3 0,-14 11 8 16,5-11 9-16,0-4 3 0,-10 7-1 0,-5 5 3 15,-16 8 4-15,19-20-9 0,-13 10-18 0,1-1-43 0,-3-5-70 16,9-8-57-16,-15 5-204 0,5-14-230 0,4 2-198 15,12-7 115-15,-6 1-207 0,-10-8-395 0</inkml:trace>
  <inkml:trace contextRef="#ctx0" brushRef="#br0" timeOffset="55455.18">17015 2352 291 0,'0'0'2367'0,"-3"0"-1476"0,6 0 6 16,-3 0-238-16,0 0-21 0,0 0-389 0,0 0-196 15,0 0-32-15,-3 0-15 0,6 0-10 0,-15 2-4 0,9 1 0 16,3-3 1-16,-9 5 2 0,0 1 2 16,-2 1 5-16,4-4-1 0,-1 2 2 0,-10 6 2 0,3 0 0 15,0-6 0-15,-14 3 2 0,12-1-1 0,-7-3 23 16,12-2 14-16,-6-2 74 0,4 0 35 0,-6-2 19 16,13 2-38-16,-8-6 45 0,-5-5 12 0,11 4-70 15,-3 1-55-15,4-10-15 0,4 8-7 0,1-8-6 16,3 1-18-16,0 10-9 0,7-8-10 0,3-4-23 15,0 10-27-15,7-4 7 0,2-2-4 0,-2 7-1 16,6-4-7-16,-7 10 27 0,7 0 1 0,-2 0 14 16,-1 5-2-16,-3 3 4 0,7 3 8 0,-6 2-7 0,3 0-8 15,-9 5-4-15,3 6 1 0,-7 0 3 0,-2 3-3 16,-3-1 4-16,-6 27 4 0,-1-11 9 0,-4-2-2 16,-1-6 2-16,-11 32-5 0,-7-13 16 0,1-11 7 15,-4 9 32-15,4-14 16 0,-30 18 56 0,14-12-14 0,-7-3 1 16,10-16-32-16,-29 20 43 0,19-17-65 0,-2-3-24 15,15-9-17-15,-11 4-6 0,-9-5-78 0,18-1-112 16,6-11-17-16,-10 1-266 0,1-6-289 0,-6-5-547 16,21-3 462-16,-4-9-213 0,-2-7-614 0</inkml:trace>
  <inkml:trace contextRef="#ctx0" brushRef="#br0" timeOffset="55821.18">15933 2153 44 0,'0'6'758'0,"9"3"-441"0,-6 2-4 16,-3-5-67-16,3 7 125 0,-3-2-135 0,0-4 18 15,2 4-64-15,2-2 65 0,-4-2 13 0,3 1 24 16,0 3-82-16,2 2-75 0,-1-6 15 0,1 13-14 0,5 4 30 16,-5-11-76-16,2 7-25 0,-5-1-16 0,1 8 7 15,0-1 5-15,-3 1-2 0,0 4-4 0,-6 1-3 16,4-5-14-16,-8 10 18 0,1 0 14 0,-8-6-10 16,5-2-15-16,-8 6 17 0,-4 2-1 0,-15 5 17 15,16-18-45-15,-13 13-11 0,-2-8-9 0,0 0-6 16,-15 3-18-16,26-14-1 0,-14 4-6 0,2-7 0 0,2-1-9 15,4-6-68-15,3-6-127 0,4-4-172 16,-4-6-191-16,13-1 7 0,-15-9-396 0,8 0-65 16</inkml:trace>
  <inkml:trace contextRef="#ctx0" brushRef="#br0" timeOffset="56227.09">15485 2032 133 0,'-29'-3'2242'16,"9"0"-1637"-16,-7 3 64 0,-15 0 36 0,-2 3-558 16,12 2-146-16,-12 0-12 0,-4 6-5 0,-1-3 8 15,16-1 4-15,-9 8-5 0,5-6-5 0,1 4 21 16,4 4 10-16,15-4-5 0,-5 3-5 0,14 2-7 16,2-7 8-16,-2 8 6 0,1 1-6 0,7-6-3 0,9 1-1 15,-6-6 1-15,17 15 1 0,-5-11-7 0,6-2-1 16,-4-1 0-16,19 0-5 0,-9 1-4 0,5 0-5 15,-15-3 4-15,13 2-2 0,2 6-30 0,-11-8 0 16,-18-6 12-16,11 12-8 0,-4-6 6 0,-8 2-6 16,-2 1 15-16,-12 0 20 0,4-1 4 0,-25 14 35 15,4-11 52-15,2-2 28 0,-10 2 106 0,-5 0 82 0,-20-2 211 16,20-6-150-16,-14 3 154 0,-5-3-14 0,-7-2 21 16,29-3-269-16,-10 0 12 0,-5-6-100 0,13 2-75 15,9-7-63-15,0-2-27 0,3-3-2 0,5-1 0 16,6 4 0-16,4-5 0 0,4 0 0 0,1 1 0 15,6 2 0-15,3-14 0 0,3 10 0 0,6-8 0 16,1 1 0-16,0-1-1 0,12 7-35 0,-2 1-82 0,4 3-132 16,-7 8-43-16,16 1-430 0,-7 4-46 0,-5 3-209 15,-4 0 136-15,1 0-254 0,-9 3 133 0,8 1-806 16</inkml:trace>
  <inkml:trace contextRef="#ctx0" brushRef="#br0" timeOffset="56411.6">14672 2998 122 0,'0'9'2061'0,"0"8"-1295"16,0-17-217-16,0 10 213 0,3-7-324 0,6-6-201 15,-6 3-74-15,17-10 29 0,2 2-30 0,7-3-38 16,-5 4-70-16,5-7 8 0,3 1 12 0,0-6 0 16,2 6 12-16,0-3-2 0,2 3-23 0,-1 2-8 15,-3 3-21-15,-8 3-27 0,20 5-81 0,-15-2-125 0,-7 4-160 16,-17-2-114-16,22-2-407 0,-15 2-144 0,5 0 22 15,-17 0-226-15</inkml:trace>
  <inkml:trace contextRef="#ctx0" brushRef="#br0" timeOffset="60239.37">4227 3031 389 0,'0'0'336'0,"0"0"-26"16,0 0 14-16,0 0-89 0,0 0 91 0,0 0-162 15,0 0-26-15,0-2-60 0,0-9-19 0,0 11 3 16,3-7-13-16,4 1-17 0,-7 6 14 0,0-13-16 16,2 13-2-16,-2-3 16 0,0-10 12 0,3 13 4 0,-3 0-1 15,0 0-20-15,-5-2 65 0,-5-1-31 0,5 3-33 16,-7 3-9-16,-3-1 5 0,3 3-8 0,-20 8-12 16,6-5-40-16,11 1 1 0,-14 0 14 0,2 5-15 15,-14 0 15-15,19-7 16 0,-7 4 5 0,0 0 16 16,-6 0 30-16,16-4-7 0,-3-1 17 0,7-4 7 15,0 3-6-15,3 1-6 0,-12-4 79 0,15 1-32 16,1-1-16-16,8-2-25 0,-15 3 35 0,15-6-31 0,0 6-33 16,0-3-28-16,0 0 5 0,0 0-8 0,6-5-9 15,3 2-3-15,6-5 3 0,2 1-1 0,7 1-17 16,3 1-23-16,-10-1 9 0,7 4-11 0,5-3-32 16,-2 2-27-16,-7 3 31 0,0-6-26 0,1 4-28 15,6 0-70-15,-10 2 64 0,7-3-18 0,-1 3 15 0,1-3-15 16,-3 0 42-16,-1 1 31 0,-2 2 30 0,-9-3 6 15,8 3-27-15,-5 0 8 0,-9 0 14 0,6 3 11 16,-1-1 11-16,-8-2 11 0,0 0 54 0,-10 6 26 16,-2-3 1-16,0-3-13 0,-10 4 47 0,0 2-6 15,-2-1-6-15,4 0-20 0,-10 1 84 0,-6 5 30 16,4-6 1-16,8-1-45 0,-8 5 38 0,-12 2 22 16,11-7-67-16,10 2-53 0,-10-1 13 0,1-2-3 0,0 3-9 15,14-4-31-15,-3 0 9 0,4 1 2 0,5 0-6 16,-6 0-23-16,12-3 4 0,-5 0 2 0,11 0 2 15,-16 0 6-15,16 0-24 0,0-3 7 0,0 6-9 16,0-3-10-16,0-3-5 0,0 6-4 16,9-6-1-16,3 0-1 0,0 3-1 0,0-5-1 0,8 3 0 15,-10 2 2-15,10-4-1 0,7-1-3 0,-3 0-4 0,-2 2-11 16,-7 0-13-16,-3 1-27 0,21-3-9 0,-13-3-3 16,-8 5 8-16,-4 3-22 0,14-2 6 0,-2-6 2 15,-16 8 32-15,10-3-8 0,-14 3 11 0,0 0 23 16,0 0 3-16,0 0 9 0,-4-2 23 0,-4-4 9 15,-9 6 7-15,13 0-15 0,-19 6 0 0,2-6 10 16,-6 5-4-16,13-1-20 0,-6 0 2 0,-2 1 2 0,0 0-3 16,7-2-5-16,-6 2-14 0,12-3-7 0,-3 4-14 15,3-6-10-15,4 3-173 0,5-3-104 0,0 0-83 16,0 0 22-16,0 0-209 0,2-3-98 0,8-3 50 16,0 2-196-16</inkml:trace>
  <inkml:trace contextRef="#ctx0" brushRef="#br0" timeOffset="62472.39">11255 6487 55 0,'8'0'239'16,"1"3"-97"-16,-6-3-26 0,9 8 28 0,-12-8-26 15,12 2-26-15,-9-2-37 0,9 3 10 0,-10-1-28 0,-2-2-9 16,10 3-18-16,-5 3-2 0,-5-6 1 0,0 0 17 16,0 0 4-16,0 0 15 0,0 0 17 0,0 0 38 15,0 0 30-15,0 0-32 0,0 0 28 0,-3 13 27 16,3-13 6-16,-14 5-13 0,2-2 3 0,-15 2 33 15,7-3 32-15,1 1-58 0,-10 5 126 0,3-5-49 16,0-1 38-16,4 2-61 0,-4 0 47 0,-6-1 7 0,0-1-2 16,8 2-99-16,-3-4 90 0,0 0-20 0,5 0-24 15,-2-4 20-15,0 2-8 0,12 2-2 0,-8-3-29 16,5 1-10-16,6 0-83 0,9-2 7 0,-18-1-53 16,18 5-20-16,0 0-16 0,0 0-12 0,0 0-6 15,0 0-7-15,0 0-3 0,10-2-32 0,-5-4-15 16,10 6-17-16,-9 0 12 0,17 3-35 0,4-3-55 15,-1 0 20-15,-2 0 37 0,3 0-27 0,-2 3 3 16,11-3-33-16,-12 0 68 0,6 0-23 0,-4 0 1 0,0-3 3 16,4 3-16-16,-10 0 59 0,4-3-11 0,-6 3 4 15,-6 0 14-15,2 0 27 0,4 0 4 0,-9 0 9 16,-3 0 4-16,-6 0 6 0,0 0 6 0,0 0 14 16,-3 0-1-16,-9 6 1 0,0-4 27 0,-11-2 37 15,-10 3 67-15,10-1-44 0,-8 2 54 0,-1-4 23 0,0 2 31 16,8 0-50-16,-20-2 98 0,18 0-74 0,-1 3-11 15,12-3-60-15,-2 0 41 0,2 0-81 0,-5 0-50 16,20 0-33-16,-9 0-41 0,0 0-104 0,9 0-103 16,-3 0-92-16,3 0-13 0,3 0-290 0,-1-7-152 15,8-2-311-15,7-2 458 0,7 7-137 0,3-7 86 16,-1 0-206-16</inkml:trace>
  <inkml:trace contextRef="#ctx0" brushRef="#br0" timeOffset="63330.1">16116 8352 308 0,'-3'-2'609'16,"-6"-7"-267"-16,9 9-85 0,-3-2 79 0,-11-3-65 15,11-3-132-15,-4 3-104 0,-7-1-37 0,14 6-6 16,-15-10 1-16,12 7 1 0,-6 0-3 0,1-2 8 0,1 3 2 15,-1-2-2-15,-1 2-3 0,3 2-1 0,-3-2-10 16,0-1 3-16,9 1-24 0,-3 2-75 0,-9 0-90 16,9 0-117-16,3 0 71 0,3 0-157 0,-6 0-331 15</inkml:trace>
  <inkml:trace contextRef="#ctx0" brushRef="#br0" timeOffset="64638.62">18549 8707 600 0,'4'0'236'0,"1"-3"64"0,5 0 6 15,-5 3-34-15,10-2-67 0,-15 2-96 0,14-9-43 16,-14 9-33-16,0 0-20 0,15-4-2 0,-15 4-8 16,0 0-9-16,0 0 0 0,3-3 3 0,9 3 1 0,-12 0 4 15,0 0 1-15,0 0 0 0,-3 0 10 16,6 0-7-16,-3 0-6 0,-3 0-4 0,6 0-1 0,-11 3 14 16,-2-3 18-16,-7 0-10 0,5 0 25 0,-15 0 8 15,3 0 15-15,7 0-4 0,-7 0 37 0,-8 0 44 16,3-3 49-16,2 3-32 0,-2-2 105 0,2-2 41 15,-5-1 65-15,12 5-136 0,-4 0 62 0,3 0-50 16,3-2-2-16,9 2-72 0,-8-2 0 0,2-2-31 16,12 2-39-16,1 2-39 0,-10-5-3 0,12 5-35 15,0 0-19-15,-3 0-19 0,3 0-6 0,5 0-14 0,7-3-15 16,3 6 1-16,-10-3 5 0,19 5-34 0,-6-3 3 16,11 4-23-16,-8-4 37 0,6 1-33 0,2 3-13 15,1-4-6-15,-6 1 31 0,13-1-60 0,-1 0 39 16,-4 2 2-16,-11-4 38 0,11 0 8 0,7-4 17 15,-10 2 30-15,-9 0 11 0,4 2 7 0,6-3 27 16,-4 3 12-16,-8-2-16 0,-13 2 28 0,19-4 7 0,-9 2 14 16,-3 2 40-16,-9 0-57 0,11-3 31 0,-14 3 6 15,0 0-10-15,0 0-4 0,0 0-12 0,-2 0-16 16,-10-2-11-16,0 2-23 0,-11-2-2 0,-1-2 4 16,-3 2-7-16,7 2-9 0,-13 0 5 0,-2 0 4 15,-6 0 13-15,14 0-7 0,-2 2 20 0,2-2 12 0,-2 4 7 16,5-2 1-16,18-4-3 0,-18 4-4 0,12-4-19 15,4 2-16-15,-4 0-17 0,10 0-8 0,2 0-8 16,0 0-6-16,0 0 0 0,0 0-6 0,0 0-7 16,0 0 3-16,0 0 2 0,14 7-14 0,-8 1-11 15,8-3-34-15,8 1 1 0,4-1-37 0,-6 0-8 16,2-2-5-16,0 2 12 0,12-3-28 0,-9-2 26 0,-1 4 27 16,-9-2 33-16,14 1-13 0,-2-3-3 0,-10 2 28 15,4-4 12-15,-3 4 17 0,-9-2 6 0,11-2-4 16,-13 4 6-16,4-2 4 0,-7 0 2 0,-8-2 0 15,8 4 2-15,-4-2-1 0,-4-2 2 0,-7 4 6 16,-4-2 0-16,3 0-4 0,-21 0 7 0,10 0 10 16,-4-2 5-16,3 2-7 0,-5-3 7 0,0-3 38 15,2 4-6-15,10 0-18 0,-5-4-1 0,14 3-28 16,-13 1-84-16,13-3-50 0,-1 1-143 0,6 2-141 0,-6-5-167 16,6 7-144-16,-2-13 103 0,1 4-106 0,4 1-414 15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400" units="cm"/>
          <inkml:channel name="Y" type="integer" max="15875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2208.69556" units="1/cm"/>
          <inkml:channelProperty channel="Y" name="resolution" value="2204.86108" units="1/cm"/>
          <inkml:channelProperty channel="F" name="resolution" value="0.00114" units="1/dev"/>
          <inkml:channelProperty channel="T" name="resolution" value="1" units="1/dev"/>
        </inkml:channelProperties>
      </inkml:inkSource>
      <inkml:timestamp xml:id="ts0" timeString="2026-03-01T13:46:56.18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10465 10541 1162 0,'-17'7'729'15,"1"-5"-173"-15,-7 2 213 0,2-2 15 0,1-2-119 16,-2-2-21-16,0 2-209 0,-2-4-74 0,-6 2-33 16,6 0-3-16,2 2-76 0,-5-3-35 0,-2 3-38 0,-5 0-30 15,12-2-75-15,-17 2 18 0,-2 0-41 0,6 0-15 16,11 0-3-16,-8 0 17 0,-1 2 8 0,-2 1 13 15,8-1-19-15,-2 0 5 0,-3 4-3 0,-2-1-20 16,14 1-18-16,-18 1-4 0,8-1-9 0,4-1 0 16,6-2 0-16,-7 0 0 0,-5 0 0 0,-1-3 0 15,3 2 0-15,10 0 0 0,-9 1 0 0,-2-3 0 16,-6 3 0-16,10 0 0 0,-5-3 0 0,-4 2 0 16,2-2 0-16,4 3 0 0,-18-3 0 0,13 0 0 0,-3 0 0 15,11 0 0-15,-17 6 0 0,8-10 0 0,1 8 0 16,6-4 0-16,-3 0 0 0,-4-4 0 0,4 4 0 15,15 0 0-15,-7-2 0 0,6 4 0 0,6-2 0 16,0 4 0-16,-2-4 0 0,14 0 0 0,-15 0-46 16,15 0-201-16,0 0-225 0,-15-9-533 0,15 9-161 0,0 0-47 15,3-5 303-15,2-3-1627 0</inkml:trace>
  <inkml:trace contextRef="#ctx0" brushRef="#br0" timeOffset="683.17">8800 10781 41 0,'0'0'735'0,"0"0"-260"0,-14-11 101 15,14 11-218-15,0-5 129 0,-3-3-123 0,3 5-121 16,-4-7-78-16,4 10 85 0,0 0-20 0,-3-8-3 16,1 2-64-16,2 4 70 0,0 4 5 0,0-2 2 15,-3-2 39-15,-4-9-113 0,7 11 59 0,0 0-19 16,0 0-26-16,0 0-49 0,0 0 56 0,-5-2-79 0,0-3-2 16,5 5-33-16,0-2 22 0,0 4 15 0,0-4-35 15,0 2-14-15,0 2 16 0,-10-4-27 0,4-2 18 16,6 4 3-16,0 0 9 0,0 0-7 0,0 0-4 15,0 0-16-15,0 0 22 0,0 0-7 0,0 0-21 16,0 0-1-16,0 0-17 0,0 0 5 0,-11 6 2 16,11-4-15-16,0-2-10 0,0 0-4 0,-4 9-4 0,4-4 0 15,-3 3-4-15,1 15-1 0,2-6 3 0,-3 3-7 16,3-1 2-16,-3 8 8 0,-1 4-1 0,2-5 4 16,-1-2 6-16,0 16 18 0,3-3 9 0,0 16 7 15,0-21-22-15,3 15 8 0,-3 6-2 0,0-3-13 16,3 11-15-16,-1-26-3 0,-2 16 0 0,4-5 0 15,-4 5 0-15,0-19 0 0,3 23 0 0,-3-13 0 0,0 4 0 16,0-12 0-16,3 11 0 0,-6 0 0 16,3 3 0-16,0-20 0 0,-3 16 0 0,-1-2 0 0,2-11 0 15,-4 1 0-15,6-5 0 0,-2 6 0 0,-2 2 0 16,4-13 0-16,-3 17 0 0,3-8 0 0,-3 4 0 16,3-11 0-16,0 5 0 0,0-18-6 0,0 7-91 15,0-5-109-15,0-13-90 0,0 4-179 0,0-4-249 16,6-17-675-16,-2 12 498 0,-2-14-220 0,-4-2-1274 0</inkml:trace>
  <inkml:trace contextRef="#ctx0" brushRef="#br0" timeOffset="1882.98">9112 12374 172 0,'0'0'650'0,"0"0"-56"0,0 0 119 0,-5-6 54 16,-4 2-122-16,9 4-187 0,-15-3 43 0,6 0-174 15,-6 0-1-15,0 3-87 0,3 0 28 0,2-2 44 0,-9 2-20 16,7-3 22-16,-3 1-5 0,-10 2-16 0,1 0-18 15,3 0-86-15,-14 0 20 0,-4 2-52 0,5-2-59 16,4 0-51-16,-8 3-10 0,6-1-24 0,-10-2-12 16,18 3 0-16,-8 3 0 0,3-4 0 0,-10 3 0 15,15-2 0-15,-11 2 0 0,6 0 0 0,-4-1 0 16,-9 3 0-16,17-5 0 0,-11 4 0 0,4-3 0 16,-7 3 0-16,15-4 0 0,-5 0 0 0,0 1 0 0,6-1 0 15,-1-2 0-15,3 0 0 0,6 0 0 0,-5 0 0 16,17 0 0-16,-18 0 0 0,21 0 0 0,-15-2 0 15,15 2 0-15,0 0 0 0,-17-5 0 0,17 5 0 16,0 0 0-16,0-2 0 0,-12-2 0 0,12 4 0 16,-3-5-4-16,-3-3-23 0,6 8-115 0,0-3-317 15,-8-5-274-15,8 8 141 0,-10-10-410 0,8 7-181 16,2 3 18-16,-3-5 376 0,-4-3-1091 0</inkml:trace>
  <inkml:trace contextRef="#ctx0" brushRef="#br0" timeOffset="2547.17">9112 12779 410 0,'0'0'608'0,"12"0"-44"0,-6 0 218 0,6-3-163 16,-6 3-201-16,-6 0 49 0,6 0-102 0,3-2-103 15,-9 2-116-15,0 0-14 0,0 0 3 0,11-6-8 16,-7 6-44-16,-4 0-1 0,2-2 17 0,10-3-31 16,-12 1 9-16,0 4-25 0,0 4 14 0,0-8 36 15,0 8-11-15,0-4-30 0,0 0 13 0,-4-4-19 16,-4-1 6-16,8 5-28 0,-17-2 4 0,13 2 1 16,-4 0 20-16,-4 2 11 0,-5-2 91 0,7 3 31 0,-10-1 35 15,2 2-48-15,-9-2 83 0,-10 3 55 0,1-3-101 16,6-2-83-16,-14 4-9 0,-2-4-29 0,-2 2-46 15,-2-2-42-15,12 3-6 0,-13-3 0 0,-1 5 0 16,-13-2 0-16,26-3 0 0,-8 3 0 0,3-1 0 0,-9-2 0 16,23 0 0-16,-2 0 0 0,3 0 0 0,5-2 0 15,19 2 0-15,-19 0 0 0,24 0 0 0,0-3 0 16,-12 3 0-16,12 0 0 0,-3 0-3 0,6 0-102 16,-3 0-135-16,0 0-219 0,0-3-419 0,9-7-309 15,-9 6-26-15,5-3 306 0,2 5-539 0</inkml:trace>
  <inkml:trace contextRef="#ctx0" brushRef="#br0" timeOffset="3364">9622 12215 1012 0,'-3'0'1507'0,"-6"-5"-910"0,9 5 224 0,-8-5-42 0,-4-1-327 16,12 6-226-16,-12-2 6 0,0-1-90 0,7 3-4 16,-7 3-29-16,2 2 71 0,-2 1 33 0,-8 4 63 15,6 4-36-15,8-10-44 0,-10 20 58 0,8-6-16 0,-4 2-49 16,7 0-62-16,-2 6 3 0,-1-2-48 0,2 3-47 16,6-8-20-16,0 7-14 0,6 8-1 0,2-4 0 15,-1-12 0-15,4 6 0 0,3 0 0 0,10 2 0 16,-6-10 0-16,3-5 0 0,6 0 0 0,2-4 0 15,-6-4 0-15,13 0 0 0,-4-6 0 0,1 3 0 16,-1-6 0-16,-17 2 0 0,11-7-28 0,-6 0-187 16,-1-5-199-16,-11 3-88 0,4-11-493 0,0 0-210 15,-4 0-8-15,-1 6 222 0</inkml:trace>
  <inkml:trace contextRef="#ctx0" brushRef="#br0" timeOffset="3629.29">9926 11779 2576 0,'0'-3'1732'15,"6"-7"-519"-15,-6 10-8 0,0 0-247 0,0 0-562 0,0 0-293 16,0 0-98-16,0 0-2 0,-3 10-3 15,3-2 0-15,0 5 0 0,-3-2 0 0,-1 9 0 0,4-6 0 16,0 2 0-16,0 8-25 0,0-6-94 0,4 0-170 16,-4-1-73-16,-4 4-331 0,4-2-318 0,-2 5-194 15,-1-1 17-15,0 3-253 0</inkml:trace>
  <inkml:trace contextRef="#ctx0" brushRef="#br0" timeOffset="4484">8656 13049 327 0,'3'0'1415'0,"-3"-16"-487"0,3 8-178 16,-1-1-176-16,-2 9 134 0,7-13-363 0,-4 13-119 16,-1-13-57-16,-2 11 5 0,0 2 10 0,0 0-13 15,3-11-47-15,1 8 34 0,-8 3 21 0,8 0-71 16,-8-4-32-16,4-5 18 0,-3 9-15 0,6 0-23 15,-3 0-7-15,-3 0-1 0,6 0-4 0,-3 0-16 16,-5 11 18-16,5-6-4 0,-7 3 49 0,4 3-4 16,1 5 4-16,2-12-19 0,-3 20 24 0,0-15-4 0,-1 12 28 15,2-5-52-15,-1 8 18 0,3 2-6 16,0 3-10-16,0-7-23 0,3 17 6 0,-1-5-31 16,5 6-12-16,-4-10-7 0,-1 6-2 0,8 1-1 0,-5 16 0 15,-1-23 0-15,-1 12 0 0,-3 0 0 0,2-3 0 16,1 7 0-16,-3-15 0 0,3 1 0 0,1 2 0 15,-2-8 0-15,-2-6 0 0,6 0 0 0,-6-12 0 0,2 6-14 16,-2-14-58-16,0 0-217 0,0 0-320 0,4-5-373 16,-1-1 125-16,0-7-356 0,-3 2 13 0,2-16-634 15</inkml:trace>
  <inkml:trace contextRef="#ctx0" brushRef="#br0" timeOffset="5533.2">9230 13808 267 0,'-8'-3'472'0,"1"3"-222"0,2 0 225 0,-7 0-12 0,-3 0-5 16,10 0-163-16,-19 0 35 0,2 0-22 0,0 0 43 15,-5 0 0-15,-5 0-23 0,-4 3-9 0,-5-3 21 16,11 3-84-16,-16-1 136 0,-2 1 81 0,-2 3-63 16,12-2-110-16,-16 2 70 0,-4-1 40 0,4 0-133 15,20 1-126-15,-13-1-62 0,8-3-42 0,-5 4-38 16,15-1-9-16,5-3 0 0,-3 2 0 0,0-2 0 16,5 3 0-16,3-2 0 0,8 0 0 0,-10-3 0 15,12 3 0-15,-2 1 0 0,11-4 0 0,-12 0 0 0,12 0 0 16,0 0 0-16,0 0 0 0,0 0 0 0,-3 0 0 15,3 0 0-15,3 0 0 0,-3 0 0 0,0 0 0 16,0 0 0-16,0 0 0 0,-3 0 0 0,6 0 0 16,-6 0 0-16,-9 0 0 0,12 0 0 0,0 0 0 0,0 0 0 15,0 0 0-15,0 0 0 0,-2 0 0 16,4 0 0-16,-2 0 0 0,-2 0 0 0,4 0 0 0,-2 0 0 16,0 0 0-16,0 0 0 0,0 0 0 0,-2 0 0 15,2 0 0-15,2 0 0 0,-2 0 0 0,0 0 0 16,0 0 0-16,0 0 0 0,-2 0 0 0,4 0 0 15,-4 0 0-15,2 0 0 0,2 0 0 0,1 9 0 16,0-4 0-16,-1-3 0 0,5 11 0 0,-2-2 0 16,-2-5 0-16,4 10 0 0,-2 5 0 0,2 0 0 15,-5-2 0-15,1-1 0 0,0 3 0 0,-1 13 0 0,-2-4 0 16,4-7 0-16,-4 7 0 0,3 3 0 0,0 5 0 16,-1-12 0-16,5 9 0 0,-7-6 0 0,3 3 0 15,2 12 0-15,-1-20 0 0,-1 11 0 0,-3-1 0 16,2 1 0-16,-2-7 0 0,3 7 0 0,0-8 0 15,-3 4 0-15,0-10 0 0,6 12 0 0,-6-10 0 0,0 3 0 16,0-7 0-16,0-8 0 0,0 23 0 0,0-18 0 16,0-11 0-16,0 13 0 0,0-7 0 0,0-3 0 15,0-8 0-15,0 0-12 0,-2-2-104 0,4 4-257 16,-2-2 19-16,-6-19-460 0,6-1-168 0,0-4-223 16,0-9 16-16,0 11 294 0,4-11-1234 0</inkml:trace>
  <inkml:trace contextRef="#ctx0" brushRef="#br0" timeOffset="6581.41">9219 13826 134 0,'0'0'523'0,"0"0"41"0,0 0 238 0,0 0-100 16,0 0-177-16,-4 0 136 0,8 0-88 0,-4 0-176 15,-12-10-57-15,12 10-171 0,0 0 36 0,0 0-13 16,-7 0 42-16,-1-3 57 0,8 3-14 0,0 0-8 0,0 0 8 15,0 0-81-15,0 0 65 0,0 0-96 0,0-2-66 16,-12-4-29-16,12 6 3 0,0 0-41 0,0 0-13 16,0 0-14-16,0 0-3 0,0-3-5 0,0 14 15 15,3-2-3-15,0 1 5 0,-3-2 9 0,9 18 2 16,-9-13-6-16,5 20 8 0,2-9-23 0,-4 2-2 16,-1 3-1-16,5 4 0 0,-4 0-1 0,0-2 0 15,2 1 0-15,-5-3 0 0,4 13 0 0,1-2 0 16,-5-8 0-16,0-5 0 0,3 12 0 0,-3 7 0 0,0 3 0 15,0-17 0-15,0 13 0 0,-3-6 0 0,3 12 0 16,0-21 0-16,-2 3 0 0,2 0 0 0,-3-4 0 16,3-8 0-16,0 8 0 0,-4-9 0 0,4 0 0 15,0 1 0-15,-3-3 0 0,3-9 0 0,-2 17 0 16,2-8 0-16,0-13 0 0,-3 16 0 0,3-7 0 16,-3-4 0-16,3 6 0 0,0-8 0 0,0 10 0 15,0 2 0-15,0-16 0 0,0 12 0 0,0-3 0 0,0-4 0 16,0 1-5-16,-4-10-13 0,8 18-11 0,-4-18-11 15,0 0 9-15,0 16-24 0,0-16 12 0,-4 0-1 16,4 0 15-16,4 0-2 0,-8 0 5 0,8 0 6 16,-4 0-1-16,0 0 4 0,-4 0-1 0,-8 6 5 15,12-8-16-15,0 2-3 0,-5 0-14 0,-5-4-9 0,10 4-10 16,0 0 27-16,0 0-13 0,-8-7 21 0,6 7 16 16,2 0 7-16,0 0 8 0,0 0-1 0,0 0-1 15,-7-6 0-15,2 1-5 0,5 5-10 0,-10-11-17 16,8 9 4-16,2 2-25 0,-10-9-75 0,5 7 4 15,-7-9-12-15,7 9 31 0,-5-3-26 0,-4 3-1 16,-1-2-9-16,8 2 87 0,-13 2-4 0,8 0 13 16,-14 2 17-16,8 2 10 0,1-2 5 0,-7 3 14 0,4 1 2 15,5-1 3-15,-9-1 15 0,-2 2 25 0,2-1 12 16,6-5-5-16,6 3 30 0,-14-3 13 0,3 0 35 16,16 0-45-16,-15 0 31 0,7 0-14 0,-12-5-10 15,3 0 22-15,7 1-43 0,0 0 26 0,-2-1-15 16,11 1-15-16,-7-3 2 0,-6-1 4 0,13 3-15 15,-4-1-15-15,3-1-25 0,6 3 5 0,-12-1-7 0,15 3-6 16,0 2-9-16,-9-6 9 0,1 6-5 0,-2-5-13 16,5 3 1-16,-7-1-3 0,3 0 2 0,-6 0-3 15,0 1-7-15,6-1 7 0,-8 3 11 0,2-6 7 16,10 6 4-16,-7-2 15 0,-3 0-3 0,6-1 2 16,-3 3 3-16,-3-2-4 0,7 2-8 0,-4 0-8 15,9-4-18-15,3 4-6 0,-12-2-48 0,12 2-78 0,0 0-103 16,0 0 14-16,0 0-167 0,0 0-151 0,6-7-491 15,0 3 280-15,-6 2-264 0,11-3 105 0,-11 5-581 16</inkml:trace>
  <inkml:trace contextRef="#ctx0" brushRef="#br0" timeOffset="7532.85">8715 14261 700 0,'0'0'1095'0,"-9"-11"-427"0,9 11 43 16,0 0-158-16,-8-13 224 0,8 13-496 0,-10-13 16 15,8 10-71-15,2 0 67 0,-7-7-18 0,4 6 71 16,-6 0-82-16,9 4-81 0,0-3 19 0,-15 3-52 16,15 0-30-16,0 0-16 0,0 0-31 0,0 0-17 15,0 0-6-15,0 0-16 0,0 0 11 0,-5 7-1 0,5-3-31 16,0-2-10-16,5 14 3 0,-1 0 0 0,-1-3-2 15,2 11-4-15,-2-3 4 0,1 0 4 0,-1 5-2 16,-1-7-4-16,5 10-7 0,-4 4 5 0,-1-11 2 16,1 0-9-16,0 2-2 0,1 0-3 0,-4-4-15 15,0 10 12-15,-4-14-6 0,4-8-8 0,0 13 14 16,0-10 5-16,0-1 3 0,0-7 11 0,0 5-2 16,-3-8 31-16,3 0-4 0,3 0 2 0,-6 0 2 15,6 0 0-15,-3 0-9 0,-6-6-2 0,1 1-21 0,-2-21-2 16,7 10-1-16,-2-8-2 0,-1 3-3 0,-1-1 1 15,4 2 0-15,-3-9 4 0,1-1-4 0,-1 4 4 16,3-1 1-16,0 7 0 0,0-8-1 0,3 2 3 16,-1 3-3-16,1 6 2 0,4-1-3 0,-5-1 1 15,1-1 2-15,4 0 1 0,-5 7-1 0,4 4 1 0,0-5-3 16,6 1 1-16,-4 2-3 0,2 3 0 0,4 3-1 16,-11 2 1-16,6-2-1 0,6 0 2 0,-3 1 2 15,-4 4 3-15,7 0-1 0,-6 0-3 0,6 0-2 16,-1 0-1-16,-8 4 5 0,6 1 1 0,-6 3-3 15,-3-3 5-15,2 8 1 0,2 3 6 0,-7-5-5 16,0 8-7-16,0-10-4 0,-3 5-11 0,-1 2-5 0,-1-6 4 16,2-4 3-16,-6 7-3 0,6 0 5 0,-6-2 17 15,4 7 11-15,-5-5 8 0,2 9 3 0,4-2 8 16,-1-11 7-16,2 4 19 0,-3 16 16 0,0-12-7 16,6-10-7-16,0 8 16 0,0-6-5 0,0 6-10 15,6 2-25-15,-2-12-14 0,6 3-6 0,0 0-16 16,4 0-2-16,-2-3 0 0,3 6 0 0,-6-7 0 15,17 13 0-15,-14-7 0 0,12 1 0 0,-7 2 0 16,4-5 0-16,-6-3 0 0,8 3 0 0,-2 1 0 0,-6-2 0 16,-10-5 0-16,16 9 0 0,-3-2 0 0,-4-5 0 15,-2 2 0-15,-4-1-61 0,-1-2-95 0,-2-1-197 16,5 4-285-16,-10-6-5 0,0 0-454 0,0 0-112 16,-12-13 79-16,9 10-3 0</inkml:trace>
  <inkml:trace contextRef="#ctx0" brushRef="#br0" timeOffset="8261.9">8762 14996 280 0,'0'0'490'0,"0"0"-97"0,0 0 252 15,9 10-207-15,-6-6 130 0,-3-4-45 0,-3-4-71 16,6 8-34-16,-3-4-38 0,0-4-78 0,0-6-22 16,2 10-27-16,-2 0-59 0,-12-10 143 0,10 7 24 15,2 3-30-15,0 0-86 0,-12-8 71 0,12 8 49 0,0 0-136 16,0 0-102-16,-8 2 2 0,-2 4-50 0,8 1-32 15,-1 4-41-15,-1 2-3 0,1-2-3 0,-2 18 0 16,5-16 0-16,0 20 0 0,0-11 0 0,0 6 0 16,0 3 0-16,5 4 0 0,-2 2 0 0,1-1 0 15,1-1 0-15,1-3 0 0,0 18 0 0,0-2 0 16,0-11 0-16,-3-8 0 0,2 13 0 0,-1 1 0 0,-1 10 0 16,0-25 0-16,2 7 0 0,-1-1 0 15,4 9 0-15,-5-19 0 0,3 2 0 0,4-5 0 0,-5 0 0 16,-2-7 0-16,3-1 0 0,0 2 0 0,-1-4 0 15,-1-6 0-15,-4-5 0 0,8 6 0 0,-5-4 0 16,-3-2 0-16,0 0 0 0,-3-2 0 0,-2-6-43 16,5-8-149-16,2 11-89 0,-2-19-199 0,3 3-254 15,0-8-576-15,1 13 404 0,-2-8-265 0,-2 3 76 16,0-6-777-16</inkml:trace>
  <inkml:trace contextRef="#ctx0" brushRef="#br0" timeOffset="9329.04">10441 10537 351 0,'0'0'350'0,"0"0"7"16,0 0-51-16,0 0 229 0,0 0-151 0,0 0-26 16,0 0 47-16,0 0-51 0,9 6 291 0,-6-1-166 15,9 3-8-15,-7-3-122 0,5 4 70 0,4 1-111 16,1-2-74-16,-10-2-146 0,14 1 17 0,-4-1 16 16,7 1 17-16,-3 1-13 0,1 3-5 0,0-6-40 0,7 3-6 15,-6-3-23-15,9 6-3 0,2-3-16 0,6 3-7 16,-11-4-12-16,12 2 2 0,-5 2 2 0,8-4 10 15,7 6 5-15,-13-11-14 0,11 7 3 0,1-4 3 16,4-2-8-16,-11-3-11 0,30 3-7 0,-15-6 1 16,0 3-1-16,-15 0-1 0,15-3-6 0,10 0 0 15,-20 3 5-15,-7-2 2 0,5 2-3 0,3 0 1 0,3 0 0 16,-15 0 2-16,9 0 0 0,-3 2 1 0,-5-2 1 16,-6 3-1-16,9 0-2 0,2 2 2 0,-9 0 0 15,-3 3-3-15,-9-5-11 0,11 5-25 0,-6-3-76 16,-6 1-39-16,-16-4-28 0,17 7-168 0,-8-5-182 15,-10-1-175-15,2-3 41 0,2 11-588 0,-4-11 309 16,-4 4-564-16</inkml:trace>
  <inkml:trace contextRef="#ctx0" brushRef="#br0" timeOffset="10014.23">12177 10871 605 0,'0'-3'1009'0,"0"-10"-379"16,0 13-40-16,0 0-176 0,2-2-19 0,5-9-155 0,-7 11-39 16,0-5-53-16,5-1 10 0,-5 6-12 0,0 0 19 15,0 0 21-15,0 0-42 0,0 0 82 0,0 0-65 16,0 0-7-16,0 0-49 0,0 0 3 0,0 0-36 15,0 0-10-15,0 0-46 0,0 0-6 0,0 0-8 16,0 0-3-16,0 0 1 0,0 0-1 0,0 0 1 16,0 0 0-16,0 0 0 0,0 0 1 0,0 0 0 0,3 6-1 15,4-1 1-15,-7-5-1 0,0 0 1 0,0 0 3 16,8 13 3-16,-8-13 0 0,9 13 5 0,-6-4-1 16,3 11 3-16,-3-7 0 0,0 11 5 0,-3-2-3 15,0 9 2-15,0-9-7 0,0 9 16 0,0 1-1 16,-3 0 6-16,0-8-2 0,-1 15 30 0,2-2-4 15,-1-2 7-15,3-8-24 0,-3 10 12 0,1-6-2 0,-2 6 14 16,4-15-18-16,-3 4 7 0,6 1-12 0,-3-7-23 16,4-7-8-16,1 11-9 0,-2-2-60 0,-1-7-92 15,2-6-115-15,-1 4-80 0,0-6-387 0,-3-1-204 16,2-3-42-16,-4 1 39 0,-4 5-941 0</inkml:trace>
  <inkml:trace contextRef="#ctx0" brushRef="#br0" timeOffset="10994.59">12153 11516 121 0,'0'-4'527'0,"-3"-5"-256"15,3 9 70-15,0-7-149 0,0-1 8 0,0 8-67 0,0 0-72 16,0-3-42-16,3-5-16 0,-3 5 11 0,0 3-2 16,0 0 2-16,0 0-2 0,0 0-4 0,6 11 7 15,-3-8 33-15,-3-3-10 0,-3 13 30 0,6-11 11 16,-3-2 29-16,0 0-12 0,-3 0 98 0,3 13 28 16,0-13-27-16,0 0-51 0,0 0 49 0,3 6-15 15,-3 2-4-15,0-8-85 0,0 0-9 0,0 0-13 0,3 13-1 16,-1-13-12-16,-2 0-19 0,0 0 25 0,0 0-12 15,0 0 11-15,0 0-10 0,0 0 10 0,7 3-4 16,-2 2 1-16,-5-5-17 0,0 0-1 0,0 0-2 16,0 0 0-16,0 0-5 0,0 0 15 0,0 0 26 15,0 5-8-15,3 3-9 0,-6-8 18 0,6 3 5 0,1 10-9 16,-4-2-6-16,3-6-9 0,-3 5-6 0,0 4-11 16,0-12-18-16,0 22-6 0,0-5 1 0,0-8-3 15,-3 7 4-15,3-5 1 0,-4 0 19 0,4 16 13 16,-3-2 28-16,1-8-21 0,2 5 24 0,-3 5-1 15,3-3-4-15,-3-2-29 0,-1 2 9 0,2 6 1 16,-1-6-20-16,3-7-7 0,-3 8 24 0,1 1 9 16,-2-4 3-16,1 3-5 0,0-1-3 0,1 3 5 0,-1-5-5 15,-1-5-27-15,-1 4 11 0,-2 7 53 0,4-4 20 16,-2-2 9-16,2-6-33 0,-3 4 37 0,0-2 20 16,0 2-23-16,3-6-69 0,0-1-13 0,3-9-13 15,-5 10-12-15,5-3-18 0,-4 3-9 0,1-3-2 16,1-2-8-16,-1-9 10 0,3 14-5 0,0-16-7 15,-7 16-11-15,7-16 5 0,0 0-34 0,-5 11-55 0,5-8-81 16,0-3 22-16,0 0-195 0,0 0-112 0,-7 4-227 16,2 2-230-16,5-6 219 0,0 0-173 0,-9-3-690 15</inkml:trace>
  <inkml:trace contextRef="#ctx0" brushRef="#br0" timeOffset="14163.13">12077 12594 581 0,'0'2'645'0,"0"-2"-271"0,0-2 154 0,0 4 7 15,0-2-74-15,0 0-193 0,0 0 84 0,0 0-97 16,5-10-41-16,-5 7-68 0,4 3 39 0,-4 0 4 16,0 0 47-16,0 0-64 0,0 0 59 0,-4 0-16 15,8 0 6-15,-4 0-66 0,-4 0 108 0,8 0-40 0,-4 0-36 16,5-6-65-16,-2 4 18 0,4-3 15 0,-2 3-44 15,-2-2-48-15,9 2-19 0,-10 2-34 0,13-8 10 16,-6 5-1-16,-3-2-3 0,3-3-4 0,0 3 2 16,2-4 10-16,-2-1-1 0,1 7 0 0,2-4-7 15,-2-1-12-15,-3 5 2 0,13-3 2 0,-5 4 1 16,-3 2-2-16,5-3-7 0,-5 3 0 0,3-2 0 16,9 2-3-16,-15 0 0 0,2 0-1 0,10 2-1 15,-13 3 2-15,1-1 1 0,13 3 2 0,-14 1 3 0,4-3-1 16,5 17 0-16,-8-11 1 0,6 4-1 0,-3 1-10 15,0-1-30-15,-7-1 7 0,5 5-15 0,-5-6 6 16,2 3 12-16,-2-1 7 0,-2 2 6 0,-1-4 31 16,5 10 19-16,-7-17-22 0,3 12-5 0,-3 1-4 15,0-12 11-15,-3 10-9 0,-4-4 15 0,5-5-29 0,-4 7 29 16,-6-4-1-16,-9 11 7 0,4-4-9 0,2-5-9 16,-5 0-6-16,1-5 17 0,-1 3-11 0,-9 0 0 15,12-6 7-15,2 0-3 0,-9-2 7 0,9 0 2 16,-2 1 1-16,13-4-8 0,-13 4 4 0,17-2-8 15,-15 1-1-15,12-1-2 0,3-2-1 0,0 0-3 16,0 0-3-16,0 0 0 0,0 0-2 0,0 0-2 0,0 0-2 16,0 0-2-16,0 0-12 0,0 0-10 0,0 0-20 15,0 0 19-15,15 0-9 0,-3 0 3 0,-7 3 14 16,17 0 30-16,-14 0 2 0,1-1 5 0,11 6-1 16,-11-3 0-16,3 0-5 0,3 6-8 0,-3-3-27 15,0-1-8-15,-1 4 21 0,-5 0-7 0,9 5 7 16,0 5 7-16,-10-8 0 0,4-2 5 0,3 5 12 15,-4 2-15-15,-4-12 1 0,2 5-6 0,3 4-6 16,-6-4 8-16,-1 0 8 0,1 4 14 0,-3-7 7 0,0 2 8 16,-3 6 0-16,-2-5-4 0,-2-3-12 0,-5 10-35 15,4-9-15-15,-10 4 6 0,3 0-23 0,4-5 0 16,-13 6 14-16,10-7 24 0,-13 1 25 0,0-1 10 16,3 2-1-16,7-4 8 0,-10-2 15 0,1 2 12 15,8-3 13-15,4-2-18 0,-1 3 21 0,-5-3-1 16,8 0-12-16,0 0-7 0,-5 0-7 0,7-3-18 0,5 3-9 15,5 0 3-15,-9 0-8 0,3-4 4 0,6 6-4 16,0-2-3-16,0-2-3 0,0 4-4 0,0-2-1 16,11 8-6-16,-7-3-3 0,11 6-21 0,-7-3 4 15,1-3-14-15,3 0-3 0,0 1-17 0,3-4-21 16,2 3 20-16,-2-1 7 0,5 5-34 0,1 5-10 16,-4-4 36-16,-5 1 19 0,0 0-10 0,-4 2 5 0,2-2 24 15,7 7 22-15,-8-7 4 0,1-3 1 0,0 8 0 16,0-3 2-16,-8-8-3 0,8 6-1 0,-10-1 0 15,5-1 4-15,-1 6 1 0,-4-4-1 0,0-1 2 16,0 7 6-16,0-15-2 0,-4 9 10 0,1-9-4 16,-6 9 12-16,9-11-7 0,-17 7 9 0,2-1-5 15,3-1-5-15,-5 3-6 0,7-5 25 0,-19 12-8 0,24-12 1 16,-13 5-5-16,6-5 11 0,-17-1 7 0,-3 2 0 16,8-4-15-16,3 0-4 0,-6 2 11 0,2-2 1 15,1 0 7-15,14 2-16 0,-4 1 19 0,-1-1 2 16,12-2 8-16,3 0-31 0,0 0 8 0,0 0-3 15,-9 0-12-15,4 0-13 0,5 0 5 0,0 0-6 16,0 0-3-16,9 6-2 0,-6-3-2 0,11 1 2 16,-8 0-13-16,8 1-5 0,-4 0-15 0,4-2-22 0,4 2-14 15,-4 0-12-15,-4-5 16 0,10 11-33 0,-6-9 26 16,-4 4 8-16,7 2 25 0,-2-3 8 0,-3-2 13 16,9 7 11-16,-13-5 4 0,1 1 3 0,6 7 0 15,-10-5 7-15,-1-2-2 0,2 1-24 0,-6-4-7 16,5 7-2-16,-1-6 4 0,-4 5 10 0,0-3 9 15,-4-3 4-15,-1 10 18 0,-5-7 17 0,5-1-2 0,-4-1 5 16,-3 0-18-16,-6-2 0 0,1 3 2 0,-3-2-5 16,11-3-1-16,-15 6-6 0,4-2 3 0,8-4-6 15,-3 9-1-15,0-7-2 0,-9 3 3 0,10-1 2 16,2-2-3-16,0 3-2 0,4-3 3 0,-4 2-1 16,-3-2 2-16,10-2-5 0,-5 5-2 0,-2-3 0 15,10-2-1-15,-10 0-1 0,2-2 0 0,14 4-1 0,-13-2-7 16,3-2-8-16,6 4 0 0,0-2-1 0,0-2 0 15,0 4 6-15,-9-9 3 0,6 1 16 0,3 6 10 16,0 0 2-16,0 0-5 0,0 0 8 0,0 0-10 16,0 0 11-16,0 0-17 0,0 0-2 0,0 0-1 15,0 0-6-15,0 0 0 0,0 0-3 0,0 0-10 16,0 0 8-16,0 0 2 0,0 0 2 0,-6 13 6 0,6-13-3 16,0 0 0-16,0 0 0 0,0 0 0 15,0 0-5-15,0 0-10 0,0 0 5 0,0 0 4 16,0 0 2-16,0 0-9 0,0 0 4 0,0 0 2 0,0 0 6 15,0 0-5-15,0 0-27 0,0 0-8 0,0 0 24 16,0 0-7-16,-3 6 6 0,-2-1-17 0,5 1 9 16,0 1 36-16,0 2 2 0,0-1-31 0,0 5 8 15,0-13 3-15,0 16 10 0,0-3-3 0,0-2-15 16,0 5 11-16,0-12 8 0,2 10 7 0,-2 2 7 0,0-6 11 16,0 1 13-16,0 2-9 0,3 3 10 0,-3 3-22 15,0-8-29-15,0 4-2 0,0 3-14 0,-3 9-25 16,3-14-5-16,0 0 19 0,-2 13 12 0,-2-6 25 15,4 6 6-15,0-13 8 0,0 9 8 0,0-2 5 16,0 4 12-16,0-11 10 0,4 1 18 0,-4 7 8 16,2 0 0-16,1 0 0 0,0 1-1 0,3-2-12 0,-3-1-28 15,2 5-17-15,-1-6-19 0,-1 4-7 0,0-2-1 16,-1 4 0-16,5-2 5 0,-4-2 4 0,0 4 1 16,-1-2 7-16,-2-9-3 0,3 9 3 0,1-2-3 15,-1-11-3-15,-3 9-3 0,0 1 0 0,0-4-2 16,0 7 2-16,0-17 0 0,0 24 1 0,2-8 0 15,1 1 3-15,-3-17-2 0,3 13 2 0,1 8 1 0,-2-20-1 16,-2 10-1-16,0-6-2 0,0 6 0 0,-2 6-3 16,-2-9-2-16,4-2 2 0,-3 4-1 0,3 1-1 15,-3-5 1-15,1 2 3 0,2-5 1 0,-3 5 3 16,-1-3-3-16,1-4 2 0,3 7-4 0,-2-2 1 16,2-1-1-16,0 0 1 0,-3 4 1 0,0-8 0 15,-1 9 1-15,4-4 5 0,0-9-2 0,-3 7 1 0,3 0-3 16,0-9 0-16,0 0 1 0,-8 9 0 0,8-4-4 15,0-8-2-15,0 3 4 0,0 3-1 0,0-3 1 16,0 0 0-16,0 0-2 0,0 0 3 0,0-3 1 16,0 6-1-16,0-3 0 0,-4 0-6 0,-4 8-3 15,8-8-2-15,0 0 1 0,-12 8-6 0,12-8 3 16,0 0 1-16,-9 8 6 0,9-6-1 0,-5 9 5 16,5-9 0-16,0-2 0 0,0 0-1 0,-3 15 0 0,3-15 0 15,0 0 0-15,0 0 1 0,0 0-2 0,0 0 2 16,0 0 2-16,0 0 5 0,0 0-5 0,3 13-1 15,-3-13 1-15,0 0-1 0,0 0-5 0,0 0-14 16,0 0-5-16,0 0-2 0,0 0-15 0,0 0-3 16,-3 2-28-16,-6 5 25 0,9-7-20 0,0 0 1 15,-15 0-2-15,15 0 30 0,-17 0-10 0,10-2 18 0,-5 2 7 16,-8 0 7-16,15 0 11 0,-14-2-3 0,-1-1 1 16,3 1-6-16,5-2 1 0,-15-1 2 0,3 5 10 15,-3-2 10-15,-5 0 10 0,3 2 4 0,-10 0 17 16,2-4 12-16,1 4-3 0,-8 0 15 0,5 0-11 15,-2 0 4-15,9 4-17 0,-21-2 12 0,6 3-20 16,3 3-9-16,8-3-13 0,-18 1 1 0,0 4-14 0,6-4 5 16,16-4 2-16,-12 6 1 0,-15-3-1 0,14 0 1 15,1 1 4-15,12-4-2 0,-15 3-4 0,-1 4-8 16,7-5 7-16,11-4 2 0,-17 6 7 0,15-6-3 16,-4 3 4-16,14-1 1 0,-5-2 7 0,-6 0-2 15,13-2-8-15,5-1-5 0,-2 1-1 0,5-2 1 16,0 2-4-16,-3 2-1 0,6-2 0 0,-3-1 0 15,6 1 7-15,-6 2-2 0,12 0 1 0,0 0 0 16,0 0 1-16,0 0-1 0,-8 0-4 0,4 0-6 0,4 0-1 16,0 0-2-16,-5-4 1 0,-4 4-3 0,6 0 1 15,0 0-2-15,-6 0 5 0,9 0 5 0,-17 9-1 16,11-5 4-16,-3 0 1 0,-6 3 1 0,3-4 0 16,0 0-2-16,-8 0-5 0,11-1 0 0,-3-2-4 15,-5 2 0-15,14-2 1 0,-21 4-2 0,-3-4 3 16,7 2 0-16,14-2 0 0,-17 5 2 0,11-2-2 0,0 0 1 15,-3 4 0-15,13-4 0 0,-13 3-2 0,-2-4 2 16,4 3 1-16,1-5-1 0,-2 4 0 0,4-2 0 16,5 0 1-16,2-2 0 0,-9 3-2 0,12-3-3 15,-9 0 3-15,-3 2-2 0,12-2 1 0,-17-2 4 16,7-1-1-16,2 1 3 0,-4 0 6 0,0-2 3 16,3 4 0-16,-2-2-6 0,-1 2 0 0,0 2 0 0,-12-2-7 15,10 4-3-15,2-2 0 0,-6 3-1 0,-8-3-3 16,8 4 5-16,13-6 5 0,-19 3 0 0,12-1-1 15,-17 0-1-15,14-2 1 0,-2 4 1 0,7-4-5 16,-14 5-3-16,14-3 3 0,-2-2 2 0,-12 3 1 16,12 0-1-16,-8-3 4 0,8 0 2 0,-8 3-1 15,-7-3 1-15,3 0-4 0,9 2 3 0,-2-2-5 16,-7 2-1-16,4 1-1 0,-2-3 1 0,10 0 0 0,-5 3 2 16,-3-3 3-16,11 0-1 0,-9 0 2 0,4 0-2 15,10 0 1-15,-4 3 1 0,-2-1-1 0,-2 1-2 16,7 0 0-16,-4 0 1 0,-9-1-2 0,13 0-2 15,-7-2 0-15,-3 0 0 0,15 3 0 0,-14-3-2 16,10 0 3-16,4 0 1 0,-3 0 2 0,6 0 0 16,-3 0 0-16,0 0 0 0,0 0 2 0,0 0-2 0,-3 0-1 15,-5-7-3-15,8 7-1 0,0 0-8 0,0 0-4 16,0 0 0-16,0 0 8 0,0 0-3 0,0 0-1 16,0 0 12-16,0 0 10 0,0 0 2 0,-12 7-2 15,12-4 0-15,0-3-2 0,0 0 2 0,0 0-8 16,0 0-2-16,0 0 1 0,-3 0-2 0,-9 0 0 15,12 0-2-15,0 0-2 0,0 0 0 0,0 0 1 16,0 0-2-16,0 0 1 0,0 0 1 0,0 0-2 0,0 0-2 16,0 0-12-16,0 0 7 0,0 0-5 0,0 0 1 15,0 0-1-15,0 0 9 0,0 0 2 0,0 0 3 16,0 0 1-16,0 0-1 0,-9 10-2 0,9-10 2 16,0 0-4-16,0 0 5 0,0 0 1 0,0 0-1 15,0 0 6-15,0 0 1 0,-3 0-5 0,-6 6 0 0,9-6-5 16,0 0-17-16,0 0-28 0,0 0-57 0,0 0-59 15,0 0-32-15,0 0 1 0,-3 0-77 0,-6-8 10 16,9 8-7-16,0 0 116 0,-5 0-30 0,-5 2 64 16,10-2 66-16,-5-2 21 0,-4-1 5 0,9 3 10 15,0 0 15-15,0 0 2 0,0-2-2 0,-11-4-8 16,11 6-44-16,0 0-34 0,0-5-231 0,5-6-167 16,1 3-231-16,-2 3 77 0,1-13-217 0,4 1-208 15,-6 10-468-15</inkml:trace>
  <inkml:trace contextRef="#ctx0" brushRef="#br0" timeOffset="15598.29">11520 13649 724 0,'-9'3'1096'0,"-6"2"-450"16,6-2 52-16,4-3-166 0,-2-3 101 0,-1 3-187 16,8 0-29-16,0 0-85 0,-7-8 190 0,2 5-157 15,5 1-54-15,5-6-119 0,2 3 11 0,8-4-2 16,11-4-133-16,-8 0-26 0,8 0 11 0,16-8 15 15,-5 2-16-15,4-1-20 0,-5 3-24 0,11-3-1 0,24-10 3 16,-13 3-6-16,-10 9-4 0,11-8-1 0,9-3 5 16,20-6 1-16,-34 14 0 0,14-6 1 0,2-2-1 15,6-2 2-15,-17 7-6 0,4 3-2 0,-9-3-1 16,-3 6-1-16,-7-2-1 0,-8 7-5 0,-6 4-6 16,-4-2-12-16,-20 8-15 0,11-5-70 0,-14 8 4 15,9-8-24-15,-8 8-3 0,-4 0-156 0,0 0 58 0,0 0-7 16,2-5 14-16,-2-4 38 0,0 9-124 0,-6 0-18 15,-2-4-10-15,8 4 14 0,-15 0-196 0,15 0-122 16,-19-6-268-16,19 6 386 0,-10-3-105 0,0-2 65 16,-11 3-208-16</inkml:trace>
  <inkml:trace contextRef="#ctx0" brushRef="#br0" timeOffset="16510.84">12793 12853 123 0,'0'0'1634'0,"-12"0"-349"0,12 0-302 15,0 0 239-15,0 0-473 0,0 0-444 0,0-2-43 0,0 4-103 16,0-4-122-16,0 2-26 0,0 2-5 0,8 9-13 16,-8-11-6-16,0 0 2 0,12 10-8 0,-12-10-3 15,19 6 34-15,-11-4-3 0,1 0 24 0,6 7 0 16,-7-2 2-16,1-1 6 0,12-1-3 0,-10 3-16 15,1-3-3-15,12 3-18 0,-4-3-1 0,1 4 3 16,-6-7-1-16,-10 0 0 0,17 4-1 0,-5-3 0 0,-8-1 0 16,-1-2-2-16,4 0-8 0,-9 0-47 0,-6 0-52 15,9-2-9-15,3 2 27 0,-6 0-30 0,-3 0-15 16,-6 5 9-16,6 3 77 0,-9 0 28 0,4 0 15 16,-7 2 33-16,-3 6 24 0,-5 3 43 0,1 2 13 15,-1 5 72-15,3-4-6 0,-4 4 46 0,-3 3-6 16,4 3-27-16,2-5-9 0,-3-1 10 0,4 0-56 15,-1 3-28-15,4 4-13 0,2-11-42 0,5 2-2 16,2 3-23-16,5-8-15 0,0-6-4 0,0 5-7 0,0-9-1 16,5 4-13-16,-5-13-20 0,7 11-74 0,-5-9-132 15,-2-2-157-15,10 5-1 0,-8 1-362 0,-2-6-286 16,0 0-391-16,0-6 621 0,10-5-955 0</inkml:trace>
  <inkml:trace contextRef="#ctx0" brushRef="#br0" timeOffset="18362.9">11282 12770 109 0,'2'-2'1445'0,"4"-14"-388"16,0 3-63-16,-3 11-202 0,-3-4-327 0,3-7-154 0,-3 13-78 15,0 0-33-15,0 0-102 0,0-11 2 0,2 8-6 16,-2 3-16-16,0 0-36 0,0 0 13 0,0 0-18 16,0 0-12-16,0 0-11 0,0 0 2 0,0 0-2 15,0 0 8-15,0 0-9 0,0 0-2 0,0 0 2 16,-2 3 22-16,-4 10 29 0,6-13-16 0,0 22 25 16,-4-12 18-16,2-1 7 0,-1 14-13 0,-2 1-5 15,-2 0-26-15,-1 0-13 0,1-6-18 0,-1 8-8 0,-1 9 5 16,-1-6 0-16,5-8-6 0,-2 8 5 0,5 0 5 15,-1-5-6-15,3-5-6 0,0 1-2 0,0 2 4 16,0-11 31-16,0 4 0 0,0-6 22 0,0 2 9 16,3 2 16-16,-1-13 13 0,2 9-6 0,-1-5-6 15,2 1 2-15,5 0 0 0,2-5-19 0,0 0-1 16,-4-3-21-16,9 1-13 0,-10-1-19 0,20-5-7 0,-5-3-15 16,0 6 0-16,-8 1 0 0,10-5 0 0,-1 3 0 15,10-1 0-15,-13 5 0 0,4-4 0 0,3 3 0 16,-2 1 0-16,-3-1 0 0,4 3 0 0,-20-3 0 15,18 6 0-15,-22-3-7 0,13-3-120 0,2 6-202 16,-17-3-109-16,10-3-233 0,-5 3-42 0,-5 0-464 16,7-7-310-16,-2 7 73 0,-5 0-287 0</inkml:trace>
  <inkml:trace contextRef="#ctx0" brushRef="#br0" timeOffset="20730.57">8308 11569 187 0,'0'-5'815'0,"3"-3"-481"0,-3 6 269 0,0-12-128 15,0 12-67-15,6-14-105 0,-3 16-99 0,-3-6 38 16,5 2 30-16,-5 4-47 0,0 0-44 0,-2 0 81 16,4 0 1-16,1-9-24 0,1 4-43 0,-4 5 106 0,0 0-84 15,-4-2-17-15,4 2-73 0,4 2 25 0,-4-2-5 16,0 0 6-16,-4-2-73 0,-4-6 14 0,8 8-3 16,0 0-13-16,0 0-14 0,0 0-37 0,0 0-47 15,0 0-8-15,3 13-8 0,-3-11 4 0,5 9-22 16,-1-6 8-16,4 8 22 0,-8-7 21 0,7 7 4 15,1 0 9-15,1 3 7 0,3 0-6 0,-4 0 4 16,1 2-3-16,6 2-8 0,-6-5-8 0,6 3-6 0,2 4-4 16,-5-4 2-16,0-5 6 0,0 0-1 0,-1 4 8 15,8-1 1-15,-11-1-1 0,1-6 2 0,6 4 9 16,-6-4 7-16,2 8 19 0,1-7-1 0,-5-4-19 16,1 5-4-16,-8-11-4 0,9 7-10 0,-4-4-7 15,-7-3-26-15,4 3 13 0,8 4 23 0,-8-7 9 16,-4 0 8-16,4 0 5 0,5 4 13 0,-2-2 12 0,1-4 9 15,3-2-9-15,0-1-16 0,-3 3 24 0,8-7 16 16,-4-1-27-16,-5 7-29 0,12-10-6 0,-10 2 2 16,5-2-6-16,3-7-26 0,-3 0-3 0,-4 5 10 15,4-4 32-15,0 3 13 0,-4 0-1 0,8-8 33 16,-2 4 6-16,-6 3 26 0,4 2-13 0,0-3 12 16,3-12 10-16,-3 12-31 0,-7 4-25 0,7-1 7 0,0-4-31 15,-4 1-24-15,-4 9-4 0,2-4 0 16,-4 6 0-16,8-2 0 0,-10 9 0 0,0-15 0 0,2 15 0 15,-2 0 0-15,0 0 0 0,0 0 0 0,-2 0-35 16,-13 0-124-16,15 0-151 0,0 0-79 0,0 0-421 16,0 0-234-16,0 0-464 0,0 0 629 0,0 0-486 15</inkml:trace>
  <inkml:trace contextRef="#ctx0" brushRef="#br0" timeOffset="22393.12">9030 11588 625 0,'6'-2'538'0,"5"-9"-173"0,-4 5 143 16,-2 1 122-16,7-3-205 0,-7 3-168 0,2 0-27 0,5-3-47 15,-7 0 24-15,-2 5-71 0,4-2 40 0,1-1-3 16,-8 4-6-16,6-11-16 0,-6 13 41 0,3-13-27 15,-3 10-1-15,0-5 1 0,0 3-44 0,0 5 76 16,0 0-4-16,-5-11-46 0,1 9-56 0,8 4 5 16,-4-2-27-16,0 0-12 0,0 0-43 0,0 0-7 15,-4-2-2-15,-2-9-1 0,6 11 0 0,0 0-1 0,0 0-3 16,0 0-2-16,0 0-1 0,0 0-1 0,-5 8 0 16,-4-3 0-16,9-2 2 0,-10 10-1 0,5-5 4 15,-7-1 2-15,-5 13 1 0,10-13 1 0,-13 10 3 16,5 1 2-16,-2 1 0 0,2-1 1 0,-6-3-1 15,4 7 2-15,-5-4-3 0,8-5-5 0,-6 6 1 16,-4 5 1-16,6-6-1 0,6-7-5 0,7 2-8 0,-7 5-2 16,-3 6-7-16,13-18 3 0,-8 8-8 0,8-7-31 15,-1 4-68-15,3-11-36 0,-7 10-305 0,7-7-152 16,0-3-204-16,0 0 118 0,0 0-217 0,0 0 70 16,-14 0-753-16</inkml:trace>
  <inkml:trace contextRef="#ctx0" brushRef="#br0" timeOffset="23680.67">6997 11101 716 0,'0'-5'549'16,"2"-8"-123"-16,-2 0 13 0,0 7-113 0,0-5 12 0,0 4-116 15,4-6 21-15,-4 4-115 0,3 9 48 0,-3 0 14 16,0-13 10-16,0 13-57 0,0-2 55 0,0 4-70 16,0-2-8-16,0-2-5 0,0 2-51 0,0 2-11 15,0-4-19-15,0 4-16 0,0-2-11 0,0 0-5 16,0 0-10-16,15 24-5 0,-3-6 6 0,2 1 6 15,1 2 1-15,0 0 1 0,-3-1 8 0,5 6 13 16,-2 8 10-16,-6-4-4 0,-4-4-4 0,5 10 17 0,-5 5 16 16,-2 1-1-16,-1-11-13 0,5 22 43 0,-7-10 19 15,3 4 10-15,-1-2-11 0,1-11-36 0,1 16 13 16,-1 14 12-16,0-11-42 0,-1-14-33 0,2 15-8 16,2 4 1-16,-4 3 0 0,5-16-3 0,-2 21-3 15,-2-14-4-15,0 10 2 0,1-20 0 0,-2 19 5 16,-2 0 32-16,3 5 44 0,-3-24-17 0,0 14 29 0,0-6 2 15,3-7 1-15,-1-12-30 0,2 22 19 0,-1-18-38 16,-3-7-4-16,5 1-4 0,-2-5-21 0,1 19 4 16,-1-20-16-16,-1 1-11 0,1-11-8 0,-3 9-12 15,4-4-6-15,-1-5 1 0,-3-7 19 0,0-3 0 16,0 10-3-16,0-16-2 0,0 3-23 0,0 3-122 16,0-6-103-16,-3 1-226 0,-6-9-34 0,2-2-384 15,-13-13-69-15,5 4 46 0,3 6 19 0</inkml:trace>
  <inkml:trace contextRef="#ctx0" brushRef="#br0" timeOffset="24461.61">7111 11110 489 0,'0'0'405'0,"-2"-9"-77"0,2 1 162 16,0 3 9-16,0-8 8 0,0 13-17 0,6-13-67 0,-6 13-66 15,3-14-34-15,-3 10-112 0,-3-10 73 0,3 11 14 16,-6-13-116-16,6 16-58 0,0 0-51 0,-6-11 11 16,6 9-17-16,0 2-24 0,0 0-21 0,-6 0 1 15,-6 0-8-15,1 8-14 0,4-5-2 0,-19 12 4 16,-1 5 6-16,4-5-1 0,9-2-2 0,-5 8 0 16,-1 3 1-16,3 0 2 0,2 2-3 0,0-4-1 0,-3 7-1 15,3-1 1-15,7-8 3 0,-7 4 12 0,1 7 2 16,2-7-4-16,5 0-1 0,2-9-4 15,2 3 4-15,-4 2-7 0,7-7-7 0,-2-2-2 0,2 4 2 16,2-6 0-16,2 4 1 0,-4-13 3 0,3 13 5 16,0-11-1-16,9 3-4 0,-7-5-3 0,10 0-1 15,-3-5-1-15,2-3-6 0,8-5 2 0,-5-3 0 0,0-2 5 16,1 1 1-16,-4 2 0 0,1-7 0 0,4-9 2 16,-2 7-5-16,-2 6-1 0,-1-6 4 0,1-2 8 15,0-1 7-15,6-3 10 0,-6 10 1 0,2-4 26 16,-5 0 20-16,11 0 28 0,-9 8 13 0,11-8 85 15,-11 4-28-15,4 1 9 0,-6 5-47 0,5 1 37 16,-8 0-6-16,1 5-68 0,2 0-19 0,-7 2 12 16,7 4-22-16,-12 0-20 0,8 2-12 0,-4 0 2 0,7 2-36 15,-7 4-23-15,8 4 4 0,-7-2-6 0,4 8-4 16,6 10 11-16,-4-4 10 0,-2-7 15 0,3 7 7 16,5 4 6-16,-5-2-5 0,-2-6-5 0,4 6-6 15,-8 0-15-15,6 5-7 0,-7-10 4 0,4 2-11 16,1 0-13-16,-5 1-59 0,-2-7-53 0,-3 9-274 15,0-3-319-15,-3-2-310 0,-6-9 181 0,-6 11-276 16,-2-2-908-16</inkml:trace>
  <inkml:trace contextRef="#ctx0" brushRef="#br0" timeOffset="25364.17">5659 12038 934 0,'-3'-19'1563'16,"0"8"-829"-16,1-2 28 0,2 0-197 0,-3 8-185 15,-4-6-140-15,2-2-45 0,5 13-94 0,-7-5 18 16,2-1-19-16,8 6-47 0,-6-2-23 0,-6-6 16 0,9 8-12 16,0 0-3-16,0 0-4 0,-8-3-12 0,4 3 1 15,1 0-3-15,-9 9-8 0,9-7-5 0,-2 6 1 16,-4 10-1-16,3 2 0 0,4 0 1 0,-2 2 5 16,1 2 4-16,3 4 2 0,0-4-2 0,0 8 9 0,3 7 7 15,-3-4 22-15,0-11 0 0,4 16 25 16,-2-1 6-16,-2-8-2 0,6-1-11 0,0 8 16 0,-3-10-40 15,5 4-21-15,-4-11-12 0,1 6-2 0,5-1 7 16,-5-2 2-16,4-4-1 0,-6-9 4 0,2-2 10 16,5 9-7-16,-1-8-11 0,-6-7-11 0,11 5 5 15,-2-3 1-15,-4-5-11 0,4 0 1 0,6-7 7 16,-9 4 7-16,11-7-1 0,-11-1-5 0,13-11 0 16,-8 2 0-16,7-10-3 0,-9 9-1 0,5-11 0 0,-5 3 0 15,3-6 1-15,-1 4-4 0,10-8 0 0,-9 4 5 16,-3 0-3-16,3 1 1 0,-5 8 3 0,6-6 7 15,-8 3 33-15,-1 2-30 0,-4 12-2 0,-3-1 12 16,2 5-1-16,1-2 8 0,-3 2-7 0,0 11-18 16,0 0 27-16,0-6-5 0,3-1-9 0,-3 7 10 15,0 0-17-15,-3 11-6 0,-2 0-3 0,-2 7-1 0,2 0-2 16,-7 14 26-16,9-14 2 0,-4 12 12 0,-1 1-15 16,6-2 0-16,-5 8 5 0,2-2-22 0,-2-1-25 15,4 3-15-15,1 0 0 0,-1-10 24 0,0 7-9 16,3-5-5-16,-4-2 18 0,4-12 1 0,4 2 8 15,-1-7-2-15,-3 0-14 0,0 4 6 0,3-11-4 16,2 4-47-16,-1-4-70 0,-4-3-42 0,0 0-201 0,15-3-367 16,-15 3-319-16,8-10 277 0,-2-1-213 0,6-10-226 15</inkml:trace>
  <inkml:trace contextRef="#ctx0" brushRef="#br0" timeOffset="25708.25">6258 12448 354 0,'0'0'1263'0,"0"0"-531"0,-15-8 124 15,15 8-191-15,-19 3-207 0,14-3-254 0,-10 0-19 16,3 5-49-16,0 3 21 0,-5-3-66 0,8 6 23 16,-2-5 0-16,-4 12-16 0,6-8 2 0,4 1 6 15,-10 7-8-15,11-5 0 0,-1 7-23 0,2-11 40 16,3 13-3-16,-4-7-46 0,4-9-32 0,7 12 7 0,-2-4-3 16,4-1-4-16,3-5-15 0,-4-1-1 0,2-1-2 15,14-1-3-15,-12 1-5 0,8-6 3 0,-6 0-12 16,13-3-46-16,-7 0-76 0,-8 3-43 0,5-2-267 15,-7-3-171-15,4 1-190 0,-11 2 94 0,6-9-207 16,-9 11 12-16,0-13-768 0</inkml:trace>
  <inkml:trace contextRef="#ctx0" brushRef="#br0" timeOffset="26093.24">6549 12289 98 0,'0'0'1692'15,"0"-15"-735"-15,0 12-215 0,0 3-185 0,-3-6 27 16,0-5-261-16,3 11-65 0,0 0-144 0,-9-4 28 16,6 1-29-16,3 3-26 0,0 0-41 0,0 0-5 15,-5 5-24-15,-2 1-8 0,5 4-6 0,-1 0-4 0,0 17-2 16,-3-1-1-16,3-7 1 0,0-1-2 0,1 6-4 15,2 3-30-15,-4 2-99 0,4-16-60 0,-3 6-334 16,-3-1-223-16,4 1-97 0,-2-14 218 0,1 14-472 16</inkml:trace>
  <inkml:trace contextRef="#ctx0" brushRef="#br0" timeOffset="27408.71">7416 13962 365 0,'-3'-8'614'0,"-1"-3"-289"0,4 4 160 15,-3-4 55-15,1-2-7 0,2 7-147 0,-3-8-3 0,0 4-67 16,6 7-53-16,-3-2-103 0,0-10 2 15,0 11-22-15,0-3-44 0,0 7-41 0,0 0-29 0,0 0-1 16,0 0-1-16,0 0-14 0,0 0-7 0,0 0-3 16,0 0-3-16,0 0 1 0,0 0-2 0,0 0 0 15,0 0-2-15,0 0 3 0,0 0 3 0,0 0-4 16,0 0-1-16,0 0 7 0,0 0 0 0,0 0-11 0,0 0-3 16,0 0-2-16,0 0 20 0,0 0-2 0,0 0-3 15,0 0 4-15,0 0 12 0,0 0-1 16,0 0-4-16,-7 2-11 0,-1 1 11 0,8-3 0 0,0 0 9 15,0 0-3-15,0 2 3 0,0 9-4 0,3-3 6 16,0 0-8-16,-1 8-2 0,-2-6-4 0,0 12 5 16,4 2 6-16,-4-3 33 0,-4 2 20 0,4 3 16 15,0 4 15-15,0 4 35 0,0-8-21 0,0 12 57 16,0 25 16-16,0-10-45 0,4 3-6 0,-4-11-44 0,6 21 11 16,-4 6-31-16,1-15-19 0,1-11-33 0,-1 18-4 15,2 15-11-15,2-16-13 0,-5-18 1 0,1 16-4 16,6 5-11-16,-6-7 10 0,-3-23 13 0,3 12 21 15,-3-6-3-15,2 3-4 0,-2-7 6 0,0-5 0 16,4 0-12-16,-4-5-25 0,3-1-15 0,-3 2-1 16,0-5-2-16,-3-3-13 0,3-3-12 0,-4 1-41 0,2-8-37 15,-1 7-30-15,-4-5-69 0,5-8 25 0,2-5-162 16,-6 17-181-16,6-17 68 0,0 0 45 0,0 0-276 16,0-4-41-16,-12-5 63 0,12 0-400 0</inkml:trace>
  <inkml:trace contextRef="#ctx0" brushRef="#br0" timeOffset="28091.88">7365 13921 228 0,'7'-9'479'0,"-7"5"-62"0,0 4-91 0,0-7 137 15,0-2 69-15,0 2-135 0,2 1-170 0,-2 4-46 16,8-9-11-16,-8 11-16 0,7-11-24 0,-4 9 63 16,3-9 2-16,-3 4 20 0,2-4-41 0,-2 3 32 15,1-3-10-15,-1-2-6 0,-3 5-9 0,0 2 1 0,2-9-19 16,-2 15-16-16,0-13-13 0,0 10-48 0,0 3-7 16,-2-11-29-16,2 9-14 0,0 2-13 0,-10 0 2 15,2 0 5-15,-1 5-6 0,0-2-8 0,-9 5-2 16,4 5 0-16,-10 2 0 0,12-6 0 0,-8 6 3 15,2 5 2-15,-3-2 2 0,6-5-1 0,-2 0 1 16,2 0 3-16,1 0-2 0,4-2 0 0,-2 0 2 0,4-4 0 16,-1 8-1-16,3-8-3 0,0 1 5 15,0-1-7-15,4-1-7 0,2-6-6 0,0 0-2 0,0 0-1 16,0 0-2-16,0 0-1 0,0 0 1 0,0 0 3 16,0 0-2-16,0 0 0 0,0 0-2 0,14-2-5 15,-14 2-6-15,15-13-10 0,-7 7 7 0,14-12-5 16,-2 5-1-16,1-1-17 0,-4 4 11 0,7-10-11 0,-1 5-4 15,1 2-3-15,-7-1 8 0,10-4-25 16,-3 2 25-16,0 2 9 0,-4 1 9 0,-3 4 5 0,-10 5 5 16,13-3 1-16,-11 1 4 0,-1 3 0 0,-8 3-2 15,10-2 1-15,-1 0 2 0,-9 2 1 0,0 2 2 16,5 9 15-16,-5-6 43 0,3 8-19 0,4 0 16 16,-5 9 3-16,8-2 18 0,-8-6-29 0,1 4-8 0,2 6-20 15,-1-3 0-15,-1-8-6 0,2 9 6 0,5 2-8 16,-5-3-8-16,2 2-47 0,-2-6-38 0,-2 1-48 15,1 3-40-15,-8 0-99 0,4-15-97 0,-6 9-354 16,4 1-394-16,-8-8 229 0,-4 3 178 0,8-6-1267 16</inkml:trace>
  <inkml:trace contextRef="#ctx0" brushRef="#br0" timeOffset="28927.66">5777 14501 1174 0,'0'-10'1472'0,"0"-1"-664"16,-2-5 22-16,-2 6-84 0,-2 4-355 0,4-5-172 15,2 11-56-15,-12-9-19 0,12 9-52 0,0 0 12 0,-12-6-19 16,9 6-44-16,3 0-32 0,-9 6-8 0,1-4-2 15,-2 11-5-15,5 0-3 0,-2 5 6 0,2 6 4 16,1 3 6-16,1 5 5 0,3-9 24 0,0 20 114 16,0-3-7-16,0 2 31 0,0-13-38 0,3 14 45 15,1 1 23-15,1 7-60 0,5-23-91 0,-5 7 8 16,7 2-34-16,3-3-8 0,-3-2-4 0,2-3-8 16,4-2-15-16,-4-3-3 0,4 2 2 0,3-7 1 0,-1-6 4 15,2-3 0-15,-2 1 3 0,-2-9 5 0,0 2 0 16,8-4-16-16,-6-4-27 0,-5-1-2 0,6-5-49 15,2-1-22-15,4-10-58 0,-6 6 19 0,-1-4-72 16,4-3 13-16,-4-9 12 0,-8 9 68 0,12-22-64 16,-9 7 76-16,-1-1 35 0,-6 7 61 0,-1-14-2 0,5-8 3 15,-9 8 14-15,-1 15 5 0,-4-12 1 16,-1-6 12-16,0 9 13 0,-6-12 29 0,6 25-2 0,-3-5 49 16,0-2 43-16,4 11 29 0,-5 5 22 0,7 7 9 15,-5-1 3-15,5 9-21 0,-3-9-70 0,3 9 25 16,0 2-62-16,0 0-35 0,0 2-26 0,5 11-12 15,1 8 1-15,3 0-7 0,-4-5 1 0,2 14 1 16,2 4 6-16,-1 8 0 0,-1-16 1 0,1 15 5 16,1 3 21-16,-3 4 25 0,3-1-3 0,-4-12-19 0,2 7 11 15,1-3-4-15,-1 12-3 0,-2-21-51 0,2 6-20 16,-5-4-22-16,6-1-36 0,-1-9-22 0,-2 0-117 16,-2-13-70-16,4 13-70 0,-2-11-87 0,2-3-91 15,-7-6-127-15,8 9-63 0,-8-11 118 0,0 0-246 16,6-19-92-16,-3 8-521 0</inkml:trace>
  <inkml:trace contextRef="#ctx0" brushRef="#br0" timeOffset="29596.49">6629 14917 441 0,'0'0'1829'0,"0"0"-1072"0,0 0-188 0,0 0 347 15,0 0-532-15,0 3-215 0,0 4-123 0,-3 1-39 16,3 1-3-16,0 4-1 0,0-4 0 0,0 5-3 16,0 10 0-16,3-3 0 0,-3-10 0 0,2 13 0 0,5-1-2 15,-7-10 5-15,15 13 5 0,-13-9-2 0,8 4 1 16,-2 0 0-16,1-5 0 0,-6-10-1 0,6 14-4 15,-4-9-2-15,5 0 2 0,-8 0 1 0,4-1-1 16,-2-7 1-16,-4-1-1 0,5 9-1 0,-5-11 2 16,0 0-8-16,0 0-2 0,0 0 1 0,0-11-6 15,3 9-15-15,-6-14 0 0,3 8-6 0,-5-11 10 0,-2 1-3 16,2-4-6-16,-5-1 8 0,5 6 22 0,-7-9 6 16,0 0 10-16,0-3 4 0,-3 2-4 0,1 1 15 15,2 0 22-15,0-3 22 0,1 5 4 0,-1-6 33 16,3 7 34-16,3-3 51 0,2 9-37 0,2-4 38 15,2 8 28-15,0-4-60 0,2 4-53 0,2 4-12 16,4-13-47-16,4 6-31 0,-5 10-16 0,10-14-13 0,-2 9-4 16,0 3 3-16,5 1 3 0,-6 3 1 0,13-3-4 15,2 4-3-15,-7 3 2 0,-8 0 2 0,6 3-32 16,2-1-16-16,-10 3-20 0,-2 3 24 0,2 1-38 16,-5-4-4-16,8 5 0 0,-7-1 25 0,-2-4 9 15,0 8 4-15,0-5 12 0,-3-1 23 0,-10 13-7 16,7-7 14-16,-8 2 5 0,6-10 2 0,-20 17 1 15,5-4 6-15,0-5 2 0,-5 0 1 0,10-7-1 16,-8 7 6-16,8-2 40 0,-2 2 26 0,11-8-3 16,-12 14 53-16,13-5 42 0,2-5-4 0,-4 8-38 0,8-7 19 15,-2 3-4-15,13 4-18 0,-10-8-51 0,10 8 24 16,4-6-19-16,-2-2-9 0,6 0-9 0,1 2-13 16,0 2-12-16,5-6-5 0,-5-1-12 0,-1 1-7 15,-2-1-5-15,6-1-3 0,-10-3-1 0,6 4-18 0,-9-3-9 16,2 3-6-16,-1-1-17 0,0-1-66 0,-13 0-173 15,6 1-134-15,-4-3-171 0,-4-2-35 0,0 0-414 16,0 0-145-16,-4 6 122 0,-1 1-108 0</inkml:trace>
  <inkml:trace contextRef="#ctx0" brushRef="#br0" timeOffset="30909.98">10712 15300 766 0,'-3'0'651'0,"-9"-5"-63"0,12 5-114 0,-12-8 235 16,4-3-110-16,2 6-211 0,0-3-112 0,1 1 44 16,-2-2-7-16,-5-4 106 0,10 11-182 0,-4-7 90 15,-3-2 13-15,4 4 42 0,-2 1-171 0,7 6 7 16,-12-9-44-16,12 9 2 0,0 0-27 0,0 0-58 16,-5-4-8-16,-1-1-19 0,6 8-11 0,0-3-15 0,0-3-13 15,0 6-18-15,6-1-5 0,-4 6 1 0,13 1 4 16,-6 0-1-16,3-3 4 0,6 8-3 0,-1-1 1 15,4 2 1-15,-3-1-3 0,-4-1-3 0,6 2-1 16,4 7-2-16,3-4 3 0,-7-7 0 0,1 2 1 16,6-2 0-16,2 4 1 0,-11-9-3 0,6 5 0 15,-4-4-7-15,-3-1-4 0,14 4-8 0,-23-4 8 0,9 1 0 16,-5-7 1-16,9 9 2 0,-6-3 2 0,-7-4 4 16,4 5-4-16,-12-7-19 0,9 4-5 0,-3-2-32 15,-9-4 10-15,6 7 1 0,-1 5 11 0,2-7-5 16,-16 10 13-16,6-5 21 0,0 0 8 0,-8 5 2 15,-4 6 0-15,-6 1-2 0,7-6-2 0,-7 2-3 16,7 5 1-16,-10-2-4 0,0-1 0 0,7-5 2 0,-4 6 11 16,7-5 10-16,-7 8 2 0,9-11-6 0,1 2 6 15,4-4-3-15,0 4-22 0,3-8-21 16,2 6-22-16,1-11-59 0,-7 13-133 0,11-11-61 0,0-2-418 16,0 11-103-16,0-9-240 0,0-2 239 0,8 4-220 15,1-8-124-15</inkml:trace>
  <inkml:trace contextRef="#ctx0" brushRef="#br0" timeOffset="31927.25">11991 14544 144 0,'0'0'256'0,"0"-4"111"16,0-5 52-16,0 9 35 0,0 0-96 0,0 0 112 15,0 0 74-15,0 0-216 0,0 0-102 0,0 0 48 16,0 0-46-16,0 0 5 0,0 0-120 0,0 0-2 16,0 0-22-16,0 0-25 0,-9 0-26 0,4 0-12 15,-7 2-1-15,-1 1 5 0,1 1-3 0,-2 7 27 16,-4 5 3-16,1-3 7 0,2 6-4 0,3-8-23 16,-5 9 15-16,-4 4-9 0,3-4-16 0,6-5-8 0,-2 3 47 15,-1 1 10-15,0 2 16 0,10-10-36 0,-4-3 17 16,3 3 0-16,-6 7-9 0,8-13-56 0,-1 3 3 15,2-6 4-15,1 12 0 0,2-14-3 0,-4 13 16 16,4-13 9-16,0 0 16 0,0 0 0 0,0 0 24 16,0 0 20-16,14-10-23 0,-7 2-9 0,-2 3-28 15,14-14 1-15,-4 1-31 0,-1 1-7 0,-3 4-1 0,5-8-3 16,-1 2 0-16,2-7 0 0,-2 13 1 0,-1-5-3 16,1-4 1-16,0 4-3 0,2 2 3 0,-2-3-2 15,-1 4 1-15,1-1 1 0,-5 3 5 0,-1 2 1 16,6 0 0-16,-10 0 2 0,-2 11-4 0,-3 0-1 15,12-7-3-15,-10 7 2 0,-2 0 3 0,7 7 0 16,-2 2 8-16,5 9 11 0,-8 1 61 0,4-6 15 0,0 8 42 16,2 11 59-16,-1-6-9 0,2-5-35 0,2 9 48 15,-2-4-53-15,6 5-20 0,-6-11-55 0,-1 2 3 16,4 0-29-16,3-3-20 0,-3-1-7 0,-7-13-34 16,14 12-56-16,-11-8-113 0,-1-3-150 0,7 2-415 15,-2-11-307-15,-6 1-110 0,8-1 312 0,-4-5-1221 16</inkml:trace>
  <inkml:trace contextRef="#ctx0" brushRef="#br0" timeOffset="32961.49">13444 12514 449 0,'3'-18'666'15,"-3"-6"-307"-15,2 6 32 0,1-2-101 0,4-6 75 16,-2 0-96-16,2 2-29 0,-2 8-47 0,4-4 109 16,-3-2 9-16,0 0 10 0,-3 15-105 0,2-17 49 15,-2 16 5-15,1-13-8 0,-1 13-36 0,-1 0-1 16,-2-8 10-16,3 11-30 0,-3-1 14 0,0 4-10 0,0-9 13 16,-3 11-52-16,6 0-32 0,-3 0-44 0,0 0 15 15,0 0-61-15,0 0-45 0,0 0-1 0,-3 0 1 16,3 0 0-16,-14 6-3 0,14 4 2 0,0 0 1 15,-6 17 2-15,2-3-1 0,2 2-16 0,-1 11 1 16,0-4 14-16,-1 3 0 0,4-6-6 0,0 12-15 16,0 11-1-16,0-8 37 0,0-3-3 0,4-8-9 15,-1 27 0-15,0-13 13 0,3-4 7 0,-3 0-10 16,0 11-10-16,-1 13-14 0,1 9-2 0,-3-24 7 0,0 24-4 16,0 2 0-16,-3-2-1 0,1 2 1 0,2-2 9 15,-3-1-3-15,0-4 2 0,3-21 6 0,0 39 4 16,-4-22 2-16,4-7 4 0,0-16-4 0,0 11 10 15,0-1-2-15,4 3-8 0,-1-12-5 0,0-15-1 16,-3 8-7-16,5 12-12 0,-1-14-13 0,-4-11 0 16,3 9 1-16,-1-6 14 0,-2 11 9 0,0-19 11 0,0 0 6 15,0-2 11-15,0-6 6 0,0-2-15 0,0 2-39 16,0-2-17-16,0-11-10 0,0 0 5 0,0 15-34 16,0-15 11-16,0 0 4 0,0 0 22 0,-9 3-53 15,1-3-83-15,-1 0-26 0,3 2 34 0,-6-2-87 16,10 0-50-16,-10 0-84 0,0-2-348 0,0-3 208 15,4 1-240-15,-2 0-36 0,1-1 34 0,9 5 231 0,-15-9-574 16</inkml:trace>
  <inkml:trace contextRef="#ctx0" brushRef="#br0" timeOffset="33558.9">13308 14351 46 0,'0'2'825'0,"0"-2"-247"0,-3-8-118 16,3 1 355-16,0-4-155 0,0-2-119 0,0 2-223 0,3-2 125 16,-3 2-177-16,2-5-39 0,-2 14-72 0,4-9 32 15,-4-2-1-15,3 10 21 0,-3-5-118 0,0 0 9 16,0 8-7-16,0 0-14 0,0 0-15 0,0 0-10 15,0 0-22-15,0 0 0 0,0 0-4 0,0 0-4 16,0 0-5-16,0 0-3 0,3 8-8 0,2 0-1 0,-1 8-2 16,-1-3 2-16,5 9-1 0,-1-9-2 0,-5 7 6 15,8 4-3-15,-2 9 10 0,1-15 2 0,0 3 7 16,-3 2 2-16,8 18 5 0,-4-21-15 0,4 4 5 16,1 3-12-16,0-1-4 0,2 3-3 0,-2-3-2 15,2-4-2-15,-2 0-4 0,3 2-2 0,-10-9 4 16,-1-8-4-16,10 7-4 0,-5-4-2 0,-6-1 2 0,8 2 7 15,-4-9 0-15,2-2-3 0,5 2 8 16,-5-4 6-16,0-4-6 0,8-7-4 0,-8 3 11 16,3-1-12-16,2-13-2 0,-2 0-6 0,-6 6 3 0,0-6 6 15,6-8-5-15,-7 1 36 0,-1 7 18 0,-2-5 21 16,4 0 10-16,-6-8 26 0,0 15-43 0,-3-9 13 16,2 1-45-16,-4-1-122 0,2 12-89 0,-3 3-37 15,3 9-242-15,-7-10-205 0,2-1-341 0,2 12 117 16,1-3-60-16,-5-5 31 0,7 8-661 0</inkml:trace>
  <inkml:trace contextRef="#ctx0" brushRef="#br0" timeOffset="35947.51">14490 13062 411 0,'2'-22'1699'0,"-2"18"-1167"16,-2-18 203-16,-1-4 216 0,-1 5-507 0,1 8-245 15,1-1 59-15,-1 4-5 0,-4-7 43 0,2 4-50 0,5 13 47 16,-3-10-11-16,3 7-47 0,0 3-95 0,-2-3 39 15,4 6-81-15,-2-3-44 0,0 0-38 0,-2 0-7 16,-5 19-13-16,2-1-11 0,2 1 6 0,-9 5-2 16,3 7-3-16,-3 11-1 0,4 2 16 0,-2-13 10 15,-4 13 19-15,-1 20 21 0,3-11-3 0,7-13-12 16,-5 16 11-16,5-4-23 0,-4 6-2 0,9-21-13 0,0 3-26 16,0-5-7-16,5 2 15 0,2-19 5 15,1 3 17-15,4 3-14 0,2-6 3 0,1-4 18 0,6-4-4 16,-1 1-19-16,4-6 5 0,-6-1 11 0,8-4-4 15,1-4-2-15,2 2-5 0,-2-6-10 0,-3-2-20 16,1-6-33-16,6-1-20 0,-6-3-3 0,0 1-2 16,4-8-21-16,-2-2 23 0,-3-3 27 0,-10 12 27 15,4-15 1-15,-1-10 5 0,-5 6 20 0,-9 9 3 16,3-7 0-16,0-8 3 0,-6 6 5 0,2 6 2 0,-2 2 19 16,-2 0 14-16,-1-6 39 0,0 15-12 0,-3-2 47 15,3 8 37-15,0 6 48 0,-3 2-83 0,6 5 26 16,-6-10-17-16,6 13-26 0,0 0-32 0,0 0-49 15,0 10-6-15,0-4-8 0,3 21-4 0,0-20-2 16,-3 19 0-16,0 7 0 0,4-2 0 0,-8 1 0 16,4 2 0-16,0 9 0 0,-3 2 0 0,3-11 0 0,0 13 0 15,-3-4 0-15,3-3 0 0,0-9 0 0,0 17 0 16,0-11 0-16,0-3 0 0,0-10 0 0,0 6 0 16,3 1 0-16,-3-9 0 0,3-2 0 0,-3-9-4 15,9 7-65-15,-9-10-35 0,7 12-86 0,-7-20-26 16,5 13-273-16,-2-11-251 0,-6-4-119 0,3 2 52 15,5-4-302-15,7-9 85 0,-2-5-1279 0</inkml:trace>
  <inkml:trace contextRef="#ctx0" brushRef="#br0" timeOffset="36309.54">15165 13583 1222 0,'0'0'1200'0,"8"-7"-331"0,-6 7 31 0,-2 0-240 15,0 0-18-15,0 0-217 0,0-6-184 0,-2-2-102 16,-1 5-23-16,6 6-14 0,-6-6-38 0,3 6-21 0,-9 5-9 16,6 2-29-16,0 4 2 0,-2 1-2 0,1-2-1 15,1 9-1-15,-2 4 3 0,2-8 1 0,-1-9 5 16,2 20 1-16,-1-5 1 0,3 2 4 0,0-2 4 15,0-2-3-15,0-2-3 0,0 6 3 0,0-17-10 16,3 6 0-16,-3-4 3 0,6 7 7 0,-3-3 19 16,-3-8 11-16,8 8 4 0,1-6-1 0,-6-4-1 15,9 8 20-15,3-7-20 0,-3-4-11 0,2 1-15 16,10-3 33-16,6 0 2 0,-4-3-3 0,-8 1-16 0,11-7 28 16,0 5-12-16,-2-2-11 0,-9 1-37 0,8-4-17 15,-8 5-54-15,-4-5-131 0,-4 9-100 0,4-7-354 16,-4-1-521-16,-5-1-109 0,-5 2 49 0,3 7-977 15</inkml:trace>
  <inkml:trace contextRef="#ctx0" brushRef="#br0" timeOffset="95215.12">18402 875 624 0,'3'-7'630'0,"4"1"-263"0,-7 3 229 15,2-10 11-15,-2 0-78 0,0 13-158 0,-6-9 53 16,-2 0 40-16,-2 3-112 0,-2 1-46 0,4 3-27 16,-4-9 41-16,-2-2-74 0,2 4-9 0,2-2-18 15,-7-2 63-15,0 2-74 0,-1 4 6 0,-3 5-112 0,1-2-5 16,1 4-36-16,-13-2-43 0,15 2-19 0,-15 0-12 15,2 6-1-15,-11-1-6 0,12-1 12 0,-19 13 0 16,4-1 3-16,-10 10-2 0,22-8 6 0,-21 9 3 16,9-1 6-16,0 9 12 0,8-6 3 0,-1 1 8 15,-7 14 13-15,8-2-5 0,9-7 1 0,-10 26 31 16,10-14-20-16,6 3-2 0,-2 9 5 0,4-4 0 16,7-2-7-16,4 3-19 0,1 2-4 0,5-12-8 15,-1 30 4-15,6-13-13 0,-1 4-3 0,8-18 0 0,4 32 2 16,4-24-2-16,9 2-1 0,-3-17-3 0,10 8-1 15,10 6 1-15,2-19-2 0,-12-11 0 0,17 9-1 16,8 2 2-16,-10-14 1 0,-8-4 0 0,18 5 0 16,1-6 0-16,13 1 2 0,-11-5-3 0,-11-10-4 15,13 1-7-15,18-1-18 0,-14-4-14 0,-21-4 1 0,21 2-34 16,-9-3-21-16,18-6-60 0,-36 3 50 0,21-5-42 16,-4-5-2-16,13-6-49 0,-32 6 89 0,14-12-26 15,-6-2 24-15,-3 0 21 0,-3-2 20 0,-2-5 19 16,-4 2 36-16,1-3 7 0,-7 0 10 0,3-8 10 15,-5-4 2-15,-10-1-1 0,-2 10-1 0,6-37-1 16,-9 14 12-16,-7 0 2 0,-2-24 10 0,1 38-10 0,-8-34 32 16,1 18 19-16,-9-14 43 0,0 34-37 0,-10-22 80 15,-5 16-5-15,-9-6 35 0,11 31-90 0,-26-19 31 16,10 13-53-16,-15 1-7 0,21 13-53 0,-33-6-3 16,17 12-12-16,-10-4 1 0,22 14-3 0,-17-4-1 15,9 7 0-15,1 0-6 0,12 2-2 0,-15 0-15 16,13 2-15-16,-11 0-57 0,11 1-44 0,7-3-102 15,0 3-98-15,5 11-256 0,6-7-60 0,10 1-228 0,-6 10-142 16,4 6-168-16,5-5 303 0,1-14-565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400" units="cm"/>
          <inkml:channel name="Y" type="integer" max="15875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2208.69556" units="1/cm"/>
          <inkml:channelProperty channel="Y" name="resolution" value="2204.86108" units="1/cm"/>
          <inkml:channelProperty channel="F" name="resolution" value="0.00114" units="1/dev"/>
          <inkml:channelProperty channel="T" name="resolution" value="1" units="1/dev"/>
        </inkml:channelProperties>
      </inkml:inkSource>
      <inkml:timestamp xml:id="ts0" timeString="2026-03-01T13:47:56.17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29608 2198 2348 0,'0'0'1342'0,"0"0"-151"0,0 0 20 0,0 0-112 16,0 0-535-16,0 0-257 0,0 0-239 0,0 14-19 15,0-14-39-15,0 0-8 0,0 0-2 0,8 0 0 0,-2 0 0 16,9 0 0-16,-3 0 0 0,3-3 0 0,14 3 0 16,-12 0 0-16,13-3 0 0,2 3 0 0,-3-3 0 15,-5 3 0-15,8 0 0 0,-1-2 0 0,13 2 0 16,-17-3 0-16,10 3 0 0,-4-2 0 0,14-2 0 15,-20 4 0-15,10-2 0 0,-4-3 0 0,5 3 0 16,-8-4 0-16,0 1 0 0,-4-1 0 0,-3 1 0 16,-11 3 0-16,0-2 0 0,-4 2 0 0,-1 2 0 0,5-5 0 15,-12 5 0-15,2 0 0 0,-2 0 0 0,0 0 0 16,0 0 0-16,0 0 0 0,-2 0 0 0,4 0 0 16,-2 0 0-16,-2 0 0 0,4 0 0 0,-2 0 0 15,0 0 0-15,-5 16 0 0,-2-8 0 0,-10 8 0 16,8-3 0-16,-18 8 0 0,4-5 0 0,-1 2-6 15,0-5-5-15,-10 9-17 0,-8-1-15 0,6-3 7 0,2-2 0 16,2-3 10-16,-22 11-10 0,16-5 26 0,-4-5 15 16,10-7 3-16,-9 6 19 0,-18 0 17 0,15-7-8 15,15-1-10-15,-19-5 6 0,-4-2 2 0,6-4-17 16,21-2-14-16,-8 0-3 0,-2-8 0 0,11 1 0 16,7 9 0-16,-1-5 0 0,6 4 0 0,3-6 0 15,0 7 0-15,3-2 0 0,6-2 0 0,0-4 0 0,0 12 0 16,6-11 0-16,3 0 0 0,-4 7 0 0,7-2 0 15,-5 2 0-15,5 2 0 0,-1 1-3 0,-11 3-44 16,12-6-24-16,-10 6-119 0,-2 0-199 0,0 0-403 16,0 0 86-16,0-7-452 0,0 1-7 0,4 6 55 15,-13-2-497-15</inkml:trace>
  <inkml:trace contextRef="#ctx0" brushRef="#br0" timeOffset="1053.16">29372 2245 489 0,'0'0'1746'0,"0"0"-731"0,5-9 64 0,-1 5 4 16,-4 4-568-16,-9-10-122 0,9 7-174 0,-6-7-81 16,2 7-52-16,4 3 10 0,0 0-8 0,0 0 4 15,-2-3-35-15,-4-4-9 0,4 7-23 0,4 0-13 16,-2 0-13-16,-2 0 0 0,4 0 1 0,1 7-1 15,0 2-11-15,-1 1 0 0,2-2-7 0,-1 0-1 0,2 5 0 16,2-6-1-16,-2 2 17 0,1 4 27 0,0-5-14 16,0 0 8-16,0 11 15 0,2-8-8 0,-4-2 0 15,-1 8-18-15,0-1-4 0,-1 2 4 0,-2-8 2 16,0 6-5-16,-2-8 2 0,-4 6 1 0,2 1-3 16,-4-9 0-16,2 1-2 0,-21 4-9 0,7-2 6 15,3-5 2-15,-7 1 0 0,-6-1 4 0,-8-8 6 0,11 2 7 16,7-3 9-16,-9-3 41 0,2-6 22 0,10 1 3 15,5 6-17-15,-6-4 45 0,-6-2 30 0,18 7-49 16,-9-4-45-16,4 0 4 0,2-1-8 0,-1-2-21 16,10 13-25-16,-5-14-3 0,5 12-3 0,0 2 0 15,0 0 0-15,0-4 0 0,9-5 0 0,-9 9 0 16,0 0 0-16,15 2 0 0,-15-2 0 0,11 3 0 16,-7-3 0-16,-4 0 0 0,15 8 0 0,-13-1 0 0,4-1 0 15,-2 7-2-15,-4-3-4 0,0-2-13 16,2 8-12-16,-4-8-26 0,-5 1-5 0,2 0-1 0,-2 0 2 15,-1-1 20-15,-7 2-11 0,3-4 27 0,3 1 22 16,-6-1 7-16,-2-1 2 0,2-5 0 0,-2 2 1 16,7-4-2-16,-11 2 8 0,-8-3 23 0,18 1 8 15,-4 0-6-15,-3-9 18 0,3 2 13 0,3-1-15 0,-3-6-12 16,13 11-20-16,-6-8-9 0,-2 0-6 0,10 13-7 16,-2-9 0-16,-2 1 0 0,4 8 0 0,-3-10 0 15,3 7 0-15,0 3 0 0,0 0 0 0,0 0 0 16,0 0 0-16,0 0 0 0,0 0 0 0,0 0 0 15,3 6 0-15,-3-1 0 0,0 1 0 0,-3 9-1 16,3-2-11-16,-3-4-13 0,-2 4-7 0,-2 0-8 0,-5-3-8 16,2-2 15-16,-6 3-10 0,8-6 18 0,-14 6 5 15,5-5 14-15,5-4 4 0,-3 5 7 0,-7-7 2 16,15 0-3-16,-13 0 5 0,1-5 7 0,9 3 6 16,-5 0 8-16,-4-13 6 0,11 10 3 0,-6-5-3 15,2 2-11-15,-3-5 9 0,6 0-19 0,-3 0-7 16,9 4-7-16,-5-1-1 0,8-1 0 0,0 8 0 15,0 1 0-15,0-11 0 0,0 13 0 0,0-6 0 16,0-4 0-16,0 10 0 0,0 0 0 0,0 0 0 0,0 0-4 16,0 0 0-16,0 0-4 0,-12 13-5 0,5-8-1 15,5 4 2-15,-16 4-6 0,-6 2 3 0,0-4 7 16,7-4 2-16,-13 4 2 0,-16 0 3 0,-2-3 2 16,13-3 2-16,-16 6 5 0,-22-4 6 0,-6 2 3 15,19-7-6-15,-18 2 5 0,-12-2-1 0,-21 3-1 16,25-3-6-16,22 2-8 0,-22-2 0 0,-6-2 0 0,11-2 0 15,33 2 0-15,-11-6 0 0,9 1 0 0,-6-3 0 16,33-1 0-16,-4 4 0 0,6-3 0 0,1-2 0 16,14 4 0-16,-6-7 0 0,6-5 0 0,10-6 0 15,1 5 0-15,7-4 0 0,3-1 0 0,5 0-32 16,-5 9-47-16,21-9-237 0,-7 8-153 0,0 3-249 16,1 2-261-16,-13 0 79 0,16-2-563 0,-3 8 45 0</inkml:trace>
  <inkml:trace contextRef="#ctx0" brushRef="#br0" timeOffset="1205.75">27556 2954 900 0,'-3'38'3910'16,"1"-19"-3000"-16,4 10 298 0,-2-19-233 0,3 6-765 16,-3-8-247-16,4 8-13 0,-1-5-9 0,-1-9-10 15,-2-2 20-15,3 11-44 0,0-9-67 0,-3-2-200 16,0 0-132-16,0-2-468 0,12-9-166 0,-15 0-296 15,3 9 524-15,-5-11-1313 0</inkml:trace>
  <inkml:trace contextRef="#ctx0" brushRef="#br0" timeOffset="1881.95">26210 2528 79 0,'-15'-2'1332'0,"6"0"-825"15,4 2-170-15,-7-3 105 0,6 1-255 0,-6-2 15 16,12 4-96-16,-21-5 26 0,21 5 12 0,-11 0 36 16,5-2-9-16,-6 2 60 0,1 0-37 0,2-2-22 15,-6 2-54-15,3-4 45 0,-20 2 5 0,11-1-31 16,3-3-16-16,-11-1 42 0,-3-1 18 0,-7-3 59 0,10 1-18 16,8 2-20-16,-9-8 77 0,4 3 10 0,6-6 5 15,10 8-112-15,-7-7 58 0,8 7-40 16,3-4-30-16,1 10-94 0,5-8 12 0,5 4-26 0,-2 1-6 15,14-2-30-15,-5 4-4 0,12-1-3 0,6-1-18 16,-6 5-8-16,5 3-8 0,3 3-17 0,-5 7-32 16,-7-5 5-16,10 8-72 0,-4-4 15 0,-5 6-11 15,-6-4 19-15,-3 2-59 0,0 3 60 0,-7-5 21 16,4 4 18-16,-9-4 20 0,-4 7-26 0,-10 6 41 0,-4-8-6 16,-2-5 16-16,-13 8-8 0,-8-6 1 0,1 0 18 15,6-2 19-15,-19 2 9 0,-18 3 42 0,15-1 50 16,7-4-5-16,-17 0 70 0,-12 2 69 0,12-10-48 15,22-1-53-15,-12-4 27 0,-12-7-46 0,22 2-60 16,14-4-38-16,-7-4-13 0,3-12-7 0,1-5-4 16,14-5 0-16,6 8 0 0,1-13 0 0,2-19 0 0,9 8 0 15,3 11 0-15,0-15 0 0,3-11 0 0,3 15 0 16,0 14 0-16,-2-17 0 0,1 2 0 0,-2 2 0 16,-3 14 0-16,0-11 0 0,-6-12 0 0,0 15 0 15,-2 13 0-15,-2-10 0 0,-7 1 0 0,5 10 0 16,3 13 0-16,-6-7 0 0,3 5 0 0,6 15 0 15,-3-9 0-15,9 15 0 0,0-3 0 0,0 6 0 16,0-3-14-16,0 0-67 0,0 0-411 0,0 0-197 0,4 13-70 16,-1-8 64-16,9 6-436 0,0-5-66 0,3 1-85 15,7 4 570-15</inkml:trace>
  <inkml:trace contextRef="#ctx0" brushRef="#br0" timeOffset="2037.53">25367 1663 277 0,'12'9'2232'0,"0"-1"-1637"0,3 2 206 0,-3-4-17 0,17 1-192 15,-26-7-458-15,18 3 30 0,-6 2 18 0,14-2 65 16,-17-3-41-16,3 2 36 0,7-2 15 0,2 0-24 16,3 0-85-16,0-2-32 0,2-1-54 0,-2-2-37 15,-7 5-30-15,9-3-55 0,-14 3-121 0,6 0-137 16,-15 0-28-16,11 6-344 0,-5 1-527 0,-8-3 172 16,-4-4 32-16,-7 2 344 0,-5 3-763 0</inkml:trace>
  <inkml:trace contextRef="#ctx0" brushRef="#br0" timeOffset="2284.87">24124 2230 3356 0,'0'0'1882'0,"4"-5"-838"0,-4-1-189 16,0 6-946-16,2 0-729 0,-4-13-209 0,2 10-106 16,0-2 293-16,2-3-1110 0</inkml:trace>
  <inkml:trace contextRef="#ctx0" brushRef="#br0" timeOffset="2735.67">24489 2330 107 0,'0'5'1403'0,"0"12"-622"0,-5-4-358 0,2-3-180 16,-1 3-360-16,-4-2-69 0,2-3 3 0,-14 8-17 15,2-1 235-15,0-4 97 0,0 0 92 0,-2 0 55 16,-9 2 118-16,8-6-122 0,-6 8 106 0,-5-2-55 0,-4-4-88 15,-2 5-38-15,-6-6-32 0,3 0-23 0,2 2-36 16,10-6-15-16,-19 0 82 0,13-6 28 0,3 0 84 16,8 2-51-16,-10-4 182 0,3-1-62 0,2-3-24 15,9 3-95-15,-7-3 16 0,-5-8-69 0,11 3-85 16,6 2-41-16,0-7-16 0,7 5-23 0,-1-9-16 16,2 7-4-16,7-1 0 0,0 0 0 0,7-8 0 15,-2 0 0-15,5 11 0 0,2-2 0 0,8-2 0 0,-18 10 0 16,17 4 0-16,-7 0 0 0,8 6 0 0,0 2 0 15,-11 0 0-15,15 12 0 0,-4-2 0 0,2 3 0 16,-10-2 0-16,2 8 0 0,1 0 0 0,-7 2 0 16,-1 3 0-16,1 1 0 0,-2 4 0 0,-3 0 0 15,0 4 0-15,-1-12 0 0,-7 11 0 0,-2 0 0 0,-3 5 0 16,0-18 0-16,-4 14 0 0,-10-5 0 0,-3 2 0 16,4-11 0-16,-6 5 0 0,-4-5 0 0,-5 0 0 15,5-6 0-15,-4-7 0 0,1-1 0 0,1-5 0 16,8-2 0-16,-21-8 0 0,16 0 0 0,-3-12-45 15,9 4-66-15,-16-10-379 0,10-7-190 0,6-7-302 16,2-3-222-16,9 9 294 0,-9-19-605 0</inkml:trace>
  <inkml:trace contextRef="#ctx0" brushRef="#br0" timeOffset="2997.96">23193 2168 900 0,'0'-7'3607'0,"6"1"-2242"16,-6 6-303-16,0 0-55 0,0-2-757 0,0 4-250 15,0-4 0-15,0 2 0 0,0 2 0 0,6 2 0 16,3-2 0-16,-6-2 0 0,6 11 0 0,2-4 0 16,1 4 0-16,-3-3 0 0,6 6 0 0,-1 4 0 0,-2 1 0 15,-6-4 0-15,8 3 0 0,-4 6 0 0,-5-2 0 16,-1-4 0-16,4 6 0 0,-8 0 0 0,3-6 0 16,-6-1 0-16,-2-8 0 0,-5 18 0 0,-2-8 0 15,-8-3 0-15,3-6 0 0,-7 6 0 0,0-5 0 0,-5-3 0 16,-1-1 0-16,1-4 0 0,2-3 0 0,-2-3 0 15,5 1 0-15,-20-14 0 0,15 3 0 0,-1-8-1 16,10 3-21-16,-16-17-233 0,9 4-190 0,5-4-241 16,10 8-37-16,-7-7-478 0,4-6-11 0,5-2-1133 15</inkml:trace>
  <inkml:trace contextRef="#ctx0" brushRef="#br0" timeOffset="3144.57">22863 2005 1957 0,'0'0'2868'0,"0"0"-1503"16,0 0-175-16,0 0-620 0,12-6-337 0,-12 4-225 0,3-1-8 15,2-5 0-15,-1 8 0 0,-4-2 0 0,8-9 0 16,-8 11 0-16,0 0 0 0,0 0 0 0,3-10 0 16,-3 4 0-16,0 9 0 0,0-3-4 0,0 0-103 15,0 0-282-15,0 0-31 0,0 0-396 0,-3 10-342 0,3-7-55 16,-8-3-96-16,-1 3-1315 0</inkml:trace>
  <inkml:trace contextRef="#ctx0" brushRef="#br0" timeOffset="3813.78">22339 1722 767 0,'15'-19'2663'0,"2"-4"-1454"0,-2-3-46 0,-6 6-88 16,-4 12-625-16,7-5-160 0,-9 6-79 0,4-2-21 15,-7 9-85-15,0 0-48 0,0 0-46 0,0 0-11 16,-4 19 0-16,4-3 0 0,-3 10 0 0,0 6 0 0,3 5 0 16,0-7 0-16,0 12 0 0,0 11 0 0,0-11 0 15,3-5 0-15,0 2 0 0,1 3 0 0,1 9-10 16,-2-19-20-16,1 15-67 0,-2-4-112 0,4-3-123 16,0 2-162-16,0 0-166 0,-1-7-243 0,2 4-207 15,-2-15 279-15,4 7-174 0,-3 2-133 0</inkml:trace>
  <inkml:trace contextRef="#ctx0" brushRef="#br0" timeOffset="3971.37">22660 2778 1419 0,'0'0'1972'0,"-4"10"-1088"16,4-7-221-16,-2 2 15 0,-4 0-386 0,-6 3-237 16,3 1-56-16,4-5-2 0,-17 12-16 0,14-8-6 15,-9 6-16-15,1 1 6 0,11-4-28 0,-10 5-28 16,6-8-36-16,-9 12-37 0,1-5-81 0,-4-2-142 0,6-3-110 15,-2-4 88-15,-7 1-271 0,1 1-136 0,2-3 130 16,6-5 195-16,-5 4-628 0</inkml:trace>
  <inkml:trace contextRef="#ctx0" brushRef="#br0" timeOffset="4514.91">21761 2728 1747 0,'-24'-14'2428'0,"12"6"-1609"0,7 3 281 0,-12-14-183 0,7 8-536 16,-4-4-293-16,-4-1 14 0,1 3-24 0,-2-3 14 16,5-1-16-16,-1 8-16 0,0-8 12 0,-2-1-18 15,2-8 11-15,6 12-27 0,-3-5 7 0,4-1-19 0,1-13-23 16,7 13-3-16,0-4 0 0,0-2 0 0,10 2 0 16,-5-3 0-16,4 6 0 0,6 3 0 0,0 2 0 15,-1 5 0-15,10-2 0 0,-4 0 0 0,7 7-9 16,-10-1-11-16,22 4-66 0,-7 0-21 0,1 0-33 15,-10 3 5-15,16 3-113 0,-1 0-12 0,-6 0 32 16,-2 1 36-16,-13-1 61 0,14 5-69 0,-23-3 38 16,6 6 25-16,-4-5 44 0,-5 3-25 0,-1 13 16 0,-8 0 22 15,1-7 37-15,-9 9 31 0,-5 3 8 0,-3-1 3 16,1-4 0-16,-3 0-5 0,-14 5-2 0,-8-1-2 16,12-9 5-16,-12 9 2 0,-4-5 2 0,-2 0 5 15,-10 1 21-15,6-4 38 0,0 1 75 0,1-6 40 16,-9-3 77-16,24-4-73 0,-16-4 85 0,13 1 28 15,-12-3 36-15,21-5-164 0,-7-1 25 0,4-4-25 0,-1-3-25 16,14 0-69-16,-5-4-31 0,0-7-23 0,7 1-17 16,2-9-2-16,0-3 0 0,4-4 0 0,-1-3 0 15,3-3 0-15,0 0 0 0,4 0 0 0,-4-3 0 16,5 9 0-16,-1-14 0 0,-1 5 0 0,-3-5 0 16,4 3 0-16,-7 2 0 0,3 1 0 0,-3-1 0 15,-6-10 0-15,6 28 0 0,-2-7 0 0,-3 3 0 0,-1 0 0 16,9 16 0-16,0-4 0 0,6 9 0 0,-6 0 0 15,12 10 0-15,0 3 0 0,0 0 0 0,0-2 0 16,-2-9 0-16,2 11-25 0,0 0-70 0,9 11-138 16,-1-4-248-16,11 9-161 0,-2-3-300 0,3 4-261 15,1-10 317-15,14 6-573 0</inkml:trace>
  <inkml:trace contextRef="#ctx0" brushRef="#br0" timeOffset="4634.59">21454 1770 1666 0,'7'7'2265'0,"-2"-1"-1065"16,-5-6-479-16,3 7-217 0,-3-1-417 0,-3 2-92 16,-6 0-60-16,1 3-38 0,-4-6-134 0,0 3-178 15,-12 5-308-15,9-6 19 0,-5 2-230 0,-6 2-539 16</inkml:trace>
  <inkml:trace contextRef="#ctx0" brushRef="#br0" timeOffset="5554.13">20571 2455 1521 0,'0'0'2415'0,"0"0"-1646"0,-4-6 265 0,2-1-232 0,-1 1-517 15,-2-1-295-15,5 7-62 0,-10-11-60 0,5 5-28 16,1 1 37-16,1 3-27 0,-11-9-9 0,-1 0 66 16,6 9 34-16,-2-4 51 0,-1-1 9 0,-12-7 1 15,4 6 2-15,5 1 1 0,-6-4 4 0,4-2-1 0,-1-3 1 16,-3 3 32-16,9-1 29 0,-3 0 28 0,7 7 38 15,-10-8 12-15,12 6 86 0,-3 4 7 0,4-8-25 16,5 10-67-16,-3-7 63 0,8-1-87 0,2 5-21 16,1 1-56-16,9-3-19 0,-2 6-34 0,-3-3-11 15,12 7 3-15,3 1-12 0,2 1-36 0,-5 0 14 16,-1 3 3-16,-9-1 1 0,10 5-27 0,-6-4-21 16,-4 4 6-16,-7-6 18 0,10 12-28 0,-11 3-7 0,0 2 44 15,-6-9 22-15,-2 8 7 0,-8 0 9 0,-4 0 15 16,2-7 5-16,-12 1 2 0,1 1-1 0,-13 3 2 15,16-8 4-15,-16 2 14 0,1 0 40 0,-13 0 23 16,14-3 3-16,-10-2 83 0,0 1 22 0,-10-2 45 16,13-3-79-16,9-2-57 0,-7-4 22 0,0-4-40 15,-2-8-60-15,21 6-22 0,-9-5-1 0,2-3 0 0,-2-4 0 16,17 7 0-16,-8-4 0 0,8 4 0 0,2 5 0 16,1-8 0-16,6 8 0 0,1-2 0 0,-1-6 0 15,3 14 0-15,0-7 0 0,0 4 0 0,0 5 0 16,0 0 0-16,0 0 0 0,3 0 0 0,9 0 0 15,-4 8 0-15,-4-2 0 0,4 3 0 0,-2 4 0 16,-3 4 0-16,-3-4 0 0,-3 14 0 0,-6-12 0 16,-8 7 0-16,-5-6 0 0,2 4 0 0,-6-1 0 0,-6-3 0 15,5-5 0-15,-5 2 0 0,-1-5 0 0,1 2 0 16,5-4 0-16,-14-4 0 0,8 1 0 0,4-6 0 16,5-2 0-16,-5-3 0 0,5-3 0 0,6-2 0 15,4 6 0-15,-1-12 0 0,-2 1 0 0,5-2 0 16,2 5 0-16,5-1 0 0,-4-3 0 0,9-1 0 15,-3 11 0-15,3-6 0 0,0 6 0 0,0-4 0 16,3 11 0-16,-3-9 0 0,0 11 0 0,0 0 0 0,0 0 0 16,0 0 0-16,0 0 0 0,0 0 0 0,0 0 0 15,0 0 0-15,0 19 0 0,-8-3 0 0,-4 4 0 16,-3-6 0-16,-2 0 0 0,-7-1 0 0,-8 10 0 16,8-10 0-16,6-5 0 0,-11 5 0 0,5-2 0 15,0 0 0-15,7-6 0 0,5-3 0 0,-12-4 0 16,9-1 0-16,4 1 0 0,-3-4 0 0,7 1 0 0,-8-3 0 15,10-3 0-15,1 4 0 0,1-2 0 0,3-6 0 16,0 10 0-16,3-12 0 0,9-3 0 0,9-2 0 16,-1 4 0-16,7-3 0 0,2 3 0 0,7-4 0 15,8 0 0-15,-12 12 0 0,4-6 0 0,-1 0-47 16,1 3-132-16,1 5-191 0,-1-2-151 0,-4 2-182 16,-2-1-232-16,-9 2 96 0,8-1-466 0,-11 3 185 0,-6-1-641 15</inkml:trace>
  <inkml:trace contextRef="#ctx0" brushRef="#br0" timeOffset="5678.79">19192 2185 2066 0,'-24'3'1386'0,"12"-3"-650"0,1 0 274 0,-7-3-18 15,7 3-660-15,2-2-183 0,-1-4-37 0,8 1-53 0,-1-6-42 16,0 11-18-16,-1-13-25 0,4 13-65 0,10-11-188 16,-8 9 50-16,10 2-185 0,3-3-194 0,12 6-206 15,-7-3-158-15,6 2 84 0,1 1-196 0</inkml:trace>
  <inkml:trace contextRef="#ctx0" brushRef="#br0" timeOffset="5874.27">19504 2891 143 0,'0'32'1146'16,"0"-16"-839"-16,3 3 136 0,-3-14 7 0,7 10-93 15,1-4-136-15,-4-11-31 0,10 9 84 0,1-7-13 16,2-2 27-16,3 2-138 0,2-4 28 0,0 0-40 15,2 2-81-15,0-9-39 0,6 1-35 0,-4-2-27 16,1-3-44-16,-4 2-25 0,10-8-130 0,-10 3-90 0,1 1-110 16,-7 4 41-16,4-5-178 0,-1-8-158 0,-5 3 203 15,-6 3-101-15</inkml:trace>
  <inkml:trace contextRef="#ctx0" brushRef="#br0" timeOffset="6061.77">20006 1740 2581 0,'-4'-7'1608'15,"-2"-23"-525"-15,1 14 9 0,1 9-493 0,1-10-382 16,-2 2-69-16,1 10-58 0,-1-8-38 0,5 9-84 0,0 8-103 16,-3-10-74-16,0-2-144 0,3 8-174 0,-4 8-212 15,2 0 75-15,-4 8-360 0,0 3 45 0,-2-1 152 16,-2-5-312-16</inkml:trace>
  <inkml:trace contextRef="#ctx0" brushRef="#br0" timeOffset="6496.61">18090 1939 184 0,'-15'-17'2433'0,"-6"-11"-643"0,10 4-814 0,2 0-128 16,4 8-674-16,-2-4-22 0,4 9 15 0,1-5-75 15,2 5-29-15,0 5 18 0,0 6 18 0,0 0-38 16,0 0-54-16,0 0-11 0,5 4-3 0,4-2 3 16,9 25 0-16,-6-9 2 0,2 8 2 0,1 7-3 15,9 11 5-15,-9-15-4 0,8 12-2 0,-2 3-3 0,6 4-7 16,-7-11 2-16,4 10-1 0,-7-1-25 0,3 4-81 15,-8-16-13-15,7 22-207 0,-11-6-77 0,4-8-191 16,-10-13 16-16,8 6-361 0,-5-1-204 0,-2-10 252 16,-3-9-503-16</inkml:trace>
  <inkml:trace contextRef="#ctx0" brushRef="#br0" timeOffset="6966.36">17822 1981 1773 0,'-27'-26'2503'0,"3"2"-1297"16,2-3 288-16,3 12-921 0,4-4-265 0,-2 1-145 16,5 7-24-16,0-2-109 0,7 8-28 0,2-4-2 15,3 9 0-15,0 0 0 0,0 0 0 0,3 3 0 0,2 5 0 16,4 10 0-16,6 4 0 0,0 4 0 0,2 1 0 16,2-1 0-16,3 14 0 0,2-3-16 0,-4-2-14 15,-1-11-2-15,8 18-47 0,-5-5 1 0,5 0-38 16,-12-17 10-16,11 13-57 0,-2 4-7 0,-4-6-11 15,-2 0-11-15,-9-11 47 0,6 14-66 0,-6-2 50 16,-4 2 10-16,-5-16 46 0,-2 4-4 0,-8 4 32 0,0-10 23 16,0-5 21-16,-11 2 4 0,1 0 16 0,-12-6 10 15,8-1 7-15,-8-1 3 0,-4-2 6 0,-8-3 16 16,17 0 9-16,-7-3 36 0,-2-4 18 0,6-1 11 16,-2-6 25-16,3-4 20 0,5 5 11 0,0-4-13 15,4-3 38-15,5 7-79 0,-2 2 29 0,10 9-20 16,-5-7-6-16,2 1-6 0,10 8-21 0,0 0-22 0,-12-7-8 15,12 7-15-15,0 0-4 0,-4-3-24 16,8 6-5-16,-4-3-6 0,-4-3-11 0,8 6 2 0,-4-3 1 16,0 0 6-16,0 0-2 0,0 0 5 0,-4 0 7 15,-2 10 7-15,4 4 14 0,-5-10 8 0,-16 10 14 16,2-4 4-16,3-1-16 0,-16-2 20 0,0 4-19 16,0-6-8-16,7 1-17 0,-14 1-9 0,-1-7-3 15,8 3 0-15,10-3 0 0,-8 0-24 0,-4-6-207 16,6-1-302-16,10 1 8 0,-4-5-495 0,3 4-180 0,4-12-14 15,2-7-31-15,3-1-836 0</inkml:trace>
  <inkml:trace contextRef="#ctx0" brushRef="#br0" timeOffset="7121.93">17076 2026 739 0,'3'-8'2992'0,"4"0"-1877"0,-7 3 25 0,5-6-203 15,-5 11-594-15,7-15-48 0,-2 6-163 0,-2 2-40 16,9-10-54-16,5-1 2 0,2 5-14 0,-2 5-25 15,0 1-7-15,3-2 9 0,11 4-17 0,-8 5-37 16,1 0-111-16,-7 3-41 0,15 4-344 0,-11 1-98 16,-1-3-232-16,-8 1 64 0,0 1-306 0,-2 2 109 15,-5 2-610-15</inkml:trace>
  <inkml:trace contextRef="#ctx0" brushRef="#br0" timeOffset="7532.84">17106 2381 430 0,'-18'18'332'0,"4"-7"-135"0,-13 10 159 0,7-5-84 0,-1 2-51 15,3-5-91-15,-3 4 33 0,1 1 183 0,-1-3-35 16,13-4-41-16,-16 5 145 0,4-3 26 0,-4-2 103 16,9-3-244-16,-2-1 40 0,-5 2 17 0,-4-1 49 15,18-5-125-15,-7 1-82 0,3-4 85 0,-3 0-11 16,-14-7 49-16,17 1-157 0,0-1 19 0,-3-12-26 15,0-2 2-15,6 8-87 0,1-8 7 0,5 3-49 16,3-4-11-16,-4 0-6 0,8 2-3 0,2 7-4 0,-4 2-10 16,5-5-4-16,1 6-8 0,1 1 1 0,6 1 3 15,-12 5 4-15,11-1 3 0,8 1 4 0,-12 3-3 16,2 3 5-16,10 1 0 0,-10 7 0 0,8 8-4 16,-5-3-4-16,-3 2 2 0,8 14 2 0,-2-3 2 15,0 0-2-15,-4-5 2 0,4 7-1 0,-4 12 0 0,-4-5 1 16,-5-16 2-16,4 22-2 0,-6 2-7 0,-3-6 4 15,-3-8 7-15,1 6 0 0,-8 1 2 0,-4 1-5 16,2-14 4-16,-6 3 8 0,1 1-7 0,-16-1-8 16,6-9-2-16,4-7-2 0,-6 4-3 0,-13-7-21 15,6 1-63-15,7-9-81 0,-8 2-236 0,-2-4-254 16,-14-14-543-16,23 6 338 0,-11-8-298 0,0-3 66 16,-1-4-784-16</inkml:trace>
  <inkml:trace contextRef="#ctx0" brushRef="#br0" timeOffset="7834.03">16293 2179 2259 0,'0'-7'2715'0,"-4"1"-1502"0,4 1 1 0,-2-8-440 15,2 13-758-15,-3-19-16 0,3 12 0 0,0-2 0 16,0 9 0-16,9-15 0 0,-3 1 0 0,-1 10 0 16,10-7 0-16,3 2-4 0,-6 5-22 0,18-2-40 15,-10 3-90-15,4 3-31 0,-2 0-191 0,-12 0-101 16,19 0-134-16,-17 3 36 0,3-1-300 0,-1 2-373 15,1 3 279-15,-6-1 333 0,-1 1-959 0</inkml:trace>
  <inkml:trace contextRef="#ctx0" brushRef="#br0" timeOffset="8197.06">16431 2416 564 0,'-20'18'2433'0,"2"-3"-1696"16,4-2 16-16,7-7-382 0,-13 2-225 0,-4 5-60 0,4-2-28 15,5-3-14-15,-3-1 11 0,-5 4 2 0,-4 8 67 16,10-9-21-16,-4 3 79 0,1-2 46 0,-4 4 67 16,2-4-41-16,12-5-77 0,0-1 59 0,-7 3-24 15,-12-3-3-15,14-2-95 0,0 0 33 0,0-3-7 16,-6 3 20-16,9-6-93 0,0 0 10 0,-3 0-19 16,15 3-13-16,-14-5-10 0,11 5-15 0,-5 0-16 0,1-6-4 15,7 10 0-15,0-4 0 0,0-4 0 0,0 8 0 16,-2-4 0-16,-10 5 0 0,12-3 0 0,0 14 0 15,0-5 0-15,0 13 0 0,0 0 0 0,-6 0 0 16,2 2 0-16,2-2 0 0,-10 12 0 0,1-1 0 16,-1 2 0-16,0-6 0 0,-12 15 0 0,-5 4 0 15,-1-5 0-15,6-11 0 0,-8 14 0 0,-12 3 0 0,6-9 0 16,8-16 0-16,-4 11 0 0,-12 3 0 0,6-11 0 16,10-10 0-16,-8-1 0 0,-10 0 0 0,13-10-4 15,9-5-57-15,-4-6-235 0,6 1-227 0,4-20-403 16,6-6-334-16,2-1 350 0,6-11-300 0,0-10-187 15</inkml:trace>
  <inkml:trace contextRef="#ctx0" brushRef="#br0" timeOffset="8432.45">15211 1904 492 0,'0'-39'2164'0,"0"10"-1365"15,-2 3 142-15,2 6-375 0,0-6 26 0,2-3-38 16,-4 21-45-16,2-8-171 0,2 11 2 0,-4-8-104 0,4 7-144 15,-2 6-43-15,0 0-8 0,0 0-41 16,6 11 3-16,6 5 1 0,-3 5 3 0,3 8-4 0,3 17-16 16,-3-18 15-16,-2 14 15 0,2 0 1 0,7 9-6 15,-11-8-4-15,4 6 5 0,0-3 7 0,3 2-17 16,2 7-60-16,-7-20-32 0,2 15-97 0,2-10-119 16,-8 7-168-16,-1-13 3 0,4 4-237 0,-3 1-220 15,-2-2-84-15,-2-16 290 0,1 9-134 0,-3-1-1059 16</inkml:trace>
  <inkml:trace contextRef="#ctx0" brushRef="#br0" timeOffset="8783.49">15297 2752 2381 0,'-6'0'1393'0,"-6"-9"-742"0,12 9 212 0,-17-11-361 15,17 11-525-15,-7-4-14 0,-1-5-12 0,4 7 0 0,-4-7-8 16,8 9 29-16,-6-10 21 0,6 10 36 0,0 0 28 15,0 0 18-15,0 0-28 0,0 0 15 0,0 0-1 16,0 0-3-16,6 10-29 0,-3-7-20 0,-3-3-3 16,9 8-1-16,-3-2-1 0,-6-1-3 0,2 6-3 15,-4 0 2-15,-1-9 3 0,-6 11 9 0,-6 0 20 0,3-5 49 16,-5 0 13-16,-10 0 99 0,-5 0 42 0,-7-2 25 16,10-2-30-16,-15 1 65 0,-24 1 3 0,7-3-108 15,13-3-87-15,-14 2 11 0,-8-2-48 0,-4-2-62 16,9-1-4-16,21 1 0 0,-10-7 0 0,-10-1 0 15,16-4 0-15,16 7 0 0,-2-6 0 0,-5-4 0 16,7 2 0-16,16 4 0 0,-4 1 0 0,8 2 0 0,-3-5 0 16,13 10 0-16,-5-10 0 0,7 7 0 0,-3-1 0 15,3-10-5-15,3 10-70 0,4-2-122 0,7-4-256 16,1 8-157-16,12-8-141 0,-7 2-239 0,4 3-204 16,5-5 91-16,-5 2 66 0</inkml:trace>
  <inkml:trace contextRef="#ctx0" brushRef="#br0" timeOffset="9039.81">14693 2386 185 0,'0'0'3144'0,"0"0"-1881"0,0 0 189 15,0 0-669-15,0 0-209 0,-6-8-294 0,6 5-179 16,3-7-33-16,-3 2-45 0,9-5-23 0,-1 4-6 16,2 2-11-16,7-6 0 0,-2 4-21 0,6-1-15 15,-13 7-16-15,16-4-29 0,-9 3-63 0,11 0-150 16,-14 4-50-16,-4 0 28 0,7 0-280 0,0 2-176 0,-15-2-115 16,16 0-82-16,-14 2 91 0,4-2-475 15</inkml:trace>
  <inkml:trace contextRef="#ctx0" brushRef="#br0" timeOffset="9795.79">12495 2166 1346 0,'-4'-7'1687'0,"2"-6"-762"0,2 9 255 15,2-9-470-15,-2 8-470 0,4 3-65 0,4-7-84 0,-1 7-32 16,4-3-44-16,1 5-5 0,-3 0-5 0,8 0-1 15,-2 2-2-15,6 9 0 0,-3-4-1 0,-4 4-2 16,1-2-1-16,12 11-2 0,-7-1 1 0,1 5 4 16,-3-3-1-16,3 5 0 0,-1 0 4 0,-5 4 0 15,2-1 0-15,-2-8 0 0,3 9 0 0,0 7-1 16,-4-14 2-16,-4-2-2 0,4 6 4 0,1 12 0 16,-7-6-3-16,-1-13-1 0,-2 12 1 0,0 2 0 15,2 1-4-15,-7-14 0 0,0 6 2 0,0-7 0 0,-7 4 3 16,7-21 0-16,-8 18 3 0,2-12 3 0,0 4 1 15,-18-2 6-15,10-7-4 0,-4-1 12 0,-2-1 28 16,-16-4 67-16,16-1-20 0,-9-5 49 0,-2 1 2 16,-3-12 39-16,4 3-28 0,-2-2 4 0,1-4-30 15,6 4-35-15,-2-1-16 0,1 1-10 0,4 1-24 0,14 10-29 16,-4-4-15-16,-2 1-6 0,2-1-2 0,12 11 0 16,0 0 0-16,-10-13 0 0,10 13 0 0,0 0 0 15,7 8 0-15,-4 0 0 0,-1 6 0 0,5-7 0 16,-4 6 0-16,-1 6 0 0,4 8 0 0,-2-12 0 15,-4 3 0-15,2-1 0 0,-2 3 0 0,-6 4 0 16,3-2 0-16,3-15 0 0,-8 12 0 0,-11 2 0 0,2-10 0 16,2-3 0-16,-5 5 0 0,-16-2 0 0,4-4 0 15,8-1 0-15,-2-6-7 0,-4 3-103 0,1-6-271 16,12 1-31-16,-7-4-439 0,1-7-317 0,2-1-45 16,1-4-364-16,1 2-745 0</inkml:trace>
  <inkml:trace contextRef="#ctx0" brushRef="#br0" timeOffset="9961.34">12059 3268 2161 0,'0'7'1308'0,"-6"6"-454"0,6-13-4 0,0 0-453 16,0 0-246-16,0 0-73 0,0 0 17 0,9 2-37 15,-4 2-25-15,14-15-22 0,-2-2-3 0,3 2-3 16,14-8-20-16,-17 6-51 0,10-8-111 0,-7 0-244 0,1 3-279 15,-10-1 40-15,5-10-452 0,-8 5-90 0</inkml:trace>
  <inkml:trace contextRef="#ctx0" brushRef="#br0" timeOffset="10532.82">11914 2468 180 0,'-15'-13'2385'0,"-2"-6"-844"0,9 3-545 0,-2 6 180 15,-2-6-810-15,10 5-283 0,-8 0-16 0,5 1-19 16,5 10-15-16,-9-10-10 0,6 6-12 0,3 4-4 16,0 0-3-16,0 0-1 0,0 0-5 0,5 17 10 15,-1-1 1-15,-1-9-7 0,5 21-3 0,-4-2-1 0,1-3 0 16,-2-6 2-16,1 7-7 0,-1-4-10 0,-3 4-8 16,-7 0 6-16,4 0-2 0,-2 2 0 0,-7-5 1 15,3-2 3-15,1-1 10 0,-4-2 5 0,2-10-1 16,-4 9-2-16,4-6-14 0,-15-2-36 0,1-1-17 15,0-6 5-15,9-3 16 0,-5-3-15 0,-1-1 20 16,-8-10 70-16,14 4 30 0,-2-5 46 0,-5-1 17 0,-7-7 61 16,14 8-68-16,-2-4 21 0,2 2-21 0,3-4-27 15,-2 0-15-15,4 8 7 0,5 5-19 0,0-4-19 16,1 6-24-16,-2 1-9 0,6 8-5 0,0 0-7 16,0 0-26-16,0 0 8 0,-2 3-7 0,-5 5 16 15,7-8 1-15,-5 13 1 0,2 0-7 0,0 0-3 16,-6 6 0-16,6-11 14 0,-9 22-4 0,3-15-1 15,1 1 3-15,-4 3 8 0,0-3 6 0,-3-3 3 16,-6 2 9-16,16-12-9 0,-13 8 3 0,6-7-2 16,-3 0 10-16,-2-4 6 0,5-6 23 0,3 1 9 0,-9-14 12 15,6 3 17-15,-2-10 23 0,-1-3-9 0,3-8-7 16,-3-5-14-16,3 5-13 0,-2-14 10 0,2-1-31 16,1 1-17-16,2 12-8 0,-11-30 2 0,4 15-12 15,-2 1-6-15,6 14 0 0,-8-19 0 0,-1 5 0 0,4 10 0 16,9 17 0-16,-4-8 0 0,-3-1 0 0,6 9 0 15,6 13 0-15,-4 2 0 0,5-2 0 0,-4-3 0 16,6 5 0-16,0 9-1 0,0 2-30 0,0 0-119 16,0 0-228-16,0 0 123 0,0 0-136 0,3 11-87 15,2-6-133-15,5 10-120 0,-1 2 6 0,-6-10-30 16,6 12-107-16,-4-11 254 0,10 5-179 0</inkml:trace>
  <inkml:trace contextRef="#ctx0" brushRef="#br0" timeOffset="11204.02">11658 2032 1011 0,'-12'0'3994'0,"12"0"-2781"0,0 0 304 16,0 0-1061-16,0 0-456 0,0 0 0 0,-6-3 0 16,-3 3 0-16,9 0 0 0,0 0 0 0,-5 7-1 15,5-4-72-15,-3 5-82 0,0 1-159 0,3-7-178 16,-9 11-234-16,4-4-8 0,-5-2-728 0,-2 4 319 15,-5-3 80-15,2-3-525 0</inkml:trace>
  <inkml:trace contextRef="#ctx0" brushRef="#br0" timeOffset="11403.49">10868 2719 1560 0,'-5'11'2169'0,"5"0"-1439"0,0-9 244 0,0-2-134 15,0 0-713-15,-3 3-193 0,0 7-172 0,-1-12-169 16,8 4-179-16,-4-2-224 0,-4-2-139 0,8 4 49 16,-8-10-585-16</inkml:trace>
  <inkml:trace contextRef="#ctx0" brushRef="#br0" timeOffset="11542.12">10821 2618 1708 0,'-12'-10'2619'0,"10"7"-1254"16,-10-8-164-16,9 9-485 0,3-3-252 0,-9-3-361 16,3 5-88-16,-3-1-15 0,9 4 0 0,-3 0 0 15,6 0 0-15,-3 0 0 0,-8-9 0 0,8 7-3 16,0 2-39-16,0 0-94 0,0 0-275 0,0 0-357 16,-4 0-300-16,4 0 164 0,4 0-307 0,-4 0 39 0,-4 0-848 15</inkml:trace>
  <inkml:trace contextRef="#ctx0" brushRef="#br0" timeOffset="13765.17">1083 2701 1415 0,'4'-3'752'0,"-8"-2"6"0,4-4 29 16,0 5-71-16,-2-10-313 0,-1 6 13 0,0-2-80 15,-1-3-104-15,4 2-62 0,-2 1 104 0,2-6 87 16,-3 3-74-16,0 9-69 0,3-5 73 0,0 9-34 15,0-14 1-15,0 14-170 0,0 0 9 0,-2 0-44 0,4 0-32 16,-4 0-20-16,2 0-1 0,2 0 0 16,-2 0 0-16,0 0 0 0,0 0 0 0,-2 10 0 0,-2-2 0 15,4 10 0-15,4-4 0 0,-4 0 0 0,5 9 0 16,0 1 0-16,-1-3 0 0,2 17 0 0,0-10 0 16,-3 7 0-16,0-8 0 0,6 25 0 0,-6-14 0 15,-1 1 0-15,1-10 0 0,0 13 0 0,1 4 0 0,1 4 0 16,-2-19 0-16,-1 15 0 0,5-7 0 0,1 17 0 15,-4-17 0-15,1-15 0 0,2 11 0 0,8-6 0 16,-5 2 0-16,0-15 0 0,2 0 0 0,0 0 0 16,2 2 0-16,-2-7 0 0,-6-9 0 0,14 9-2 15,-6-5 0-15,-4-4-9 0,11-2-17 0,-6-8-19 16,2 3-8-16,-12-3-6 0,25-13-84 0,-6 5-2 0,-3-5-10 16,-4 8 44-16,6-17-56 0,1-1-4 15,-3-2 51-15,-3 0 12 0,-4 6 48 0,1-7-5 0,2-14-5 16,-5 6 37-16,-2 13 16 0,-2-13-1 0,-2 2 8 15,0-8 2-15,-4 3 1 0,-2 3 2 0,3-3 4 16,-6 6 6-16,3 6 10 0,0-4 56 0,-2 8 22 16,2 5 20-16,0 13-4 0,0-7 98 0,2 10-46 15,-2-3-21-15,0 11-62 0,3-9 1 0,1 5-29 16,-8 4-58-16,8 0-14 0,-4 4 7 0,8 11-6 0,-4 3 8 16,-4-5 26-16,3 9 9 0,2 0 9 0,2 14 7 15,-7-4-9-15,2-8-9 0,4 16-5 0,-4-1-11 16,8 9-1-16,-8-19-1 0,1 8 2 0,-3 0 2 15,4 3 0-15,-1-4-2 0,-3-1-2 0,2-3-1 16,-2-1-1-16,3-9 1 0,-3 7-2 0,4-8-2 16,-1-3-9-16,-3-15-4 0,5 18-55 0,-5-7-134 15,0-10-214-15,0-4-331 0,0 0-15 0,0-2-362 0,0 4 13 16,0-4-1527-16</inkml:trace>
  <inkml:trace contextRef="#ctx0" brushRef="#br0" timeOffset="14271.82">2092 3235 2236 0,'0'0'1538'0,"-12"-5"-443"0,2-1-5 16,-2 6-156-16,4 0-500 0,-1 0-350 0,-6 6-70 16,3 2-3-16,-5 2 2 0,-3 4 23 0,4 7 17 15,1-3 16-15,5-5-12 0,-5 7 24 0,6 0 10 16,3 6 30-16,6-9-60 0,0 4 2 0,0 3-24 15,0 0-5-15,6 0-8 0,3-9-15 0,-1 3-11 16,4 4 0-16,-3-11 0 0,6 7 0 0,5-5 0 0,-3-2 0 16,2-3 0-16,-4-1 0 0,7-3-6 0,12-10-51 15,-8 3-42-15,-6-1-147 0,0-11-324 0,7 2-361 16,2-5-272-16,-14 7 298 0,9-13-997 0</inkml:trace>
  <inkml:trace contextRef="#ctx0" brushRef="#br0" timeOffset="14749.54">3049 3061 435 0,'6'3'575'0,"-6"-3"-106"0,0 0 138 16,0 0-61-16,0 0-170 0,0 0 78 0,0 0 3 16,0 0 105-16,0 0-158 0,0 0-7 0,0 0 13 15,-3-3 2-15,0-5-47 0,-1 8-60 0,2-3-44 0,-10 3-32 16,-3-2-16-16,10 2-92 0,-10 0-38 0,-4 0-8 16,-6 2-14-16,-2-2-6 0,1 3 8 0,-1 2 2 15,3 1-11-15,1-4-19 0,-6 6 9 0,8-3-15 16,1 0-11-16,5 1-9 0,-4-1-7 0,-1 3-2 15,11-5 0-15,-6 5-2 0,10-3-9 0,2 0-68 16,3-5-104-16,0 0-5 0,0-3-173 0,0 6-251 16,0-6-63-16,0 6-231 0,0-6 85 0,15-2-210 0,-7-5 82 15,4-1-602-15</inkml:trace>
  <inkml:trace contextRef="#ctx0" brushRef="#br0" timeOffset="15132.52">2977 2708 1908 0,'0'0'1067'0,"-2"-4"-107"0,-6-2 250 16,8 9-419-16,0-3-479 0,0 0-106 0,0-3-113 16,0 6-18-16,0-6-58 0,0 3-8 0,0 3 1 0,0-3-6 15,-4 0 4-15,-4 13 4 0,8 1 13 0,0 6 2 16,0 4 3-16,0-5-7 0,2 12 15 0,1 2-15 15,4-2-11-15,-5-9 5 0,1 6 19 0,2 10-13 16,-1-7-22-16,-1-7-7 0,2 11-8 0,-1-7-52 16,-1 7-145-16,2-12 0 0,-2 5-153 0,4-8-230 15,-7-9-250-15,5 4 100 0,-2-4-207 0,1-6 22 16</inkml:trace>
  <inkml:trace contextRef="#ctx0" brushRef="#br0" timeOffset="15675.06">2124 3108 191 0,'2'-11'1550'0,"5"4"-1127"0,-4-6 146 15,-1 7-22-15,1-4-192 0,-3 7-163 0,7-7-101 0,-7 10-18 16,0-4 56-16,5-6 9 0,-5 7 145 0,0 3-15 15,0 0 30-15,0 0-71 0,0 0 95 0,0-2 8 16,-3-9-19-16,3 11-127 0,0 0 26 0,0 0-37 16,0 0 20-16,0 0-77 0,0 0-44 0,0 0-39 15,0 2 29-15,3 12-1 0,0-8-20 0,-1 2-18 0,8 10-55 16,-1 0 28-16,-4-1-84 0,2 3-193 0,1-1-97 16,1-3-218-16,-3 0-47 0,0-3-666 0,2 0 246 15,4 0-256-15,-5-10-311 0</inkml:trace>
  <inkml:trace contextRef="#ctx0" brushRef="#br0" timeOffset="16595.61">3052 3034 196 0,'0'0'691'0,"-12"-10"-245"0,12 10-102 16,-9-6 8-16,3 1-147 0,6 5-4 0,-12-6-32 16,10 6 97-16,2 0-37 0,2 0 107 0,-7-2 12 15,-7-3 7-15,15 7 88 0,-3-2-190 0,-3-2 63 0,6 4-93 16,-3-2-43-16,0 0-75 0,0 0 35 0,0 0-59 15,-3-2-19-15,3 2-32 0,3 2 6 0,-6-4 23 16,6 4-1-16,-3-2-23 0,0 0 17 0,-10 11 15 16,8 0 16-16,2-4-34 0,0 4 7 0,0-3-5 15,0 10-2-15,0 2 12 0,2-2 6 0,-2 3 9 0,4 0-2 16,-4-8-54-16,8 13-16 0,-5-4-5 0,1-1-39 16,-1-3-14-16,-1-2 6 0,4 8-27 15,-2-2 69-15,-2-7 3 0,1-12-1 0,0 18-10 0,3-8-82 16,-3-8-30-16,-3 1 1 0,5 5-141 0,-5-15-173 15,0 8-419-15,0-4 207 0,10-17-250 0,-5 10 46 16,4-15-561-16</inkml:trace>
  <inkml:trace contextRef="#ctx0" brushRef="#br0" timeOffset="16918.74">3279 3053 273 0,'0'0'979'0,"0"0"-364"0,0 0 3 16,0 0 194-16,0 0-413 0,0 0 26 0,0 0-140 16,0 0-64-16,0 0-76 0,0-3 64 0,5-10-45 15,-5 13 32-15,-2 0-59 0,-1-13 53 0,3 13 14 0,-3-4 30 16,-9 0-108-16,3 1 3 0,0 3-48 15,-21 5-27-15,-2 3-17 0,12-3-10 0,-9 1 35 0,2 5 17 16,-9-1 48-16,9 0 2 0,-10 1 47 0,1-2-10 16,4 0-15-16,8-3-52 0,-11 1 63 0,9-3-72 15,2-2-12-15,6 1-26 0,9-3 8 0,-14 2-13 16,11-2-74-16,3-2-49 0,-6-1-239 0,13 3-362 16,2-2-233-16,-3-11 23 0,6 4-310 0,5-12-46 0,1 3-1315 15</inkml:trace>
  <inkml:trace contextRef="#ctx0" brushRef="#br0" timeOffset="18329.98">3750 2442 2684 0,'2'-8'938'0,"2"3"-320"0,-4 5 182 0,0 0-460 16,0 0-213-16,0 0-160 0,0 0-5 0,0 0-13 0,-6 9-5 15,6 0 2-15,-3 15 10 0,3-4 19 16,0 4 23-16,0 0 5 0,0-5 0 0,0 8 16 16,3 10 8-16,-1-6-9 0,2-7-5 0,-4 13 5 0,6 1 1 15,-1 8 3-15,-1-17-16 0,-1 8-5 0,0 1 7 16,2-1 3-16,-1 0-2 0,-4-2 2 0,5-2 4 16,-2-3 4-16,4-9-3 0,-2 3 7 0,2 2 5 0,1-10-8 15,-6-8-2-15,5 8-7 0,-2-8 1 16,-2-3 0-16,1 1-4 0,-1-1 11 0,-3-5 39 0,0 0 15 15,0 0 18-15,5-9 3 0,-2 2-2 0,-3-4-1 16,-3-7-23-16,0 2-40 0,1-11 5 0,-1 3-19 16,-1 4 2-16,-1-4-4 0,-1-3 2 0,-6-10 2 15,3 2-5-15,1 11-7 0,-4-7-4 0,3-4-7 16,-3 2-4-16,-1-15-6 0,5 21 6 0,-1-4-2 16,1-6 5-16,1 0 4 0,5 13 5 0,-5-18 8 15,4 9 1-15,3 7 0 0,0 6-3 0,0-8-2 0,3-1-2 16,-3 16-3-16,4-3-1 0,-4 8 0 0,5-8-2 15,-2 1 0-15,1 15 2 0,-1-6-2 0,-3-1 0 16,0 7-1-16,0 0 2 0,0 0-2 0,0 0 2 0,0 0 0 16,0 0 2-16,0 0-1 0,0 0 0 15,0 0 1-15,14 0-1 0,-11 2 0 0,-3-2 0 0,0-2-1 16,0 4 0-16,0-2-1 0,9 0 0 0,-6 2-1 16,-3-2-4-16,0 0-7 0,0 0-19 0,0 0 0 15,0-2-8-15,12 2 6 0,-9 0-11 0,-3 0-7 16,0 0 25-16,0 0 10 0,0 8-2 0,3 0 6 15,-3-8 2-15,0 0 5 0,0 0 0 0,0 0 0 16,0 0-3-16,0 0 2 0,0 0 3 0,0 0-1 0,0 0 2 16,0 0-1-16,0 0 2 0,0 0 1 0,0 0 0 15,0 0 4-15,0 0 0 0,0 0-3 0,0 0 1 16,0 0 1-16,0 10 0 0,2-7-2 0,-2-3-2 16,-2 0 0-16,4 0 3 0,-2 0-2 0,-2 0-3 15,2 3-1-15,-6 7 4 0,6-10 0 0,-6 11 0 16,6-9 1-16,-3 11 4 0,0-9 1 0,3 9 1 0,0 0 3 15,0-3 1-15,0 9-2 0,3-8 3 16,-3 7-1-16,3 11 1 0,-1-10-3 0,2 5 0 16,-1 2-1-16,2-2-1 0,-2-3-1 0,4 14 4 0,2 4-2 15,-6-4 1-15,2-12 2 0,2 12-3 0,-2-1-4 16,4 8-7-16,-6-18 4 0,9 5-2 0,-4-2 0 16,1-3-7-16,3 2 9 0,0-4 3 0,-4 6 1 0,4-6-3 15,0-2 10-15,0 0 5 0,3 0 4 0,-3-1-7 16,-1-3 0-16,1-3-4 0,5 3-6 15,2-1-18-15,-2 2-16 0,-2-6-9 0,-10-6-37 0,16 5-36 16,-9-2-13-16,0-5-21 0,6 0-14 0,-6-3-16 16,-4 0 23-16,6 0 54 0,-2 0-29 0,-2-6 47 15,2-4 27-15,-10 6 22 0,10-9 2 0,-4-5 1 0,-1-3 27 16,-2 3-7-16,2 2-3 0,-2-8-4 0,1-2 4 16,0-12 10-16,-3 12-1 0,2-6-20 0,-1-8 15 15,-1 3 13-15,0 8 14 0,6-24 17 0,-4 9 2 16,5 1 12-16,-5 9 0 0,2-9 35 0,7-12 19 15,-3 7-19-15,-2 16-17 0,6-7 23 0,-3-1 0 16,3-5-2-16,-3 11-24 0,0 4 4 0,-4 4-15 16,-2 2-6-16,2-3-3 0,-4 7-5 0,-4 11-7 15,-4-15-10-15,4 17-3 0,-5-10-6 0,2 8-5 16,-6-2-13-16,-3 0-3 0,7 9 2 0,-5-1-4 0,-2-3 0 16,4 4-3-16,-1 2 9 0,6-2 0 0,-14 4 0 15,17-2 0-15,-9 0 3 0,3 5-2 0,-3 1 4 16,4-1 3-16,5 5-1 0,-4-5 1 0,4 8 2 15,0 7-1-15,0-5 1 0,4 4 2 0,-4-1 1 0,0 11 1 16,2-2-3-16,4-6-1 0,0 3 5 0,-3 0 0 16,5 10 2-16,-4-4-3 0,4 6 2 0,-1-1 1 15,5 4-3-15,-10-10-4 0,10 21-1 0,-4-6-5 16,2-8 1-16,-5-6-1 0,-2 3-1 0,1 4 1 16,-2 14-1-16,-2-22 2 0,0 3-1 0,3 2-6 15,-3 0-29-15,3-5-46 0,3 1-178 0,-6-9-185 0,3-2-185 16,2-6-163-16,-1-2 198 0,4-4-410 15</inkml:trace>
  <inkml:trace contextRef="#ctx0" brushRef="#br0" timeOffset="19076.97">4542 3116 1668 0,'4'3'1479'0,"-8"-6"-510"0,4 3-239 0,4 3 134 0,-4-3-414 15,0 0-160-15,0 0-207 0,0 0-53 0,-4 0-32 16,8 18-8-16,-4-15 5 0,3 13-2 0,0 8 0 16,-1-13 8-16,1 2 3 0,6 7 4 0,1 0-1 15,0-2-3-15,-3 6 2 0,5 0 0 0,3 4-1 16,-10-1 0-16,2-8-2 0,3 12 2 0,2 4 0 15,-2-15-4-15,-2-3 2 0,-4-4-1 0,4 10-2 0,1-4 1 16,0-5 1-16,-6-10 0 0,2 12 0 0,2-8 2 16,-4 1 7-16,-3-9-4 0,0 0 16 0,-3-4-1 15,6 8-12-15,-3-4-4 0,-7-11-7 0,2-5-10 16,-1 0 3-16,0 0-13 0,0-15-3 0,0 1 12 16,-2-6 2-16,4 12 8 0,-4-5 2 0,5-12-1 15,-1 8 1-15,-1 4 0 0,2-8 2 0,3-1 2 16,0 1 4-16,3 2 11 0,-1 11-1 0,8-12 25 0,2 6 33 15,-7 4 3-15,4 10-21 0,3-2 16 0,6-3-3 16,-13 16-22-16,14-12-39 0,-11 10-46 16,9-4-7-16,2 5-14 0,-9 1 22 0,9 3-20 0,-11 2-10 15,11 0 4-15,-14 5 13 0,7 1-39 0,3 3-6 16,-6 2 9-16,-6-5 7 0,-1 12-27 0,-2-5 15 16,-2 14-3-16,-1-8 30 0,-1-1 17 0,-4 1-13 0,-1-3 35 15,-3 4 9-15,4-3 8 0,1-4 2 0,-1-6 3 16,-1 2 4-16,-1 2 2 0,5 2 2 0,-2-8-4 15,5-3 4-15,-4 9-4 0,6-11 2 0,-2 13 7 16,2-13 11-16,0 0-5 0,0 11 23 0,2-3 17 16,4-1 55-16,-4-1-30 0,14 8 44 0,-5-5 9 15,13 8 15-15,0-10-24 0,-7 2-57 0,7 1 15 0,-1-2-13 16,1-2-21-16,3 4-15 0,-1-5 0 0,-3 6-4 16,-4-6-7-16,1 3-56 0,4-1-122 0,-16-3-101 15,11 1-209-15,-14-3-89 0,10 4-427 0,-1-6-215 16,-11 3 70-16,6-9-275 0</inkml:trace>
  <inkml:trace contextRef="#ctx0" brushRef="#br0" timeOffset="19433.02">5736 2891 304 0,'8'0'1331'0,"-1"0"-585"0,-7 0-134 0,2 0 274 0,5 0 4 15,-2 0-200-15,-5 0-378 0,-5 0 18 0,-4 3-84 16,-6-3-42-16,3 0-109 0,-17 5 47 16,5-2 18-16,-3 3 10 0,4-6-8 0,-15 4 113 0,6 1-62 15,2-1-51-15,9-4-71 0,-11 5 23 0,3-3-64 16,2 0-44-16,10-2-6 0,-7 4-7 0,2-2-87 16,12-2-192-16,-5-2-165 0,3 2 82 0,12 0-474 0,-9-11-580 15,9 9 235-15,0-11 353 0,2 4-93 0,2-4-511 16</inkml:trace>
  <inkml:trace contextRef="#ctx0" brushRef="#br0" timeOffset="19614.53">5485 2664 1396 0,'0'0'2100'0,"7"-8"-1243"0,-4 5 303 0,-3 3-35 16,0 0-219-16,0 0-680 0,0 0-72 0,0-2-60 16,0 4-19-16,0-2-47 0,0-2-13 0,2 7-12 15,10 1-5-15,-4 7-2 0,2 5 5 0,-1 3 0 16,-1 6 3-16,1-3 0 0,3 15-3 0,-4-5 2 15,-4-2-29-15,2-5-44 0,3 6-106 0,2 13-261 16,-2-11-103-16,0-4-256 0,-6-12 2 0,9 8-369 16,-7-14 55-16,5 7-393 0,-5-17 72 0</inkml:trace>
  <inkml:trace contextRef="#ctx0" brushRef="#br0" timeOffset="20444.32">5992 2378 1133 0,'-2'-13'604'0,"2"0"-166"0,-3 2 218 0,-1-10 30 16,1 10-132-16,-2-10-120 0,5 13-31 0,0-8 33 15,-7 3 46-15,7 11-154 0,-5-4 170 0,2-1-145 16,3 7-84-16,0 0-109 0,-6-4-21 0,0 2-63 15,6 2-56-15,0 0-12 0,0 0-2 0,-6 15-8 16,3 4-4-16,3-1 0 0,0 2 3 0,0 6 4 16,-3 5-1-16,3 15 25 0,0-15 0 0,0 11 17 15,0 4 20-15,3 2 12 0,-3-9-15 0,3 25 34 0,3-17-39 16,0-2-11-16,-4-8-17 0,8 23-8 0,2-16-15 16,0-5-3-16,-4-12 0 0,10 6 0 0,2 2 0 15,-2-13 0-15,-4-7 0 0,8-2 0 0,4 1 0 16,-3-6 0-16,-8-6 0 0,11 1-4 0,4-6-21 15,3-5-71-15,-4 1-62 0,-9-4-5 0,10-8-90 0,3-8-151 16,-10 1 28-16,-9 6 106 0,8-13-48 0,-8-2 66 16,6-9 11-16,-10 15 130 0,2-14 19 0,-4-1 56 15,-2-9 0-15,0 18 22 0,-6-9 8 0,0-4 14 16,-3 6 33-16,0 13 18 0,-3-19 88 0,0 13 67 16,1 6 54-16,-2 10-39 0,2-4 191 0,2 12-75 15,-6-4-13-15,6 4-53 0,1 3-81 0,-5 5-57 16,2-5-40-16,5 8-50 0,0 0-31 0,0 0-18 0,0 0-2 15,2 19 0-15,1-14 0 0,9 24 0 16,-3-8 0-16,-1 6 0 0,4-6 0 0,0 10 0 0,3 7 0 16,0-10 0-16,-3-4 0 0,3 9 0 0,2 4 0 15,-2-8 0-15,-6-3 0 0,3 11 0 0,3 3 0 16,-5 0 0-16,0-3 0 0,-1-8 0 0,-4 2-6 16,10 6-104-16,-3-7-192 0,-3-10-10 0,-1 7-269 0,-1-8-267 15,4-3-620-15,-7-8 572 0,1-1-313 0,-5-4-1116 16</inkml:trace>
  <inkml:trace contextRef="#ctx0" brushRef="#br0" timeOffset="20895.12">6865 2926 1243 0,'0'0'1820'15,"0"0"-898"-15,0 0 1 0,0 0-187 0,0 0-323 16,0 0-275-16,0 0-109 0,0 0-26 0,-7 0-10 0,-1 2 1 16,5 9-1-16,3-5 2 0,-6 9-3 0,3 6 0 15,0 3 0-15,-1-11 6 0,4 9 0 0,0-4 0 16,0-8 2-16,0 12 3 0,4 2 1 0,-1-14 6 16,0 6 6-16,-1-11-3 0,5 17 23 0,1-7 41 15,-1-10 25-15,7 6 42 0,-2-5-29 0,6-4 84 16,8 6-34-16,-6-8-18 0,-2 3-57 0,15-6 25 0,-13 0-61 15,4 1-12-15,-4-1-12 0,4 1 3 0,3-4-9 16,-1 1-9-16,-14 3-53 0,6-4-136 0,2 1-101 16,-8 5-176-16,5-8-282 0,-5 3-253 0,3-1-138 15,-3-5 73-15,-5 9 279 0,1-12-1121 0</inkml:trace>
  <inkml:trace contextRef="#ctx0" brushRef="#br0" timeOffset="21286.06">8291 2701 1542 0,'14'3'1243'0,"-14"-1"-173"0,0-4 24 0,0 4-124 0,-9 0-283 16,4-2-182-16,-10 0-169 0,0 0-138 0,-11-4-71 15,2 4-13-15,-6 0-15 0,10 0-37 0,-21 0 17 0,2 0-35 16,3 0-25-16,7 0-17 0,-3 2-2 0,-7 0 0 16,7 4 0-16,15-6 0 0,-7 5 0 0,12-5 0 15,-8 9 0-15,8-7-23 0,2 0-115 0,8-2-249 16,-10 6-363-16,12-6 167 0,0 0-355 0,6 3-217 16,0-1-17-16,-6 1 381 0,24-1-706 0</inkml:trace>
  <inkml:trace contextRef="#ctx0" brushRef="#br0" timeOffset="21561.33">8488 2950 1232 0,'0'2'2199'15,"12"4"-1082"-15,-12-6 42 0,0 0-352 0,-12 0 0 0,-12-6-446 16,15 1-190-16,-14 3-104 0,-1-4 9 0,-8 1-39 15,0 5-19-15,8 0-1 0,-5 0 8 0,-13 2 6 16,10-2-10-16,6 3-6 0,-4-1 2 0,4 4-6 16,-10-6-8-16,13 5-3 0,4-5 0 0,2 2 0 15,2 4 0-15,1-6 0 0,-1 3 0 0,8-1 0 16,-1 7-2-16,-6-5-65 0,14-4-60 0,0 9-130 0,-3-4-119 16,6 1-424-16,-3 1 108 0,0-7-446 0,5 0-12 15,7 6 124-15,-3-10-431 0</inkml:trace>
  <inkml:trace contextRef="#ctx0" brushRef="#br0" timeOffset="22047.03">9139 2558 174 0,'9'-13'3394'0,"-6"2"-2531"0,0-2 299 0,-1-6-55 16,-4 6-442-16,-8-18-304 0,5 15-259 0,-10-1-47 15,3 4-34-15,7 6-13 0,-26-6-5 0,9 7 0 0,0 8-1 16,2 2 1-16,3-2-1 0,-16 3 0 0,6 3-2 15,4 8 0-15,6-3-2 0,-14 13 3 0,11-2 0 16,3 5 0-16,5-7 1 0,-3 17 4 0,3-1 18 16,3 4 10-16,6-16-11 0,1 9 11 0,7 9 8 15,-1-14-9-15,-1-7-11 0,9 7-8 0,5-4-5 16,7 6-3-16,-4-11-7 0,1-5-3 0,11-1-3 16,7 5-7-16,-7-13-1 0,-9-1 4 0,10-1-4 0,-1-5 4 15,4-3 2-15,-19 1 4 0,13-4 2 0,-4-4 0 16,4-7 0-16,-13 4 1 0,5-7-1 0,0-2 2 15,0-7 2-15,-5 1 10 0,0 4 6 0,-2-6 2 16,-6 7 0-16,1-1-3 0,-8-6 2 0,-2 3-4 16,0-1-8-16,-6-1-6 0,0 0 0 0,-8 3 0 15,-1 6 0-15,0 2 0 0,1 5 0 0,-5 0 0 0,11 7-18 16,-13-7-41-16,15 10-57 0,-8-7-340 0,-4 2-190 16,6 5-322-16,3 0 89 0,-9-1-317 0,4 4-235 15,-1-3-544-15</inkml:trace>
  <inkml:trace contextRef="#ctx0" brushRef="#br0" timeOffset="25862.83">30129 4904 296 0,'0'0'1292'0,"0"-2"-569"16,15 2 41-16,-15 0 64 0,0 0-223 0,3-2 23 15,9 2-143-15,-12-3-95 0,0 3-132 0,12 0 87 0,-10 0-27 16,1-3 42-16,6 3-160 0,-6 0 21 0,-3 0-45 16,12 0-45-16,-9 0-37 0,-3-3-41 0,14 1-30 15,-11 2-22-15,-3 0-1 0,0 0 0 0,0 0 0 16,7-9 0-16,-5 7 0 0,-2 2 0 0,0 0 0 15,-21-2 0-15,13 2 0 0,-13 0 0 0,-2 0 0 16,-8 4 0-16,6-4 0 0,9 4 0 0,-7-2 0 16,2 1 0-16,10-1 0 0,-7-2 0 0,18 3 0 0,-15-6 0 15,12 6 0-15,-2-6 0 0,-7 1 0 16,15 2 0-16,-6-9 0 0,3 2 0 0,3-8 0 0,2 4 0 16,2-11 0-16,1 2 0 0,1-2 0 0,6 3 0 15,-3 1 0-15,5 5 0 0,-5 0 0 0,8-5 0 16,1 7 0-16,-1 5 0 0,-5 1 0 0,12-1 0 15,-9 1 0-15,2 8 0 0,-2-1 0 0,0 6 0 0,12 6 0 16,-8-1 0-16,-7 0 0 0,4 6 0 0,3 10 0 16,-3-5 0-16,-11 0 0 0,7 7 0 0,-3 6 0 15,-3 11 0-15,2-8 0 0,-4-11 0 0,-5 6 0 16,1 11 0-16,1-8 0 0,-8-6 0 0,4 8 0 16,-5-7 0-16,-7 15 0 0,0-19 0 0,-9 11 0 15,-3-8 0-15,-10 12 0 0,4-20 0 0,-6 11-1 0,-5-4-23 16,-6 2-25-16,-3-7-33 0,0-2-32 0,2-6-63 15,-1-2-14-15,13-8-8 0,-13 5-267 0,10-13-90 16,7-2-244-16,11-4 22 0,-6-7-257 0,7-5-110 16,8-6-496-16</inkml:trace>
  <inkml:trace contextRef="#ctx0" brushRef="#br0" timeOffset="26114.15">29250 4405 200 0,'4'-3'3329'16,"4"3"-2416"-16,-1-5-362 0,-7 7-358 0,0 7-1086 16,0 1-66-16,0 6-1 0,0-11 6 0</inkml:trace>
  <inkml:trace contextRef="#ctx0" brushRef="#br0" timeOffset="27278.05">29272 4950 97 0,'-3'11'1681'0,"3"-9"-838"0,-7 5-58 0,7-3 2 15,0-4-124-15,-14 7-333 0,8-4-226 0,-8 7-80 16,-8-1-13-16,2 4-6 0,6-5-2 0,-16 8 1 16,9-3 5-16,-6 0 1 0,10-2-4 0,-7-1-1 15,-14 7 5-15,9-13 4 0,8 1 9 0,-14 4 33 16,2-3 55-16,-14-4 126 0,18-2-42 0,-7 2 86 0,-4-6 41 15,-16-11 120-15,25 8-193 0,-6-12 40 0,-7-8-72 16,5 1-65-16,0-8-25 0,2 0-57 0,4-4-46 16,-2-6-19-16,2 1-5 0,10 16 0 0,1-4 0 15,0-1 0-15,0-2 0 0,10 13 0 0,0-1 0 16,4 4 0-16,-1-4 0 0,9 13 0 0,-3-2 0 16,-2 0 0-16,8-4 0 0,-1 9 0 0,1-2 0 0,9 2 0 15,9 4 0-15,-3 2 0 0,4 2 0 0,9 4 0 16,-1-3 0-16,-5 2 0 0,11 3 0 0,-4 0-22 15,1 0-37-15,9 0-60 0,-17-3 27 0,8 3-58 16,-3-1-25-16,-8-1-40 0,9-1 34 0,-2 1-13 16,-3-6 59-16,-5 3 30 0,-6-3 45 0,-3-3-3 15,5 3 58-15,-14 0 13 0,-3 0-1 0,9-6-5 0,-6 6-6 16,-3 0-6-16,0 0 0 0,-3 0-7 0,-6 9-22 16,-11 1 6-16,13-7 10 0,-22 10-7 0,6 3 4 15,-4 3-1-15,3-4 13 0,10-1 11 0,-6 6 25 16,-10 8 23-16,12-8-8 0,-2-4-9 0,-4 5 13 15,0-3 2-15,-8 6-2 0,12-11-35 0,-7 4-2 16,0 4-1-16,3-8 0 0,-2 0-2 0,0 0 2 16,-5 0 11-16,9-4 5 0,-2-4 7 0,-6 1 44 15,6-4 31-15,2-4 51 0,3-7-23 0,-6-6 112 16,1-7-37-16,2-2-17 0,8 4-70 0,-9-18 19 0,4-4-61 16,5-1-35-16,3-7-34 0,2 10-6 0,-3-28 0 15,9 10 0-15,-4-3 0 0,7 15 0 0,-5-27 0 16,5 17 0-16,-3-2 0 0,1 16 0 0,-5-21 0 15,4 17 0-15,-2 6 0 0,1 14 0 0,1-9 0 16,3 17 0-16,0 5 0 0,0 5 0 0,0 3 0 0,0-8 0 16,-2 13 0-16,2 0 0 0,2 0 0 0,5 15 0 15,-2-4 0-15,5 20 0 0,-5-9 0 0,4 15 0 16,-1 0 0-16,-1-3 0 0,1-4 0 0,7 20 0 16,-3-10 0-16,-3-1 0 0,-1-10 0 0,1 11 0 15,1 13 0-15,2-11 0 0,-7-12 0 0,0 6 0 16,5 7 0-16,-5-10 0 0,-1-9 0 0,-1 11-6 0,-6 5-15 15,-4-11-5-15,2-5 4 0,-4 4-14 0,-6 2-7 16,0-3 3-16,1-9 8 0,2-5 14 0,-8 0 1 16,-7-2 13-16,3-3 17 0,7-8-1 0,-10 3 10 15,-5-6 22-15,3 0 6 0,10 0-21 0,-6-7 6 16,-2 2-9-16,-2-2 0 0,10 1-19 0,-8-2-6 16,5 4-1-16,-8-1 0 0,9 5 0 0,-2 1 0 15,-1 0 0-15,15 4 0 0,-18-2 0 0,2 7 0 0,3 4 0 16,2 5 0-16,6-6 0 0,-10 14 0 0,0 3 0 15,1-1 0-15,4 1 0 0,2 3 0 0,0-2 0 16,-1 4 0-16,6-2 0 0,6-10 0 0,-9 17 0 16,7-6 0-16,1-1 0 0,5-12 0 0,-4 17 0 15,6-11 0-15,0 0 0 0,0-14 0 0,6 3 0 16,-1 4 0-16,2-2 0 0,-2-7 0 0,2 2 0 0,7 4 0 16,4-12 0-16,-13 2 0 0,19-4 0 0,-12-4 0 15,12-12 0-15,-4 6 0 0,-8 0 0 0,3-7 0 16,-1-9 0-16,-4 5 0 0,-5 5 0 0,0-5 0 15,-5-8 0-15,-2-1 0 0,-4 15 0 0,0-7 0 16,-5 2 0-16,-4-4 0 0,3 11 0 0,-6-1 0 16,-2 1 0-16,-2 2 0 0,0-2 0 0,-5 11 0 0,0 2 0 15,-2 5 0-15,2 3 0 0,-5 5 0 16,0-2 0-16,6 2 0 0,-4 3 0 0,6 8 0 0,0-6 0 16,4 3 0-16,-4 6 0 0,12-1 0 0,-5 11 0 15,5-5 0-15,0-6 0 0,6-4 0 0,0 17 0 16,3-6 0-16,0-2 0 0,1-7 0 0,-5 7 0 15,7 9 0-15,0-10 0 0,0-4 0 0,0 5 0 0,4 9 0 16,1-8 0-16,-2-11 0 0,0 3 0 0,3 4 0 16,0-1 0-16,-6-10 0 0,4-2 0 0,-4-6 0 15,5 6-70-15,-2-2-201 0,-3-13-137 0,0 0-499 16,7-10-268-16,-5 5-39 0,4-19 1 0,-4 0-1169 16</inkml:trace>
  <inkml:trace contextRef="#ctx0" brushRef="#br0" timeOffset="27559.29">26581 4331 2519 0,'-11'-24'1421'0,"-5"-3"-177"15,8 12-91-15,6 6-483 0,-5-4-445 0,4 8 34 0,3-3 40 16,0 8-146-16,-2 0-114 0,2 0-42 0,-3 8-11 15,-1-3 2-15,1 17 1 0,3-4 4 0,0 6 2 16,-2 18 4-16,4-5 1 0,-2-8 3 0,0 14 3 16,0 10 3-16,0-9-2 0,3-11-2 0,-3 11 2 15,4-4-1-15,-1 12-16 0,-1-19-2 0,1 9-21 16,0 0-73-16,3-3-107 0,2 2-155 0,-4-1-70 0,2-7-161 16,0 0-225-16,0-13 35 0,-1 4-415 0,2-5 152 15,-2-3-824-15</inkml:trace>
  <inkml:trace contextRef="#ctx0" brushRef="#br0" timeOffset="27820.59">26652 3902 1377 0,'-15'-16'1671'0,"-2"-5"-884"15,5 10 1-15,-6-2-158 0,13 11-585 0,-10-9-38 0,9 9-5 16,-4-1-6-16,10 3-6 0,-5 0-9 0,-7 3 7 16,15-3 9-16,-11 4-5 0,1 5 2 0,2 4 13 15,-1-2 8-15,0-4 0 0,0 9-6 0,4-6-5 16,-5 10 5-16,-2-2-4 0,6-12-4 0,-14 16-1 16,5-2 3-16,-8-2 1 0,8-8-2 0,-10 6-8 15,0 1-18-15,-2 1-47 0,4-5-83 0,-14 9-334 0,2-7-267 16,-3 1-34-16,9-3 206 0,-4 6-451 0</inkml:trace>
  <inkml:trace contextRef="#ctx0" brushRef="#br0" timeOffset="28227.53">25893 4704 1620 0,'-10'-2'2291'16,"10"4"-1218"-16,-14-8 246 0,11 4-843 0,3 4-167 15,0-2-184-15,0-2-91 0,0 4-31 0,0-2-6 0,0-2 2 16,0 4-4-16,0 2-1 0,3 5-8 0,9 18 5 16,-4-6 6-16,-2-3 1 0,6 12 1 0,6-1 3 15,-10-3 6-15,6 1 3 0,-7-6-3 0,2 8-3 16,2 11 0-16,-11-5-7 0,4-11-1 0,-4 4-6 15,-4 10-33-15,-4-10-7 0,-1-6 11 0,-3-2-15 16,-6 2-14-16,-8-9-6 0,11-6 40 0,-14 4 29 16,-6-7 19-16,-13-2 54 0,16-4 19 0,-19-4 75 15,-1-3 34-15,-4 2-4 0,-4-8-17 0,4-5-7 16,7 0-40-16,-2-4-48 0,-1-11-42 0,19 14-39 0,-5-13 0 16,5 2 0-16,-2-8 0 0,14 14 0 0,4-8 0 15,2-1 0-15,6-10 0 0,3 16 0 0,9 0 0 16,0-6 0-16,9 2-4 0,-6 13-56 0,12-6-98 15,2 4-206-15,9 2-242 0,-10 1-58 0,15-4-781 16,2 1 235-16,-1 3 3 0,-11 6-726 0</inkml:trace>
  <inkml:trace contextRef="#ctx0" brushRef="#br0" timeOffset="28370.12">25606 4402 1008 0,'-12'0'3986'0,"6"-8"-3076"0,-3 6 303 16,-2-9-145-16,7 11-1062 0,4 0-6 0,4 0-7 0,-4 0-4 15,0 0-12-15,0 0 0 0,0 0-12 0,-4 0-55 16,8 0-189-16,-8 0-105 0,4 0-16 0,4 0-365 16,-4 0-268-16,-9 11-285 0,9-11 364 0,-3 5-800 15</inkml:trace>
  <inkml:trace contextRef="#ctx0" brushRef="#br0" timeOffset="42897.18">23904 4992 2868 0,'17'8'1702'0,"-17"-8"-295"0,0 0-566 15,0 0-309-15,0 0-281 0,0 0-76 0,0 0-41 16,0 0 18-16,0 0-72 0,0 0-36 0,0 0-40 0,0 0-3 15,0 0-1-15,5 3 0 0,-1 2 0 0,-4-5 0 16,3 0 0-16,-3 0 0 0,3 13 0 0,-3-13 0 16,0 0 0-16,0 0-8 0,0 0-88 0,0 0-165 15,0 0-276-15,-10-10-284 0,2 4-311 0,-1 4-81 16,-6-14 7-16,6 8-618 0</inkml:trace>
  <inkml:trace contextRef="#ctx0" brushRef="#br0" timeOffset="43109.61">23941 4568 620 0,'0'0'2198'0,"0"0"-968"16,0 0 246-16,0 0-363 0,0 0-547 0,0 0-132 16,0 0-103-16,0 0-186 0,0 0-89 0,0 0-35 15,0 0-20-15,0 0-1 0,0 0 0 0,0 0 0 16,0 0 0-16,0 0 0 0,0 0 0 0,0 0 0 15,0 0-4-15,9 6-55 0,-3-1-264 0,-6-5 35 16,0 0-249-16,0 0-304 0,0 13-312 0,0-13 247 16,-15 3-513-16,7-3 224 0</inkml:trace>
  <inkml:trace contextRef="#ctx0" brushRef="#br0" timeOffset="44928.75">10795 4085 74 0,'0'0'984'15,"-8"7"-76"-15,4-7-327 0,1 0-6 0,-6 0-229 16,9 0-78-16,-11 0-122 0,-1 0-81 0,5 4-47 16,-13-2-9-16,-6 0-9 0,-1 9 10 0,10-8 16 15,-19 5 69-15,3-1 20 0,1-1 53 0,6-1-11 16,-13 3 125-16,10-5-48 0,-3 5-2 0,8-8-77 16,-3 3 36-16,-5 1-20 0,0-1-19 0,11 3-43 0,-6-6 74 15,4 2 6-15,-3 1 32 0,2-1-55 0,9-2-50 16,3 4 19-16,-5-4-33 0,-1 2-57 0,9-2-34 15,-8-2 7-15,17 2-7 0,-12 0-7 0,2 0-2 16,14 0-1-16,-4 0-6 0,-4 0-6 0,-4 9-4 16,8-5 1-16,3 11 2 0,-3-10 3 0,5 8 4 15,2 7 5-15,5-2 4 0,5 1 1 0,-5-10-1 0,8 11 0 16,4 4 0-16,0-6-4 0,6 1 2 0,-4-4 1 16,12 12 1-16,-9-3 0 0,7 0 1 0,-12-6-3 15,8 6 0-15,9 7-3 0,-21-7 0 0,-2-2 6 16,3 9 28-16,-6-2 5 0,-3 16-9 0,-7-14-15 15,-2 15 7-15,-6-6 0 0,-5 23-19 0,-4-26-23 16,-9 16-5-16,1 0 15 0,-7-3-2 0,-2-3 20 0,-7 10-16 16,1-13 5-16,3 2 26 0,-1-9 8 0,-11 5 20 15,5-7 4-15,4-7 1 0,3-4 29 0,8-8-20 16,-5 6 18-16,8-7-30 0,13-10-6 0,-4 6-20 16,2 2-12-16,5-5-13 0,5 8-7 0,0-11 0 15,0 8-2-15,3 11-1 0,6-2 5 0,-4-9 3 16,5 2 0-16,4 12-4 0,1-1 3 0,-3-4-1 15,3 4-1-15,-1 5-1 0,4 13-3 0,-6-16 3 0,2 14 2 16,1 0-1-16,-3 4 4 0,0 12-6 0,-7-21 7 16,5 13 15-16,-2 3 2 0,6 3 3 0,-4-9-6 15,-1 10 3-15,-1-5 3 0,1 4-7 0,-3 1-18 16,0 2-1-16,0 2 2 0,0-1 3 0,0-14 5 16,-1 33 9-16,2-15 2 0,-2-7 7 0,2-9-6 15,1 29 13-15,1-16-10 0,-1-6-5 0,1-9-9 0,3 14-1 16,6 12 1-16,-4-19 0 0,1-5 3 0,0-15-3 15,6 29 5-15,-6-20 2 0,-1-8 2 0,1-7-7 16,2 2 1-16,5 3-2 0,-5-12-3 0,-2-9-2 16,0 0-1-16,-1-6-1 0,-2 1 0 0,0-4 0 15,-4 1 0-15,4-1 0 0,-9-2 0 0,9 0 0 16,-12 0-2-16,0 0-46 0,3-5-207 0,1-3-27 16,-14 1-276-16,8-4-264 0,-8-16-281 0,8 8 195 0,-8-12-532 15,5 5-273-15</inkml:trace>
  <inkml:trace contextRef="#ctx0" brushRef="#br0" timeOffset="49924.39">11528 4135 93 0,'7'-11'421'0,"-11"11"-170"0,8 0 6 0,-4 0-3 15,0-13-48-15,0 13-47 0,5-8-92 0,-2 3-67 16,-3-1-11-16,9-4-3 0,-9 7 1 0,3-10 7 16,0 10 12-16,-1-4 8 0,-2 3 12 0,0 4-3 15,0 0 13-15,0 0 35 0,0 0 39 0,0-2 42 16,7-5-2-16,-7 3 61 0,0 4 86 0,0 0-20 0,0 0-73 16,0 0 57-16,0-13-47 0,0 11 2 15,0-3-92-15,0-4 37 0,0 5-10 0,0-10-3 0,0-2 16 16,0 8 5-16,0-5 6 0,0 0 12 0,0 5-45 15,5-8 81-15,-2 0-43 0,-3 10-12 0,4-4-46 16,-1 10 76-16,-1-16-27 0,-2 16-20 0,0-7-76 16,3-2 32-16,-3 9-13 0,-3-8-16 0,3 6-9 15,0 2-19-15,-2-3 27 0,4 6-18 0,-2-3-7 16,0 0-18-16,0 0 11 0,0 0-25 0,-2-3-23 0,2 3 0 16,0 3-2-16,-15-1-5 0,15 11 1 0,-3-7 4 15,-3 18-2-15,0 3-2 0,-3 6 1 0,4-11 5 16,-7 13 3-16,2 7 9 0,-4 19 3 0,6-24-4 15,-2 16 5-15,-4-3-2 0,-1 19 5 0,-2-3-10 16,5-24-10-16,0 16-9 0,0 2 2 0,6 10 9 16,4-30 1-16,-2 4-6 0,8-1 4 0,1-1 12 0,4-15-3 15,-1-1-12-15,4-2-13 0,3 0-2 0,0-6 5 16,-1 1-2-16,4-6 7 0,3-3 17 0,-6-4 7 16,11-4 16-16,-3-2-7 0,1-2 0 0,-3-4-15 15,14-7-28-15,-6-5-24 0,7 2-9 0,-4-5-5 16,-8 5 7-16,8-16-46 0,0 5 20 0,-8-2 4 15,-6 11 22-15,11-25-33 0,-10 6 15 0,-5-5 9 16,-3 11 21-16,-1-12-1 0,2-20 5 0,-4 13 18 0,-4 10 7 16,1-16-2-16,2 3-17 0,-2-15 22 0,-2 28 7 15,3-10 9-15,0 4 29 0,-4 2 38 0,1 9 8 16,1 4 75-16,-4 4 2 0,0 6 12 0,3 10 22 16,-1-5-14-16,-2 14-22 0,0 2-22 0,0-13-39 15,0 10-34-15,0 3-13 0,0 0-34 0,0 0-12 0,0 7-5 16,0 2-7-16,6 9-2 0,-2 1 1 0,-2-1 3 15,-2 11-3-15,3 1 2 0,0 1 8 0,-3-5 4 16,2 22 7-16,-4-8-6 0,2 0-1 0,0-9-1 16,-3 14 0-16,0 8-3 0,-3-11-3 0,0-9-1 15,1 17 2-15,-2-3-1 0,5-4-2 0,-1-6-27 16,3-10-35-16,3 6-80 0,-1 7-190 0,5-14-88 16,-4-17-23-16,5 9-374 0,-4-10-227 0,6 5-300 0,0-8 613 15,-1-7-414-15</inkml:trace>
  <inkml:trace contextRef="#ctx0" brushRef="#br0" timeOffset="50606.58">12421 4495 103 0,'0'0'1367'16,"0"0"-378"-16,0 0-289 0,-6 7 0 0,6-1-186 15,-2-1-277-15,-5 6-139 0,2 2-59 0,5-2-24 16,-7 5-8-16,4-6 14 0,-2 22 14 0,2-11 22 15,-1-3 3-15,4 9 34 0,-2 5 40 0,2-3-24 16,-3-5-34-16,3 2 13 0,0 3-20 0,0 3-19 0,0-14-34 16,-3 11-10-16,6-5-5 0,-3 0-5 0,0-8-3 15,0 8-4-15,0-6 4 0,0-10 16 0,3 3 4 16,-3-6 5-16,2 8 9 0,-2-9 3 0,0-4 5 16,0 0 21-16,0 0-6 0,4-6 4 0,-4-2-9 15,0-5-13-15,0 2 1 0,0-19-21 0,-4 2-7 16,4 1-3-16,0-4 1 0,-2-6-2 0,2 0-1 0,-3 8 0 15,3-24 5-15,0 13-1 0,0-3-3 0,0 12 2 16,3-11 0-16,3-6 1 0,-3 13 0 0,0 11-1 16,6-2 0-16,-1 2 0 0,1 3 0 0,-6 11-2 15,6-1-1-15,-3 0-1 0,6 0 0 0,-3 9-4 16,-1-3-3-16,11 5-3 0,-9 0-1 0,0 0 2 16,10 2 1-16,-4 3-8 0,-6-1 5 0,14 3 4 0,-18-1 3 15,18 10-1-15,-7-3 2 0,2 2 10 0,-8-4 1 16,-5-6-3-16,6 19 1 0,-6-13-1 15,0 4 1-15,-6-4-2 0,3 2-8 0,-12 3 2 0,3 1 6 16,-12 6 4-16,0-7-1 0,-2-2 1 0,-7 10 6 16,6-11-1-16,-11 7 6 0,3-1-5 0,5-3-1 15,6-5-2-15,-2 7 3 0,6 1-4 0,-1-3 6 0,8-14 5 16,-2 14 15-16,1-1 16 0,11 0 28 0,-1-8-26 16,8 4 31-16,-5-3 11 0,19 8 19 0,-9-12-28 15,11 7 38-15,-2 0-32 0,-1-4-10 0,-4-1-33 16,13 5 9-16,-6-6-46 0,6-3-4 0,-11 1-7 15,5 0-12-15,4 0-70 0,-12-3-129 0,0 0-168 16,-9 0-120-16,6 0-360 0,-15 2-183 0,2-2-254 16,10 0 245-16</inkml:trace>
  <inkml:trace contextRef="#ctx0" brushRef="#br0" timeOffset="50956.65">13553 4566 472 0,'0'0'1949'0,"0"0"-1356"16,0 0 304-16,0 0-41 0,-4 0-443 0,-4-5-268 15,-1 2-55-15,-15-2-53 0,-8 5 50 0,8 8 13 16,4-5-2-16,-9 1 61 0,-13 5 12 0,6-1 15 0,4-1 19 16,3 2-18-16,-1-4-25 0,1 1-38 0,14-4-53 15,1 0 30-15,2 1-73 0,-10-3-82 16,20 2-110-16,-10-2-186 0,12 0-371 0,0 0-318 0,0 0 241 15,-3-2-242-15,0-11-264 0</inkml:trace>
  <inkml:trace contextRef="#ctx0" brushRef="#br0" timeOffset="51188.01">13568 4926 171 0,'0'0'2900'0,"0"0"-1752"16,0 0-377-16,-15-5 363 0,3-1-483 0,-9-1-417 16,18 3-140-16,-26-6 18 0,8 7-6 0,-9-2 41 0,13 3-57 15,-3-4 7-15,-4 4-4 0,-3-1-3 0,3-3-7 16,-1 4-21-16,3-1-34 0,2 1-79 0,2 2-60 16,-5-6-351-16,8 4-314 0,3-1-278 0,0-2 169 15,3 2-294-15,4-4 55 0,2-4-808 0</inkml:trace>
  <inkml:trace contextRef="#ctx0" brushRef="#br0" timeOffset="52124.51">14363 4063 1808 0,'-7'-5'1005'16,"2"-1"-437"-16,5 6 224 0,-3-2-124 0,-9-5-353 0,12 7-201 16,3 0-8-16,-3 0-20 0,0 0-27 0,0 0-48 15,0 0-14-15,3 9-1 0,-3-3-3 0,6 10 5 16,0 8 0-16,0-4 3 0,0 4 8 0,-4-4-2 16,5 11 5-16,-4 6 5 0,-3-5 5 0,0-5-7 15,0 6 8-15,0 13 5 0,0-12 4 0,-3 0-2 16,3-10-11-16,0 14 9 0,0-5 4 0,-3 0-2 0,3-12-6 15,3 6 3-15,-6 1 2 0,-1 1 6 16,2-13-18-16,2 5 2 0,-3-3-5 0,3-1-5 0,-3-12-6 16,-1 3 1-16,4-5 3 0,0 10 30 0,0-13 57 15,0 0 16-15,0 0 3 0,-8-13 0 0,2 10-17 16,-5-21 24-16,2 3-62 0,3-3-39 0,0-5-2 16,0-2 2-16,4-6 1 0,-2-1-1 0,1-4 1 15,6-1-2-15,-3-10-8 0,4 3-19 0,1 0 7 16,0 10-4-16,7-31 8 0,0 18 1 0,0 3 3 0,0 13 4 15,6-14 11-15,-4 7-6 0,4 12-3 0,-6 10-7 16,9-7-1-16,-1-4 1 0,-3 9-3 0,-2 10-2 16,6-2 0-16,-3-2 1 0,2 4 1 0,-4 6-2 15,-11 8 0-15,19-7-5 0,-4 12-8 0,-3 3-9 16,-7-1 4-16,2 4-14 0,2 13-10 0,-2 0-15 16,-9-2 35-16,0 6-4 0,-6 1 10 0,-6 13 7 0,3-15 15 15,-6 16 14-15,-2-1 14 0,-8 0-11 0,5-10-6 16,-3 10 4-16,-4-2-5 0,-8 5-7 15,11-18-4-15,-9 2 1 0,4 4 0 0,-1-3 0 0,4-6-1 16,-1-3 3-16,7-2-4 0,8-14-2 0,-9 10 1 16,13-9 6-16,-4-3 26 0,9-1 24 0,-10 6 4 15,10-8 5-15,0 0-1 0,0 0-1 0,0 0-11 0,0 0-31 16,10 14-12-16,-10-14-2 0,20 2-1 0,-8 0-1 16,14 7 8-16,-4-4-3 0,-2 5 2 0,-6 1-6 15,10 2 1-15,-1 3-3 0,-2-3 2 0,-3 0 1 16,8 7 13-16,16 0 6 0,-13-1 0 0,0-3 7 0,-5-1-9 15,6 5 8-15,-1-2-18 0,-9 0-32 16,-1-5-12-16,1 4-65 0,-3-2-169 0,-10-10-109 16,8 8-72-16,-13-7-417 0,4-1-213 0,-6-5-15 0,0 0 73 15,0 0-948-15</inkml:trace>
  <inkml:trace contextRef="#ctx0" brushRef="#br0" timeOffset="52834.61">15512 4381 1015 0,'-3'-11'1465'0,"3"11"-923"16,-15-10 364-16,13 10-235 0,-20 0-432 0,17 2-198 16,-7 4-32-16,-12 7 0 0,7 3-2 0,2-3 3 15,-9 5 4-15,1 6 9 0,-9 8 37 0,13-14-9 16,-3 9 26-16,-2 5 4 0,-6-1 18 0,4-2 2 16,14-10-42-16,-8 2-3 0,1 0-23 0,4 3-8 15,13-21-26-15,-6 21-59 0,4-13-67 0,1 4-87 0,3-6-56 16,0 4-237-16,0-13-64 0,0 13-189 0,3-13 192 15,-3 0-137-15,0-6-52 0,12-10 65 0</inkml:trace>
  <inkml:trace contextRef="#ctx0" brushRef="#br0" timeOffset="53092.92">15217 4428 1623 0,'0'-13'893'0,"0"10"-109"0,0-7 288 0,4 7-317 0,-4 3-443 15,0-7 25-15,2-1-51 0,-2 8-42 0,0 0-112 16,-2 0-35-16,4 0-72 0,-2 0-10 0,0 0-16 15,12-3-4-15,-12 3 0 0,0 0 4 0,6 7 2 16,-4-1 0-16,-2-6 1 0,4 3-1 0,4 8 3 16,-8-11 1-16,0 2 1 0,12 9 1 0,-12-14 0 15,0 6-3-15,0-3 0 0,0-3 2 0,0 6-1 0,0-3-2 16,0-3 0-16,0 6 0 0,0-3-1 0,0 0-1 16,0 0-3-16,0 0-13 0,0-3-7 0,0 3-6 15,0 3-26-15,0-6-36 0,0 6-68 0,0-3 18 16,0 0-101-16,0-3-167 0,0 6-375 0,0-6-60 15,0-7 167-15,0 7-147 0,0-8-599 0</inkml:trace>
  <inkml:trace contextRef="#ctx0" brushRef="#br0" timeOffset="53408.08">15229 4318 890 0,'-3'0'1306'0,"-2"-11"-788"15,1 11 213-15,4 0 26 0,-6-11-202 0,6 9-105 16,0 2-146-16,0 0 88 0,0 0 66 0,0-3-103 16,0-5-107-16,0 5 2 0,0 3-78 0,0 0-27 0,0 0-72 15,0 0-1-15,0 0-44 0,0 0-17 16,0 0-9-16,0 0-5 0,12 9 3 0,-6-4-2 0,0 3-2 15,9 8 3-15,-7 4-6 0,1-1 12 0,3 3 4 16,0 4-4-16,-4 1 1 0,4 1 4 0,-2-10-4 16,2 17 8-16,2-8-18 0,-3-1-70 0,1 3-87 15,0-5-60-15,3 8-219 0,0-5-181 0,-3-3-226 16,0-9 53-16,2 3-276 0,6-2-35 0,4-5-441 16</inkml:trace>
  <inkml:trace contextRef="#ctx0" brushRef="#br0" timeOffset="53875.83">15913 4458 1448 0,'0'0'987'0,"0"0"-448"16,0 0 204-16,0 0 33 0,0 0-322 0,0 0-210 16,0 0 46-16,0 0-3 0,0 0 98 0,0 0-57 15,0 0-129-15,0 0 11 0,0 0-15 0,8-19-5 16,-1 12-100-16,-2-4-16 0,10-8-49 0,2-2-2 15,-8 8-13-15,3-11 0 0,-2 8-26 0,4-8-1 16,-6 9 7-16,4-4 15 0,-2 3 3 0,-5 11 7 0,5-6-6 16,-10 8 5-16,5-10-1 0,-2 13-14 0,-3 0-18 15,0 0-19-15,0 0 9 0,-3 13 0 0,0-2 4 16,1 5 18-16,-5 5 17 0,-5 11 12 0,4-1 5 16,-2-7-6-16,-4 18 17 0,6-4-5 0,-2 1-8 15,8-10 1-15,-2 3 19 0,8 6 20 0,1-10 10 0,2-6-14 16,1 1 20-16,4 1 8 0,5-5-16 0,-5-8-31 15,6-4 1-15,3 1-23 0,-1-5-9 0,-13-1-10 16,25-4-64-16,-8-3-174 0,-2-6-162 0,8-2-413 16,-16 0 73-16,10-11-428 0,0-3-38 0,-6 1 84 15,-6 2-298-15</inkml:trace>
  <inkml:trace contextRef="#ctx0" brushRef="#br0" timeOffset="54020.44">16101 3685 2849 0,'-12'-2'1373'0,"10"2"-431"0,2 0-56 0,0 0-717 0,0 0-552 15,0 0-355-15,0 0-91 0,0 0-129 16,0 0 256-16,0 0-183 0,0 0-528 0</inkml:trace>
  <inkml:trace contextRef="#ctx0" brushRef="#br0" timeOffset="56087.91">11796 5770 396 0,'0'-11'1658'0,"3"1"-1098"15,-3-1 336-15,4-8-2 0,-1 4-249 0,-3 10-294 16,2-17 18-16,-2 4 94 0,0 7-123 0,3-2-12 16,-3 7-94-16,3-1 77 0,-3-1-39 0,0 0-103 15,0 8-73-15,0 3 12 0,0-3-42 0,0 0-39 0,0 0-22 16,0 0-2-16,0-3-3 0,0 6 0 0,-6-1 0 15,-3 7 0-15,1 17 0 0,-1-2 0 0,-1 5 0 16,2 2 0-16,-4 6 0 0,3 9 0 0,4-4 0 16,-5 11 0-16,5-1 0 0,-2 1 0 0,2 2 0 15,2-4 0-15,3-3 0 0,0-3 0 0,3-3 0 16,2-8 0-16,7 7 0 0,0-10 0 0,3-2 0 0,-6-8 0 16,9 6-1-16,-4-12-1 0,-2-4-8 0,0-2 1 15,8 0-8-15,-5-5-33 0,12-4-13 0,-13 0-14 16,10-9-56-16,8-4-34 0,-7 0 22 0,-5 0 26 15,9-6-27-15,0-8-14 0,2-2 55 0,-2 1 36 16,-11 4 20-16,6-11-5 0,1-10 18 0,-6 8 22 16,-7 13 9-16,-2-15 0 0,0-3-3 0,-1 2-1 15,-9 14 4-15,3-12 0 0,-6-1 5 0,-4-7 3 16,5 22-2-16,-1-9 4 0,-4-2 6 0,2 1 14 0,2 7 12 16,1 0 40-16,-5 4 14 0,7 2 12 0,0 2 2 15,-3 11 2-15,3-7-3 0,0 15-18 0,0-9-41 16,3 1 16-16,-3 8-23 0,0 0-7 15,0 0-8-15,0 0-12 0,0 0-11 0,0 0-4 0,0 0 1 16,7 6 2-16,1 5 4 0,1 2 2 0,-6 7 4 16,6 0-1-16,-4 6 6 0,-2 0-6 0,4 9-3 0,-2-12-3 15,4 12-3-15,-1 13-2 0,-1-11 1 0,-4-6 1 16,2 9 2-16,-1 13 0 0,-4-8-5 0,0-14 2 16,3 11-6-16,-3 4-21 0,0 4-24 0,5-12-50 15,-5-12-22-15,0 5-139 0,3-2-155 0,1 1-324 16,-4-17 162-16,0-6-406 0,2 13-53 0,1-13 76 15,0-4 78-15</inkml:trace>
  <inkml:trace contextRef="#ctx0" brushRef="#br0" timeOffset="56526.74">12716 6136 1644 0,'0'-4'1070'0,"0"4"-301"0,-3-7-158 15,-2 1 160-15,5 6-357 0,0-3-194 0,-15-1-25 16,15 4-69-16,0 0 4 0,0 0-50 0,0 0-64 16,0 0-12-16,-7 13 0 0,7-6-1 0,-2 12 11 15,-4-1 26-15,-3 9 19 0,2-1 32 0,-1 0 25 0,6-2-8 16,-8 11 47-16,5-8-14 0,-2 4-20 0,4-7-32 16,1 15 18-16,2-9-44 0,0-3 2 0,0-9-29 15,2 0-9-15,-2 1 10 0,6-3-11 0,-6-8 14 16,7 3-8-16,1-6 9 0,6 5 27 0,2-5-11 15,-5-5-18-15,18 3 14 0,5-3 29 0,-12-3-16 16,0 1-18-16,10-1 10 0,0-3-6 0,9-1 10 16,-17 1-32-16,8 1-14 0,-3 1-10 0,5-2-17 15,-17 3-11-15,-2 1-72 0,-6 2-172 0,8-6-334 0,-7 1-204 16,-5 5-341-16,0-5-45 0,5-3-77 0,-1-1-846 16</inkml:trace>
  <inkml:trace contextRef="#ctx0" brushRef="#br0" timeOffset="57016.43">14200 6138 1478 0,'0'0'858'0,"19"0"-58"0,-19 0 86 0,0 0 128 16,0 0-496-16,0 0 35 0,0-2-69 0,0 4-57 0,0-2-55 16,0-13-90-16,-4 10-78 0,-7 0-82 0,2 0-59 15,-20 1 2-15,7 2-38 0,-3-2-2 16,1 4-13-16,-5 0-11 0,-3-2-1 0,-5 3 0 0,8 3 0 15,2-4 0-15,-11 1 0 0,11-1 0 0,2-2 0 16,6 4 0-16,7-2 0 0,1 0 0 0,5-2-5 16,-6 3-30-16,12-1-95 0,0-2-277 0,0 0-117 0,0 0-58 15,0-2-403-15,0 4-194 0,12-4-247 0,-3-1 564 16,11 3-1083-16</inkml:trace>
  <inkml:trace contextRef="#ctx0" brushRef="#br0" timeOffset="57203.93">14260 6368 2414 0,'0'0'1287'0,"0"0"-298"0,-9 3-234 15,0-3-163-15,-2 0-43 0,-16-3-255 0,6 0-68 16,1 0-84-16,-7 1 4 0,-9-3-60 0,2 2-31 16,10 0-25-16,-8 1-11 0,-10-1-49 0,10 1-19 15,8-2-50-15,0 4-182 0,16-2-182 0,-13-3-528 0,15-1 212 16,-3-1-311-16,12 5 15 0,11-22-608 15</inkml:trace>
  <inkml:trace contextRef="#ctx0" brushRef="#br0" timeOffset="57743.48">14782 5648 93 0,'-4'-6'1601'0,"4"-7"-794"16,-3-5 14-16,3 10 101 0,0-5-81 0,-5-5-261 16,5 13-212-16,0-17 167 0,0 9-162 0,0 5-79 0,0-8-138 15,3 8 21-15,-1-2-66 0,-2-3-57 0,0 4-28 16,0 1 6-16,3 6-5 0,1-6-7 0,-4 8-4 16,0 0-9-16,5-3-3 0,5 0-2 0,-5 12-4 15,4-2 1-15,-3 6 0 0,-1 6-1 0,2 2-1 16,-5-2 2-16,-2 18 0 0,0-8 2 0,3 8 4 15,-3-10-1-15,-3 10 5 0,1 16 10 0,-5-11-1 16,4-10-2-16,-2 15 2 0,-7-2-6 0,3 11-1 0,6-24-8 16,0 8-6-16,-2-4-2 0,1-2-5 0,1-5 5 15,3-5 2-15,3-8-2 0,-3 3 9 0,0-8 3 16,7 2 1-16,-7-13 0 0,2 13-2 0,1-13 3 16,4 0-2-16,3 0-4 0,9-2 2 0,4-7 2 15,-2 1 5-15,11-2 10 0,7-4 5 0,-7 4-3 16,-6 0-6-16,18-1 4 0,-5-2 0 0,0-1-13 0,-17 12-8 15,10-9-5-15,2 6-2 0,-8-3-38 0,-8 3-20 16,2 2-124-16,-6 0-188 0,10 1-184 0,-6 2-554 16,-6 0 266-16,12 0-319 0,-12 0 52 0,17 0-550 15</inkml:trace>
  <inkml:trace contextRef="#ctx0" brushRef="#br0" timeOffset="58491.48">16184 5780 455 0,'5'-13'1892'16,"-5"13"-1291"-16,-2-15 413 0,2 15-196 0,-15-14-343 0,12 12-293 16,-11-6-54-16,2-1-28 0,0 7-36 0,-3-3-25 15,3 5 5-15,-11-2 0 0,-1 4-25 0,-8 0 34 16,11 7-8-16,-9-2 34 0,4 1 16 0,-4 8 35 16,6 0-31-16,2 5 4 0,0 1-18 0,5 1-17 15,5-4-30-15,-3 16 0 0,7-15-26 0,2 4 0 16,6-8-5-16,2 8-7 0,5 0 0 0,-7-14 1 0,8 8-5 15,-1-2-8-15,1-5-5 0,4 0-4 16,9-1 11-16,-6-5-15 0,11 1-11 0,4-9-1 0,-8 0 1 16,2-2 5-16,12-3-25 0,-4-3-5 0,-2-2 9 15,-1-3 9-15,7-8-12 0,-6-2 18 0,-8-5 10 16,0 7 16-16,-5-11-1 0,3-15-4 0,-8 14 9 16,-3 1 2-16,1-13 0 0,-10 3 18 0,-4-16 39 0,4 22 15 15,-6-12 86-15,1 1 55 0,-7-5 66 0,-3 9-43 16,6-1 34-16,-6 4-6 0,3 3-51 0,-8-12-39 15,8 25-110-15,0-2 2 0,7 5-26 0,-2 0-22 16,-1 11-13-16,4 6 0 0,2-4 0 0,2 14 0 16,0-3 0-16,0-3 0 0,0 6 0 0,0-3 0 15,6 10 0-15,2 1 0 0,4 23 0 0,-2-8 0 0,-2-4 0 16,4 13 0-16,5 7 0 0,-2-3 0 0,-3-4 0 16,5 9 0-16,2 9 0 0,-2-2 0 0,-5-14 0 15,3 13 0-15,-1 3 0 0,4 11 0 0,-9-14-3 16,-1-13-8-16,1 5-44 0,6 3-103 0,0 11-168 15,-6-30 85-15,3 12-162 0,-1-10-98 0,3 1-117 16,-4-7 40-16,2 2-491 0,0-17 136 0,-4-1 48 16,10-1 225-16,-10-8-995 0</inkml:trace>
  <inkml:trace contextRef="#ctx0" brushRef="#br0" timeOffset="58907.37">16732 5558 113 0,'0'0'1504'0,"0"5"-401"0,3 6-314 0,-3-11 97 16,0 0-287-16,0 0-275 0,-7 8-199 0,7-5-27 15,-5 8-9-15,2-4-7 0,3 4-2 0,0-9-13 0,-3 6-42 16,3 3-13-16,0-11-3 0,3 7 2 0,0-3 0 15,-3-2 15-15,12-2 13 0,-9 0-5 0,-1-2-7 16,13-4 9-16,-3-5 4 0,0-2 7 0,0-7-2 16,-9 6 7-16,9-7 27 0,-3-6 38 0,-1 6 0 15,-5 0-16-15,3 0 52 0,-3 0 41 0,0-3-3 16,-3 18-51-16,0-12 51 0,0 5-12 0,0 0 7 0,0 13-99 16,0-13 0-16,0 13-27 0,0 0-29 0,0 0-27 15,0 0-3-15,-12 5-1 0,9 3 0 0,-2 18 0 16,-2-2 0-16,4 5 0 0,1 6 0 0,2 7 0 15,0-13 0-15,0 6 0 0,2-2 0 0,1 8 0 16,4-21 0-16,-2 7 0 0,2-6 0 0,-2-7 0 16,4 1 0-16,-3-4 0 0,8 2-12 0,1-8-75 15,-8-1-22-15,25-4-268 0,-12-6-132 0,1-2-208 16,-6-2 16-16,5-1-410 0,4-16-139 0,-7 3 94 0,-5 6 507 16,0-8-594-16</inkml:trace>
  <inkml:trace contextRef="#ctx0" brushRef="#br0" timeOffset="59040.02">16959 5082 1689 0,'-21'-16'2592'16,"13"14"-1811"-16,-2-2 258 0,-2 2-374 0,-2 2-516 0,8 0-193 15,0 0-59-15,3 2-114 0,-9 9-139 0,9-2 5 16,-2 4-447-16,1 0-54 0,1 9-94 0,6-2 43 16,-3-4 306-16,4-3-863 0</inkml:trace>
  <inkml:trace contextRef="#ctx0" brushRef="#br0" timeOffset="59475.85">16982 6222 53 0,'6'4'896'15,"-6"-4"-618"-15,6 4 31 0,3 1 10 0,6-1-144 16,-10-8-181-16,4-1-38 0,11 3-1 0,-8 0 5 16,3-2 15-16,6 4 46 0,-9 0 39 0,-4 0 65 0,4-2 34 15,3 2 189-15,-8 0-22 0,-7 0 17 0,2-3-101 16,10 1 57-16,-12 2-24 0,0 0-108 0,0 0-75 15,0 0-48-15,-4-3 7 0,-6 0 1 0,-12 3 18 16,13 3-29-16,-20 2 19 0,2-5 34 0,-5 3 45 16,-12-1 3-16,0-2 20 0,-7 4 9 0,-7-4 1 15,11-4-38-15,-39 2 46 0,-6 2-18 0,4-3 73 0,18 1 5 16,-28-1 103-16,-22 0 72 0,31-2-110 0,22 3-93 16,-13-7 46-16,0-2-98 0,16 4-138 0,11-1-22 15,26 3 0-15,-5-1 0 0,17 4 0 0,-3-1 0 16,18 3 0-16,0 0 0 0,0 0-3 0,0 0-86 15,16 3-98-15,13-1-292 0,0 0-325 0,6 2-338 16,6-2-71-16,3 1 5 0,0-1-694 0</inkml:trace>
  <inkml:trace contextRef="#ctx0" brushRef="#br0" timeOffset="60072.27">16252 6788 1760 0,'0'14'1149'15,"-4"-14"-559"-15,-11 2 388 0,-7-2-380 0,-5 4-408 16,10-2-160-16,-7-2-31 0,-6 2-10 0,1 1 12 0,5 3 8 15,-6-4 31-15,10 5 37 0,-4 2 32 0,-12 6 74 16,16-4-52-16,-4 5 70 0,7 3-4 0,5 1-26 16,-3 2-25-16,10 0-19 0,-2 2-33 0,7-4-29 15,7 2-39-15,-4 4-8 0,-1-8-31 0,8 4-24 16,-2-7-4-16,4 4-34 0,0 2-54 0,2-13 9 16,4 3 21-16,3-4-26 0,2-4-6 0,7-3-33 0,-15-3 72 15,8 3-8-15,1-5 1 0,-4-1 12 0,-1-1 31 16,3-6-11-16,-3-3 33 0,-4-5 7 0,-5-6 8 15,0 12 19-15,-5-18 10 0,2 2 2 0,-7-4 2 16,0 7 0-16,0-10 10 0,-7 4-3 0,-1-22 3 16,1 22 4-16,-1-17 28 0,-4 4 19 0,0-3 28 15,-2 2 44-15,2 4 109 0,4-4 78 0,-4 8 21 0,5 16-93 16,-1-13 146-16,1 16-121 0,2 2-50 0,5 17-147 16,-3-11-25-16,3 10-59 0,0 6-6 0,0-3 0 15,0 0 0-15,0 0 0 0,3 10 0 0,6 11 0 16,-3-8 0-16,6 9 0 0,2 15 0 0,-2-8 0 15,-4-5 0-15,4 10 0 0,3 4 0 0,2 6 0 16,-7-9 0-16,-5 12 0 0,7-2 0 0,0 16 0 16,-3-25 0-16,-1 10 0 0,4 2 0 0,0-4 0 15,0-11 0-15,8 0 0 0,-1 5 0 0,1-6 0 0,4 4 0 16,-9-19 0-16,5 3 0 0,1-1 0 0,-1-3 0 16,-5-16 0-16,6 2-14 0,-4-4-70 0,-7 2-160 15,7-2-123-15,3-9-464 0,-1-2-160 0,-11 4-213 16,4-9 307-16,2-6-317 0</inkml:trace>
  <inkml:trace contextRef="#ctx0" brushRef="#br0" timeOffset="60350.51">16744 6508 428 0,'-4'-10'1844'0,"2"-1"-865"0,2-4-45 15,0 11 320-15,-3-9-367 0,6 10-265 0,-3 3-151 16,-3 0-138-16,6 0-126 0,-3 0-81 0,0 0-39 16,-3 3-69-16,3 16-17 0,0-1-1 0,0 4 0 15,0 4 0-15,0 0 0 0,0 3 0 0,3 6 0 16,3-11 0-16,2 13 0 0,2-1 0 0,-2-1 0 0,1-6 0 16,6 16 0-16,-3-13 0 0,0 2 0 15,-4-10 0-15,10 3 0 0,0-1 0 0,-4-8 0 0,-2 1 0 16,-4-5 0-16,7-1-29 0,-3-2-80 0,-3-7-147 15,6 5-71-15,-10-9-302 0,7 0-401 0,3-6-288 16,-6-1 432-16,3-2-218 0,6-9-83 0</inkml:trace>
  <inkml:trace contextRef="#ctx0" brushRef="#br0" timeOffset="60540">17062 6688 2226 0,'-6'-5'914'15,"0"0"-289"-15,-6-3 212 0,1 3-21 0,2-1-527 16,-9 1-144-16,6 3 29 0,-14-4-11 0,-6 3 50 16,13 3-78-16,-10 0 29 0,2 0-35 0,-10 0 26 0,13 0-65 15,-6 0 15-15,4 5-21 0,5-1-46 0,-3-2-146 16,12 0-121-16,0-2-238 0,4 3-329 0,4-3-268 16,-10 0-21-16,14-3-57 0,0 6-1137 0</inkml:trace>
  <inkml:trace contextRef="#ctx0" brushRef="#br0" timeOffset="64302.94">11667 7750 66 0,'0'4'1129'15,"0"1"-772"-15,0 12 66 0,0-4 101 0,0-6-269 16,0 2-209-16,0-2 29 0,5 4 33 0,-5-5-2 0,0-1 14 16,7 3-10-16,-7-6 66 0,0-2 93 0,5 0-36 15,5 3-62-15,-10-6 62 0,14 1 18 0,-2-6 48 16,-9 5-130-16,14-10 17 0,-5 2 2 0,12-13 43 16,-9 9-56-16,2-12 30 0,-2 3 8 0,5-5 2 15,-4-5-9-15,1 0-50 0,-5-3-30 0,3 2-34 16,-7 6-42-16,4-19 21 0,-3 9-32 0,-3 6 2 15,0 13-8-15,0-15 13 0,-6 11-3 0,0 8-18 0,0 9-5 16,0-1-4-16,-6-5 6 0,6 13-7 16,0-3-1-16,-12-3-8 0,10 4-6 0,2 2-4 0,-16 8 2 15,13-5 0-15,-2 10-4 0,-7 5-4 0,6 3 3 16,0-3 5-16,-2 6 1 0,-2 11-5 0,8-8 3 16,-1-1 7-16,-1 5 1 0,-1 6 0 0,2 11-1 15,-1-19-1-15,1 17 2 0,-2-4 0 0,-2 13-5 16,5-9-4-16,-1-13-5 0,-2 10 3 0,1-1-8 0,-2 9-21 15,6-25 14-15,0 11 4 0,0-5 15 0,6-2 15 16,-2-15-7-16,-2-8 6 0,10 10 16 0,-1-12-3 16,8 3-8-16,-7-5-11 0,13-3-1 0,-1-3 2 15,3-3 3-15,5-1-13 0,1-4-21 0,-3-4-50 16,-8 2-26-16,22-11-218 0,-13 2-7 0,-6 0-123 16,-3-4-133-16,-10 8 14 0,5-11-598 0,-8 3 236 0,-3-1 78 15,-6 6 6-15</inkml:trace>
  <inkml:trace contextRef="#ctx0" brushRef="#br0" timeOffset="65075.88">12059 7034 1724 0,'0'-2'1214'0,"0"-9"-294"16,0 11-182-16,-9-11 352 0,9 11-501 0,-3-2-208 16,-9-3-39-16,12 5-106 0,0 0 57 0,0 0-30 15,0 0-113-15,0 0-53 0,0-2-9 0,-14 4-41 0,14-2-28 16,0 0-19-16,0 0 0 0,0 0 0 0,0 0 0 16,0 0 0-16,-12 7 0 0,12-7 0 0,0 0 0 15,0 0 0-15,-8-2-25 0,1 0-172 0,7 2-376 16,-9-3 21-16,3 1-533 0,6 4-129 0,-5-2 0 0,-4 0-1478 15</inkml:trace>
  <inkml:trace contextRef="#ctx0" brushRef="#br0" timeOffset="65554.61">13276 7812 826 0,'0'0'1391'0,"-15"11"-522"0,0-11-43 16,6 0-205-16,-11 0-26 0,5 0-202 0,-21-3 81 15,19 3-158-15,-7-2 107 0,1 2-37 0,-10-2 40 16,16-2-203-16,-15 2 21 0,2-1-115 0,1 3-90 0,-10-8-29 16,13 3-10-16,-6 3 0 0,-2-9 0 15,2 6 0-15,12-1 0 0,-4 1 0 0,19 3 0 0,-16-2 0 16,9-1 0-16,9 5 0 0,3 0-25 0,0 0-150 16,0 0-264-16,0 0-341 0,0 0-101 0,15 3-284 15,-10-1 255-15,14 4-279 0,7-3-76 0</inkml:trace>
  <inkml:trace contextRef="#ctx0" brushRef="#br0" timeOffset="65764.03">13285 8104 186 0,'5'2'3571'0,"1"6"-2491"0,-2-8 13 15,-4 0-197-15,0 0-563 0,-4 0-102 0,-11 0-86 0,-2-6-29 16,7 4-20-16,-15-5 24 0,-8-2 17 0,3 7-59 15,10-4-37-15,-6 4-8 0,-13-1-3 0,-2 3-25 16,18 0-5-16,-10-2 0 0,6 2 0 0,4-3 0 16,14 0-2-16,-15 3-76 0,16-5-209 0,-4 3-246 15,0-4-115-15,7-2-819 0,-2 0 254 0,10-10-443 16,6 1-490-16</inkml:trace>
  <inkml:trace contextRef="#ctx0" brushRef="#br0" timeOffset="66156.99">14363 7442 160 0,'12'-13'2692'15,"-9"11"-1974"-15,-1-9 71 0,1-6 58 0,-3 8-664 16,0 0-114-16,-5-4 32 0,-5 5 5 0,-2 0 1 16,4 2-24-16,-9 4 62 0,-12 2-16 0,2 8 57 15,6-3-9-15,-11 8 183 0,0 3-48 0,-4 3-6 16,9-1-103-16,-5 17 32 0,-7 7-43 0,10-5-123 15,-3 0-49-15,10-5-18 0,-4 22-2 0,8-21 0 0,10 0 0 16,-1-7 0-16,12 8 0 0,6 5 0 0,3-9 0 16,-1-12 0-16,10 6 0 0,11 3 0 0,-2-14-9 15,-4-5-84-15,10-1-172 0,8-3-304 0,0-4-160 16,-5-6-116-16,10-2-499 0,-1-6 139 0,-1 5-188 16,-15-4-225-16</inkml:trace>
  <inkml:trace contextRef="#ctx0" brushRef="#br0" timeOffset="66805.25">15385 7445 397 0,'0'0'795'16,"0"0"-434"-16,0 0 129 0,-3 0 0 0,3-9 40 16,0 5-328-16,0 1 12 0,-15-10-4 0,10 5-1 15,-4-1 19-15,-11 2 23 0,5 1-3 0,-9-1 11 16,9 4-101-16,-11 0 121 0,4 6-64 0,2 2-9 15,6-5-57-15,-8 11 52 0,-3 2 48 0,4-2-73 16,1 5-43-16,5-3-34 0,-9 11 58 0,9 2-64 0,-2 1-16 16,8-6-46-16,-6 15 27 0,6-3-19 0,3-2-13 15,4-10-15-15,2 8 4 0,2 4-11 0,4-13-5 16,0-3-26-16,2 1-24 0,7-3-27 0,-6-12-12 16,6 5 17-16,2-5-41 0,7-1-7 0,6-2-24 15,-9-2 49-15,-1-6-36 0,4 0-21 0,-1-8-4 16,1-3 3-16,0-1 14 0,-2-4 27 0,0-5 21 15,4-17 20-15,-8 20 63 0,6-14 18 0,-7-2 11 0,-2-6 0 16,0-2 2-16,-6 0 4 0,-4-3 5 0,-2-2 15 16,-6 7 26-16,1-14 37 0,-5 5 29 0,2 6 45 15,-1 14-14-15,-12-24 154 0,7 19-61 0,-5 0-17 16,5 16-59-16,-8-12 79 0,2 4-46 0,5 11-80 16,9 19-59-16,-14-20 0 0,10 15-11 0,2-2-35 15,5 11-32-15,0 0-2 0,0 0 0 0,0 0 0 16,0-3 0-16,-3 6 0 0,3 8 0 0,3 4 0 0,6 9 0 15,-3-8 0-15,6 10 0 0,2 9 0 16,4 2 0-16,-6-10 0 0,0 12 0 0,3 6 0 0,2 13 0 16,-5-24 0-16,0 19 0 0,-4 0 0 0,4 8 0 15,-3-13 0-15,1 5 0 0,-2-3 0 0,-2 0 0 16,2 10-16-16,-1-27-36 0,-2 11-111 0,1-1-111 16,3 2-221-16,-4-16-10 0,2 3-297 0,2-6-300 0,6-8-28 15,-10-9 351-15,7 4-1597 0</inkml:trace>
  <inkml:trace contextRef="#ctx0" brushRef="#br0" timeOffset="67688.89">15736 7476 489 0,'0'-20'2162'15,"0"-4"-1431"-15,0 19-178 0,0-23 77 0,0 21-332 0,0-25-133 16,0 27-63-16,0-13 31 0,0 7 27 0,0-5 11 15,0 0 22-15,0 8 14 0,0-2 61 0,0 7 27 16,0-8-70-16,0 9 97 0,0-2-81 0,0 8-36 16,0-4-46-16,0 0-98 0,0 0-22 0,-3 10-26 0,0 3-10 15,1 6-7-15,-5 7-4 0,7 1-1 0,-5 2 1 16,1-5 2-16,1 8 18 0,-2 8 27 0,2-7-2 16,3-6-9-16,-4 7 14 0,4 6 15 0,4-11-21 15,-1-3-23-15,-1 7 0 0,4-7-4 0,3 9-5 16,-6-17-8-16,9 8-3 0,-3-4-1 0,3-2-3 15,-4-9 5-15,-1-3 1 0,10 8-4 0,-2-8-21 16,-3-5-18-16,0 2-38 0,2-3-47 0,-3-2-99 16,13-2-144-16,-12-3 103 0,17-6-162 0,-7-2-62 15,3 2-27-15,-4-2-46 0,-1-5 69 0,2 1-6 0,-8-1 62 16,-6 0 115-16,2-8 1 0,-3-2 144 0,-5-1 57 16,1 9 65-16,-6-17 34 0,1 7 102 0,-2-2 91 15,1 11 4-15,-7-10 145 0,5 4 202 0,-4 6-14 16,6 13 57-16,0-8-130 0,1 16 244 0,-1-16-177 15,3 16-92-15,0 0-134 0,0 0 63 0,0 0-102 0,0 0-98 16,0 0-64-16,0 6-3 0,3 7 1 0,-1 5-32 16,-2-13-13-16,6 21 7 0,3-2-3 0,1 3 7 15,-5-8-12-15,4 7 3 0,3-2-3 0,-4 8-8 16,-1-17-6-16,1 12 9 0,1-3-12 0,-3-3-6 16,3 6-16-16,-6-12-41 0,3 4-127 0,0 2-101 15,-4-10-178-15,5 4-261 0,-4-4-328 0,2 2-111 0,-5-15 76 16,0 2 277-16</inkml:trace>
  <inkml:trace contextRef="#ctx0" brushRef="#br0" timeOffset="67977.12">16496 7673 175 0,'5'-17'821'16,"-5"7"-225"-16,4 7 43 0,-4-4 76 0,-4-4 0 16,4 6 36-16,-2-1-419 0,2 4 12 0,-3 2-42 15,-6-9-16-15,6 9-45 0,-14 3-12 0,10 3-23 0,-1-2 3 16,-4 7-56-16,3 2 26 0,1-2-46 0,-2 7-12 16,10-9-25-16,-8 19 65 0,8-8-55 0,0-2-10 15,0-3-24-15,3 4 36 0,2-3-29 0,-2 0-43 16,6-1-22-16,6 2-5 0,2-1-31 0,-2-6-27 15,-8-7-54-15,19 10-187 0,-6-11-217 0,-8 1-458 16,0-3-109-16,6-3 213 0,-9 1-266 0,11-3-665 0</inkml:trace>
  <inkml:trace contextRef="#ctx0" brushRef="#br0" timeOffset="68354.11">16681 8165 1050 0,'3'0'830'16,"6"2"-158"-16,-3-2-140 0,-6 0 245 0,0 0-191 0,0 0-192 15,0 0-172-15,0-2 0 0,-3-9-34 0,-12 5 24 16,10 4-106-16,-24-1 18 0,2 1 24 0,-12 2 52 16,13-3-62-16,-18 3 74 0,-7 0-3 0,-8 0 1 15,1 0-3-15,-16 0-24 0,-11 0-2 0,-12 0-22 16,-30 0-3-16,44 0-85 0,-32 0 14 0,1 0-28 16,-1 3-23-16,3-3-12 0,14 0-18 0,4 2-4 0,-4 1 0 15,32-1 0-15,3 2 0 0,19 0 0 0,9-1 0 16,9-1 0-16,16-2 0 0,13 0 0 0,-3 0-25 15,0 0-84-15,21-9-278 0,6 3-96 0,5 3-223 16,-5-2-12-16,17-3-461 0,0 3-9 0,12-3-438 16</inkml:trace>
  <inkml:trace contextRef="#ctx0" brushRef="#br0" timeOffset="68935.56">15630 8683 179 0,'-6'3'2364'0,"-17"10"-807"0,-4-5-292 0,6-8-342 16,-2 3-531-16,2-1-257 0,-11 4 0 0,-9-4-31 15,2 3 16-15,12 1-6 0,-5 1 73 0,-12 4 48 0,8 2-97 16,13-8-43-16,-3 6 16 0,-4 2-20 0,4 3-53 16,11-5-32-16,0 2-4 0,3 6-2 0,0 7 0 15,7-10 0-15,5 6 0 0,3-4 0 0,9 3 0 16,-4-5 0-16,4-1 0 0,5 1 0 0,7 1 0 16,0-10-13-16,-7 1-8 0,3-3-21 0,11 1-27 15,4-3-39-15,-14-3 18 0,8-3-50 0,1 1 10 0,7-4-15 16,-15 1 71-16,7-8-13 0,-2-4 15 0,-1-1 31 15,-3-4 17-15,-2 2 6 0,-3-10 7 0,-9-4 6 16,-4 2 12-16,2-8 8 0,-7-2 4 0,-4 0-1 16,-1 5-6-16,-7-24 15 0,-6 17 21 0,1-9 12 15,-4 2 36-15,6 12 18 0,-9-7 48 0,1 9-17 16,9 3-15-16,2 8-51 0,-10-6 30 0,12 10-69 0,0 6-31 16,5 12-9-16,-2-18 0 0,7 22 0 0,0 0 0 15,0 0 0-15,0 0 0 0,0 0 0 0,15 2 0 16,-12 4 0-16,18 15 0 0,-1 0 0 0,-1 1 0 15,-5-4 0-15,12 19 0 0,-2-6 0 0,0 7 0 16,-7-4 0-16,10 11 0 0,-3-2 0 0,-4 4 0 16,1-2 0-16,-6 3 0 0,5-3 0 0,-3 0 0 0,2 5 0 15,-9-13 0-15,5 2 0 0,4-1 0 16,-2-1 0-16,-5-2 0 0,3-7 0 0,-1-1-10 0,1-3-93 16,-7-9-47-16,4 7-319 0,0-11-75 0,0-4-249 15,0 1 69-15,-4-5-405 0,11-3-237 0,3-13 400 16,-7 2 182-16</inkml:trace>
  <inkml:trace contextRef="#ctx0" brushRef="#br0" timeOffset="69180.89">16187 8413 722 0,'0'-15'2959'0,"-3"-1"-1802"16,3 10-110-16,-3 1 111 0,-1-3-625 0,8 10-221 15,-4-2-142-15,-4-2-95 0,8 4-25 0,-10 7-42 16,3 1-8-16,3 14 0 0,3 5 0 0,-3 0 0 15,6 11 0-15,-3-12 0 0,5 31 0 0,4-19 0 0,0 8 0 16,0-11 0-16,5 12 0 0,7-1 0 0,-6-6 0 16,-1-15 0-16,10 12 0 0,2 2 0 0,-5-12 0 15,-9-11 0-15,6 6 0 0,-4-3-4 0,-2-3-60 16,-10-12-33-16,7 2-146 0,-2-2-156 0,4-4-382 16,4-4-39-16,-13-2 119 0,10-9-298 0,1-5-47 15,-2-4 117-15,1-2 156 0,-10-2 192 0,7-1-133 0</inkml:trace>
  <inkml:trace contextRef="#ctx0" brushRef="#br0" timeOffset="69305.57">16603 8842 425 0,'-4'-27'844'15,"4"9"-274"-15,-3-3 268 0,-6-1 359 0,6 17-244 16,-2-13-295-16,-7 10 58 0,-18-8-41 0,6 10-263 16,4 4-164-16,-13 2-11 0,-11 2 4 0,7 7-126 15,-2-1-69-15,10-1-38 0,-13 6-2 0,-8 3-4 16,12 1-2-16,12-8 0 0,-8 5-2 0,2 2-54 16,12-11-164-16,8 4-30 0,3-5-253 0,-6 2-323 0,0-14-455 15,13 3 226-15,-4-9-108 0,12-7-1136 0</inkml:trace>
  <inkml:trace contextRef="#ctx0" brushRef="#br0" timeOffset="72583.8">30718 10117 408 0,'9'9'1850'0,"-6"-5"-1164"15,-3-4-171-15,6 0 131 0,2 3-271 0,-8-3-247 16,0 0-115-16,0 0-7 0,0 0-8 0,0 0 1 15,0 0 9-15,0 0 18 0,0 0 38 0,-14 8 25 16,2-3 4-16,-8 1-28 0,-2-4 29 0,0 1 6 16,-14-1-9-16,13-2-42 0,-10 3 39 0,-2 0 10 15,-1-6 43-15,9 0-11 0,2 1 30 0,1-3 55 0,0-6 63 16,18 9-124-16,-8-15 51 0,11 10-29 0,-4-10-11 16,7 1-33-16,0 1-56 0,7 2-24 0,1-14-7 15,4 6-14-15,-2 7-21 0,0-1-6 0,14-7-3 16,-2 9 5-16,-8 8 10 0,13-3 12 0,2 5 1 15,9 1 5-15,-20 2-21 0,8 2 1 0,4 9-6 16,0-2-22-16,-10 0 2 0,1 4-1 0,-1 4 3 0,4 10 13 16,-9-9 3-16,-3 8 1 0,-2 0 2 0,-6 12-1 15,-4-12-8-15,0 11 0 0,-9-2-8 0,-6 2-18 16,6-10 9-16,-14 4-2 0,-1-5-1 0,-14 9-8 16,3-11-9-16,6-6 0 0,-15 0-91 0,-7 4-162 15,0-1-38-15,14-10 77 0,-11-4-169 0,4 2-186 16,-15-7-313-16,27-2 420 0,-9-11-251 0,2-2-61 0,0 0 51 15,10 0 106-15</inkml:trace>
  <inkml:trace contextRef="#ctx0" brushRef="#br0" timeOffset="73753.67">29779 10051 1707 0,'-7'-15'928'0,"-4"-5"-155"0,-1-4 191 16,0 6-424-16,3 5-366 0,-3-6-68 0,-6 3-36 0,-2 1-45 15,8 6-14-15,-9 2 5 0,4 1-2 0,-10 4 4 16,4 4 8-16,9 1-5 0,-13 5 6 0,0 5 2 16,1 0-6-16,4 1-7 0,0 7 6 0,4 0-15 15,-3 9-5-15,9-15-1 0,4 3-1 0,4 4 0 16,4-1-2-16,4-5 0 0,-1-3 2 0,5 3 0 16,-4-8 0-16,4 5 0 0,6-5-3 0,-7-5-4 0,10 2-11 15,-2-7 1-15,21-4-11 0,-16 1 5 0,0-6 1 16,-4 4 7-16,13-12-5 0,-9 3 16 0,-5-6 2 15,0-2-1-15,-6 6 1 0,6-10-1 0,-7 1 2 16,-4 1 2-16,-4 7 0 0,0-10 1 0,-4 7 8 16,-4 4-1-16,-2 5-2 0,-2 0-1 0,2 4 6 15,-17-1-2-15,12 10-3 0,-6 0-3 0,-3 10 2 0,1 1 1 16,6-2-2-16,-7 4-1 0,0 2 4 0,-3 12-1 16,7-9-4-16,-4 6 0 0,2-3-1 0,-5 11 3 15,3-6 1-15,4-9-6 0,-7 3 7 0,1-1 13 16,-4-1 41-16,9-4-4 0,-2-4 16 0,-1-1 21 15,-5-7 60-15,12 1-35 0,-7-6 21 0,0 1-13 16,3-7 14-16,0-1 5 0,1-4 20 0,5-1-4 0,-2-9-14 16,8 2-35-16,-1-1 5 0,2-1-19 0,-1-10-11 15,6 12-73-15,1-4-8 0,2-1-2 16,5 3 0-16,-2 4-7 0,-1 7-5 0,5 2 2 0,-2-2 8 16,2 4-8-16,-7 9-9 0,0 0 2 0,0 0 4 15,0 0 4-15,0 0 4 0,-4 4-7 0,-4 19 14 16,-16-4 8-16,7-4-18 0,-5 3-1 0,-10 12-16 15,-2 2-11-15,10-13 11 0,-12 1-11 0,6 7-4 0,-11-1-7 16,16-13 25-16,-11 4 10 0,-3-4 20 0,-13-3 7 16,23-4-7-16,-13-4 22 0,-3-4 16 0,-10-4 65 15,16-1-7-15,13-4-24 0,-10-2 28 0,-2-9 28 16,14 2-41-16,7 3-41 0,2-4-25 0,1-7-21 16,4 6-13-16,10 4 0 0,-2-1 0 0,4-10 0 15,5 7 0-15,-2 9 0 0,5-2 0 0,12-9 0 0,0 8 0 16,-5 8 0-16,10 0 0 0,2-2 0 0,0 1 0 15,-9 9 0-15,4-2 0 0,3 2 0 0,-7 0 0 16,2 0 0-16,-8 2 0 0,-2-2 0 0,8 3 0 16,-8 0 0-16,-2 0 0 0,-10-3 0 0,14 4 0 15,-14-4 0-15,0 0 0 0,0 0 0 0,0 0 0 16,0 0 0-16,0 0 0 0,0 0 0 0,0 0 0 0,0 0 0 16,0 0 0-16,0 0 0 0,0 0 0 15,0 0 0-15,0 0 0 0,-2-2 0 0,-5-9 0 0,10 11 0 16,-3 0 0-16,0 0 0 0,-6-13 0 0,6 13 0 15,0 0 0-15,0 0 0 0,0 0 0 0,0 0 0 16,0 0 0-16,0 0 0 0,0 0 0 0,0 0 0 16,0 0 0-16,0 0 0 0,0 0 0 0,0 0 0 15,0 0 0-15,0 0 0 0,0 0 0 0,0 0 0 0,0 0 0 16,0 0 0-16,0 0 0 0,0 0 0 0,0 0 0 16,0 0 0-16,0 0 0 0,0 0 0 0,0 0 0 15,0 0 0-15,0 0 0 0,0 0 0 0,0 0 0 16,0 0 0-16,0 0 0 0,0 0 0 0,0 0 0 15,0 0 0-15,0 0 0 0,0 0 0 0,0 0 0 16,0 0 0-16,0 0 0 0,0 0 0 0,0 0 0 16,0 0 0-16,-2 0 0 0,-17 0 0 0,19 0 0 0,-17 6 0 15,9-4 0-15,-23 9 0 0,11-4 0 16,0 2 0-16,-7 2 0 0,8-7 0 0,-3 7 0 0,-5 0 0 16,-2 2 0-16,-1-2 0 0,1 5 0 0,-7-3 0 15,-13 5 0-15,18-7 0 0,-9 2 0 0,-1-2 0 16,-10 4 0-16,24-6 0 0,-7-2 0 0,-2 4 0 15,-2-3 0-15,8-3 0 0,4 1 0 0,0-4 0 0,-4-2 0 16,15 0 0-16,6-2 0 0,-15-4 0 0,7-5 0 16,11 9 0-16,-12-12 0 0,6 1 0 0,-3-11 0 15,12 6 0-15,1 5 0 0,2-9 0 0,5-9 0 16,4 7 0-16,1 5 0 0,4-4 0 0,1-3 0 16,5-7 0-16,-5 18 0 0,9-7 0 0,0 2 0 15,5 1 0-15,-6 8 0 0,13 1 0 0,13-1 0 0,-3 1 0 16,-14 7 0-16,21-3 0 0,-4 1-6 0,10 3-53 15,-23-2-23-15,13 4-136 0,-7 4-93 0,11 1-208 16,-14 3-7-16,-13-3 80 0,12 8-281 0,1-2-79 16,-1-3-166-16,-6 0 204 0,7-2-18 0,-4-2 59 15,1-4-445-15</inkml:trace>
  <inkml:trace contextRef="#ctx0" brushRef="#br0" timeOffset="74071.82">29080 9450 231 0,'0'2'4388'0,"0"-2"-3478"0,0-2 304 0,0 4-136 0,0-2-759 16,-12-7-274-16,12 7-39 0,0 0-6 0,0 0 0 16,0 0 0-16,0 0 0 0,0 0-3 0,-6-2-76 15,-3 2-172-15,9 0-51 0,-23 7-433 0,11-5-215 16,-24 4-221-16,13-3 263 0,-10-3-227 0,-2 0-513 0</inkml:trace>
  <inkml:trace contextRef="#ctx0" brushRef="#br0" timeOffset="74361.05">26838 9577 735 0,'-24'-15'3249'16,"15"12"-2157"-16,-6-5-272 0,3 3 67 0,2 1-536 15,-6 4-339-15,5 0-172 0,2 0-135 0,-9 6-149 16,6-1-245-16,0 1 63 0,-8-1-634 0,8 0 322 16,-12 1 42-16,12-6-542 0</inkml:trace>
  <inkml:trace contextRef="#ctx0" brushRef="#br0" timeOffset="76235.03">4452 9542 439 0,'0'-7'644'15,"2"1"-310"-15,-2 6-50 0,0 0 213 0,10-7 82 16,-10 7-144-16,8-8-82 0,-2 0 177 0,0-2 83 0,-4 10 10 15,2-20 19-15,-4 20-287 0,0-4 106 0,0-7-54 16,-4 8-83-16,2-5-133 0,-1 8 36 0,-6-7-86 16,1 9-69-16,-2-2-56 0,-10 5-4 0,-1-3-5 15,-9 9-10-15,10 0 0 0,-6 2-1 0,-4 3-2 16,-6 1 1-16,7 1 3 0,-10 6 1 0,7-3 4 16,0 0 2-16,6-8-1 0,-6 2 2 0,5 5-5 15,8-5-11-15,2-2-6 0,14-10 3 0,-6 8-9 0,6-11 2 16,-2 19 2-16,5-14 9 0,3 5 7 0,6-2 7 15,-4 0-5-15,5-3-2 0,0 3 4 0,17 3-6 16,-6-9 0-16,-1 3-9 0,7 4-8 0,0-5 3 16,5 5 1-16,1-3-6 0,-4 1-8 0,1 4-7 15,-4-3-3-15,0 2-1 0,0 3-10 0,1 4-5 0,-6 1 19 16,-9-3 16-16,3 15-21 0,-4 2 25 0,-7 2 1 16,-4 0 16-16,-4 3 21 0,-4 9-14 0,-7-2 11 15,-9 7 7-15,7-17-14 0,-13 26-4 0,1-9-9 16,-7-1-11-16,9-15 3 0,-14 29 8 0,14-20 17 15,-2 2 16-15,9-15-4 0,-7 14 6 0,3 0 4 16,7-6-1-16,5-15-21 0,-3 11-9 0,7-6 2 0,-4 6 3 16,10-17-4-16,4 8 1 0,1-4-3 0,2 4-7 15,5 1 4-15,-1-12-3 0,8 4-1 0,3 2 1 16,4 8-2-16,-2-10 5 0,3 7-1 0,2 3-1 16,-1 0-1-16,-8 3 1 0,6 10 3 0,-3-2 3 15,-6 3 8-15,-5-9 20 0,2 24 32 0,-2-7-12 16,-2 4-1-16,-2-13-16 0,0 22 17 0,-2 4-15 15,-2-4-35-15,1-21-3 0,2 14 0 0,-1 12 0 0,2-13 0 16,-1-3 0-16,-1-16 0 0,1 18 0 0,5-2 0 16,-5-7 0-16,2-13 0 0,-2 7 0 0,4 8 0 15,-3-13 0-15,-1-15 0 0,2 13 0 0,-2-2 0 16,2-5 0-16,-2-4 0 0,1 2 0 0,3 0 0 16,3 7 0-16,-3-15 0 0,2 3 0 0,4 1 0 15,-1-1 0-15,-4-3 0 0,-1-8 0 0,3 2 0 0,3 1 0 16,-15-9 0-16,10 4 0 0,-6-3-38 15,-4-3-260-15,0 0-262 0,11-18-66 0,-4-9-752 0,-5 3 165 16,-2-5 1-16,0-1 39 0</inkml:trace>
  <inkml:trace contextRef="#ctx0" brushRef="#br0" timeOffset="77670.21">5612 9511 99 0,'0'-24'1710'0,"-3"9"-1081"0,3-7 153 0,-2 15 48 16,2-15-66-16,-4 11-347 0,-2-2-16 0,4-5-18 15,-1 7 24-15,-1-2-5 0,-1-2-81 0,2 4 45 0,0 0-88 16,-1-2-61-16,4 8-112 0,-2-3-48 0,2 8-36 15,-6-9-19-15,4 4-2 0,2 5 0 0,0 0 0 16,0 0 0-16,0 0 0 0,-12 16 0 0,12-5 0 16,-10 15 0-16,5-2 0 0,-2 16 0 0,-1-1 0 15,2 9 0-15,0-8 0 0,4 18 0 0,-8 21 0 16,10-16 0-16,-2-1 0 0,2-12 0 0,5 27 0 0,2-22 0 16,-2-2 0-16,0-16 0 0,7 11 0 0,3-4 0 15,0-6 0-15,-3-17 0 0,2 6 0 0,8-6 0 16,0 0 0-16,0-8 0 0,4-2 0 0,1-3 0 15,-4-3 0-15,-2-8 0 0,14-5 0 0,-11-5-6 16,3-5-14-16,-7 2-3 0,9-11-13 0,4-15-11 16,-10 4 6-16,-2-4-5 0,-3 5 9 0,2-7-2 0,1-20 5 15,-9 14 14-15,0 15 15 0,-1-18 14 16,-7 0 10-16,-2-4 28 0,-2 14-12 0,-2-4 17 0,-2 1 2 16,-2-2-12-16,1 6-11 0,-7 3-5 0,5 10-9 15,2 7-3-15,2 7-7 0,-1-1-6 0,-1 3-1 16,5 9 0-16,0 4 0 0,0 0 0 0,0 0 0 15,5 6 0-15,-1-1 0 0,4 17 0 0,-1 2 0 0,5 18 0 16,-4-3 0-16,1-6 0 0,3 11 0 0,-6 4 0 16,6 18 0-16,-7-26 0 0,2 10 0 0,1 0 0 15,-2 1 0-15,-3-18 0 0,6 24 0 0,-3-15-5 16,3-5-47-16,-4-8-50 0,5 2-185 0,7 10-296 16,-5-15-147-16,-4-13-19 0,11 3-449 0,-17-11 37 15,18 8-975-15</inkml:trace>
  <inkml:trace contextRef="#ctx0" brushRef="#br0" timeOffset="78702.44">6467 10040 1114 0,'-7'-10'1647'0,"5"10"-792"0,-4-11 17 16,-3 4-45-16,0-4-473 0,1 0-47 0,4 0-107 15,-4-2 20-15,5 8-24 0,-6-6 89 0,-1 1 95 16,10 10-107-16,-5-8-94 0,0 2 20 0,5 6-27 15,0-2-89-15,-12 0-59 0,8 2-20 0,4 0-4 0,0 0 0 16,0 0 0-16,0 0 0 0,0 0 0 0,0 7 0 16,4 1 0-16,-4-8 0 0,0 13 0 0,2-10 0 15,1 10 0-15,-3-11 0 0,3 7 0 0,-3-1 0 16,4-3 0-16,-2 3 0 0,-2-8 0 0,0 3 0 16,6 12 0-16,-6-15 0 0,2 14 0 0,2-14 0 15,-1 13 0-15,-3-7 0 0,5 7 0 0,-5-13 0 0,7 16 0 16,-4-12 0-16,-1 5 0 0,4 4 0 0,-2-6 0 15,-2 2 0-15,4 6 0 0,0 2 0 0,-3-4 0 16,6 8 0-16,-9-19 0 0,6 17 0 16,3 10 0-16,-4-16 0 0,-2 0 0 0,6 11 0 0,0 3 0 15,-5-9 0-15,-2 1 0 0,4-1 0 0,0 6 0 16,-6 2 0-16,3-12 0 0,0 10 0 0,-1-5 0 16,2-1-1-16,-4 0-26 0,3-10-11 0,-3 10-19 0,0-9-12 15,0-1-27-15,0-6 35 0,3 9-21 0,-3-11 26 16,0 0 18-16,0 0 23 0,0 0 4 0,2-19 11 15,-2 6 5-15,-2-14-1 0,2 7 2 0,0-2 0 16,-3-4-1-16,3 4 2 0,-3-9-3 0,-3 5 0 16,3-4 2-16,0 9-4 0,-9-21-17 0,6 10 1 15,-3 6 8-15,7 2 3 0,-8-16-16 0,1 5-4 0,4 6 11 16,2-2-3-16,0 10 0 0,-3-19-26 0,6 11 14 16,0 0 3-16,0 8 5 0,0-6-13 0,6-1-3 15,-3-2 13-15,2 14-2 0,2-2-17 0,4-4-5 16,1 1 0-16,-5 8 22 0,7-5-10 0,-8 9-11 15,15-6-3-15,-10 6 22 0,-2 2-16 0,12-6-17 16,-10 13-15-16,1-3 7 0,9 6-27 0,-6-1-6 0,-7 7-6 16,13 0 5-16,-9 0 16 0,3 1 12 15,-10-1 4-15,10 6 18 0,-6-7 8 0,-1 5-14 0,7 8 3 16,-8-5 4-16,-7-8 13 0,2 16-7 0,-4-6 16 16,-5 6 20-16,2-10 10 0,-10 7 4 0,3-3 4 15,-8 6 3-15,-1-6 0 0,1 4 0 0,-7-4-6 16,3 1 0-16,7-3-3 0,-7 3 1 0,9-4-2 15,10-10 0-15,-10 11 4 0,12-13 10 0,-1 11 29 0,8-12 10 16,4 14 14-16,-1-10-13 0,-2 1 24 0,19 12 15 16,-4-6-32-16,-2-6-28 0,6 4 3 0,2 0-9 15,9 0 1-15,-8-4-12 0,6 6 2 0,-4 0 3 16,1 1-7-16,-1-1-3 0,-2 4-5 0,-5 1-1 16,5-3-3-16,-12-2-4 0,9 9-7 0,-7 0-5 15,-2-2-17-15,-6-7-21 0,3 9-71 0,-4-2-192 16,-4-11-154-16,4 10-248 0,-5-12 45 0,1 4-284 0,-4-9 43 15,8 9-1068-15</inkml:trace>
  <inkml:trace contextRef="#ctx0" brushRef="#br0" timeOffset="79285.88">7816 10036 494 0,'2'0'932'0,"8"-4"-524"0,2 4 201 0,-7-2 32 16,7-1-77-16,-9 3-141 0,9-8-83 0,-9 5 8 16,1-1-19-16,-2-2-125 0,-2 6 76 0,0 0-19 15,0 0-23-15,0 0-49 0,0 0 17 0,0 0-26 16,0 0 35-16,0 0-96 0,0 0 46 0,0 0-33 16,0 0-23-16,-6 0-57 0,-5 0 5 0,-1 0-35 15,2 2-25-15,-7-2-30 0,-4 6 17 0,1-4 3 0,-2 1 23 16,0 3 32-16,-2-1 45 0,-8-3 22 0,8 4 10 15,0-1-7-15,6-3-35 0,-11 2 20 0,5-2-49 16,16-4-20-16,-9 2-19 0,2 0-8 0,3-4-1 16,-9 4 0-16,18-2 0 0,-9-1 0 0,-3-1 0 15,15 4-20-15,-5-9-52 0,-2 1-127 0,11 5-137 16,-4-10-273-16,3 13 69 0,2-13-396 0,-5 13-202 16,12-11 34-16,-6 9 122 0,6-1-419 0</inkml:trace>
  <inkml:trace contextRef="#ctx0" brushRef="#br0" timeOffset="79514.27">8008 10238 242 0,'0'0'880'0,"8"6"-134"0,-4-3-131 16,-4-3 45-16,0 0-252 0,0 0 10 0,0 0 86 15,0 0-221-15,-15 0-93 0,6 0 60 0,-6 0-37 16,-14-3 84-16,12 3-67 0,-7 0 139 0,2-2 11 15,0 2-3-15,-5 0-39 0,0 0-39 0,0-4-53 16,1 4-94-16,6 0-105 0,-16-2-2 0,9 0-43 16,4-1-2-16,17 0-4 0,-14 0-55 0,5-2-154 0,12 5-211 15,3 0-303-15,-4-8-65 0,-1 3-421 0,8-3-296 16,3-3-1118-16</inkml:trace>
  <inkml:trace contextRef="#ctx0" brushRef="#br0" timeOffset="80286.22">8232 9601 1715 0,'3'-11'1216'0,"-3"11"-541"0,0 0 239 0,0-2 131 16,8-9-689-16,-8 11-199 0,-3 0-28 0,3 0-67 15,3 0-27-15,-6 0-19 0,6 3-16 0,3 7-3 16,-6-10 1-16,6 20 1 0,-4-13 1 0,14 32 4 16,-8-12 3-16,-1-3 0 0,4 11 5 0,-2 2 4 15,3-6 1-15,0 15 13 0,-4-18-12 0,1 12 5 0,3-3-2 16,-6-3-2-16,3-4-9 0,3 3 0 0,-1 11-9 16,-2-13-1-16,-2-16-1 0,1 9-1 0,-2-10 4 15,-3-6 3-15,9 8 2 0,-12-16 2 0,5 13 1 16,-5-13 28-16,0 0 25 0,0 0 57 0,0 0 40 15,0 0-10-15,0 0-35 0,-2 0 37 0,-13-9-28 16,0-11-32-16,6 1-52 0,0 3-30 0,1-8 4 0,-7 0 0 16,0-2-1-16,1-3-1 0,2-2-2 0,0-4 3 15,0-2 5-15,6 8-6 0,-3-21 9 0,6 15-3 16,3-5 4-16,0 11-5 0,6-8 2 0,0-2 1 16,2 7 7-16,2 11-8 0,4-10-3 0,1 9-6 15,9 3-3-15,-4 3-5 0,1 5-4 0,6 2-14 16,-4 0-1-16,-5 7 11 0,17-6 0 0,-11 8 1 15,-1 0 4-15,-2 0-6 0,-6 6-9 0,12-4-20 16,2 5-30-16,-12 2-3 0,-2-5 6 0,6 7-29 0,-3 5-19 16,-4 1-7-16,-11-10 40 0,6 12-10 0,-6-1 15 15,-3 6 16-15,-3-8 26 0,-9 5 12 0,0-3 13 16,-2 4 5-16,2-7 4 0,-8 7-6 0,-14 4-11 16,9-4-6-16,6-9 8 0,-1 8-2 0,-1 0 1 15,1-5 3-15,2 10 17 0,9-13 10 0,6-7 17 16,-6 17 9-16,9-12 24 0,0 2 12 0,7 20 73 0,1-18-11 15,6 1 24-15,-1-3-45 0,4 3 35 0,12 3-1 16,-5-8-64-16,0-2-36 0,8 0-5 0,7 1-33 16,2-1-8-16,-11-4-8 0,11-1 0 0,-6 2 0 15,1-1-4-15,-4 1-35 0,0-1-71 0,-6-3-145 16,-2-2-209-16,-4 3-309 0,2-3-297 0,-17-3-135 16,19 3 45-16,-12-4-744 0</inkml:trace>
  <inkml:trace contextRef="#ctx0" brushRef="#br0" timeOffset="80721.06">9866 9569 1199 0,'0'-7'1525'0,"-3"4"-649"15,-11-8 227-15,-1 9-344 0,10-2-475 0,-19 4-141 0,12 0-92 16,-11 4-26-16,2 1-15 0,-11 6 6 0,8 2 4 16,-3 8 19-16,10-5 15 0,-7 10 71 0,1 3 104 15,4 6 54-15,11-9-79 0,-4 3 65 0,3 2-6 16,6 2-34-16,3-4-62 0,7-3-71 0,1 6-43 16,4-8-17-16,0-6-10 0,8 6-1 0,13 0-4 15,-1-6-13-15,0-2-30 0,-5-5-26 0,17 0-122 0,19-1-345 16,-19-10-53-16,-15 0-71 0,9-2-514 0,0-6-25 15,1-3-48-15,-22-2-821 0</inkml:trace>
  <inkml:trace contextRef="#ctx0" brushRef="#br0" timeOffset="81369.31">10872 9596 2057 0,'8'-3'1438'0,"1"3"-840"0,-9-3 207 0,8-7-392 15,-8 10-162-15,0-5-135 0,4-6 30 0,-8 6 52 16,4-1-31-16,-2 1-37 0,-4-3-67 0,6 8 0 16,-21-2-11-16,10 2-3 0,-3 0-14 0,-13 2 22 0,3 4 0 15,-3-1 11-15,7 3-7 0,-16 8 60 0,-2 5 9 16,8-3-30-16,8-2-34 0,-8 6 36 0,3 6 5 16,1 5-2-16,8-10-47 0,4 1 12 0,2 0-7 15,2 2-10-15,10-2-24 0,0-8-10 0,3-8 2 16,6 10-10-16,9-2-7 0,-1-2 0 0,10-7 2 15,-1 4 4-15,4-9-7 0,-3 1-12 0,11-3-39 0,12 0-28 16,-14-3-10-16,-7-4-4 0,10-4-38 0,-5-2-6 16,10-6-6-16,-20 6 76 0,3-5-15 0,-3-4 21 15,-4 2 30-15,-5-2 13 0,-1-10 4 0,-2 1-1 16,-12-4 5-16,3 8 2 0,-3-6 0 0,-15-18 7 16,6 6-2-16,-2 11 4 0,-7-16 11 0,-2-3 8 15,-10-17 45-15,6 15 23 0,10 13-4 0,-10-8 50 0,1-3 33 16,-4-8 48-16,13 24-100 0,-4-8 13 0,4 2-34 15,4 6-26-15,-2 8-38 0,3-11-18 0,4 14-15 16,2 4 0-16,3 13 0 0,0 0 0 0,-3-9 0 16,3 15 0-16,3-7 0 0,-3 10 0 0,12-3 0 15,-1 9 0-15,-2-2 0 0,6 7 0 0,-1 7 0 16,-2 6 0-16,12 0 0 0,-6 5 0 0,-4 8 0 16,4 5 0-16,3 4 0 0,-4 4 0 0,7 1 0 15,-6 6 0-15,-4 2 0 0,-2-17 0 0,11 26 0 0,1 0 0 16,-7-11 0-16,-5-9 0 0,6 7 0 0,3-2 0 15,3 11-9-15,-9-33-40 0,2 12-90 0,7-9-192 16,-1-4-158-16,1-6-306 0,0-9-363 0,1-4-47 16,2-6 68-16,-3-7-1193 0</inkml:trace>
  <inkml:trace contextRef="#ctx0" brushRef="#br0" timeOffset="82099.36">11552 9353 113 0,'0'-6'1495'0,"0"-23"-455"0,3 11-302 16,-6-4 87-16,1 4-396 0,-5-3-158 0,4-3-70 16,-6 8-17-16,6 10-42 0,-2-9 76 0,-2-3-38 15,2 12 13-15,2 1-45 0,3 5 55 0,0 0-44 16,-12-11-40-16,12 11-18 0,0 0-39 0,0 0-19 16,-2 0-17-16,-8 19-16 0,8-6 7 0,-5 5 20 15,4 17 26-15,1-6 17 0,4 0-5 0,1 10 29 0,4 5 5 16,5 8 14-16,-7-20-68 0,7 10 13 0,3-3-24 15,-3 4-18-15,2-3-3 0,1-6-8 0,0-2-6 16,2-3-1-16,-2-8-3 0,9 8-1 0,-4-11-6 16,-2-1-2-16,2-6-7 0,4-4-6 0,-6-1-57 15,-9-10-63-15,26 0-49 0,-18-5 8 0,7-9-106 0,0-6-19 16,-7 0 25-16,-2 4 111 0,0-15-27 0,-1-2 36 16,-2-5 14-16,0 7 34 0,-4-9 2 0,2-2 15 15,-8 2 14-15,1 11 32 0,-3-20-11 0,0 5 47 16,0 4 22-16,-3 15 5 0,1-10 43 0,-1-7 63 15,-4 11 35-15,2 6 42 0,5 16-31 0,-3 2 98 16,-3-4 31-16,6 4-43 0,0 6-113 0,0 5-3 16,0 0-39-16,-6 13-41 0,6-8-53 0,3 19 0 0,0-2-8 15,1 7 24-15,1-1 3 0,4 5-1 0,-3-4-4 16,-1 10 1-16,5 1 1 0,-1 5-2 0,-4-7-20 16,7-2-6-16,-6-10 5 0,3 14 3 0,6-3-12 15,-3-11-7-15,-4-2-7 0,4 6-80 0,-3 1-65 16,3 1-165-16,0-13-71 0,-9-14-46 0,2 8-393 15,-2-5-163-15,9 1 62 0,-12-13-18 0,12 2-896 0</inkml:trace>
  <inkml:trace contextRef="#ctx0" brushRef="#br0" timeOffset="82376.62">12518 9406 1731 0,'0'-3'1149'15,"-12"0"-310"-15,1-2 17 0,-1 2-345 0,0 3-74 16,-17 5-118-16,5 1-122 0,9-1-69 0,-5 3 0 0,-1 2-24 16,1 9-12-16,8-6-57 0,0 5 8 0,3 6 32 15,3-2 19-15,4-6-8 0,-1 10 51 0,8 0 4 16,-2 1-16-16,4-14-43 0,3 9-10 0,6-4-23 15,7 3-17-15,-6-12-17 0,5 0 0 0,7 0-14 16,-2-7-37-16,2 4-142 0,0-6-95 0,-2-4-34 16,-10 0-223-16,5-7-313 0,-14 0 44 0,1-2-526 0,0 2 346 15,-6-7-1121-15</inkml:trace>
  <inkml:trace contextRef="#ctx0" brushRef="#br0" timeOffset="82849.35">12433 9992 173 0,'14'-2'1468'15,"-4"2"-756"-15,14 0 44 0,-22 0-163 0,13-5 183 0,-12 5-156 16,9-3-271-16,-12 3-141 0,0 0 35 0,0 0-31 15,0-3 4-15,-15-2-133 0,3 5 7 0,-17-2-6 16,2 2 15-16,-2 0 33 0,-13 2 65 0,-2-2-16 16,-2 3 38-16,4 2-53 0,-35 1 78 0,4-4-93 15,-10 3-61-15,-15-2-25 0,13-3-16 0,-32 3-36 16,7-1-11-16,5 1-2 0,30-3 0 0,-45 6 0 16,32-4 0-16,8 0 0 0,21-2 0 0,-18 3 0 15,4 3 0-15,17-6 0 0,24 2 0 0,-12 1 0 0,17-3 0 16,6 0 0-16,21 0 0 0,0 0 0 0,0 0-115 15,12-3-256-15,5-2-35 0,4-1-391 0,11-2-325 16,4 1-89-16,-13 1 301 0,18-4-753 0</inkml:trace>
  <inkml:trace contextRef="#ctx0" brushRef="#br0" timeOffset="83433.81">11372 10675 1107 0,'-20'6'1579'0,"-1"-3"-815"0,4-1-188 0,-13 0 136 16,-9 4-350-16,5-1-276 0,7 0-28 0,-9 1 56 0,4-1 65 15,0 6 46-15,8-3-25 0,-12 5 162 16,11-3-64-16,-6 3-5 0,14 1-95 0,-10 4 2 0,-2 6-16 16,14-3-82-16,10-4-43 0,-7 1-2 0,6 3-34 15,2-5-18-15,8-3-10 0,-4 11-7 0,6-6-13 16,-1 1-25-16,4-6-10 0,6 3-55 0,2 0-31 16,-2-6-26-16,6-1-17 0,-6-7 34 0,12 3-74 15,-1-7-41-15,0-1-2 0,-5-5 116 0,-1-3-20 16,4-2 18-16,0-3 29 0,-9 3 68 0,7-22 11 0,-3 6 43 15,-4-4 13-15,-3 3 3 0,5-7 14 0,0-8 12 16,-5-10 23-16,-2 20-11 0,-5-13 14 0,1-2 3 16,-6 3 0-16,-3 12-16 0,-9-28 50 0,4 18 17 15,-2 0 45-15,-2 7 11 0,4 12 31 0,-4-14 92 16,0 16 24-16,7 9-12 0,1 10-107 0,-1-12 8 16,-5-1 17-16,10 18-118 0,-5-11-52 0,2 7-38 15,3 4-16-15,0 0 0 0,0 0 0 0,0 0 0 0,3 4 0 16,0 7 0-16,3 7 0 0,2 9 0 0,2 3 0 15,2 1 0-15,-2-5 0 0,12 20 0 0,-8-9 0 16,1 3 0-16,3 4 0 0,-6-9 0 0,9 7 0 16,-10-3 0-16,3 3 0 0,-2-12 0 0,12 15 0 15,-4-13 0-15,-1 5 0 0,-8-14 0 0,10 10 0 0,3-2 0 16,-9 1 0-16,-5-14-2 0,12 1-59 0,-2-5-152 16,4-1-470-16,-12-6 162 0,0-1-351 0,5-12-261 15,-2 1-72-15,-10-1 349 0,22-17-1349 0</inkml:trace>
  <inkml:trace contextRef="#ctx0" brushRef="#br0" timeOffset="83669.16">11879 10244 2704 0,'0'-2'1716'0,"-12"-6"-842"0,12 8 300 0,0 0-228 15,0 0-647-15,-8-6-120 0,4 6-118 0,4 0-6 16,-12 10-30-16,9 1-4 0,-2 11-12 0,2 2 5 15,-3 7 8-15,6 6 2 0,0-8-9 0,0 8 3 0,6 5-3 16,2 11-1-16,-1-23-10 0,-2 12-2 0,7 0-2 16,3-2 0-16,0-10 0 0,-1-4 0 0,4 3 0 15,0-8 0-15,-3-5 0 0,8 4-37 0,-4-6-95 16,-5-6-109-16,6 3-163 0,-10-9-1 0,10 7-601 16,1-9-98-16,-13-6-50 0,13 3 352 0,-13-8-172 15,16-7-602-15</inkml:trace>
  <inkml:trace contextRef="#ctx0" brushRef="#br0" timeOffset="83821.77">12153 10522 1250 0,'-23'-8'1818'15,"-4"0"-682"-15,6 3-219 0,4 5-342 0,-1-3-220 16,-8 0-192-16,-6 3-76 0,8 0-44 0,-3 0 3 0,-5 3-14 16,-7 0-18-16,15 2-13 0,-23-3-52 15,15 7-71-15,0-4-114 0,8-3-64 0,-5 2-320 0,5-2-260 16,-3-4-293-16,25-2 498 0,-18 2-396 0</inkml:trace>
  <inkml:trace contextRef="#ctx0" brushRef="#br0" timeOffset="85838.36">5279 12557 696 0,'-3'-13'1114'0,"6"4"-395"0,-3-2-157 0,-3 4 218 16,0-6 45-16,3-4-415 0,-2 8-199 0,2-5 54 15,-3-7 7-15,-1 3 128 0,1 12-146 0,3-18 81 16,-2 11-15-16,-4-16 23 0,6 13-107 0,-4-5-28 0,-1-3-87 16,2-3-52-16,-3 3-33 0,0 1-21 0,4-1-15 15,-5 3 0-15,4 5 0 0,-2 5 0 0,1-7 0 16,-1 5 0-16,-1 7 0 0,0-1 0 0,6 7 0 15,-3-4 0-15,-2-3 0 0,5 7 0 0,0 0 0 16,0 0 0-16,0 0 0 0,0 0 0 0,-4 7 0 16,-2 2 0-16,4 15 0 0,2-6 0 0,-3 8 0 0,-4 11 0 15,5 5 0-15,-1-7 0 0,0 7 0 0,-1 22 0 16,-1-5 0-16,2-20 0 0,3 22 0 16,-4-8 0-16,4 11 0 0,0-11 0 0,0-22 0 0,4 11 0 15,-1 1 0-15,6 1-6 0,-1-17-16 0,4 5-23 16,0-5-14-16,3-1-25 0,0-10 5 0,2-6-22 15,0 4-6-15,-2-7-16 0,0-1 0 0,15-4-9 0,-10-2-20 16,4-5-8-16,-9-3 32 0,12-5-86 0,2-5 88 16,-6-6 11-16,-5 2 48 0,5-7 8 0,6-10 15 15,-5 2 39-15,-2-5 5 0,-8 9 2 0,4-6 3 16,2-14 4-16,-8 5 1 0,-3 11-1 0,6-8 5 16,-7-3 0-16,-2-7 4 0,0 11 8 0,0-4 9 15,-6 2 27-15,0 2 32 0,0 2 25 0,-4 4 7 0,2 8 28 16,-4 8 29-16,4 5-27 0,-2-1 88 0,4 18-85 15,-8-11-17-15,8 9-40 0,0 2 15 0,0 0-71 16,0 2-40-16,-3 14-9 0,6 3-2 0,-1 7 1 16,4 1 0-16,-2 4 7 0,4-1 0 0,4 23 3 15,-3-14 3-15,-1 3-4 0,-1-9-3 0,5 13 0 16,-2 16-3-16,-3-18 4 0,-4-9-2 0,-1 7-1 16,5 11-6-16,-7-16-17 0,3-11-28 0,-3 7-69 0,0-2-77 15,2 1-70-15,-2-11-1 0,7 3-101 16,-7-16-66-16,0 12-105 0,3-14 51 0,-3 8-478 0,0-14 41 15,0 0 46-15,0 0 8 0,0 0-459 0</inkml:trace>
  <inkml:trace contextRef="#ctx0" brushRef="#br0" timeOffset="86302.12">6102 12787 136 0,'2'-11'2662'0,"-2"3"-1701"0,-2-5-193 0,4 10 262 0,-7-5-286 16,1 1-254-16,4 7-175 0,-8-6-37 0,1 1-50 16,7 5-67-16,0 0-70 0,-8 0 25 0,2 2-78 15,6-2-25-15,-6 11-3 0,4-6-9 0,-2 14 0 16,-4-1 1-16,1 6 2 0,4-6 0 0,-2 6 2 16,1 3 1-16,-1-1-2 0,2-4-6 0,0 4-1 15,-1 0 0-15,-1 1-3 0,0-1 1 0,1 1-1 16,1-6 3-16,0-3 9 0,3-1-4 0,0-4 4 0,0-3 1 15,3 3 0-15,-3-9 0 0,3 3 4 0,3 1 4 16,2-3 1-16,2 1-6 0,4-6 3 0,4 2-1 16,-4-4-4-16,22-6-1 0,-21 3-8 0,9-4 0 15,3-1 0-15,-2 2 0 0,8 0 0 0,-3 0 0 16,-4-2 0-16,6 4 0 0,-12-1-37 0,14-2-165 16,0 5-378-16,-7-5-165 0,-3 7-70 0,3-4-388 0,2-1-10 15,1 1-10-15,-10 1-482 0</inkml:trace>
  <inkml:trace contextRef="#ctx0" brushRef="#br0" timeOffset="86814.75">7233 12517 99 0,'15'0'1695'0,"-6"-3"-992"15,-1 3-64-15,13-3 137 0,-13 3-483 0,2-2-79 16,4-1-40-16,-4 1 22 0,-5-4-8 0,7 1 129 16,0 3 31-16,-4-2-49 0,1-1-65 0,-6 5 87 15,-3 0-26-15,12-8 35 0,-12 8-154 0,0 0 20 0,0 0-21 16,-3 0-44-16,-6 6-29 0,6-8-30 0,-14 4-36 15,5-2-1-15,-12 2-10 0,0-2 8 0,-1 3-6 16,-2-1-7-16,-2 2-2 0,7-2-5 0,-2 1-6 16,-8-1-3-16,5 4-4 0,10-6 0 0,-3 0 0 15,1 2 0-15,2-2 0 0,12 0 0 0,-10 0 0 16,15 0 0-16,0-2 0 0,-12 2-3 0,12 0-41 0,-3 0-65 16,6 0-132-16,-3 0-122 0,0 0-245 15,0 0-255-15,12-8-274 0,-12 8 286 0,0-3-254 16,15 6 133-16,-7-3-212 0</inkml:trace>
  <inkml:trace contextRef="#ctx0" brushRef="#br0" timeOffset="87034.17">7548 12686 688 0,'9'3'1092'15,"-4"-1"-396"-15,7 4 69 0,-12-6-12 0,0 0-148 16,0 0-127-16,0 0-15 0,0 3-41 0,-9 4 107 15,-6-1-96-15,5-4-37 0,-14 3-142 0,-8 1 100 16,2-1-183-16,-3-5-100 0,13 2-54 0,-9-4-13 16,-13-1-4-16,16-1 0 0,4 0 0 0,0 2 0 0,0-1 0 15,2-2 0-15,11 5-7 0,-11 0-71 0,5-6-280 16,15 6-244-16,-15-13-467 0,11 11 194 0,-1-16-339 16,8 1 16-16,3-9-1070 0</inkml:trace>
  <inkml:trace contextRef="#ctx0" brushRef="#br0" timeOffset="89384.16">8308 12133 87 0,'0'0'415'0,"0"-2"-92"16,5-9 188-16,-5 11-133 0,4-11 136 0,-1 9-38 15,-3 2-62-15,3-13-54 0,-1 10-49 0,-2-5 29 16,-2-3-101-16,2 11-12 0,0-11-68 0,0 11 36 16,0-15-9-16,0 12-38 0,0-5-52 0,-3-2 28 15,3 4 1-15,0-7 12 0,0 13-33 0,-3-20 75 16,3 20-21-16,-4-15 65 0,2 13-46 0,2-3 65 0,-6-6 49 15,6 6-67-15,0-5-53 0,0 10 38 16,0 0-74-16,0 0-40 0,0-9-25 0,0 2-14 0,0 9-20 16,0-2-16-16,0-2-16 0,0 4-8 0,0 14-5 15,0-3-2-15,0-4 3 0,-2 15 4 0,-2-2 0 16,4 8 1-16,-3 2 2 0,0-6 5 0,-2 9 4 0,-2 7-4 16,-5 6 1-16,4-17-2 0,-4 17 3 15,0-6-2-15,0-2-2 0,4-6 0 0,-4 8 0 16,3-4-5-16,4-4-5 0,-2-13 1 0,4 3-3 0,3 5 0 15,0-16 1-15,0 6 0 0,0-11 7 0,3 6 3 16,4-5 4-16,-7-5 0 0,0-4 0 0,2 7 5 16,4-5 2-16,-6-2 1 0,0 0-7 0,0 0 5 15,14 4-3-15,-14-4-3 0,0 0-2 0,15 0 0 16,-15 0 0-16,15-4 1 0,-9 4-4 0,9 4 0 16,2-4 0-16,-7 2 0 0,19-2 0 0,-2 3 0 0,-1 2 0 15,12 1 0-15,-2-4 0 0,-10 0 0 16,12-2 0-16,1 3 0 0,-1-6 0 0,-6 1 0 0,4 0 0 15,-6-1 0-15,2-3 0 0,-15 6 0 0,10-2 0 16,-10-1-10-16,-5 1-75 0,3-2-11 0,-3 0-167 16,-3-1-248-16,3-4-602 0,-7-4 237 0,-2 5-328 15,4-5 74-15,-7-1-1218 0</inkml:trace>
  <inkml:trace contextRef="#ctx0" brushRef="#br0" timeOffset="89936.67">9180 12612 214 0,'-14'5'3624'16,"14"-2"-2247"-16,0-3-164 0,-10 8-326 0,10-5-119 16,0-6-668-16,0 6-92 0,0-3-8 0,0 0 0 15,0 0 0-15,0 0 0 0,0 0 0 0,0-3 0 0,0 6 0 16,0-3 0-16,0-3 0 0,0 6 0 0,0-3-15 16,0-3-78-16,0 6-133 0,0-3-200 0,0-3-187 15,0 6-289-15,7-9-206 0,1 1 212 0,1-1-225 16,3-4-721-16</inkml:trace>
  <inkml:trace contextRef="#ctx0" brushRef="#br0" timeOffset="90401.44">9902 11999 122 0,'15'-11'1873'0,"-6"3"-775"15,-6-3-277-15,-3 8 20 0,3-10-353 0,-3 5-87 16,-3 1-70-16,3-7-44 0,-3 6-89 0,-3-3 73 16,0 2-33-16,0-2-34 0,-3 0-32 0,-3-5-13 0,3 8-3 15,1 0-18-15,-4 0-52 0,0 0 36 0,3 1-49 16,-6 1-19-16,10 3-28 0,-13-1-4 0,0-2-13 15,0 6-8-15,-6 6-1 0,10-4 0 0,-6 3 0 16,-2 1 0-16,0 7 0 0,4-3 0 0,-3 6 0 16,-6 2 0-16,7 6 0 0,3 0 0 0,-14 16 0 15,11-11 0-15,0 3 0 0,2-1 0 0,-2 7 0 16,2 6 0-16,2-7 0 0,11-10 0 0,-7 12 0 0,7-2 0 16,5 3 0-16,2-10 0 0,4 4 0 15,0 0 0-15,2-5 0 0,4-2 0 0,3-1 0 16,-3-2 0-16,9-5 0 0,-3-1 0 0,-1-7 0 0,12 9 0 15,-2-6 0-15,0-4 0 0,-1-4 0 0,4 2 0 16,2-5 0-16,4 0 0 0,-10-3 0 0,6-3 0 16,-8 3 0-16,-1-3-18 0,-2 0-94 0,-1-2-125 15,-5 2-245-15,-3-2-182 0,-5 5-26 0,10-11-481 16,-9 4-25-16,4-6-526 0</inkml:trace>
  <inkml:trace contextRef="#ctx0" brushRef="#br0" timeOffset="105229.8">10960 12107 27 0,'0'0'362'0,"0"0"-71"0,15-9 27 0,-13 9-51 0,1-2-89 16,9-3 23-16,-12 3-62 0,12-2-16 0,-9 4-22 16,-6 0-23-16,6 0 29 0,-3 0 72 0,0 0-6 0,-3 0 70 15,6 0 129-15,-6 0-18 0,3 0-72 0,3 0 84 16,-3 0-63-16,-3 0-22 0,6 0 94 0,3 4-184 15,-3-2 25-15,0-2-23 0,-3 0-1 0,0 0-58 16,0 0 31-16,-6-6-44 0,0 1 25 0,6 5-13 16,-3-2 34-16,-2-6-30 0,1 5 9 0,-4-5-77 15,8 8 10-15,-12-7-52 0,5 1-39 0,-1 3 0 0,-7-2-6 16,9 2 7-16,-14 3 15 0,8-3-1 0,-6 3 7 16,-18 0 21-16,16 0-5 0,3 0-12 0,-2 0 8 15,9 0 3-15,-21 0 3 0,8 0 1 0,17 0-16 16,-14 0 3-16,8 3 5 0,-3 0-8 0,0 0-2 15,6-1-2-15,1 9-13 0,-4 2 1 0,9-8 3 16,-6 14 3-16,4 2 8 0,-5 3 2 0,10-9-5 16,0 7 1-16,-2-7-13 0,4 15-61 0,-2-12 6 15,3 4-28-15,6-2-61 0,-3 4-16 0,3-8 36 0,3 8-67 16,3-5 38-16,-1-3 35 0,-2-5 10 0,-6-7 70 16,20 10-9-16,-6-8 9 0,4-2 10 0,-9-4 18 15,2-4-2-15,5-2 1 0,-2-8 1 0,-6 6 7 16,5-10 2-16,-2 0-1 0,1-6 2 0,-6 5 2 15,0-8 1-15,0-1 0 0,-4-7 0 0,1 6 5 0,-6-8 1 16,-1 0 6-16,1-3 5 0,-3 9 3 0,-3-6 10 16,-9-19 22-16,4 11 2 0,-1 0 31 0,1 8-2 15,-4-8 47-15,-12-11 85 0,7 12-21 0,5 9-38 16,-3-7 50-16,-2 3-10 0,-7-7 20 0,9 20-109 16,0-12 12-16,1 10-19 0,-1 1-27 0,3 8-27 15,-3-4 2-15,10 12-24 0,-4-4-6 0,9 11-14 0,-10-9-3 16,8 11 0-16,2-1 0 0,-3-8 0 0,3 11 0 15,0 0 0-15,0 0 0 0,0 0 0 0,8 9 0 16,1-4 0-16,3 5 0 0,0 6 0 0,3-5 0 16,0 4 0-16,-1 7 0 0,-2 2 0 0,-4-4 0 15,7 13 0-15,-3-7 0 0,3 5 0 0,-6-1 0 16,6 6 0-16,5 10 0 0,-6-9 0 0,-2-6 0 0,0 17 0 16,3 0 0-16,2 8 0 0,-7-19 0 0,2 13 0 15,-3-3 0-15,6-7 0 0,-1-1 0 0,1-2-1 16,0-7-14-16,2-1-16 0,0-8-46 0,-2-2-39 15,6-1-165-15,-6-5-105 0,-10-9-237 0,13 3-21 16,-6-5-443-16,2-2-48 0,16-7-187 0,-21 5-97 16</inkml:trace>
  <inkml:trace contextRef="#ctx0" brushRef="#br0" timeOffset="106968.13">11828 12038 613 0,'4'-8'957'0,"-4"8"-528"16,3-11 176-16,-3 11 28 0,0-15-67 0,-3 10-304 15,-3-6 11-15,0 3-26 0,0-1 4 0,-2 0-77 0,-2 0 28 16,-2-2 26-16,-5 1-55 0,8 2-58 0,-2 2-12 16,-10-1-34-16,9 5-13 0,-15-2 8 0,22 4-44 15,-25 0-8-15,9 0-8 0,-2 9-1 0,-1-7-4 16,4 6 1-16,-1 0 0 0,4 2 2 0,2 1 4 16,-9 5 6-16,7 3-1 0,2-3 0 0,8-1-4 15,-1 7 2-15,-1-4-4 0,4 3-4 0,5-7 3 0,0 1 2 16,2 7-1-16,1-15 2 0,6 12-2 0,3-3 4 15,-6-8-5-15,8 5-7 0,1-2-1 0,-8-6 1 16,15 3-6-16,-7-5 1 0,9-1 0 0,-9-2 1 16,9-2-8-16,-7-1-11 0,7 0-9 0,-7-2 10 15,1-3-8-15,3-2 0 0,-10 4 4 0,-2-5 13 16,12-9 4-16,-10-2 10 0,-2 1 5 0,-6 7 0 0,0-6 1 16,1 1 1-16,-8-15 4 0,4 15-3 0,-6-7 0 15,1-3 7-15,-7-4 9 0,-3-13 23 0,3 22-7 16,-2-11 48-16,-4-2 8 0,-6-3 72 0,7 6-16 15,-2 0 45-15,-1-1 21 0,3 1-17 0,-2 8-67 16,-6-15 90-16,4 12-99 0,3 0-7 0,6 5-53 16,-12-7 18-16,10 5 4 0,-1 7-20 0,7 5-24 0,1-1 4 15,-1 2-9-15,8 8-14 0,-6 1-16 16,3-9-6-16,3 13 0 0,0 0 0 0,0 0 0 0,-3 0 0 16,6 0 0-16,-6 0 0 0,6 0 0 0,-3 0 0 15,9 2 0-15,-1 4 0 0,2 3 0 0,-2-2 0 16,1 1 0-16,12 13 0 0,-6-2 0 0,0-1 0 15,-1 6 0-15,1 0 0 0,2 2 0 0,-2-8 0 16,5 12 0-16,-4-1 0 0,1 0 0 0,-5-7 0 16,11 11 0-16,-4 0 0 0,1 1 0 0,-8-11 0 15,5 14 0-15,4 1 0 0,-1-1 0 0,-5 2 0 0,0-12 0 16,14 18 0-16,-5-13 0 0,0-6 0 0,-4-7 0 16,0 8 0-16,11-1 0 0,-11-8 0 0,-5-2 0 15,2 0-3-15,-2 2-25 0,6-2-120 0,-18-14-44 16,17 9-239-16,-6-5-142 0,-4-3-340 0,7-3-257 15,-2-9-2-15,3-2 90 0,-7 4-473 0</inkml:trace>
  <inkml:trace contextRef="#ctx0" brushRef="#br0" timeOffset="107945.53">12035 11540 288 0,'-5'-10'1229'0,"-4"-11"-617"15,3 4 76-15,0 8 48 0,-2-13-85 0,1 9-301 16,4-3 85-16,-6-3-93 0,4 12-32 0,-2-1-119 16,2-1 23-16,-1 4-38 0,9 5 4 0,-10-4-106 0,2-2-1 15,5 6-14-15,0 0-15 0,0 0-18 16,0 0 5-16,0 8-15 0,0-1-9 0,0 10-1 0,0-10-5 15,0 28 9-15,0-17-3 0,2 6-4 0,-2-8 1 16,7 8-1-16,-1 10 11 0,-1-12-1 0,2-4-2 16,1 8 8-16,-2 1 1 0,9 5 0 0,-3-11-3 15,3 5-11-15,-1 0 0 0,-2 7-6 0,-4-15-2 16,16 14 3-16,-9-11-1 0,2-5 2 0,-5-2 0 16,6 4 0-16,3-5-9 0,-4-5-11 0,-14-5-1 0,21 4-8 15,-12-1-17-15,0-4-29 0,5-2-13 0,-2-2 31 16,-3-4-10-16,8-1 4 0,-8-2 0 0,3-2 28 15,6-7 1-15,-13 0 21 0,1-3 4 0,-3-3 0 16,0-3-2-16,-3 1 5 0,0-9 0 0,-3 11 4 16,0-5-3-16,-3-2 3 0,3 1 2 0,-3 10 2 15,-1-22 1-15,2 7-3 0,-1 6-1 0,3 5 6 0,-5-2 14 16,5-7 39-16,-4 13 13 0,4 12 31 0,0-10-17 16,0 9 38-16,0-2 20 0,0 4-21 0,0-1-59 15,0 5 0-15,0 6-20 0,0-3-11 0,0-3-16 16,0 6-11-16,0-3-2 0,4 13 5 0,-2-8-3 15,1 25-9-15,0-10-2 0,-3 2 7 0,2-4 2 16,5 14-2-16,-4 2-6 0,6 1 1 0,-4-14 7 16,7 10 1-16,-2 2-6 0,0 4-2 0,0-3 8 15,2-6 2-15,-4 5-5 0,-2-4-7 0,4 5 6 0,-5-5 6 16,4-5-1-16,2 0-7 0,-2-3-5 0,-3-8-9 16,6 0-53-16,-3-2-160 0,3 0-78 0,0-3-36 15,-7-6-294-15,10 7-257 0,-15-13-287 0,21 2 303 16,-13-5-2-16,14-10-678 0</inkml:trace>
  <inkml:trace contextRef="#ctx0" brushRef="#br0" timeOffset="108228.78">12966 11692 820 0,'-2'-9'1067'15,"2"9"-405"-15,-15-11 27 0,6 11 2 0,-3 0-240 16,-6 0-183-16,6 4-44 0,-2-2-25 0,-4 3-36 16,1 4 80-16,2-5-47 0,-6 7-17 0,16-8-70 15,-17 18 42-15,20-14-5 0,-13 13-23 0,12-10-28 16,-3 4 33-16,3 10-16 0,3 2 17 0,7-10-63 0,-2 5 6 16,7-3-31-16,0 0-28 0,-1-1-18 0,10-4-4 15,-1-3-17-15,1-2-14 0,3-3-21 0,-1 3-62 16,4-8-90-16,-1 3-149 0,-6-3-268 0,-5-3 5 15,6-7-371-15,-1 5 4 0,-8-1-423 0,10-4-18 16</inkml:trace>
  <inkml:trace contextRef="#ctx0" brushRef="#br0" timeOffset="108999.7">13154 12342 99 0,'10'-2'371'16,"-8"2"32"-16,-2 0-46 0,0 0 56 0,0 0-77 16,0 0 79-16,0 0 2 0,-14 2-100 0,4-2-22 0,-4-2-68 15,6 2 44-15,-22-3-9 0,6 3-22 0,10 0-89 16,-10 0 20-16,-3 0-15 0,-5 0-38 0,-3 0-6 15,-1 3-19-15,2-1-7 0,-8 0-17 0,6 2-28 16,-32 1 20-16,12 0-18 0,-5 3-3 0,14-6-6 16,-24 7 17-16,-14-2 14 0,2 4 20 0,25-3-21 15,-25-3 30-15,3 6 10 0,-23 0 50 0,44-3-44 0,-18-1 46 16,6 4-17-16,-11 0 22 0,6 0-43 0,32-4-43 16,-12-1 7-16,2 1-35 0,-2 1-17 0,7-3-11 15,5 1-23-15,5 1 14 0,0-1-16 0,5-1-3 16,-5 4-2-16,12-5 0 0,1 2 5 0,6-1 7 15,-10 0 1-15,12-5-8 0,6 6-2 0,-11-1 2 16,-4-5 1-16,1 8 5 0,2-3-1 0,4 1 3 0,-12-1 11 16,-10 6 24-16,9-7-3 0,4 5-1 15,9-4-7-15,-10-2 17 0,-8 4 19 0,11-1-15 0,10-3-8 16,-7-3 12-16,6 2 3 0,4 1 9 0,1-3-17 16,13 2 10-16,-14-2-8 0,11 0 4 0,3 0-21 15,0 0 7-15,0 0-9 0,0 0-19 0,0 0-4 16,0 0-3-16,0 0-20 0,0 0-19 0,0 0-47 15,0 0-84-15,0 0-27 0,0 0-80 0,0 0-47 0,0 0 40 16,0 0-271-16,9 13 15 0,-9-15-108 0,0 2 90 16,0 2-237-16,6 11-35 0,-4-13-127 0,11 0 459 15,-1-2-275-15</inkml:trace>
  <inkml:trace contextRef="#ctx0" brushRef="#br0" timeOffset="109796.58">11616 13189 297 0,'0'-2'598'0,"0"4"-46"0,0-2-58 15,0-2 412-15,7-9-211 0,-4 11-87 0,-13-6-194 16,5 1 45-16,-15-1-61 0,-1 1-185 0,3 3-86 16,-3 2 12-16,-6 0-12 0,-7 0-38 0,2 0-28 0,8 0-16 15,-8 0 32-15,-7 0 28 0,3 5 46 0,1-3 22 16,3 2 10-16,-4 3 9 0,4-1-9 0,5-1-47 16,-2 6 0-16,8-3-66 0,10 2-22 0,4-7-21 15,-7 7-7-15,8 11-11 0,6-7-10 0,-2-4-1 16,4 8 1-16,10 12-1 0,-4-7-2 0,2-10 0 15,4 11 0-15,1-4-10 0,9 6-52 0,-4-10-7 0,-3-6 14 16,5 1-33-16,4 2-47 0,4 1-87 0,-13-7 91 16,7 1-17-16,-1-3 10 0,-2-5 4 0,-3 0 1 15,8-2 6-15,-2-7 52 0,-4 2 14 0,-5-1 22 16,6-3-11-16,-1-10 2 0,0-3 46 0,-8 3 7 16,7-6 3-16,-2-4 3 0,-5-1 2 0,3-8 2 15,-7 3 3-15,-1-3-1 0,-5 1 5 0,-2 8-4 0,-2-22 11 16,-8 7 11-16,1-1 14 0,-2-1 36 0,-1 14 24 15,-9-17 112-15,1-2 22 0,-1 11 23 0,6 14-60 16,-5-7 67-16,-4-5 14 0,7 14-142 0,2 7-60 16,3 3 8-16,-3 3-50 0,6 2-34 0,1 4-10 15,8 4 0-15,-12-5 0 0,12 8 0 0,0 0 0 16,0 0 0-16,0 0 0 0,0 0 0 0,12 13 0 16,-4 0 0-16,4 11 0 0,0-6 0 0,3 9 0 0,-1-1 0 15,1 7 0-15,6-2 0 0,-1-5 0 0,2 1 0 16,4 10 0-16,-3-5 0 0,1 5 0 0,-7-14 0 15,19 23 0-15,-10-7 0 0,-5-1 0 0,-1-12 0 16,9 14 0-16,5-1 0 0,-12-6 0 0,-7-11 0 16,9 11 0-16,0-2 0 0,0 4 0 0,-9-17-6 0,-1 3-70 15,1-3-145-15,8 4-217 0,-17-17-44 16,9 3 2-16,-10-5-404 0,10 3-203 0,0-15-17 0,-8 7 259 16,13-20-773-16</inkml:trace>
  <inkml:trace contextRef="#ctx0" brushRef="#br0" timeOffset="110093.77">12050 12761 271 0,'-15'-17'2189'0,"1"4"-1409"0,11 8-193 15,-12-14 191-15,6 9-228 0,4-1-420 0,-7-2-95 16,12 13 22-16,-12-8 29 0,12 5 2 0,0 3-25 15,0 0 43-15,0 0-21 0,0 0-9 0,-3 0-31 0,-7 9-18 16,8-2 10-16,4 19 12 0,1-4-9 0,1-6-5 16,2 10 18-16,-1 0 6 0,7 9 4 0,-3-11-21 15,3 5 26-15,3 2 2 0,2 6 4 0,3-2 5 16,2-4 13-16,2-1-2 0,-4 2-9 0,4-8-24 16,5 0 3-16,-2-6-27 0,-1 1-26 0,-8-4-30 15,11 1-30-15,-2 0-77 0,-7-3-61 0,-2-5-91 0,-12-5-9 16,11 5-270-16,-5-6-167 0,0-2-436 0,-4-4 467 15,1-2-160-15,1-2-817 0</inkml:trace>
  <inkml:trace contextRef="#ctx0" brushRef="#br0" timeOffset="110265.32">12377 12874 2118 0,'-18'-3'1390'0,"4"1"-423"0,-10-3 0 0,18 5-291 16,-20 0-367-16,2 0-195 0,4 0-13 0,-2 2-26 15,0 3 13-15,-14 4 33 0,6 1-18 0,6-2-28 16,-10 5 4-16,-5 2-40 0,12-1-38 0,10-6-2 16,0 3-40-16,5-6-97 0,-9 3-120 0,15-8-34 15,-2 8-220-15,8-11-270 0,0 6-237 0,0-13 5 0,2 1 317 16,18-9-1506-16</inkml:trace>
  <inkml:trace contextRef="#ctx0" brushRef="#br0" timeOffset="111430.2">12954 12917 74 0,'0'0'1303'0,"0"0"-734"15,0 0 136-15,0 0 175 0,0 0-293 0,0-6-253 16,0-5-23-16,-2 11-144 0,-8-13-40 0,-2 0-5 15,10 10-29-15,-6-8 34 0,-7 4-9 0,6 1-20 0,-6 1-1 16,-6-1-20-16,1 4-25 0,8 2-5 0,-3 2-15 16,-12 2 5-16,5 1-5 0,12-3-9 0,-11 7-8 15,6-5 5-15,5 7 0 0,-9-2-2 0,8 4-6 16,2-6 3-16,0 4 0 0,1 10-1 0,8-13-5 16,-7 11-1-16,7 5-5 0,0 0-5 0,0-9-3 15,3 3-6-15,6 6-7 0,3-4 4 0,0 0-3 0,-9-9 0 16,9-3-26-16,8 8-19 0,-8-11-23 0,0 3 26 15,5-6-23-15,-5 1 2 0,5-3 10 0,5-3 18 16,-14 3 4-16,13-2 6 0,-6-6-8 0,-10 8 13 16,16-11-9-16,-6 1-11 0,-7 4 19 0,4-7 17 15,-5 2 10-15,-2 2 13 0,4-21 6 0,-9 14-3 16,0-6 0-16,-4 2-1 0,2-4-3 0,-4-5-3 16,-3 5-1-16,1-5-1 0,-7-1 0 0,1-1 5 15,-5 5 5-15,2-7 22 0,-10-11 47 0,3 9 15 0,4 11-5 16,-4-9 45-16,-3 0 7 0,-5-6 76 0,12 15-84 15,-9-3 102-15,5 3 0 0,-3 1 33 0,12 7-47 16,3 8 22-16,-5-7-30 0,8 9-22 0,1-5-74 16,4 11-15-16,-11-5-32 0,15 5-15 0,0 0-17 0,0 0 3 15,0 0-28-15,0 0-9 0,0 0-1 16,0 0-3-16,0 0-4 0,15 13 0 0,-6-8 7 0,3 4 2 16,12 9 3-16,-4-5-4 0,1 0 1 0,-6 0-1 15,8 11 1-15,1-2 1 0,-4-4-2 0,1-1 2 16,-1 5 1-16,7 2-6 0,0 6-2 0,-10-9 2 15,10 8-2-15,-3 3 0 0,5 10-5 0,-9-16 5 16,7 12 4-16,2-4 7 0,0 4 0 0,-2-2-7 16,-6-12-2-16,2 8-14 0,-2-1-24 0,9 4-30 15,-16-13-4-15,10 4-91 0,-4-3-64 0,2-4-72 0,-5-6 31 16,-2-2-145-16,2-6-19 0,-5-3-100 0,0 2 69 16,-4-8-215-16,4-1-310 0,0-5 160 0,-5-1 256 15,-2 0-164-15,4-12-404 0</inkml:trace>
  <inkml:trace contextRef="#ctx0" brushRef="#br0" timeOffset="111779.29">13214 12498 408 0,'-9'-7'1449'15,"0"-4"-648"-15,1 3-28 0,-4-10 45 0,5 9-203 16,2 2-273-16,2 3-44 0,-6-3-82 0,9 7-76 16,0 0 19-16,0 0-72 0,-3 0-35 0,3 0-31 15,3 0-11-15,-3 0-7 0,-3 18 2 0,3-12 12 16,5 17 17-16,5-4 13 0,-8 2 12 0,10 11 39 16,-2-10-19-16,-2 4 32 0,6 3-5 0,1 2 10 0,-6-5-23 15,9 4 7-15,-4 2-20 0,5 2-26 0,-2-2-9 16,1 5-16-16,-1-2-10 0,5-4-12 0,-8-7-4 15,9 5 2-15,-2-5-2 0,-6 0-1 0,0-9-2 16,5 9-3-16,-2-8-6 0,0-3-8 0,-6-5-39 16,0-3-110-16,8 4-79 0,-6-7-81 0,1-2-39 15,-3-2 50-15,-3-1-192 0,2-3-69 0,-4-7-233 0,-5 8 232 16,8-19-188-16,-10 3 53 0,2-6 71 0,-4 9 120 16</inkml:trace>
  <inkml:trace contextRef="#ctx0" brushRef="#br0" timeOffset="111931.86">13517 12768 453 0,'-5'-2'1598'16,"-7"-1"-743"-16,-9 3 82 0,6 3-9 0,-14-3-430 0,11 4-268 16,-11 0 26-16,-10 1 44 0,10 0-31 15,5 3-87-15,-6 0 52 0,-2 0-20 0,0 0 8 0,14-3-115 16,-5 1-9-16,2-1-82 0,1-3-27 0,2 0-61 16,9 2-112-16,0-2-70 0,6-2-160 0,3 0-125 15,0-8-705-15,-3-3 173 0,21-7 70 0,-6 5 17 16</inkml:trace>
  <inkml:trace contextRef="#ctx0" brushRef="#br0" timeOffset="112499.34">14319 12059 302 0,'0'0'1259'0,"0"0"-616"0,0 0 61 16,0 0-238-16,0 0-2 0,12 6-91 0,-9-4-47 16,-6-4 8-16,6 4-1 0,-3-2-9 0,-3-2 25 0,6 4-33 15,-3-2 122-15,-3-2-66 0,6 4-50 0,-3-2-104 16,-3-2 94-16,-12 4-142 0,3-8-75 0,3 4-64 16,-20-1-7-16,-1 1-12 0,4 0-10 0,-1-2 0 15,-5 8-2-15,-4-4 0 0,-5 0 0 0,21 2-1 16,-10-2 1-16,1 2-1 0,2-2-9 0,6 3 2 15,6-3-1-15,7 0-12 0,-9 0-67 0,10 0-156 0,-8 0 2 16,15 0-143-16,0 0-153 0,0 0-257 0,0 0 79 16,0 0-619-16,10-7 328 0,-2 1 125 0,1 6 277 15,6-3-472-15</inkml:trace>
  <inkml:trace contextRef="#ctx0" brushRef="#br0" timeOffset="113043.89">14439 12377 56 0,'0'0'278'0,"0"0"39"0,-3 2-110 16,3 9 77-16,0-13-8 0,0 4-39 0,0-2-68 15,0-2-54-15,0 4-63 0,0-2-13 0,0-2-7 16,0 4 3-16,0-2 20 0,0-2 10 0,0 4 10 16,0-2-10-16,0 0 57 0,0 0 78 0,0 0-3 0,0 0-41 15,0-2 34-15,0 4 13 0,0-4 31 0,0 2-115 16,0 2 24-16,0-2-31 0,0-2-15 0,0 4-10 16,0-2 3-16,0-2-9 0,0 4-2 0,0-2-29 15,0 0 17-15,0 0 13 0,-5-2-15 0,-2 2-24 16,-7 0 18-16,6 0 3 0,-16 4 3 0,-3-1 44 15,10-1-34-15,-10 4 67 0,-2-3 5 0,-7-1 66 0,16-2-78 16,-12 0 52-16,1 0 33 0,6 0-7 0,3 0-77 16,-7-2 72-16,9-1-78 0,-1 3-14 0,15 0-55 15,-18-2-33-15,9-2-33 0,13 8-16 0,-5-8-23 16,-1 2-84-16,8 2-99 0,0 0-164 0,0 0 4 16,8-7-346-16,-1 1-231 0,1 3-16 0,13-8-139 15,-18 9 280-15</inkml:trace>
  <inkml:trace contextRef="#ctx0" brushRef="#br0" timeOffset="113785.9">15231 11729 353 0,'-8'-24'1456'0,"2"5"-996"15,0-2 196-15,4-3 84 0,-5 5-359 0,7 17-119 16,0-25 64-16,4 16-62 0,-4-4 11 0,0 10-83 16,3-6 6-16,-3 9-34 0,0-11-26 0,0 13-28 15,0 0-40-15,0 0-42 0,0 0-15 0,0 0-11 16,0 0-2-16,0 0 1 0,5 10 3 0,-2 6 0 0,-3-11 1 15,4 21 4-15,-8-4 11 0,1 13 10 0,0-15-9 16,-2 9 15-16,-4 10 2 0,-1 5-1 0,2-13-9 16,-6 25 9-16,2-9-4 0,-3 1-3 0,8-11-10 15,-3 8 4-15,0 5-1 0,-4 3 3 0,4-16-13 16,8-8-6-16,-4 8 0 0,6-5-3 0,6 0 8 16,-4-17-2-16,5 7 5 0,-2-9 1 0,5 5 17 0,-5-10-6 15,7 6 8-15,-3-1 15 0,-3-11 13 0,8 7 50 16,1-5 44-16,-6-4 28 0,21 4 13 0,-13-4-46 15,15-4 75-15,-5 4-68 0,6-4-60 0,-8 1-48 16,24 1-16-16,-15-2-26 0,5 2-9 0,5-1 0 16,-12-1 0-16,21-2 0 0,-11 3 0 0,-1 1 0 15,-9-4 0-15,19 3-33 0,-19 1-141 0,4-4-364 0,-11 4 21 16,11-3-489-16,-4-1-359 0,-3 1-1 0,-7 0-458 16</inkml:trace>
  <inkml:trace contextRef="#ctx0" brushRef="#br0" timeOffset="114546.87">16799 11744 884 0,'4'-2'621'15,"-4"2"17"-15,0-19 0 0,-4 14-8 0,-1-6-143 16,2 3-225-16,-6-2 125 0,1 4-86 0,-4-7-18 16,5 13-98-16,-10-11 30 0,-4 6 39 0,-3 1-57 15,10 0-61-15,-10 2 41 0,-6 2 12 0,1 2 22 0,2 2-44 16,-5 3 62-16,0 1-29 0,-18 3 41 0,20-4-100 16,-14 6 28-16,6 1-46 0,-4 7-33 0,16-5-38 15,-4 8 2-15,4 0-27 0,6 2-24 0,5 5-3 16,3 4 0-16,0-4 0 0,7 2 0 0,2 2 0 15,6-4 0-15,-1 6 0 0,1-8 0 0,9 0 0 0,0-3 0 16,8 11 0-16,1-7 0 0,2-3 0 0,-2-7 0 16,14 9 0-16,4-5 0 0,-3 0 0 0,-10-11 0 15,14 3 0-15,14-3 0 0,-6-2 0 0,-19-11 0 16,20 2 0-16,-1-4-31 0,-1 2-128 0,-8-8-308 16,-16 2-32-16,10-4-391 0,-4 0-245 0,-3-9-377 15,-10 8 638-15,-2-5-784 0</inkml:trace>
  <inkml:trace contextRef="#ctx0" brushRef="#br0" timeOffset="115528.25">18007 11744 195 0,'15'3'824'0,"9"-6"-316"0,-9 3-141 16,2-2 159-16,-8-2-47 0,14 2-79 0,-4-5 85 16,-11 7-191-16,9-6 83 0,-7 3-23 0,-1-1-52 15,-1-2-96-15,-4 6 120 0,4-11-78 0,-5 6-3 16,1-3-65-16,-2 0 11 0,-2-2 24 0,-2-4-54 0,-5 6-66 15,4-3-11-15,-23-9-24 0,8 7-39 0,-6 4-6 16,-5 2-20-16,-3-4-21 0,-16 3 8 0,18 3 15 16,-11-1 14-16,1 4 1 0,4 2 7 0,-8 0 45 15,17 2-12-15,-5 4 9 0,-1 1-10 0,4 4-7 16,11 0-15-16,-2 4 4 0,2 5 2 0,10 4-9 16,1 2 0-16,4 5-2 0,3 0-21 0,3 4-7 0,6-11-12 15,9 18-33-15,-4-5 2 0,10-2-14 0,-6-14 3 16,18 13-37-16,-4-7 2 0,-3-1-10 0,-2-13 9 15,11 1-46-15,6-1-31 0,3-2-1 0,-18-9 54 16,13-2-22-16,-1 0 3 0,3-2 23 0,4-9-12 16,-16 0 69-16,3-2-5 0,-2-8 21 0,-1-3 2 15,-5-4 8-15,-4-7 5 0,-7 0 13 0,-6-7 7 0,-3 5 3 16,-4-18 1-16,-6-1 19 0,-9 4 18 0,0 11 0 16,0-14 16-16,-8 2 0 0,-12-16 49 0,11 32-30 15,-9-13 17-15,1-5-8 0,-3 2 17 0,-1-1 15 16,3 1 50-16,1 3 6 0,2 0 30 0,-2-6 65 15,11 19-45-15,1-3 23 0,-2 1-22 0,9 10-63 16,3 2-29-16,2 6-45 0,5 14-40 0,0-13-26 16,0 20-14-16,2-13-1 0,-2 13 0 0,0-2 0 0,0 4 0 15,18 1 0-15,-6 10 0 0,-7-2 0 0,10 10 0 16,-3 8 0-16,2 6 0 0,5 4 0 0,-11-12 0 16,4 15 0-16,0 3 0 0,3 13 0 0,-3-12 0 15,-4-9 0-15,4 12 0 0,3 10 0 0,-1-2 0 16,1-16 0-16,0 8 0 0,6 5 0 0,6 6 0 15,-13-25 0-15,9 13 0 0,1-3 0 0,3 5 0 0,-3-13 0 16,5 5 0-16,-2-2 0 0,-1-1 0 0,6-4 0 16,-5-6-29-16,2-7-105 0,1-4-190 0,-10-10-117 15,4-1-367-15,2-3-566 0,-6-10 162 0,-5 1 329 16,9-11-481-16</inkml:trace>
  <inkml:trace contextRef="#ctx0" brushRef="#br0" timeOffset="116077.78">18726 10770 386 0,'0'-2'1604'0,"3"-9"-1200"0,0 11-5 16,-6-7-294-16,-2-2-209 0,-7-2 17 0,-6 4 119 0,12 1 13 16,-17-1 37-16,2-1 52 0,1 0 68 0,-4 2 11 15,-8 2 113-15,8-2-27 0,-6 1-2 0,13 0-70 16,-7-1 54-16,0-2-23 0,9 5 30 0,3-4-46 15,7 7-54-15,2-4 55 0,-9 0-28 0,12 4 35 16,-2-5-113-16,-1-4-29 0,3 9-30 0,15-13-42 16,-5 8-23-16,14-8-10 0,-2 7-15 0,0-1-33 0,0 3 2 15,4 2-36-15,6 2-20 0,-5 6-5 16,-10-1 25-16,7 3-17 0,-1-1 27 0,4 7 1 0,-13-1 28 16,-2-2 12-16,3 2 23 0,-3 2 5 0,-7 5-1 15,2 0 4-15,-10 2 2 0,-1-1-1 0,-4 2-3 16,-1-1 1-16,-3 6 7 0,-5 10 4 0,-3-8 2 15,1-8 16-15,-4 11 38 0,-1-4 33 0,-5 5 53 0,12-16-45 16,-5 6 37-16,8-2 5 0,2-6-18 0,9-12-28 16,-5 16-14-16,8-13-16 0,3 1-4 0,-1 1-15 15,8 0 31-15,-5-3-13 0,15 5 5 0,-13-9-16 16,22 3 13-16,-2 1-5 0,2-1-5 0,0-5-11 16,-5-2-25-16,11 2-2 0,1-3-15 0,8 3-57 15,-17-3-47-15,14 3-207 0,-6-3-214 0,-3 6-302 0,-5-6-275 16,2 1-119-16,0-1 53 0,2-5-662 0</inkml:trace>
  <inkml:trace contextRef="#ctx0" brushRef="#br0" timeOffset="117096.05">19389 11237 299 0,'0'-11'1224'0,"3"0"-646"16,-3-10-69-16,3 10 68 0,1-10-149 0,-2 0-104 0,1 5-102 15,0-13 148-15,-1 10-85 0,2-1 8 0,-1 3-62 16,-3 4 118-16,3-8-13 0,-6 2-41 0,3 12-79 15,3-15 40-15,-9 7-28 0,2 6-107 0,-1-1-61 16,0 5-20-16,-2 0 3 0,-1 1-34 0,-1 4 2 16,9 0-13-16,-15 11-27 0,3 2-2 0,7-2-8 15,-7 7 3-15,2 4-3 0,-4 10-19 0,8-3 24 0,0-5 37 16,0 7 33-16,4 11 15 0,-5-5-27 0,7-4 8 16,0 0 18-16,0 7-2 0,0 10-40 0,0-17-15 15,3 6 6-15,3-1 32 0,0 6-20 0,3-7-8 16,-4-10 3-16,7 5 11 0,0-9-3 0,6 12-15 15,-9-20-5-15,8 9 2 0,-2-11-6 0,12 3-29 16,-15-5 1-16,8-3-37 0,1-3-11 0,2-3-41 0,1-2-59 16,0-2-18-16,-4 0-38 0,7-7 4 0,-6-4 49 15,4-5-45-15,-1 0 87 0,-2-4 43 16,-8 3 51-16,9-17 25 0,-2 4 23 0,-3 5 6 0,-9 3 3 16,-1-13 6-16,1-7 8 0,-3 7 26 0,-6-3 17 15,0 11-8-15,0-10 29 0,0-12 42 0,0 14 1 16,0 5-18-16,0-2 16 0,-3-6 56 0,3 16 0 15,0 5-50-15,-3 12 27 0,3-12-23 0,-2 6-2 0,2 13-58 16,0 0-11-16,0 0-39 0,0 0 6 0,0 0-13 16,2 10 10-16,-2-1 2 0,6 17-10 0,-6-5-10 15,6 9-2-15,0-4 2 0,-4 3 4 0,8 13-3 16,-8-16-2-16,5 7 8 0,-2 0 1 0,5 2-2 16,-5-3-5-16,-2 2-5 0,6-2-2 0,-4 0-1 15,2-4 0-15,-2 2-1 0,2-1 0 0,-2-7-6 0,1-2-20 16,0-1-67-16,-3-1-124 0,2-7-94 0,5 0-9 15,-1 5-335-15,-4-6-277 0,5 1-80 0,2-4 271 16,-2-4-137-16,12 5-481 0</inkml:trace>
  <inkml:trace contextRef="#ctx0" brushRef="#br0" timeOffset="117381.29">20406 11527 927 0,'0'-8'1188'0,"-9"-8"-298"0,3 11-164 0,-3-1-105 15,-6-1-363-15,1-1-19 0,6 3-93 0,-19-1-17 16,15 6-33-16,0-2 29 0,-8 2 31 0,-7 10-12 0,18-7-15 16,-8 5 24-16,-1 3 8 0,9-4-37 0,0 9-31 15,3-5 24-15,0 8-20 0,10 7 1 0,1-2-22 16,0-6-26-16,7 0 10 0,10 12 8 0,-2-12-13 15,-3-5-32-15,14 9-1 0,1-9-22 0,9 5-42 16,-14-7 9-16,10 2-53 0,2-7-86 0,-3 4-171 16,1-4-240-16,-4-6-316 0,-3 0-97 0,-1-6 10 0,-9 3-612 15</inkml:trace>
  <inkml:trace contextRef="#ctx0" brushRef="#br0" timeOffset="117960.74">20370 12218 289 0,'0'0'1189'0,"0"0"-853"16,-17 3 116-16,2-1 103 0,0-4-355 0,-9 2-159 16,-5 0 7-16,0 0-3 0,-9-3 14 0,14 3-32 15,-17-3 53-15,-6 3 43 0,-4 0 46 0,-19-3 92 16,19 3-90-16,-16 0 95 0,-13 0 41 0,-10 0-6 15,7 0-28-15,-17 3 58 0,-4-3-9 0,-4 0 17 16,-11 3-2-16,4 0 20 0,1 4 11 0,2-3-87 16,29 0-111-16,-61 1 72 0,34 4-101 0,8-5-56 15,28 2-63-15,-47 2-18 0,33 2-4 0,8-4 0 0,33-1 0 16,-12 0 0-16,1 1 0 0,22-4 0 0,9 1 0 16,24-3 0-16,-14 0 0 0,17 0 0 0,0 0-6 15,0 0-29-15,12 0-74 0,3-3-171 0,19 1-127 16,-16 2-21-16,11-6-376 0,4 1-242 0,6-6-384 0,-14 7 622 15,11-5-462-15</inkml:trace>
  <inkml:trace contextRef="#ctx0" brushRef="#br0" timeOffset="118661.87">18724 12882 1765 0,'0'0'1042'0,"-10"-2"-250"16,5-1-195-16,-16 3 58 0,9-3-342 0,-26 3-70 15,14 0-162-15,-10 0 22 0,-2 0 18 0,-6 6 41 0,4 1 53 16,-6 4 41-16,0-1 37 0,5 6 9 0,7-5-89 16,-15 10 119-16,9 0-122 0,6 5-70 0,8-9-61 15,-8 12-6-15,8-3-44 0,6 3-13 0,9 0-18 16,3-10-1-16,-3 7-4 0,9 1-3 0,0-6-4 15,7-5 3-15,7 8-28 0,1-6-3 0,5-5-6 16,-5-4 10-16,9-2-35 0,8-1-42 0,0-4 18 0,-8-2 29 16,5-5-20-16,5-1-28 0,-2-1 19 15,-8 1 40-15,8-5-12 0,0-2 3 0,9-11 15 0,-17 11 25 16,13-10 3-16,-3-3 17 0,0-11 10 0,-7 4 15 16,-12 7-12-16,2-11-2 0,-2 3-1 0,-9-16 4 15,-3 17-1-15,-8-11 3 0,-5-4 11 0,-2-13 55 16,0 27-7-16,-5-19 57 0,-3 10 18 0,-1-1 15 15,-3-2 22-15,6 10-21 0,-4 4-33 0,0-3-38 0,8 14-38 16,-4 0-7-16,4 5-30 0,7 10-14 0,-4-3 0 16,7 9 0-16,-4-11 0 0,8 11 0 0,-4 0 0 15,8 0 0-15,-4 0 0 0,-4 0 0 0,8 5 0 16,2 3 0-16,6 3 0 0,2 4 0 0,1 3 0 16,0-7 0-16,9 11 0 0,-2 7 0 0,2-1 0 15,-12-4 0-15,6 9 0 0,6 11 0 0,-10-4 0 0,-4-14 0 16,4 14 0-16,4 5 0 0,-1-5 0 0,-8-14 0 15,9 12 0-15,6 12 0 0,-7-13 0 0,-2-8 0 16,2 13 0-16,5-5 0 0,0 8 0 0,0-11 0 16,-8-12 0-16,6 4 0 0,10 1 0 0,-9-12 0 15,-4-4-6-15,7 0-76 0,-4-1-102 0,7 0-253 16,-15-10 67-16,8 0-445 0,-11-2-289 0,18-9-94 16,-10 0 359-16,10-7-1764 0</inkml:trace>
  <inkml:trace contextRef="#ctx0" brushRef="#br0" timeOffset="118959.07">19265 12434 552 0,'-5'-13'2285'16,"-4"4"-1339"-16,3-8 41 0,0 12-46 0,0-3-311 15,6 8-443-15,0 0-97 0,0 0-38 0,-14 2-13 16,7 6-41-16,4 1-1 0,-5 15 1 0,2 2 8 15,3-5 16-15,0 16 60 0,3 0 4 0,0 3 23 16,0-12-15-16,6 25 66 0,-4-5-38 0,5-6-14 16,-4-9-32-16,6 6 17 0,2 12-1 0,1-7-33 0,0-18-13 15,0 12 14-15,5 1-14 0,-2-12-23 0,-1-1-9 16,1-4-6-16,9-7-1 0,3 1-5 0,-7-5-2 16,1-1 0-16,8-5-12 0,6 1-41 0,-8-3-120 15,-8-6-26-15,6 1-215 0,2-2-239 0,-1-11-400 16,-8-1 45-16,6-6-134 0,-7 2 47 0,2-12-999 15</inkml:trace>
  <inkml:trace contextRef="#ctx0" brushRef="#br0" timeOffset="119122.63">19504 12731 136 0,'-20'0'1793'0,"-4"-3"-634"0,-3 1-213 0,3 0-255 15,4-2-484-15,-12 2 1 0,-4-1 19 0,2-2 11 16,10 2-77-16,-12 3 42 0,6 0-22 0,1 0-27 0,0 0-43 15,2 0-48-15,4 3-38 0,2-3-18 0,-2 5-39 16,14-5-48-16,-3 0-119 0,9 3-117 0,3-3-192 16,0 0-45-16,0-8-594 0,3-2 215 0,12-4 19 15,2 4-518-15</inkml:trace>
  <inkml:trace contextRef="#ctx0" brushRef="#br0" timeOffset="119593.39">19958 12445 286 0,'-6'9'1025'0,"6"-7"-260"0,-14 3-134 0,14-2 35 0,-12 2-133 15,5-2-264-15,-4 3 46 0,-1-4-84 0,3 0 16 16,-3 1-83-16,4-1 54 0,-1 2 11 0,-3-4-17 15,0 0-83-15,6 0 38 0,-6-4 7 0,10 4 48 16,-10-5-96-16,9 5 26 0,-2-4-15 0,1-2 12 0,1 1-73 16,0-8-32-16,3 10-32 0,0-14-15 0,0 10-3 15,3-1-12-15,-3 5-9 0,12-7 8 0,3 1-12 16,-10 7-13-16,10-3-36 0,6 3-24 0,-4-2-18 16,-10 4 20-16,13 4-84 0,9-2 37 0,-17 0 21 15,0 1 49-15,0-3-4 0,8 17 16 0,-10-8 32 16,-5-3 17-16,-2 12 2 0,1-5 8 0,-4 1 4 0,-7 5 2 15,4-4 2-15,-9 9 2 0,-2-8-1 0,2 0 1 16,-15 5 1-16,4-3 4 0,-1 1 3 0,4-8 2 16,-4 5 19-16,-2 4 26 0,6-3-3 0,13-12-1 15,-5 10-14-15,7-4 12 0,-2 0 6 0,2 7-18 16,5-12-6-16,0 1 21 0,0 6 3 0,5-2 26 16,-1-8-32-16,13 7 14 0,-2-4-2 0,20 2-9 15,-11-8-19-15,8 2-4 0,6 2-12 0,-6-4-7 16,4 0-8-16,-4 0-19 0,2 0-77 0,3 0-70 0,-10-4-44 15,9 2-337-15,-1-3-396 0,-3-4-63 0,4 2 23 16,-16-4-72-16</inkml:trace>
  <inkml:trace contextRef="#ctx0" brushRef="#br0" timeOffset="123291.49">32226 14917 8 0,'3'0'136'0,"6"0"-50"16,-9 0 4-16,0 0 4 0,0 0-13 0,0 0-18 0,0 0-10 16,0 0 17-16,0 0-14 0,0 0 3 0,0 0 26 15,0 0-9-15,0 0 60 0,0 0-24 0,0 0-3 16,0 0-29-16,0 0 50 0,0 0-21 0,0 0 2 16,0 0-33-16,0 0 13 0,0 0 10 0,0 0-24 15,6 0-24-15,0 3-12 0,-3-1-12 0,-6-4-9 16,3 2-8-16,3 2 2 0,-3-2-5 0,0 0 0 15,0 0 0-15,0 0 8 0,-3-2 1 0,6 4 17 0,-6-4 7 16,3 2-5-16,3 2 7 0,-3-2-3 0,0 0-35 16,0 0-3-16,0 0-2 0,-3-2 8 0,6 4 59 15,-3-2 35-15,-3 0 37 0,-3 13 46 0,6-13 19 16,-8 11-11-16,5-6 0 0,-6 6-32 0,-3-3-55 16,6-3-24-16,-6 0-9 0,-2 3-13 0,4-6-8 15,-16 7-20-15,6-4-22 0,-2-3 0 0,2 2-3 0,-4-4 2 16,7 2 2-16,5-2 14 0,-5 0 16 0,-7-2 15 15,12-2-7-15,1 4 35 0,-4-10 1 0,3 0 22 16,10 7-48-16,-5-14 20 0,4 8 0 0,1-4-16 16,-1-4-35-16,3 4 8 0,3-1-8 0,9-14-12 15,-7 19-11-15,10-4-1 0,-6 8-2 0,23-8 2 16,-17 8-1-16,9 2 2 0,-2 0 1 0,0 3-4 0,-5 3-1 16,7 3 0-16,-9 1-2 0,11 6-2 15,-6 0-3-15,-8 0 2 0,6 9 4 0,-1 0 1 0,-2 9 0 16,-9-12 6-16,4 7 10 0,-8 3 21 0,-2 2 29 15,0-11 5-15,0 6 42 0,-6 3 12 0,-2 3 30 16,4-11-63-16,-7 7 20 0,-1-4-27 0,-3 6-26 16,6-14-36-16,1 2 16 0,-8 1 31 0,8-6-12 15,1-3-40-15,-3-2 4 0,-2 6-19 0,-3-4-197 16,6-7-196-16,-9-1-121 0,4-2-376 0,-1-5-168 0,-18-13-2 16,22 4-255-16</inkml:trace>
  <inkml:trace contextRef="#ctx0" brushRef="#br0" timeOffset="123461.03">31422 15089 568 0,'0'0'2256'0,"0"0"-1607"16,-3 0-185-16,-6 7-158 0,6-9-524 0,6 4-71 15,-3-2 76-15,-3-2-117 0,6 4 163 0,-3-2 119 16,0 0 37-16,-3-2-80 0,6 4-192 0,1 4-116 15,-1-1 64-15,-3-5-114 0,0 0 0 0,0 0-336 0</inkml:trace>
  <inkml:trace contextRef="#ctx0" brushRef="#br0" timeOffset="123826.09">31310 14856 146 0,'-5'-6'2771'15,"-2"1"-2207"-15,7 5 189 0,0 0-92 0,0 0-498 16,0 0-147-16,0 0-12 0,0 0-3 0,0 0-2 16,0 0-6-16,-11 13-2 0,5-2 2 0,0-4-3 15,-3 7 0-15,-6 5-7 0,1-4 8 0,2 1 8 16,-3-8-4-16,0 3 2 0,1-4 9 0,-13-1 4 16,15-3-3-16,1-3 1 0,-22 0-1 0,10-3 6 15,-4-3-7-15,9 4 0 0,-12-11 16 0,5-5 52 0,1-6 42 16,7 8-4-16,-5-8 57 0,2-15 99 0,6 4 19 15,7 6-61-15,-5-6 51 0,4-18 53 0,5 9-84 16,3 4-80-16,3-14 28 0,2-12-28 0,2 6-52 16,-2 15-37-16,5-10-5 0,-2-25 4 0,-2 19-23 15,0 22-21-15,0-14-3 0,-3-11-11 0,0 25-14 0,-3-1-4 16,0 21 0-16,0-8-12 0,-3 20-32 0,-4-10-71 16,7 17-81-16,-8-4-232 0,-4-1-272 0,0 12-25 15,3-1 125-15,-14 7-318 0,11 8-130 0,-5 9-67 16,5-10 547-16,3 9-239 0</inkml:trace>
  <inkml:trace contextRef="#ctx0" brushRef="#br0" timeOffset="124410.5">30527 14155 866 0,'3'-11'3364'0,"-3"3"-2381"15,0 3-264-15,5-3-295 0,-8 8-650 0,6 0 0 0,-3 11-50 16,4-9 197-16,-1 24 54 0,-1-2 61 0,8 0 7 16,-8 5-5-16,8 6 16 0,-5-1-7 0,4 3-8 15,-3-7-29-15,-1 19-9 0,2-6-10 0,1-3-9 16,-2-7 1-16,2 15-16 0,-1-2-3 0,-2-10 6 16,-1-8 9-16,-4 5-2 0,0 9 3 0,-4-9 5 15,-4-12 7-15,2 8-2 0,-6 0 4 0,-3-3 7 16,0-7 2-16,5-5 2 0,-9 1 4 0,-4-2 14 0,2-2 1 15,6-8-1-15,-5-1 6 0,-4-4 5 0,0-1 3 16,7-3-7-16,-7-1 24 0,4-4 13 0,-16-4 48 16,13 4-23-16,-6-8 59 0,5 1 24 0,-6-6 66 15,16 8-111-15,-4-3 44 0,0 3-27 0,10 3 5 16,1 2-68-16,-5-2 33 0,9 11-3 0,-5-9 32 16,4 8-32-16,4 3-37 0,0 0 17 0,0 0-17 15,0 0-57-15,0 0-9 0,0 0-12 0,-5 14-12 0,8 1-17 16,-1-12-11-16,2 21-46 0,-1-14-49 0,0 17-40 15,-1-16 3-15,-2 2-60 0,-2 2-20 0,-4 5 30 16,-3-10 95-16,4 0-25 0,-10 7 64 0,-6-4 49 16,3-8 20-16,1 0 9 0,-10-2 8 0,-2-9 7 15,-4 1 1-15,1-8 26 0,0-2 54 0,-2-5 41 0,-6-8 90 16,16 6-66-16,-5-12 77 0,2 0 26 0,-9-14 25 16,13 19-142-16,-6-13 9 0,0-4-46 0,-7-15-13 15,18 21-61-15,-3-15-8 0,1-2-15 0,-1-15-2 16,13 24 0-16,5-10 0 0,-6-6 0 0,3-4 0 15,0 28 0-15,3-10 0 0,0 0 0 0,-1-1 0 16,4 27 0-16,0-5 0 0,0 10 0 0,0 1 0 0,0 10 0 16,0-3 0-16,0 11-16 0,0 0-93 0,0 0-117 15,0 0-28-15,16 11-151 0,-10-3-152 0,3 8-458 16,-1 3 294-16,1 4-309 0,3 1 28 0,-1-5 135 16,-2-1 79-16</inkml:trace>
  <inkml:trace contextRef="#ctx0" brushRef="#br0" timeOffset="124597">29932 14272 2513 0,'3'0'1495'0,"2"-4"-550"0,2-1-22 16,-5 5-547-16,10-6-251 0,-12 6-121 0,0 0-4 16,3 0 1-16,12-5 0 0,-13 5-1 0,13-2-3 15,-8 4-2-15,1-2-4 0,10 3-4 0,-7-1-4 0,4 2-5 16,6 3-1-16,-1 1-58 0,-11-5-97 0,15 5-131 15,-18-5-28-15,15 1-500 0,-6 5-54 0,-5-7-21 16,0 1 274-16,-10-6-1069 0</inkml:trace>
  <inkml:trace contextRef="#ctx0" brushRef="#br0" timeOffset="125161.49">29162 14152 222 0,'-12'-8'1771'16,"4"-2"-1338"-16,-1-4 141 0,0 4-28 0,9 10-264 0,0-14-247 15,0 12-2-15,0 2-13 0,-3 0 2 16,6 0 16-16,-3 0-15 0,-3 0 11 0,6 0 3 0,-3 0-7 16,9 7-7-16,0 10-2 0,3 3-3 0,-1 4 3 15,-2-4-10-15,6 13 4 0,-6-4-3 0,3 3 1 16,-4-10-6-16,2 7 2 0,2 4-11 0,-4-3-15 15,-2-9 4-15,2 5-8 0,2 9-8 0,-1-6 13 16,-6-10 9-16,2 7 4 0,-2 1 10 0,-3-1 3 16,0-4 5-16,-3-7 0 0,-5 6 2 0,-8 0-2 15,1-1-3-15,-2-11 0 0,-10 4 15 0,-5-2 12 0,-12 0 52 16,15-6-22-16,-10-2 48 0,-8 2 22 0,-11 0 75 16,16-1-56-16,-11-4 77 0,0 2 1 0,9-2 57 15,2-2 23-15,8 2-2 0,3-4-16 0,8 4-22 16,21 0-98-16,-10 0-19 0,9 0-77 0,-12 8-25 15,11-8-35-15,4 14-13 0,0-4 2 0,4 14-6 0,7-3-21 16,-2-4-6-16,6 3-18 0,5 4-11 0,1 0-24 16,-6-8-6-16,0 5-38 0,2 6-15 0,-2 1-107 15,-6-12 100-15,-4 8-50 0,-5 0 16 0,-2-2 21 16,-1-15 56-16,-18 12 28 0,-2-12 63 0,2 2 23 16,-11-7 57-16,-3-4 80 0,-6-7 102 0,-3 2 53 15,-12-10 25-15,2-1-11 0,-4 0-31 0,-8-8-27 0,1-2-119 16,27 13-104-16,-6-14-26 0,-1 2-15 0,1-7 0 15,17 10 0-15,2-10 0 0,1 2 0 0,-3-8 0 16,18 16 0-16,-2-2 0 0,2-3 0 0,9 2 0 16,3 19 0-16,3-8-31 0,2 6-181 0,7 2-348 15,2 8 126-15,7 3-355 0,-6 2-264 0,-9 1-139 16,15 14 172-16,-4 2-45 0,-3-3-426 0</inkml:trace>
  <inkml:trace contextRef="#ctx0" brushRef="#br0" timeOffset="125330.04">27978 15361 2743 0,'0'0'917'0,"0"0"-329"0,-3 0 93 0,6 0-632 0,6 5-351 16,-6-1 62-16,14-10-81 0,-2 1 29 0,6-4 44 16,-13 5 201-16,19-10 88 0,-9 4 89 0,9-1 35 15,-16 2-66-15,-5 7-26 0,17-9-152 0,-14 9-131 16,3-1-50-16,-2-7-417 0,-10 10 70 0,5-16-2 15,-2 14 123-15,-6-14-563 0</inkml:trace>
  <inkml:trace contextRef="#ctx0" brushRef="#br0" timeOffset="125474.65">27460 14959 176 0,'-39'-19'3323'0,"15"1"-2457"15,16 7-217-15,2 3 71 0,-6-2-724 0,4-1-214 16,8 11 31-16,-4-8-174 0,4-3-90 0,0-2-282 15,6 3 83-15,-6 7 140 0,6-15-152 0,-4 9 71 16,8-1-18-16,-4 2-104 0</inkml:trace>
  <inkml:trace contextRef="#ctx0" brushRef="#br0" timeOffset="125563.41">27400 14766 1134 0,'-5'-6'1937'0,"-10"-1"-962"0,0-4 27 16,9 9-348-16,-12-12-24 0,1 1-362 0,12 7-78 16,-11-3-101-16,16 9-55 0,-15-15-218 0,15 15-72 15,-8-7-85-15,5 5-102 0,3 2-787 0,-9-9 202 16,9 9-378-16,0 0-477 0</inkml:trace>
  <inkml:trace contextRef="#ctx0" brushRef="#br0" timeOffset="131275.16">10975 14498 284 0,'-7'-7'1186'0,"4"1"-637"0,3 6 68 0,-5-7 46 16,2 1-196-16,3 6-167 0,0 0 86 0,-6-11-81 15,3 9-32-15,3 2-101 0,0 0 28 0,0 0 54 0,0 0-59 16,0 0-73-16,0 0 17 0,0 0-33 0,0 0-23 16,0 0-40-16,0 0-19 0,0 0-15 0,0 0-3 15,-12 8-6-15,7 5 7 0,2 8-4 0,-4-2 2 16,5-1 1-16,2 6-4 0,-6 8-1 0,6 4 2 16,-4-3-4-16,4-7 0 0,0 5-6 0,0 4-1 15,0 13 2-15,0-21 3 0,0 6-2 0,4 2 5 16,2-6 12-16,-4-3-1 0,8 14 9 0,2-14-1 0,-7-4 1 15,4-7-5-15,-3 7 0 0,3-6-10 0,3-1 0 16,-7-11-4-16,15 11-2 0,-1-6-1 0,-11-4 4 16,19-1 1-16,-3 0-2 0,-2-8-41 0,2 4-38 15,-2 0-11-15,10-4-120 0,-6-1 3 0,-3-4-28 16,1-4-1-16,-2 5 87 0,12-13-59 0,-7 2 90 0,0-1 43 16,-10 1 36-16,10-5 12 0,2-8 3 0,-12 4 12 15,-5 4 5-15,0-14 4 0,3-7 0 0,-3 5 2 16,-3 7 1-16,-3-11 5 0,3 2 8 0,-4-13 25 15,-5 26-5-15,3-11 32 0,-6 6 23 0,1-3 52 16,-1 18-24-16,-4-2 49 0,5 13-14 0,-1-8 8 16,-4 1 58-16,7 15-104 0,-2-6 24 0,2 1-47 15,0 5 0-15,0 0-40 0,0 0-21 0,0 0-27 16,-3 5-11-16,0 1-5 0,3 12 1 0,0-3-1 0,0 12 3 16,3-8 3-16,-3 12 5 0,3-5 8 0,-3 4 8 15,0-9-3-15,2 18 17 0,2 1-4 0,-4-5 2 16,3-9-8-16,-6 22 6 0,3-11-10 0,-6 1-7 15,3-7-3-15,-6 11 0 0,1-3-3 0,1-9-1 16,2 4 2-16,2-8 3 0,-4 12-2 0,7-12-3 16,-2-15-8-16,4 4-1 0,1 5-8 0,1-10-33 0,-1 4-87 15,-1-12-24-15,-2 5-182 0,6-1-428 0,-6-6-52 16,0 0 101-16,0-2-210 0,0-11-203 0</inkml:trace>
  <inkml:trace contextRef="#ctx0" brushRef="#br0" timeOffset="131691.03">11911 15047 73 0,'7'-4'1260'0,"1"-3"-635"16,-8 5 85-16,4-13-149 0,-2 15-33 0,-4-13-122 16,2 11-102-16,0 2 7 0,0 0-46 0,-4-3-42 0,-2-5-34 15,6 8-67-15,0 0 39 0,-6-3-92 0,-2-1-35 16,8 4 1-16,-10 2 40 0,-2 3 15 0,-8-2 25 15,18 2-13-15,-32 6 148 0,14 0-18 0,3 0-8 16,2-2-44-16,-6 4 81 0,4 9-14 0,2-4-62 16,0 4-71-16,3-3-19 0,3 7-24 0,4-5-32 15,-1 0-16-15,0 0-12 0,8 0-10 0,5-2-1 0,-2-1 0 16,5-7 0-16,-2 2 0 0,10 5 0 0,2-9-8 16,2-2-51-16,-2-1-107 0,6-4-167 0,1-2-104 15,-10-4-31-15,10 0-553 0,-7-3-264 0,1-4 148 16,-3 3 365-16,3 0-356 0</inkml:trace>
  <inkml:trace contextRef="#ctx0" brushRef="#br0" timeOffset="132077">12315 14874 96 0,'0'0'1660'0,"0"0"-826"0,0 0-41 16,0 0-196-16,0 0 216 0,0 0-457 0,0 0-154 15,0 0-22-15,0 0-39 0,-9 16 100 0,9-6-11 16,0-1 42-16,0 9-68 0,3 12 107 0,-6-10-151 16,3-1-24-16,0-3-48 0,0 6-7 0,-3 9-40 0,1-10-18 15,2-7-28-15,-3 1-59 0,-1 7-341 0,1-15-110 16,3 4-81-16,0-6-468 0,-2 1-44 0,2 1-315 15,0-7-718-15</inkml:trace>
  <inkml:trace contextRef="#ctx0" brushRef="#br0" timeOffset="133889.15">20750 11310 335 0,'0'0'242'16,"0"0"34"-16,0 0-49 0,0 0 86 0,0 0 59 0,0 0-64 15,0 0-47-15,0 0 87 0,-5-7 2 0,5 3 36 16,0 4-93-16,0 0 80 0,0 0-14 0,0 0 9 16,0 0-149-16,0 0 126 0,0 0-30 0,0 0-25 15,0 0-17-15,0 0-124 0,0 0 19 0,0 0-39 16,0 0-35-16,0 0-42 0,0 0 13 0,-6 9-12 15,2 1 17-15,2 4 17 0,-1-4 24 0,-4 4-13 0,-1 12-11 16,-4-6-2-16,3 2-13 0,1-3-23 0,1-1-53 16,2-2-21-16,-4 8-98 0,3-6-259 0,6-10-218 15,-6 3-111-15,6-3-399 0,-3 2-278 0,0-4-36 16</inkml:trace>
  <inkml:trace contextRef="#ctx0" brushRef="#br0" timeOffset="136822.31">12760 9223 355 0,'0'0'237'0,"0"0"20"0,0 0 14 16,0 0 8-16,0 0-79 0,0 0-16 0,0 0-74 16,0 0-32-16,0 0-27 0,0 0 6 0,0 0-7 15,0 0-1-15,0 0-5 0,0-3 27 0,0-7 19 0,4 6 18 16,-4 4-22-16,0 4 41 0,0-4 15 0,0-4 13 16,0-5-27-16,0 9 20 0,0 0-4 0,0 0-2 15,0 0-7-15,0 0-45 0,0 0 51 0,0-9-16 16,0 1-11-16,0 8-32 0,0 0 10 0,0 0 30 15,0 0-41-15,0 0-35 0,0 0-1 0,0 0-6 16,0 0-8-16,0 0-26 0,0 0-9 0,0 0 2 16,0 0 2-16,0 8 4 0,-4 1 12 0,4-9 0 0,-6 13 8 15,4-8-3-15,-5 10 5 0,2-1 3 0,2-4-15 16,-6 12 1-16,3-11-1 0,2-4 0 0,-1 17-4 16,-7-11 1-16,9-8-4 0,-6 17 2 0,4-9-9 15,2-2-34-15,-4 4-91 0,2-6-183 0,5 1-169 16,0 4-154-16,0-12 86 0,0-2-359 0,0 11 26 15</inkml:trace>
  <inkml:trace contextRef="#ctx0" brushRef="#br0" timeOffset="138691.31">16747 7606 490 0,'0'0'251'0,"0"0"132"0,3-10 36 15,-3 6 129-15,0 4-220 0,0-2 44 0,0 4-70 16,0-9-18-16,0-1-35 0,0 10-15 0,0-2-10 16,0-15-2-16,2 12 17 0,-2 3 63 0,-2-13-71 0,4 11-26 15,-2 2-62-15,0-11 19 0,0 6 20 0,0 5-94 16,0 0-26-16,0 0-24 0,0 0 25 0,0 0-18 15,0 0-10-15,0 0-33 0,0 0-3 0,0 0-3 16,0 0 1-16,-5 5 2 0,-2 6 3 0,5-1 3 16,-1 6 1-16,-4-3-1 0,4 8 4 0,1-2 0 15,-8-1 1-15,8 1-3 0,-6-1 1 0,1 1-1 16,4-12-1-16,-9 17-6 0,7-8-1 0,-2-8-3 0,5 10-7 16,-1 2-13-16,0-13-80 0,3 6-163 0,0-13-205 15,0 17-244-15,0-15 44 0,0-2-232 0,0 0-513 16</inkml:trace>
  <inkml:trace contextRef="#ctx0" brushRef="#br0" timeOffset="141022.09">13700 15144 48 0,'0'0'835'0,"0"0"-422"0,0 0-117 0,0 0 123 0,0 0 25 16,0 0-211-16,0 0-109 0,15-2 45 0,-15 2 2 16,2 0 69-16,10-5-92 0,-9 5 56 0,9-6 20 15,-3 6 11-15,-1-3-27 0,4 1-12 0,-9 2-25 16,6-4 26-16,1 2-45 0,-10 2 48 0,14-5 18 0,-18 5-27 15,4 0-51-15,7 0 50 0,1-6-14 16,-4 6-38-16,-4 0-9 0,0 0-51 0,0 0 41 0,0 0 30 16,-4 0-23-16,4 0-40 0,4 0 16 0,-16 4 9 15,3-4-27-15,-6 0-27 0,0 0 1 0,-17-4 19 16,0 2 23-16,8 2-24 0,-8 0 37 0,-4 0-11 16,-10-5 4-16,12 5-58 0,-10 0 4 0,-2 0-24 15,-10 0-18-15,12-2-10 0,-7 2 0 0,7-4 0 16,0 4 0-16,0-2 0 0,22 2 0 0,0 0 0 0,-2 0 0 15,16-3 0-15,-11 3 0 0,19 0 0 0,-12 0 0 16,9 3 0-16,3-3-16 0,0-3-98 0,0 6-144 16,0-3-97-16,12 2-110 0,0-2-215 0,3 4-249 15,2-4-191-15,-10 0 309 0,25-4-369 0,-23 4-654 16</inkml:trace>
  <inkml:trace contextRef="#ctx0" brushRef="#br0" timeOffset="141406.06">13415 14869 612 0,'0'0'955'0,"-4"-15"-343"0,4 6 63 15,-3 1 9-15,3 8-213 0,-3-16 1 0,3 16-107 16,-2-15-12-16,2 15-126 0,0 0 134 0,0-3-66 16,2-8-23-16,-2 9 0 0,0 4-69 0,0-2 7 0,0-2-47 15,0 4-67-15,0-2-39 0,0-2-31 0,0 4-21 16,0-2-5-16,0-2-4 0,0 4 3 0,0-2 0 16,3 11 1-16,0-6 3 0,6 21-1 0,-2-6 4 15,-2 0 28-15,7 6 33 0,-7 1 12 0,7 3 12 16,-2 1 9-16,-2 4 15 0,-2 2-4 0,2-1-34 15,-1-1-28-15,-4-6-16 0,6 10-5 0,-4-9-14 0,-2 1-12 16,0 9-2-16,1-18 0 0,-4 6 0 0,0 1 0 16,-4 4-9-16,1-18-38 0,3-2-64 0,-3 3-57 15,3-3-299-15,0-2 123 0,-2-11-281 0,-5 16-252 16,7-16-153-16,0 0 206 0,-15 3-453 0,10-11-189 16</inkml:trace>
  <inkml:trace contextRef="#ctx0" brushRef="#br0" timeOffset="145739.47">14472 14327 111 0,'-4'-3'1895'0,"-4"-10"-1287"0,8 13 92 16,0 0-3-16,-12-6-75 0,12 6-537 0,0-2-53 0,0 4-23 16,0-2 4-16,0 0 13 0,-2 11 84 0,2-3 12 15,0 0 42-15,0 11-11 0,2 14 132 0,-2-6-33 16,0 3 27-16,0-7-85 0,3 14 64 0,-3 2 38 16,3-4-93-16,-3-11-52 0,0 13 46 0,0 5-2 15,-3-4-59-15,0-10-53 0,1 12 15 0,-1-3-12 16,-4 11-4-16,-2-11-49 0,6-10-21 0,-2 12-8 0,-2 1-4 15,2-5 0-15,2-12 0 0,1 9 0 16,2-1 0-16,0-9 0 0,0-11 0 0,2-1 0 0,-2 0 0 16,0-10 0-16,3 6 0 0,0 1 0 0,-3-7 0 15,0 0 0-15,6-13 0 0,-6 6 0 0,6-26 0 16,-4 9 0-16,1 4 0 0,4-12 0 0,-5-4 0 16,-2 3 0-16,0 2 0 0,0-1 0 0,0-8 0 15,0 5 0-15,-2-7 0 0,-1 13 0 0,-6-29 0 16,3 13 0-16,0 3 0 0,3 5 0 0,-2-22 0 15,1 15 0-15,8-2 0 0,1 15-1 0,4-15-8 0,-3 9-2 16,6 6-5-16,-7 9 4 0,7-11-9 0,0 14 7 16,-7 8 5-16,5-2 5 0,10-5 3 0,-8 9 3 15,9 0 3-15,-1 0-2 0,4 7-3 0,-4-1-7 16,9 3-27-16,-2 5-31 0,0 6-11 0,0-4-12 16,-3 10-22-16,-2-1-31 0,-10-3 24 0,3 5-4 0,-3-1 6 15,0 1 0-15,0 3 16 0,-7-3 17 0,-2 0 22 16,1 10 18-16,-4-5 18 0,-7 1 22 0,-1 2 16 15,-6 9 5-15,4-6 3 0,-11-1 12 0,-4 5 15 16,-5 2 0-16,-1 1-1 0,-3-2-11 0,-5-1-26 16,2-4-21-16,-9 8-26 0,20-19 5 0,-9 3-12 15,8-3-7-15,-2-2 1 0,14-5 44 0,1 0 13 0,8-7 10 16,0 7 84-16,8 0-21 0,8-6 35 0,4 9 28 16,13-4 53-16,-10-4-78 0,13 1 28 0,-1 4-42 15,19-5 4-15,-25-1-53 0,13-1-11 0,-2 2-16 16,14-1-2-16,-21-2-23 0,11 0-6 0,-2 0-4 15,1-3-15-15,-6 2-43 0,-26 0-86 0,12-2-199 16,-2 3-321-16,-8-3-214 0,-7 0 20 0,5 0-329 16,10 0 46-16,-15-3-1139 0</inkml:trace>
  <inkml:trace contextRef="#ctx0" brushRef="#br0" timeOffset="146123.44">15592 14384 2303 0,'5'-9'665'0,"2"-6"106"0,-2 0 4 16,-2-1-284-16,-3 8-263 0,-3-5 32 0,3 10-40 15,-8-4-11-15,-1 1-52 0,-9 4 108 0,6 2-85 16,-14 4-45-16,11-4-35 0,-17 11 81 0,3-2-46 16,2 4 24-16,3 0-42 0,-12 11 42 0,-8 13 44 15,12-1-58-15,-3 5-27 0,4-1-26 0,-6 15-32 16,13-11-23-16,4-4-12 0,8-8-24 0,0 19-1 16,7-14 0-16,1 5 0 0,4-16 0 0,6 11 0 0,0 1 0 15,6-10 0-15,-3-10 0 0,8 6 0 16,13 3 0-16,-4-10 0 0,-2-8 0 0,8 4 0 0,7-2 0 15,1-5 0-15,-13-3 0 0,2-1 0 0,10 0-15 16,-12-4-96-16,-10 2-71 0,7-5-240 0,-7-3-302 16,7-3-522-16,6 0-119 0,-16 2 469 0,6-6-1714 15</inkml:trace>
  <inkml:trace contextRef="#ctx0" brushRef="#br0" timeOffset="147604.49">16876 14644 420 0,'0'0'1934'0,"10"-8"-1367"0,-5 6 199 15,-5 2-27-15,0-13-280 0,0 13-231 0,-9-9-30 0,-3 1-37 16,1-5-35-16,2 6-11 0,-15-7-9 0,4 8 3 16,-2-1-20-16,5 1-45 0,-12 4 14 0,2 2-4 15,-3 0 9-15,10 0-13 0,-16 2 52 0,10 1 14 16,3-3 19-16,-1 6-3 0,0 1-10 0,1-1-7 15,5 1 20-15,-2 7-52 0,5 0-50 0,-2 1-16 16,-2 3-3-16,8 6 4 0,2 3-13 0,0-6-30 16,3 6 19-16,4-3 2 0,2 4-1 0,0-6-3 0,0-2-10 15,5 2-2-15,-2-2 7 0,9 0 2 0,0-7-4 16,0 2-4-16,-4-4 2 0,10-2-2 0,2 0-4 16,-5-5-3-16,2-2-6 0,-5 1 1 0,18-6-14 15,-9-3-10-15,6-1-46 0,-15-1 32 0,8-6-25 16,4 1 6-16,2-5 10 0,-3-3 18 0,-2-3 14 15,2-5 35-15,-1-4 16 0,-5 7 4 0,-2-10 4 0,-1-5-1 16,-4 2 9-16,-5-1 11 0,-2-10 6 0,-3 3 14 16,-3-4 28-16,0 17 5 0,-11-24 82 0,2 10-30 15,-3 4 27-15,0 9-14 0,1-11 44 0,-8 7-32 16,7-1-28-16,-5-7 16 0,8 17-80 0,-5 1-8 16,0-2-15-16,-2-4-18 0,4 14-25 0,5-3-4 15,3 8 0-15,2 3 0 0,-2 2 0 0,2 2 0 0,5 5 0 16,0 4 0-16,0 0 0 0,0 0 0 15,0 0 0-15,0 0 0 0,0 0 0 0,5 8 0 0,4-3 0 16,18 22 0-16,-15-14 0 0,8 11 0 0,-3 0 0 16,7 5 0-16,0 10 0 0,-13-15 0 0,11 11 0 15,-8 13 0-15,4 2 0 0,-9-14 0 0,3 10 0 16,3 18 0-16,-10-12 0 0,2-14 0 0,1 8 0 16,-2 5 0-16,0 12 0 0,-6-25 0 0,2 4 0 15,1 8 0-15,1 0 0 0,-1-23 0 0,-1 8 0 0,1-7 0 16,9 7 0-16,-9-17 0 0,6-2-31 0,0-2-148 15,2-4-286-15,4 1 68 0,-6-9-416 0,3 4-326 16,12-8-75-16,-1-2 71 0,-5-3-1128 0</inkml:trace>
  <inkml:trace contextRef="#ctx0" brushRef="#br0" timeOffset="148392.38">17203 14242 1316 0,'0'-11'902'0,"3"-10"-389"0,-1 0 406 0,2-3-292 16,-4 6-258-16,-4-1-43 0,4 11-81 0,4-13 138 15,-8 5-34-15,8 14 5 0,-4-4-84 0,0-7 43 16,0 13-6-16,0 0-47 0,0 0-119 0,-4 0-50 16,8 0-50-16,-8 13-29 0,4-7-8 0,-5 14-2 0,2 4-2 15,1 0 8-15,-2 0 16 0,1 5 21 0,-2 3 13 16,2 6 7-16,-1-5 1 0,1 2 0 0,-5 5-11 15,8-3-21-15,-4-8-19 0,2 19-4 0,2-9-11 16,-3-2 0-16,3 3 0 0,0-3 0 0,3-1 0 16,-1-3 0-16,2-2 0 0,2-10 0 0,3 8 0 15,-1-7 0-15,4-7 0 0,0-4 0 0,0 2 0 0,5-4 0 16,-7-4 0-16,10 3-3 0,-8-6-23 0,17-8-34 16,-9 4-22-16,-1-3 9 0,3-6-49 0,12-4-40 15,-7-1 38-15,-10 3 42 0,6-6-36 0,10-12 27 16,-13 1 16-16,1 3 43 0,-6 3 11 0,2-18-5 15,-2-5 22-15,-3 4 6 0,-7 10-3 0,2-7 28 16,-4-19-18-16,-3 17 7 0,0 10 8 0,-3-5 38 16,-4 3 73-16,2 8 40 0,-2 12-59 0,2 6 36 15,0-8-10-15,5 14 9 0,0 2-93 0,-4 0-28 0,-4-6-27 16,8 6-3-16,0 0 0 0,0 0 0 0,0 13 0 16,0-4 0-16,2 19 0 0,1-12 0 0,0 8 0 15,6 5 0-15,-4 6 0 0,5-9 0 0,-1 6 0 16,-4 2 0-16,7-2 0 0,-2 0 0 0,-5-4 0 15,0 7 0-15,5-6 0 0,-8 1 0 0,8-1 0 0,-5 0 0 16,2 3 0-16,-2-9-10 0,7 1-82 0,-7 2-158 16,7-4-113-16,-5-9-15 0,1 0-582 0,4 5-107 15,-3-12-119-15,-3 1 356 0,-6-9-208 0</inkml:trace>
  <inkml:trace contextRef="#ctx0" brushRef="#br0" timeOffset="148906">18120 14683 619 0,'2'-7'1042'0,"-2"7"-406"0,-2-6 218 0,-1-4-79 15,0 7-134-15,-3-4-338 0,3 4 101 0,-9-3-208 16,12 6-66-16,-10-5-48 0,0 3 24 0,0 2-15 16,-4 0-25-16,8 0-4 0,-6 5-11 0,-2 3 83 15,2 2-5-15,-3 9 28 0,6-6-8 0,-6 9 95 16,10-4-59-16,2 0-15 0,-1-1-35 0,8 5 33 15,1-5-56-15,5 1-31 0,-2-2-21 0,6 8 33 0,4-9-28 16,0-1-23-16,0-4-25 0,8 1-7 0,-2-2-13 16,6-7-11-16,-13 0-1 0,15 1-117 0,-10-3-122 15,-2 0-109-15,-6 0-206 0,-4-3-39 0,2-4-713 16,10-7 182-16,-19 9 92 0,13-11 303 0,-5 1-959 16</inkml:trace>
  <inkml:trace contextRef="#ctx0" brushRef="#br0" timeOffset="149151.34">18378 14371 106 0,'4'-2'1408'0,"-4"2"-322"0,0-3-81 15,11-3-207-15,-7 6-228 0,-4 0-369 0,0 0 30 16,0 0-111-16,5 9-7 0,-5-3-18 0,3 3 41 16,-3 2-1-16,3 13 23 0,1-8-71 0,-2 3-3 15,1 5-52-15,0 2-81 0,-1-8-92 0,2 0-205 0,-1-9-279 16,2 9-274-16,-1-5 190 0,2 1-469 0,-1 4-323 16</inkml:trace>
  <inkml:trace contextRef="#ctx0" brushRef="#br0" timeOffset="149725.76">18444 15379 217 0,'2'0'956'0,"-2"0"-539"0,0 0 324 0,0 0-175 15,-2 0-125-15,2 0-188 0,-3-5 26 0,-9-5-95 16,-12 2-125-16,9 5-24 0,-7-4 24 0,-12-2 22 15,-10 1 11-15,0 1-3 0,8 1-39 0,-25-2 15 16,-25 0 14-16,6-3-36 0,16 6-15 0,-33-8 6 16,-10-2 5-16,-37-1 104 0,54 8 30 0,-32-3 159 15,2 2 104-15,-21 0 179 0,58 5-245 0,-24-1 99 0,19-3-80 16,-19 6-78-16,49-1-215 0,-10 1-50 0,6-1-42 16,9 3-4-16,30 0 0 0,-6 0 0 0,25 0 0 15,-7 3 0-15,7-1 0 0,8-2-3 0,14 3-39 16,2-1-176-16,6-2-358 0,1 0 71 0,5-2-400 15,4-1-270-15,3 1-32 0,5-4-25 0,0 3-970 16</inkml:trace>
  <inkml:trace contextRef="#ctx0" brushRef="#br0" timeOffset="150371.04">17227 16049 453 0,'-7'6'726'16,"5"-6"-263"-16,-10 2-72 0,4-2 142 0,-11 0 9 15,-10-2-266-15,11 2-119 0,-11-4 63 0,-12 4 80 16,2 0-64-16,4 0 36 0,9 4-68 0,-13-2 114 16,-8 1 138-16,3 1-85 0,11 2-74 0,-7 2 140 15,-6 2-20-15,9-4-80 0,13 4-114 0,-8 4 14 16,-4 4-49-16,16 0-117 0,5-1-37 0,-3 4-19 0,7 5-3 16,7 4-7-16,1-14-5 0,3 10-11 0,10 0-11 15,-2-4-5-15,4-6-2 0,9 12-70 0,-4-10-20 16,1 2-36-16,0-10 40 0,2 4-43 0,7-1-49 15,-3-8 38-15,-1 1 11 0,1-6 31 0,3-4-5 16,-5-1 21-16,5 0 11 0,-8-1 36 0,1-4-10 16,-3-4 46-16,2-1 19 0,-11-1 2 0,9-13-2 15,-8 3-1-15,1-2-3 0,-5 0-1 0,2-17-1 16,-5 8 2-16,-2-3 3 0,-6 8 8 0,3-28 15 0,-2 12 16 16,-2-2 19-16,4 15 42 0,-9-31 145 0,7 19-4 15,-4-1 33-15,1-5 80 0,1 24-144 0,2-11 37 16,-5 11-93-16,5 8-47 0,1 8-42 0,-1-6-36 15,2 8-18-15,0 4-1 0,3 7 0 0,0 0 0 16,0-4 0-16,-6-5 0 0,6 9 0 0,0 0 0 16,2 0 0-16,8 9 0 0,-5 8 0 0,4 4 0 15,3 0 0-15,-2 10 0 0,-2-4 0 0,6 8 0 0,-2-3 0 16,6 12 0-16,-4-4 0 0,-2-11 0 0,10 14 0 16,-2 12 0-16,-6-15 0 0,-2-8 0 0,6 8 0 15,3 2 0-15,-4-7 0 0,-2-9 0 0,2 5 0 16,7 6 0-16,-6-13 0 0,-9-6 0 0,8 6 0 15,-2 0 0-15,0-6-2 0,-3-7-16 0,5 0-66 0,-5-3-226 16,3 2-127-16,-3-6-38 0,-3-2-367 0,14-4-231 16,-9-4-389-16,-7 3 643 0,16-18-392 0</inkml:trace>
  <inkml:trace contextRef="#ctx0" brushRef="#br0" timeOffset="150671.23">17627 15520 1704 0,'-2'-8'2515'0,"2"5"-1557"0,2-7 138 16,-2 10-356-16,0 0-477 0,0 0-209 0,0 0-5 16,0 3-30-16,-2 10-10 0,-4 5 6 0,0 11 19 0,3 1 15 15,-6 9 19-15,6 1 4 0,3 2 29 0,0 0 8 16,0 19 6-16,0-11-40 0,0-15-27 0,0 10 7 15,5 7-16-15,2-8-35 0,-2-18-4 0,2 10 0 16,5-1 0-16,3-3 0 0,-7-9 0 0,1 1 0 16,8 2 0-16,-5-9 0 0,-9-12-2 0,18 13-55 15,-3-7-95-15,-6-9-39 0,5 2-58 0,-2-4-205 0,-1 0-226 16,10-4-217-16,-12-1 206 0,8-10-318 0,-5 2-7 16,0-9 153-16,-1-4 98 0,4-1-338 0</inkml:trace>
  <inkml:trace contextRef="#ctx0" brushRef="#br0" timeOffset="150826.81">17949 15930 444 0,'-7'-2'1578'0,"-4"-7"-448"0,-3 2-209 16,2 1 1-16,2 4-431 0,-19-7 30 0,5 9-203 15,1-2-48-15,-1 2-122 0,-20 2 44 0,6 2-52 16,-1-4 6-16,4 2-30 0,-6 1-29 0,2 5-12 16,5-8-11-16,-2 2-30 0,13 1-29 0,-6-1-47 15,7 1-10-15,17-3-126 0,-10 0-126 0,11 0-244 16,-7-10-277-16,7 4-254 0,4-1 264 0,15-12-518 0,4 5-176 15</inkml:trace>
  <inkml:trace contextRef="#ctx0" brushRef="#br0" timeOffset="151524.94">19704 15306 59 0,'3'0'1146'0,"6"-4"-824"0,-2 4 139 15,-7 0 3-15,8 4-119 0,1-2-165 0,-11-2 136 0,10-6-44 16,1 4-14-16,-9 2-69 0,15-7 131 0,-15 3-81 16,12-1-22-16,-10 5-49 0,-2 0-67 0,15-4 45 15,-15 4-46-15,0 0 11 0,0 0-18 0,0 0 27 16,0 0 17-16,0 0-21 0,0 0-29 0,0 0 37 16,0 0-17-16,-9-4-24 0,3 2-26 0,6 2 23 15,-24 0-18-15,4 0-1 0,6 0-24 0,7 2 43 0,-22-2 37 16,-1 0 76-16,4 0-61 0,-4 6 58 0,-4-6 50 15,-8 2-13-15,9-2-100 0,-11 3-7 0,0-3-33 16,-10 0-17-16,14 2-47 0,7-2-16 0,-2 0-7 16,-1 0-27-16,22 0-53 0,-1 4-55 0,0-4-238 15,1 5-203-15,14-5-213 0,0 0 2 0,0-5-381 16,2-4 34-16,16-6-413 0,-2 6 81 0</inkml:trace>
  <inkml:trace contextRef="#ctx0" brushRef="#br0" timeOffset="151822.15">19510 15047 1121 0,'-3'-13'1738'0,"3"9"-797"0,-3-1-293 0,3-1 145 16,0 6-360-16,0 0-303 0,0 0-56 0,0 0 24 0,0 0 1 16,0 0-46-16,0 0-12 0,10-5-15 0,-5 3-1 15,-5 2-11-15,9 7-1 0,-6-7 8 0,2 9 96 16,2-3 7-16,-2 9 49 0,-2-10-19 0,6 14 118 15,-3 8-34-15,0-1-20 0,0-8-85 0,-4 14 52 16,5 0-63-16,-4 2-43 0,-3-5-35 0,9 19 1 16,-6-11-28-16,-1-1-15 0,5-6-2 0,1 17 0 15,-5-12 0-15,6 0 0 0,-4-9 0 0,5 14 0 0,-4-11 0 16,-3-5 0-16,2 2-2 0,-2-4-20 0,-3-15-56 16,7 12-62-16,-5-9-76 0,1 3-123 0,0 4-115 15,1-17-125-15,-4 13-164 0,0-8-12 0,0-5-406 16,0 0 193-16,-4 0 126 0,-7 0 282 0,11 0-571 15</inkml:trace>
  <inkml:trace contextRef="#ctx0" brushRef="#br0" timeOffset="154625.65">20633 14461 622 0,'-3'-15'472'0,"3"4"-264"0,-3-7 73 15,3 9-96-15,0-9-92 0,0 3 36 0,0 4 9 0,3 3 29 16,-3 8 49-16,0 0 92 0,0 0-119 0,0-3 44 16,5-8-20-16,-5 11-22 0,0-2-53 0,0 4-50 15,0-2-33-15,0-2-8 0,0 4-5 0,12 7 25 16,-12-9 24-16,3 18 5 0,-3-12-10 0,0 12 107 16,-3 3-37-16,3-3 6 0,-2-2-48 0,-8 10 72 15,5 7 18-15,-4-2-50 0,1-7-40 0,-4 13 47 0,-10 11 62 16,5-3-53-16,-7-3-4 0,12-12-33 15,-11 22 98-15,6-12-62 0,-4 4-25 0,9-14-48 0,-3 20 47 16,3-7-4-16,7 1 0 0,-1-15-42 0,2 19 69 16,4-13-41-16,0-2-7 0,0-11-44 0,0 7-31 15,7-3-31-15,-2-4-8 0,-2-4-4 0,6 12 0 16,1-10 0-16,0-1 0 0,0-3 0 0,-4-8 0 16,14 10 0-16,-2-9 0 0,-12-4 0 0,17 3 0 15,1-3 0-15,-4 1 0 0,11-4 0 0,-14-2 0 0,6 0 0 16,3-2 0-16,8-2 0 0,-14 4 0 0,4-5 0 15,2 3 0-15,1 0 0 0,-7-2 0 0,7 2 0 16,-7-1-2-16,4 1-71 0,-7-2-134 0,1 2-294 16,0-1-288-16,5-7-614 0,-4 2 493 0,3-2-300 15,0-4-710-15</inkml:trace>
  <inkml:trace contextRef="#ctx0" brushRef="#br0" timeOffset="155488.35">21791 14747 176 0,'2'-5'757'16,"8"0"-279"-16,-5-1 71 0,4 4-169 0,-9-1 73 15,15-7-46-15,-15 10-93 0,5-14-74 0,-1 12 49 16,2-6-2-16,-4-1 114 0,-2 4-156 0,7-5 25 16,-7 7 5-16,5-8-2 0,-5 9-24 0,3-9-83 15,-3 9 94-15,3-11-76 0,1 10 3 0,-8-3-52 0,1-7 18 16,-5 8-75-16,-1 0-23 0,-1 2-18 0,-7-2 17 16,0 3-12-16,-10-4-11 0,10 6-9 0,-13 0 17 15,6 0-16-15,-2 2 8 0,6 4-4 0,-14-1 36 16,12 3-5-16,0 1 9 0,8 0-7 0,-21 8 45 0,11 3-32 15,0 2-11-15,-6 13-3 0,10-12-27 0,-6 11-6 16,4 4-10-16,8 1-13 0,-1-2-3 0,4 3 0 16,-1 2 0-16,6 4 0 0,0-13 0 0,6 4 0 15,3 3 0-15,6 6 0 0,-3-20 0 0,8 5 0 16,1 4 0-16,14 5 0 0,-10-19 0 0,1 0 0 16,7 3 0-16,-1-3 0 0,-6-10 0 0,7-1 0 15,-3-2 0-15,8 0 0 0,-14-3 0 0,6-2 0 16,0-1 0-16,-4-2 0 0,9 0 0 0,-12 0 0 0,5-5 0 15,-10 3-53-15,8-7-143 0,-8 5-88 0,-3-2-244 16,11-8-524-16,-8-1-84 0,-9 10 228 0,11-11-256 16,-4 6-616-16</inkml:trace>
  <inkml:trace contextRef="#ctx0" brushRef="#br0" timeOffset="156824.76">23529 14800 394 0,'2'0'1632'0,"-7"-14"-957"0,2 7 3 0,-3-1-27 0,-2-3-308 16,1 9-165-16,-5-9-35 0,4 6-43 0,-9-3 86 16,-7-2-18-16,6 4 23 0,4 1-32 0,-10-1 90 15,2 1-96-15,5 1-39 0,0 4-36 0,-15-4 63 16,5 8-12-16,0-4-9 0,3 2-24 0,-13 3 40 16,1 1-1-16,1 1-27 0,9-1-64 0,-22 7-10 15,10 0-25-15,5 1-15 0,4 4 13 0,9-8-8 0,-10 14 1 16,15-3 7-16,1 3 0 0,7-5-3 0,2 4-9 15,5 1 0-15,2-3 0 0,4 3 7 0,6-3-1 16,2 5-2-16,8-2 3 0,-2-11 2 0,16 14 0 16,-4-3-3-16,0-9-3 0,4-6 1 0,11 4-2 15,-11-7 3-15,1-1 0 0,7-3 1 0,1-4-3 16,-7-3-4-16,0-1-2 0,-11-1 1 0,22-4-8 16,-13 0 0-16,-6-4 0 0,2-7 4 0,-11 6 6 0,2-3 1 15,-8-10 7-15,1-5 18 0,-8 11 13 0,-6-10 36 16,-2-6 8-16,-2-6 16 0,-4 8-9 0,-8-6 18 15,-5-6 3-15,-4-12 11 0,8 23-38 0,-9-10 24 16,0-2-5-16,-5-10-3 0,12 28-45 0,-7-15 4 16,6 1-22-16,-8-7-30 0,8 14-2 0,1-7 0 15,-2 7 0-15,2-12 0 0,9 12 0 0,-1 12 0 0,3-6 0 16,2-2 0-16,-1 8 0 0,5 8 0 0,0-1 0 16,0 11 0-16,0-6 0 0,0 15 0 0,0 0 0 15,3-11 0-15,-3 11 0 0,0 0 0 0,9 8 0 16,3 6 0-16,-1 4 0 0,1-3 0 0,2 9 0 15,8 13 0-15,-2 5 0 0,-11-14 0 0,6 19 0 16,5 9 0-16,-6-3 0 0,-2-4 0 0,0-8 0 0,3 27 0 16,-6-6 0-16,3-5 0 0,-6-11 0 15,-1 17 0-15,2 3 0 0,-5-10 0 0,8-19 0 16,4 18 0-16,1-13 0 0,0-5 0 0,-3-7 0 0,11 10 0 16,-2-14 0-16,-4 1 0 0,-7-12-14 0,10 7-110 15,-3-7-200-15,-8-12-115 0,9 5 76 0,-9-3-291 16,15-7-294-16,-1-12-459 0,-9 6 610 0,1-8-116 0,0 1-869 15</inkml:trace>
  <inkml:trace contextRef="#ctx0" brushRef="#br0" timeOffset="157386.28">23906 13895 477 0,'-6'11'482'0,"0"-5"-218"0,-8-6 110 16,4 0-9-16,0 0-35 0,-12-4-97 0,8 4-39 15,-1 0 15-15,-9-2 18 0,7-1 33 0,5 1 31 0,-3-4-8 16,-2 1-5-16,7 0-12 0,5-1-74 0,-4-5 106 16,3 2-66-16,4 3-31 0,-2-5-67 0,1 1 60 15,0 0-58-15,3-4-18 0,0 11-58 0,6-10-15 16,3 3 15-16,0 6-18 0,-1-3-14 0,7 1 5 15,6 6-4-15,-6-2-7 0,5 2-11 0,-8 2-7 16,9 2-6-16,-1 5-8 0,-8 2-16 0,-6-2 1 16,3 6-21-16,0 4-9 0,-9 10-36 0,0-11 28 0,0 9-16 15,-4-1 11-15,-6 6 10 0,-2-5 34 0,-3 2 11 16,-4-1 22-16,-3 2 13 0,-2 2-1 0,0-1-1 16,6 1-3-16,1-1-13 0,8-7-9 0,-6 14-4 15,3-4-3-15,7-5 1 0,2-11 4 0,0 15 9 16,3-2 53-16,3-12 1 0,5 1 23 0,1-6-17 15,6 7 39-15,6-5 5 0,-1-3-40 0,-2-2-31 0,11 2 4 16,10 0-21-16,-10-7-8 0,-12-3-21 0,13 1-93 16,3-1-131-16,2 0-354 0,-18-3 43 0,7 0-372 15,5-3-42-15,1 0 27 0,-12-1-331 0</inkml:trace>
  <inkml:trace contextRef="#ctx0" brushRef="#br0" timeOffset="158020.57">24469 14176 1754 0,'3'-24'1085'0,"0"0"-347"0,-3 8-166 0,2-8-42 15,-4 1-156-15,2 12-27 0,0-5-86 16,-3 8 71-16,0-7 91 0,3 2-106 0,0 13-124 0,-2-6 26 16,-2-2-34-16,4 8-35 0,0 0-91 0,0-3-9 15,0 6-26-15,0-6-6 0,0 6-17 0,-8 11-10 16,4-1-4-16,4 18 3 0,0-7 15 0,0 5-4 15,0 6-7-15,0 4 0 0,-3 6 7 0,-2 3-4 16,2 2-14-16,-1 0-25 0,1 25-11 0,-2-33 23 16,2 13-10-16,-1 9 0 0,4-3 2 0,0-24 21 0,0 10 10 15,0-4 8-15,10 7-1 0,-5-23-3 0,7 4 0 16,0-7 16-16,3 2 11 0,-3-12-28 0,-3-4-8 16,2 1-2-16,3-4-13 0,-4-4-3 0,4-3-60 15,10 0-77-15,3-10-40 0,-7 2 79 0,4-5-54 16,5-5-10-16,6-6-36 0,1-6 65 0,-16 7 96 15,9-10-16-15,-2-1 14 0,6-13 17 0,-18 18 44 0,2-14 14 16,1 1 4-16,-1-6 0 0,-8 8-4 0,4-7-4 16,-4 4-8-16,-1 1-2 0,-1 5 3 0,-5-3 9 15,1 9 24-15,0 5 60 0,-3 9-19 0,0 6 52 16,0-7-23-16,0 18 1 0,0 0-25 0,0 0 14 16,-3 0-67-16,-9 13-1 0,9-8-3 0,-9 25 14 15,0 4 20-15,0-4-17 0,1 3 37 0,2 0 1 16,-3 20 66-16,0-11-9 0,7-3-9 0,-2-6-20 0,7 17 78 15,0-10-70-15,0-3-16 0,4-14-36 0,-4 20 13 16,3-14-26-16,-1-5-20 0,-2-4-22 0,3 6-23 16,4-4-74-16,-2-3-123 0,-5-12-5 0,3 4-174 15,1 2-455-15,1 1-134 0,0-10 155 0,2 0-210 16,8-2-221-16</inkml:trace>
  <inkml:trace contextRef="#ctx0" brushRef="#br0" timeOffset="158954.07">25276 14816 362 0,'10'-8'1512'0,"-10"8"-1014"0,8-11 191 16,-6 9 212-16,8-9-415 0,-10 9-228 0,2-3 73 16,1-6-48-16,-3 5 40 0,0-4-138 0,0 10 36 15,-5-13-28-15,5 10 23 0,-6-2-117 0,0-4 10 16,-9 2-17-16,-5 5-29 0,11 2-54 0,-9 0-6 15,6 2-5-15,-9 3-15 0,-2 6-6 0,9-6 12 0,-1 5 17 16,-9 12 16-16,7-6 35 0,7-1-7 16,-2 4 22-16,2 13 15 0,6-11-20 0,4-5-21 0,0 2 6 15,0 9-36-15,4-17-32 0,4 3-4 0,1 9 4 16,6-1-14-16,-1-5-13 0,-2-5 10 0,8 0-9 16,4 2 13-16,-1-6 1 0,-2-1-7 0,-6-4-42 15,5 1-121-15,-5-1-111 0,-3-2-235 0,2-2-34 0,-4-1-409 16,4-3-35-16,4-12-467 0,-16 14-147 0</inkml:trace>
  <inkml:trace contextRef="#ctx0" brushRef="#br0" timeOffset="159175.49">25542 14540 1014 0,'8'-7'1501'0,"-4"-1"-677"16,6 1 30-16,-12 7-70 0,4 0-404 0,2-6-55 16,2 1-104-16,-4 5-71 0,-2 0-58 0,-2 0-30 15,4 0-38-15,-4 11-15 0,2-2-4 0,-6 10-5 0,2-1-1 16,-4 12-7-16,2-3-26 0,3-7-48 0,-2 15-232 16,1-9-217-16,1-2-239 0,0-6 78 0,-2 4-226 15,1 2-184-15,1-8-362 0</inkml:trace>
  <inkml:trace contextRef="#ctx0" brushRef="#br0" timeOffset="159704.07">25026 15535 569 0,'0'0'328'16,"2"13"45"-16,-2-13-54 0,0 0-43 0,0 0-117 16,0 0 37-16,-14 6 110 0,14-6 4 0,0 0-56 0,-12 0 82 15,1 0 67-15,-8-2-119 0,5 2-128 0,-6-4-6 16,-5 4-62-16,-16 0-22 0,18-2-30 0,-21 0 27 15,-1-3 24-15,-16 1 20 0,14 2-36 0,-21-5 37 16,-12-2 17-16,-3 1 10 0,-10-2-8 0,-7-1-4 16,-10 1 3-16,-2-1-2 0,-34 0 61 0,56 6-33 15,-22-1 133-15,4 4 33 0,-23 2 82 0,65 0-171 0,-20 2 67 16,6 2-46-16,-2 3-66 0,40-1-145 0,-11 1-14 16,9 4-11-16,12-3-16 0,23-5-12 0,-6 5-29 15,7-3-58-15,1 0-81 0,7-5-14 0,10 17-191 16,2-10-166-16,14 4-498 0,-8-7 275 0,8 2-346 15,4-3 91-15,2-6-186 0</inkml:trace>
  <inkml:trace contextRef="#ctx0" brushRef="#br0" timeOffset="160421.15">23585 16261 731 0,'0'0'1192'15,"-15"5"-436"-15,15-5 27 0,-2 0-4 0,-16 0-180 16,6 0-339-16,-15-5-73 0,6 2-53 0,-4-2 32 16,-9 0 33-16,-7 1 102 0,14 2-91 0,-10-3 94 15,-4 3 7-15,-3 2-64 0,-4 5 16 0,16-3-142 16,-3 9 14-16,-1 0-33 0,4 4-34 0,11-4-37 16,-2 7 1-16,-4 8-2 0,9-4 1 0,10-4-4 15,-2 8 5-15,10 7 5 0,3-4-9 0,4-10-7 0,5 10-5 16,2 2-24-16,4-5-22 0,-6-9 8 0,2 3-19 15,6 2-35-15,-1-9-9 0,-4-6-6 0,7 4-36 16,2-2-22-16,-4-7 28 0,2-2 13 0,-5 0 39 16,12-2-16-16,-17-1 52 0,6-8-1 0,-14 5 7 15,18-16-9-15,-12-2 9 0,-5 0 1 0,-2 0 9 0,6-18 4 16,-6 7 7-16,-1 1 13 0,-2 2-5 0,-2-21 4 16,-1 7 3-16,-2 2 17 0,-2 2 13 0,4-14 36 15,-2-2 15-15,1 8 30 0,1 10-18 0,1-24 96 16,4 14-40-16,-2-3-20 0,0 18-50 0,3-17 31 15,1 12-60-15,1 6-15 0,5-3-35 0,-8 20-9 16,1 10 0-16,9-12 0 0,-3 3 0 0,-6 14 0 0,0-3 0 16,9 2 0-16,-10 3 0 0,8 3 0 0,-2 4 0 15,-2-1 0-15,12 30 0 0,-13-12 0 0,4 9 0 16,-3 0 0-16,8 20 0 0,-7-16 0 0,-2 9 0 16,5 2 0-16,2 10 0 0,-4-19 0 0,1 16 0 15,-4 7 0-15,5 1 0 0,-5-8 0 0,-1-15 0 16,1 10 0-16,10 14 0 0,-3-16 0 0,-7-13 0 15,14 7 0-15,-1 8 0 0,2-13 0 0,-8-14 0 0,5 12 0 16,7-3 0-16,-3-14 0 0,-3-2 0 0,8 0 0 16,-3-8 0-16,1-2 0 0,-7-4 0 0,13-4 0 15,-1-6-2-15,2-6-40 0,-9 4-37 0,10-14-144 16,2 0-228-16,-12 1-93 0,0-7-184 0,-8 9 28 16,6-22-656-16,-1 6 276 0,-4-3 144 0,-7 9 346 15,4-19-608-15</inkml:trace>
  <inkml:trace contextRef="#ctx0" brushRef="#br0" timeOffset="160685.45">24121 15787 906 0,'-9'-6'1169'16,"1"4"-258"-16,1-5-114 0,2-4 41 0,5 11-383 16,-10-9 55-16,10 7-115 0,0 4-48 0,0-2-37 15,0-2-37-15,0 4-88 0,-8 7-82 0,2 9-23 0,3 1 8 16,0 7-1-16,1 8-4 0,-1-2-10 0,3 13 33 15,0-2-7-15,0 1-16 0,0 4 1 0,3-6-9 16,2 4-19-16,2-4-24 0,7 8-10 0,-8-18-11 16,6 5-3-16,5 0-6 0,-2-2-1 0,-3-15-1 15,2 7 2-15,6-3-3 0,-1-5-11 0,-7-6-9 16,5-3-55-16,3-2-74 0,-1 0-178 0,-13-8 68 0,14 5-245 16,-6-7-139-16,5-9-397 0,-2-5 301 0,-5-3-300 15,-4-1 102-15,4-4-562 0</inkml:trace>
  <inkml:trace contextRef="#ctx0" brushRef="#br0" timeOffset="160825.07">24316 16062 162 0,'-21'-2'2748'0,"13"-1"-1899"0,-29 1 375 15,17 2-334-15,3 0-486 0,-4 0-211 0,-18 2-29 16,4 3-97-16,-3-3-1 0,6 4 10 0,-10-3 27 16,10 2-14-16,6-5-17 0,4 3-72 0,-12 2-87 15,16-5-89-15,6 2-86 0,0 1-163 0,-9-3-55 16,21 0-303-16,-8-7-146 0,8 1-3 0,8 1 286 15,16-8-1327-15</inkml:trace>
  <inkml:trace contextRef="#ctx0" brushRef="#br0" timeOffset="161268.89">24589 15809 270 0,'0'2'1177'0,"-12"5"-546"0,10-3-51 15,-6 1 182-15,-2 0-170 0,-4-2-228 0,2 0-116 16,0-1-50-16,-8 0-51 0,8 1-23 0,0 3-39 16,-3-6 40-16,15 2-3 0,-12 1 0 0,9-1-1 0,3-2 101 15,-2-2 21-15,-1-1 3 0,-4-2-26 0,5 5-47 16,4-16-15-16,1 8-42 0,-3 0-78 0,12-10-41 15,-5 10-7-15,1-3 2 0,6-2-4 0,1 2-12 16,-6 4 7-16,11-4 16 0,-4 2 5 0,-10 7-9 16,8 0-5-16,-4 2-7 0,0 0-6 0,2 2 0 15,-12 0-16-15,12 7 1 0,-5-1-1 0,-2-1 19 0,-10 7 3 16,1-4 4-16,-11 17 15 0,10-14 3 0,-10 6 11 16,-2 4 4-16,-4-1 26 0,9-9 8 0,-6 11 32 15,1 2 24-15,2 1 6 0,9-12-29 0,0 4 61 16,4 2 18-16,-2-8 3 0,8 4-57 0,-2-12-32 15,8 8 16-15,4 2-8 0,-3-9-69 0,-2-1-17 16,18 4-2-16,2-5 0 0,-2-1-2 0,-7-3-22 0,24 0-137 16,-11-5-231-16,-1-1-198 0,-8-1 48 0,11-2-488 15,4-4-331-15,2 0 60 0,-12 6-301 0</inkml:trace>
  <inkml:trace contextRef="#ctx0" brushRef="#br0" timeOffset="161726.66">26171 15218 714 0,'22'0'1294'0,"-5"0"-773"16,-5 0 235-16,-3 0-53 0,9 3-68 0,-18-3-350 15,12-5 55-15,-10 5-79 0,-2 0-18 0,0 0 3 0,0 0 32 16,0 0-17-16,0 0-13 0,-2-4-88 0,-8-5 3 16,-4 5-37-16,2 4-62 0,-27-2-13 0,10 2-1 15,-6 0 6-15,-1 0-2 0,-5 2 2 0,3-2-8 16,5 0-32-16,6 4-37 0,-2-2-77 0,24 1-53 0,-15-1-111 15,16 0-91-15,-8-2-148 0,4 4-234 16,8-4-197-16,0 0-105 0,0 0 115 0,0 0 197 0</inkml:trace>
  <inkml:trace contextRef="#ctx0" brushRef="#br0" timeOffset="161934.1">26201 15436 355 0,'0'0'1273'0,"0"0"-480"16,0 0-38-16,0 0 181 0,0 0-483 0,-11-11-60 16,2 5-204-16,-6 1-84 0,-2-3 2 0,5 8-5 15,-18-5-7-15,9 2-4 0,4 3-24 0,-10 0-11 16,3 3-34-16,4-1-57 0,0 4-90 0,11-6-139 16,-9 5-247-16,18-5-158 0,-14 5-140 0,10-5 175 15,16 3-375-15,0-6 268 0,14 0-202 0</inkml:trace>
  <inkml:trace contextRef="#ctx0" brushRef="#br0" timeOffset="162300.13">27035 15128 1293 0,'16'-8'1962'16,"-2"-5"-956"-16,-11 0-119 0,0 8-393 0,-6-11-196 15,-9-1-168-15,-9-1-56 0,1 8 33 0,0 5-6 16,-19-6 98-16,3 5-27 0,-6 4 5 0,13 4-59 0,-18 4 40 16,9 1-77-16,0 10-28 0,8-4-32 0,-14 14 7 15,12 4-13-15,2 4 0 0,13-7-3 0,-7 14-1 16,9-1 0-16,6-1-2 0,9-11-9 0,0 15-9 16,7-12-10-16,-2 0 1 0,2-11 4 0,13 16-11 15,1-8 3-15,2-5 1 0,-6-8 2 0,19 3-16 16,-1-3-16-16,-5-6-5 0,5-7-41 0,-11-3 20 15,13-3-42-15,-3 0 38 0,0-7 12 0,-10 2 32 16,11-8-2-16,-2-1 62 0,-6-1 10 0,-1 0 21 16,0-12 34-16,-4 8 2 0,-5-8-8 0,-8 6-23 0,-3-12 18 15,-12 3-38-15,-3 2-63 0,0 7-40 0,-14-11-87 16,-4 4-74-16,3 1-69 0,-2 10-35 0,-12-7-347 16,-6-3-405-16,11 12 131 0,1 3 34 0,8 4 274 15,-8 0-839-15</inkml:trace>
  <inkml:trace contextRef="#ctx0" brushRef="#br0" timeOffset="170194.02">30959 17243 529 0,'0'0'1857'0,"4"-17"-711"15,-4 15-270-15,0-6 17 0,3 2-344 0,-3 6-304 16,0-7 63-16,0-4 11 0,0 14 44 0,0-3-169 16,0-3 15-16,0 6-65 0,0-3-53 0,0-3-45 15,0 6-23-15,0-3-13 0,0 0-8 0,0 2-218 16,9 14-894-16,-9-5-47 0,0 8-2009 0</inkml:trace>
  <inkml:trace contextRef="#ctx0" brushRef="#br0" timeOffset="170287.77">30966 17536 253 0,'0'43'4752'0,"0"-10"-3387"0,0-3-303 15,0 2-303-15,0-4-820 0,2-4-53 0,-2-15-367 16,0 15-231-16,0-4-636 0,0-11 134 0,-2 6 26 16,-1-2-1297-16</inkml:trace>
  <inkml:trace contextRef="#ctx0" brushRef="#br0" timeOffset="170469.29">30983 18155 19 0,'-5'13'30'0,"5"-13"-25"0,0 17-6 0,0-15-4 16,5 5-34-16</inkml:trace>
  <inkml:trace contextRef="#ctx0" brushRef="#br0" timeOffset="170566.03">30992 18224 50 0,'0'0'465'0,"0"10"-218"15,0-2 265-15,0-8-25 0,-2 14 124 0,2-12-159 0,-15 9-128 16,3-6 18-16,3-2-131 0,-21 8-49 16,10-9-82-16,-10-2 10 0,0 3-108 0,-7-6-227 0,10 3-11 15,-11-2-396-15,8-2 42 0,-8 0-201 0,15 1-315 16</inkml:trace>
  <inkml:trace contextRef="#ctx0" brushRef="#br0" timeOffset="170948.01">30055 17663 180 0,'-11'-21'3041'0,"11"15"-2145"15,-4-9 116-15,4 12 161 0,0-7-775 0,0 10-290 16,0-3-79-16,9-5-23 0,-9 5 0 0,0 3-2 16,15-13 1-16,-3 11 0 0,-4 2-3 0,4 0-2 15,-3 2 0-15,6 3 1 0,9 6-1 0,-9-3 2 16,11 2 1-16,-6 3-1 0,2 4 1 0,7 3 2 0,-14-3-2 15,7-1 0-15,-3 4-2 0,-4 2 5 0,-5-12-4 16,-3 4 2-16,1-1 2 0,8 13 1 0,-16-13-2 16,0 1 1-16,0-6-1 0,-4 12 2 0,-4-9-4 15,-7 2 4-15,-6 3-2 0,-11-5 5 0,5 0-2 16,1-7-1-16,-13 5 0 0,7-1-3 0,0-5-3 16,-4-1-7-16,-5 0-56 0,6 4-105 0,3-6-168 0,3 0-173 15,-7-3-481-15,12-2-7 0,-6 0-257 0,16-6 567 16,-6 1-283-16</inkml:trace>
  <inkml:trace contextRef="#ctx0" brushRef="#br0" timeOffset="171125.53">29664 17195 2187 0,'0'-11'2631'16,"0"3"-1448"-16,-4 3 1 0,4-6-409 0,0 11-755 15,0 0-9-15,0 0-5 0,0 0-4 0,0 0-2 16,0 0-20-16,0 0-84 0,0 0-124 0,0 0 27 16,-11 2-187-16,7 2-424 0,4-4-261 0,-11 7-74 0,11-1 88 15,-9-1-745-15</inkml:trace>
  <inkml:trace contextRef="#ctx0" brushRef="#br0" timeOffset="171386.84">29240 17549 1540 0,'0'-3'2378'0,"-7"-7"-1123"0,7 10-418 16,-3 0 93-16,3-14-391 0,0 14-460 0,0 0-46 0,0-4-2 15,-2-7 24-15,2 13-13 0,0-2-6 0,0 0-13 16,0 0-7-16,0 0-86 0,0-2-53 0,0 2-1 16,0 2-333-16,0 9-221 0,0-5-350 0,0-4 184 15,8 12-239-15,-4-1-263 0</inkml:trace>
  <inkml:trace contextRef="#ctx0" brushRef="#br0" timeOffset="171935.38">29269 17748 1163 0,'12'-11'959'0,"-12"11"-172"0,0 0 40 15,3-11 12-15,-3 9-80 0,2 4-369 0,-2-2-73 16,-2-2-82-16,7 9 15 0,-2-1-109 0,-3-6-59 15,4 11-35-15,-4-6-44 0,0-5-10 0,0 0 2 0,8 15-3 16,-6-4 1-16,-2-5 7 0,4 10 4 0,-10-1-1 16,3 3 1-16,-2-4 1 0,-5 13 0 0,8-22-2 15,-13 17-1-15,8-9 0 0,-7 10 3 0,6-7 0 16,1-11 0-16,-13 28 7 0,5-20-1 0,1 0-2 16,-8 7 1-16,-7 0 2 0,2-5-2 0,-5-2-1 15,6-2-2-15,-9 0 15 0,-7-6 45 0,18-3 19 16,-14-2 88-16,-4-2 37 0,1-3 1 0,-3-6-10 0,7 0-40 15,1 1-64-15,-3-8-40 0,12 1-54 0,7-1-4 16,-4-4 0-16,7-1 0 0,0-4 0 0,5 4 0 16,2-3 0-16,2-4 0 0,6-4 0 0,2 17 0 15,0-9 0-15,8-3 0 0,-2 5 0 0,0 8 0 16,3 1 0-16,-1-4-41 0,1 9-59 0,-1 2-220 16,4-6-374-16,-5 6-299 0,8-2-515 0,-1 0 302 0,-11 6-55 15</inkml:trace>
  <inkml:trace contextRef="#ctx0" brushRef="#br0" timeOffset="172088.95">28104 17856 3163 0,'-12'6'1530'15,"2"-6"-739"-15,0 2 362 0,5 1-895 0,-2-1-419 0,-2 1-33 16,4 0-55-16,5-3-183 0,-12 3-27 0,9-1-99 15,3-2-399-15,0-2-31 0,9-12 51 0,-3 8-191 16</inkml:trace>
  <inkml:trace contextRef="#ctx0" brushRef="#br0" timeOffset="172235.56">28067 17722 3202 0,'0'0'1608'16,"0"-9"-91"-16,-4 4-327 0,8 5-544 0,-4 0-618 15,-4 0-28-15,8 0 0 0,-8 0 0 0,4 0 0 16,4 0 0-16,-8 0-2 0,8 0-49 0,-4 0-89 15,0 0-153-15,0 0-253 0,-7-8-164 0,2 3-263 16,5 5 95-16,-12-8-552 0,9 5 387 0,-21-5-966 0</inkml:trace>
  <inkml:trace contextRef="#ctx0" brushRef="#br0" timeOffset="174004.83">10309 17432 1896 0,'3'-9'1137'0,"-3"3"-269"0,0 6-206 16,0-9 214-16,0 0-513 0,-3 9-67 0,-6-13-108 16,3 7 59-16,-6-2 72 0,3 2-71 0,-3 2-66 15,-13-7 68-15,3 2-36 0,2 0-69 0,-4 3-44 0,0-1-18 16,-2 1-29-16,-4 3-15 0,1 1-18 0,6-2-19 16,-15 4-2-16,6 0 0 0,-7 6 0 0,12 3 0 15,-2 4 0-15,-1 0 0 0,4 0 0 0,-1 5 0 16,7-2 0-16,-1 5 0 0,1 1 0 0,5-6 0 15,-4 12 0-15,11 1 0 0,-4 4 0 0,10-7 0 16,-2 5 0-16,1 9 0 0,3-10 0 0,7 6 0 0,-5-15 0 16,13 12 0-16,-6-10 0 0,6-4 0 0,-4-4 0 15,10 1 0-15,-4-5 0 0,5-3 0 0,-2-3 0 16,4-3 0-16,8-2-1 0,-3-2-11 0,-2 0-12 16,2-1-13-16,1-5-11 0,-1-1-6 0,-5 0 8 15,3 0-4-15,7-9 5 0,-7 2 17 0,-10 0 13 16,14-8-1-16,1-5 2 0,-9 0 6 0,-2 10 3 0,-4-12 0 15,7-11 0-15,-9 12 3 0,-3-4 3 16,-9 8-2-16,-1-20 0 0,-2 9-2 0,-2 0-1 0,2 8-1 16,-10-21-4-16,2 5 3 0,-4 6 3 0,3 9 3 15,-8-25 18-15,2 13 15 0,-2 4 14 0,5 10-6 16,-12-18 41-16,6 15-17 0,4-4-8 0,2 11-21 16,-8-13 3-16,5 6-20 0,-4 4-10 0,11 9-9 15,-6-12 0-15,4 15 0 0,5 4 0 0,1 4 0 16,1 1 0-16,1-2 0 0,2 8 0 0,0 0 0 15,0 0 0-15,0 0 0 0,0 0 0 0,9 0 0 0,-1 5 0 16,7 4 0-16,-6 0 0 0,11 10 0 0,-8-3 0 16,3 8 0-16,-1 0 0 0,5 16 0 0,-8-16 0 15,1 13 0-15,0-8 0 0,2 8 0 0,-2 0 0 16,3-1 0-16,-3 1 0 0,0 6 0 0,-1 7 0 16,-2-18 0-16,3 10 0 0,3 17 0 0,-6-9 0 0,-4-16 0 15,7 11 0-15,3 8 0 0,0-8 0 0,-6-13 0 16,6 2 0-16,5 3 0 0,-3-13 0 0,2-5 0 15,-5-1 0-15,9-5 0 0,-4-4 0 0,-5-2 0 16,-3-1 0-16,10 1 0 0,-6-9-27 0,-10 2-72 16,14-11-322-16,-11 0-326 0,16-18-690 0,-9 14 527 15,0-12-303-15,2 1-1484 0</inkml:trace>
  <inkml:trace contextRef="#ctx0" brushRef="#br0" timeOffset="175286.41">10824 16517 111 0,'0'0'407'15,"0"0"-37"-15,0 0-67 0,0 0 17 0,0 0-85 16,-8-3 71-16,4 3 111 0,1 0-109 0,-14 0 20 16,14 0-54-16,-9 3 120 0,-14-3 79 0,6 6-130 0,5-6-122 15,-6 2 63-15,1-2-6 0,5 3 20 0,-9-3-125 16,7 2 77-16,5-2 44 0,-6-2 69 0,3 2-151 15,3-3 62-15,0 1 16 0,0-4-56 0,7 1-127 16,-2 0-18-16,5-8-14 0,-1 0-18 0,3 9-36 16,3-9-3-16,-1 6-3 0,1-4-4 0,9 6-7 15,-3-1-7-15,3 1-5 0,21-3-1 0,-9 3 0 0,-10 2 3 16,9 3-2-16,6 0-2 0,-7 3 0 0,-10 0-6 16,2 1-7-16,4 5-11 0,-1 2-1 0,-5-1 5 15,5 6-16-15,-7-5 4 0,-1 12 14 0,-6-13 10 16,2 17-7-16,-8-8 15 0,1 5 5 0,-5-8 3 15,-4 10 2-15,-10 3 2 0,4-5-2 0,2-9-5 16,-9 7-8-16,0-4-1 0,9-2 1 0,5-2 12 0,-2-7 4 16,2 4 2-16,-2 0 10 0,12-11 1 0,-5 7-5 15,-2-1 3-15,7-6-17 0,0 0-1 0,0 0 0 16,7 0-1-16,2-2 3 0,6 2-1 0,-10 0 3 16,22 0-4-16,-7 0 2 0,1 2-1 0,-13-2 0 15,22 5-2-15,-9-3 0 0,-12 2 2 0,9 1 4 16,-1-1-4-16,-5 0 0 0,8 6 2 0,-8-7 1 15,-3 2 3-15,3 0-1 0,-4 1 1 0,-1-4 2 16,-4-2-3-16,11 5-2 0,-14-7-7 0,18 2-6 0,-9-3 1 16,-1-2-11-16,1-5-8 0,1 4-20 0,-8-4-127 15,13-7-127-15,-10 8-125 0,-1-5-228 0,-1 4-100 16,2-1-478-16,-2 2 156 0,6-1-186 0,-6 7-329 16</inkml:trace>
  <inkml:trace contextRef="#ctx0" brushRef="#br0" timeOffset="175823.97">11304 16597 409 0,'0'0'515'16,"0"0"-232"-16,0 0 69 0,0 0-124 0,0 0-191 15,-5 0-82-15,-2 7-36 0,2-7-70 0,-4 6-37 0,9-6 18 16,-11 5-80-16,7-5 19 0,4 0-39 15,0 0-73-15</inkml:trace>
  <inkml:trace contextRef="#ctx0" brushRef="#br0" timeOffset="176584.94">11399 16610 103 0,'-3'-26'1768'0,"-3"7"-946"0,0 3-236 16,4-10 384-16,-5 10-418 0,7 5-134 0,-3-4-95 15,3 4 65-15,-2 3-62 0,2-3-16 0,0 11-83 16,-3 0 128-16,6 0-163 0,-3 0-81 0,0 0-49 15,0 0-40-15,0 0-20 0,-3 0-2 0,8 11 10 16,-2-1-12-16,0 6 9 0,3 6 13 0,-3 2-8 0,0 2 11 16,1 0-10-16,-2 8-10 0,-2 9-3 0,3-12-5 15,-3 4-10-15,-3 5 1 0,6 8 12 0,-3-19 3 16,-3 13-3-16,6-3 12 0,-3 1 9 0,0-1 10 16,0 1-2-16,3-5-13 0,-1 0 8 0,5-7 4 15,-4-12-18-15,2 8 0 0,4-5 3 0,3-3-2 16,0-3-4-16,0-2-1 0,-4-2-4 0,4 2 3 15,0-2-1-15,0-5-5 0,-4-1-5 0,14 0-2 0,-10-6 4 16,10-2-11-16,5-3-34 0,-6-2 7 0,-6-1 10 16,2-4-16-16,1-5-10 0,6-11-17 0,-16 14 33 15,6-9 0-15,2-10-2 0,-5-1 16 0,-2 4 12 16,-9 7 5-16,6-18-3 0,-6 0 15 0,4 5 5 16,-4 10-2-16,2-8-7 0,-2-8 9 0,3 13 10 0,2 12-3 15,-1-7 15-15,2 6 4 0,-4 10 21 0,1-2 0 16,4-1 38-16,-7 6-18 0,0 12-6 0,0-4-20 15,2-9 6-15,1 4-18 0,-6 10-23 0,3 4-5 16,-2 6 2-16,2 9-2 0,-3 0 3 0,-4-1-2 16,2 20 2-16,2-9-3 0,-6 3-6 0,6 9-2 15,1-18 0-15,-5 20 5 0,7-8 10 0,0-3-1 0,0-6-1 16,0 9 9-16,0-11 0 0,7 1 1 0,-5-4-7 16,1-2-5-16,6-3 0 0,-3-2-4 15,-4-12-2-15,8 12-1 0,-1-9-5 0,-4-4-50 0,5 5-59 16,-8-11-241-16,6 0-235 0,-1 0-317 0,8-6 37 15,-3 1-302-15,5-4-622 0</inkml:trace>
  <inkml:trace contextRef="#ctx0" brushRef="#br0" timeOffset="176926.02">12189 17063 106 0,'0'0'1829'0,"-12"-13"-756"0,9 13-235 0,-6-4 53 15,1 2-417-15,1-1 22 0,-8 3-189 0,15-2-53 16,-17 4-65-16,2 3 125 0,6-1-120 0,-8-2 1 15,14 0-66-15,-18 9 59 0,3 2-61 0,13-5-37 0,-2 6-39 16,2 6 37-16,5-4-20 0,3 6 7 0,-1-9-27 16,8 11 19-16,2-6-24 0,-4-1-11 0,1-4-17 15,8 7-5-15,-2-4-10 0,2-3 0 0,2 0 0 16,-2-4 0-16,3-1-14 0,-1-6-53 0,-11 1-101 16,21-3-175-16,-10-5-218 0,1-3-276 0,-3-1-265 0,-2 0 206 15,9-5-526-15,-7 1-300 0</inkml:trace>
  <inkml:trace contextRef="#ctx0" brushRef="#br0" timeOffset="177164.38">12403 16708 451 0,'0'0'1865'0,"0"0"-1004"0,0 0 13 16,0 0-292-16,-5 10-67 0,1-1-171 0,-4 14-38 16,5-7-129-16,-3 5 62 0,3-2-5 0,3 7-43 0,0-10-123 15,0 8-6-15,5-6-43 0,2 6-105 0,-4-11-74 16,-3-7-207-16,5 17-278 0,2-17-262 0,-2 1-103 16,4 8 29-16,-9-15-636 0</inkml:trace>
  <inkml:trace contextRef="#ctx0" brushRef="#br0" timeOffset="178082.94">12513 17830 659 0,'12'-9'1052'0,"-10"7"-236"0,-2 2-310 16,15-3 248-16,-15 3-248 0,0 0-295 0,0 0-113 16,0-2-6-16,-3 2-47 0,-9-8-3 0,12 8-19 15,-17-5 14-15,-10-1-1 0,1 1 1 0,8 3-11 16,-15-1 31-16,4 3-7 0,-3-3 14 0,-7-2 31 16,12 5-11-16,-19 0 104 0,-10-3 51 0,2 6-17 15,-2-1 17-15,-2 4 1 0,-16-1 29 0,9 0-68 16,9-2-73-16,-8 2-17 0,-19 4-21 0,22-5-34 15,-2 5-25-15,-20 0-3 0,22-3-15 0,-10 5-5 0,27-8-4 16,-15-1 2-16,-1 4-2 0,11-1 0 0,8 0-2 16,-13 3 1-16,20 0-2 0,-8 0 1 0,16-2 1 15,-18-2 2-15,5 1 0 0,7 1 1 0,-7-3 1 16,10-1 0-16,-3 4-1 0,-9-1 2 0,-1 3-1 16,13-5-3-16,-15 1 1 0,14 2-2 0,-8-1-2 0,14-2-1 15,-3-3 1-15,15 3-1 0,-8-3 1 0,5 3 0 16,13-3 2-16,-17 2-2 0,8-2 2 0,7 2-2 15,-4-2 1-15,-4 3 0 0,7 0-3 0,-4-3 0 16,6 0 0-16,-9 3-1 0,9-3 1 0,-11 2-1 16,14 3 2-16,-19 6-2 0,11-3 0 0,1-1-1 15,2-1-1-15,-4 5-15 0,6-11-17 0,-2 10-3 16,5-7-7-16,0-6-7 0,0 6-26 0,0-3 5 0,0 0 7 16,0 0-31-16,-12 8-73 0,12-6-11 0,0-4-86 15,-3 4-49-15,-9 4-186 0,12-6-110 0,0 0 189 16,-12-6-270-16,9 6-88 0,1-10-27 0,2 7 103 15,0-4 300-15,0 1-602 0</inkml:trace>
  <inkml:trace contextRef="#ctx0" brushRef="#br0" timeOffset="178797.02">11125 18374 67 0,'-18'3'1346'0,"-5"-3"-805"0,2 3-49 16,1 0 182-16,-7 4-133 0,3-1-145 0,-3 5-104 16,-2-4 1-16,-3 6 120 0,5-2-109 0,-5 0 50 15,14-3-143-15,-8 5 95 0,2 3-68 0,3-3-56 16,10-2-77-16,-3 9 46 0,2-3-65 0,5-10-12 16,2 9-41-16,5 1 23 0,2-4-11 0,1-3-18 0,6 6-9 15,3-5 3-15,-4-1-8 0,7 7-26 0,-3-13-13 16,0 1-44-16,3 1-51 0,11 1-6 0,-2-3-23 15,-4-2-10-15,10 1-57 0,-6-3 47 0,-7-3 26 16,7 3-38-16,-12-2 33 0,11 2 20 0,-2-13 27 16,-4 4 44-16,1 1 22 0,-6 1 28 0,5-6 10 15,-8-7 9-15,-3 13 10 0,6-6 20 0,-10-4 12 16,-4 4-7-16,-1 0 30 0,-2-14 19 0,-5 5 14 0,5 0-7 16,-4 0 19-16,-6-11 43 0,3-2-13 0,-3 0 3 15,1-9 52-15,-4 4-20 0,-3-13 83 0,9 21-104 16,-3-12 61-16,7 4-26 0,-6-3-8 0,7 16-94 15,2 1-43-15,2 6-29 0,-4 6-21 0,2-2-5 16,2 8 0-16,-1 2 0 0,4 6 0 0,0 0 0 16,0 0 0-16,0-2 0 0,0 4 0 0,0-4 0 0,0 4 0 15,4 15 0-15,2-1 0 0,0-1 0 0,0 7 0 16,3 1 0-16,-1-4 0 0,7 7 0 0,-6-2 0 16,3 0 0-16,3 8 0 0,-1-6 0 0,9 11 0 15,-14-13 0-15,15 11 0 0,-4-12 0 0,10 12 0 16,-16-17 0-16,13 16 0 0,2 1 0 0,-7-14 0 15,-5 3 0-15,3 2 0 0,1 0 0 0,0-4 0 0,-9 0 0 16,5-4 0-16,4 8 0 0,-6-10 0 0,-3-8 0 16,-4 0 0-16,16 6 0 0,-7-10 0 0,-10-4 0 15,8 0 0-15,2-2-15 0,-8 0-65 0,-3 2-127 16,11 0-353-16,-5-6-191 0,-5 3-317 0,1-5-437 16,4-5 634-16,-3-1-459 0,-4 1-154 0</inkml:trace>
  <inkml:trace contextRef="#ctx0" brushRef="#br0" timeOffset="179286.71">11714 18023 113 0,'0'-11'1509'0,"0"9"-113"0,0 2-452 0,0-5 287 16,0-4-699-16,0 9 36 0,0 0-211 0,0 0-40 16,0 0-194-16,0-2 2 0,0 4-12 0,-3-2 10 0,0 16 0 15,3 0 32-15,-6 14-3 0,3-4-13 0,0 0-44 16,3-2-41-16,0 16-33 0,0-9-20 0,3 4-1 16,4 2 0-16,-5 5 0 0,1-2 0 0,2-1 0 15,-1-17 0-15,2 15 0 0,3-6 0 0,-1-7 0 16,1-2 0-16,-3-6 0 0,12 4 0 0,-7-3 0 15,-4-15 0-15,10 14 0 0,0-3 0 0,-2-7 0 0,-3-4 0 16,9 1 0-16,-3-6 0 0,-4-3 0 0,-4 4-20 16,4-9-100-16,-6 4-202 0,2-1-265 0,2-1 112 15,-4 0-526-15,-1 0 45 0,5-6-349 0,-7-5 365 16,2 11 134-16,-5-4 165 0,1-9-88 0</inkml:trace>
  <inkml:trace contextRef="#ctx0" brushRef="#br0" timeOffset="179440.3">11985 18317 1295 0,'0'-3'909'0,"0"3"36"0,0-13 115 0,0 10-53 0,0-7-382 16,0 6-165-16,0 4-4 0,-8-15-110 0,8 15-208 16,-12-11 9-16,2 6-51 0,-1 3-33 0,-10-7-24 15,1 5-15-15,-4 4-6 0,-5 0-8 0,5 0-3 16,1 2-3-16,-10 0-2 0,3 7-8 0,4-7-2 16,6 1 0-16,2 1-9 0,4 0-51 0,-2 1-155 0,8-3 28 15,5-2-300-15,-1 0-97 0,8 0-533 0,-13-5 307 16,6-1-344-16,6-7-642 0</inkml:trace>
  <inkml:trace contextRef="#ctx0" brushRef="#br0" timeOffset="179930.99">12133 18036 116 0,'0'0'1008'0,"0"0"-444"16,0 2 70-16,-7 7 210 0,7-7-229 0,0-2-191 16,0-2-46-16,-15-1-38 0,13 3-115 0,-10-8 25 15,12 8-90-15,-8-11 97 0,8 11-72 0,-10-18 21 16,10 18-85-16,-2-13 32 0,2 11-48 0,0 2-18 15,0-14-11-15,0 14 20 0,0 0-6 0,0-8-16 16,2 0-39-16,-2 8-23 0,12-5-12 0,-9 2-6 0,6 0-1 16,-1 0-3-16,2 1-3 0,-1 2-2 0,-6 0-6 15,9 5-9-15,-10-2-27 0,8 5-27 0,-8-5 4 16,10 10-36-16,-12-13-29 0,8 16-25 0,-5-5 46 16,-3-6 32-16,0 10-2 0,-3 1 34 0,3-5 111 15,-2-1 13-15,-8 12 2 0,5-9 21 0,0-6-17 16,-5 10-1-16,-4-1-17 0,7-5 7 0,2 2 38 15,-1 5-9-15,2-7 28 0,2 4 43 0,-1 1-2 0,0 1-75 16,1-8 11-16,2 0-35 0,0 4-1 0,0-13-33 16,8 11 28-16,-8-9-1 0,12 0 17 0,0 2-17 15,0-8-5-15,17-3 6 0,-14 1-25 0,14-5-65 16,-14 4-42-16,9-4-258 0,-4 1-200 0,-8 5-186 16,8-4-33-16,-8 5-319 0,6-7-271 0,5-5 426 0,-6 5-628 15</inkml:trace>
  <inkml:trace contextRef="#ctx0" brushRef="#br0" timeOffset="181016.11">13661 17848 35 0,'18'6'732'16,"-18"-6"-453"-16,16 0 209 0,-14 2 63 0,13-2 0 15,-12 2-204-15,9-4 5 0,-10 4-73 0,13-6 31 0,-12 4-149 16,9-3 86-16,0 0-61 0,2-2 98 0,-8 2-105 16,3 1 100-16,6 2-76 0,-15 0 18 0,0 0-99 15,14 0 30-15,-14 0-94 0,0 0-23 0,0 0-16 16,0 0-10-16,0 0 1 0,0 0-1 0,0 0 0 16,0 0-3-16,0 0 0 0,0 0 0 0,0 0-2 15,0 0 0-15,0 0 3 0,0 0 0 0,0 0 11 16,0 0-3-16,0 0 20 0,0 0 11 0,0 0 32 0,0 0-23 15,0 0 44-15,0 0-22 0,0 0 13 0,0 0-35 16,0 0 2-16,0 0-17 0,0 0-6 0,-2 0-8 16,-10 2-11-16,12-2 8 0,-20 0-8 0,16 0-2 15,-7 0-7-15,-1 0 0 0,0-2 2 0,0 2-1 16,3 0-3-16,-2-4 2 0,-13 2-2 0,9 0 1 16,-14-3-4-16,8 1-1 0,-2 4 11 0,11-2 4 0,-12-3 18 15,1-1 17-15,14 4 9 0,-23-9 41 16,17 6-40-16,-9 0 35 0,-2-3 4 0,8 3-12 0,4 5-7 15,-1-4-28-15,-4 0-8 0,9 4-1 0,6 0-25 16,-4 0-10-16,-2 0-6 0,10 0-9 0,-2 0-32 16,4 0-42-16,-2 0-142 0,0 0-244 0,0 0-98 15,0 0 2-15,0 0-645 0,0 0 135 0,0 0-67 0,3-3 381 16,12-5-344-16</inkml:trace>
  <inkml:trace contextRef="#ctx0" brushRef="#br0" timeOffset="181400.06">13673 17528 1706 0,'0'0'999'0,"-2"-13"-182"15,2 10-162-15,2 3 97 0,-4 0-204 0,4-3-128 16,1-4-135-16,-3 7 87 0,0 0 16 0,0 0-121 15,0 0-87-15,0 0 4 0,0 0-26 0,0 0-81 0,0 0-43 16,0 0-5-16,0 0-12 0,9 10-13 0,-9-7-2 16,3 18 2-16,-3 3-1 0,3-3-1 0,-3-3 3 15,4 15 8-15,-4-7-1 0,0 11 6 0,0-10-3 16,0 1 2-16,0 10 0 0,-4-7-9 0,4 12-2 16,0-20-3-16,-3 12 0 0,3-1-3 0,0 4 2 15,0-23-1-15,0 12 3 0,0-9 0 0,0 1 0 16,0-4-2-16,3-4-1 0,-3 0 0 0,4 2-4 15,-4-13 0-15,0 10-9 0,0-7-25 0,2-3-16 0,-2 0-31 16,-2 0-32-16,4 0-97 0,-2 0-86 0,0 0-144 16,0 0 108-16,0 0-323 0,0 0 30 0,-2-6-285 15,-8-1 297-15,10 7-411 0,-9-11 296 0,9 11-81 16,-8-8-117-16</inkml:trace>
  <inkml:trace contextRef="#ctx0" brushRef="#br0" timeOffset="184979.49">14799 17046 277 0,'3'-10'1194'0,"0"0"-492"0,-1-6 60 16,-2 8-241-16,0-1 53 0,4-6-134 0,-4-1-181 0,0 14-86 15,0-15 103-15,3 7 7 0,-3-1 134 0,3-2-68 16,-1 7-86-16,1-1 95 0,1-1-55 0,-4 0-91 15,0 8-64-15,3-6 23 0,-1-2-65 0,-2 8-17 16,0 0-25-16,0 0 34 0,0 0-61 0,0 0-16 16,0 0-13-16,0 0-1 0,0 8-7 0,0-2 1 15,0 12 0-15,-2 11-1 0,-1-7 0 0,-1 7-1 0,4-5 2 16,-3 15 1-16,1-10-1 0,2 6-1 0,0-6 3 16,-3-3 2-16,0 9-1 0,-1-11-3 0,-1 5-2 15,5-1-5-15,-5-6 3 0,1 0 0 0,1-2-1 16,0-1 3-16,1-1 0 0,2-7 8 0,-3 7 3 15,3-10-6-15,-4 8 0 0,1-8 1 0,6-3 2 16,-3-5-1-16,-3 0-3 0,6 0 3 0,-3 0 2 16,-3 0 0-16,6 0-5 0,-3 0 0 0,0-13-2 0,4 6-4 15,-1-8-3-15,-3-5-2 0,2-6-4 0,-2-1 3 16,0 6 3-16,3-8-2 0,0 2 4 0,-3-10 0 16,0 16 4-16,4-11-3 0,-4 0 0 0,0-2 6 15,0 13-6-15,0-10-5 0,5-4 0 0,0 8 5 16,-1 8 5-16,2-4-7 0,6-9-4 0,-7 12 14 15,4 6-1-15,3-5-5 0,-9 11-3 0,24-13-2 0,-19 11 4 16,1 5 0-16,20-14-10 0,-11 11 1 0,3 0-1 16,-6 3 4-16,-3-1-7 0,10 6 1 0,-10 3-1 15,3 0 5-15,4 7-2 0,-11-4-5 0,9 9-8 16,-13-12 4-16,19 21-13 0,-19-16 6 0,6 8-1 16,-6-9 8-16,4 21-2 0,-8-19 14 0,3 10 2 15,-6-8 3-15,1 20-4 0,-8-11 1 0,2-2 0 0,-1 0 3 16,-15 6 0-16,4-5 2 0,-4 1 2 0,1 2 0 15,-1-4 4-15,-5 3-2 0,2-3-1 16,1 4 0-16,6-9 0 0,1 3-1 0,-1-3-2 0,8 0 1 16,7-7-1-16,-5-1-1 0,10 1 1 0,-5 7 4 15,5-6 11-15,3-1 4 0,-1 8 3 0,10-5 4 16,-9-5-3-16,18 14 4 0,-3-7-3 0,11 7-1 0,-12-8-8 16,15 6 5-16,-5 1 1 0,9-4-2 0,-7-2-5 15,-5 2-5-15,6 0-7 0,-8-3-5 0,2 1-6 16,-6-5-4-16,-4 3-14 0,1 0-43 0,0-1-106 15,-3-1-40-15,-3-1-270 0,3 5-260 0,-9-9-603 16,2 3 487-16,-1-2-254 0,11-3-1209 0</inkml:trace>
  <inkml:trace contextRef="#ctx0" brushRef="#br0" timeOffset="185366.45">15604 17788 719 0,'12'-6'1126'0,"-10"6"-453"0,-2 0 20 0,-2 0 88 0,-10-3-434 16,9 1-115-16,-18 2-83 0,3-5-91 0,-3 7 21 16,1-2 21-16,-12-2 94 0,-4 4 54 0,-8-2 119 15,15 0-116-15,-28-2 217 0,1 4-139 0,-14 1 66 16,14-1-137-16,-18 1 10 0,-8 0-78 0,-4 0-60 16,30-3-64-16,-32 2-5 0,26-2-52 0,-15 0-9 15,36 2 0-15,-12-4 0 0,6 4 0 0,8-4 0 16,15 2 0-16,7 0 0 0,-3 0 0 0,17 0 0 0,3 0 0 15,0 0 0-15,-4 0 0 0,14-2-6 16,22-4-101-16,-15 6-72 0,19-3-404 0,-9 1-156 0,7-3-291 16,5 1-176-16,-3 0 19 0,1 1-873 0</inkml:trace>
  <inkml:trace contextRef="#ctx0" brushRef="#br0" timeOffset="185829.22">14737 18095 1384 0,'0'0'831'0,"0"0"243"16,0 0-407-16,-3 0 426 0,6 0-324 0,-6 0-392 15,6 0-151-15,-3 0-29 0,0 0-49 0,0 0-100 16,-15 2-28-16,12 1-11 0,3-3 5 0,-14 4-4 16,14-4 8-16,-10 14 17 0,10-4 4 0,7 1 6 15,-7 7-2-15,0-5-10 0,3 22 32 0,-6-6 20 0,3-5-8 16,-3 0 2-16,-3 0 1 0,0 11 25 0,-1-9-7 16,2-8-39-16,-4 6-3 0,1 3 6 0,1-6-16 15,2-14-4-15,2 15-2 0,-6-9-20 0,9-2-2 16,0-4-6-16,0-7 13 0,0 19-2 0,0-19 6 0,2 14-13 15,-2-14 11-15,10 10-7 0,-8-7-3 16,20-1-8-16,-12 1-8 0,3-1-1 0,8 4 0 0,-4-1 0 16,-5-3 0-16,3 4 0 0,5-3 0 0,1-1 0 15,-1-2 0-15,7 0 0 0,0-2 0 0,-1 2 0 16,-11-3 0-16,9 1 0 0,-9-2 0 0,7-1 0 16,-10 3 0-16,0 0 0 0,23-2 0 0,-11-1 0 15,0 3-4-15,-4-1-54 0,13-3-333 0,-7 4-188 16,-2-3-456-16,0-3-177 0,2-8-303 0,4 8-3 0</inkml:trace>
  <inkml:trace contextRef="#ctx0" brushRef="#br0" timeOffset="186832.53">16469 17414 668 0,'7'-6'461'15,"-2"2"-47"-15,-5 4 201 0,0 0 262 0,0 0-132 16,10-9-291-16,-8 7 127 0,-2-9 117 0,3 9-176 16,-3 2-159-16,0-8 45 0,0 0-64 0,0 3-38 15,-3-3-154-15,1 5 10 0,-10-7-46 0,-7 5-51 0,4 1-23 16,-5 2 5-16,-6 2-16 0,6 0-9 15,-4 0-8-15,6 0-3 0,-15 0 5 0,16 6-3 16,9-6-1-16,-14 9-3 0,-4 0 4 0,20-4-4 0,-15 8-8 16,16-10-1-16,-10 11 0 0,-6-5 0 0,15-3 0 15,-3-1 0-15,6-3 0 0,-2 9 0 0,2-11 0 16,3 11 0-16,0-5 0 0,0 7 0 0,3-8 0 0,0 8 0 16,-1 0 0-16,-2-8 0 0,3 8 0 0,4 7 0 15,-7-12 0-15,2 18 0 0,4-8 0 0,-2-4 0 16,-2-4 0-16,6 14 0 0,-4-8 0 0,2 0 0 15,-4-10 0-15,8 7 0 0,-8 0 0 0,8 0 0 16,-8-6 0-16,1 4 0 0,0-8 0 0,6 7 0 16,-6-7 0-16,9-1 0 0,2 2 0 0,4-4 0 15,-9-4 0-15,6 2 0 0,5-1 0 0,4-5 0 16,-10 3-2-16,1-3-2 0,2-2-2 0,7-1-12 0,-9 3-5 16,-3 1 3-16,-3 7-7 0,11-11-4 0,-2 0 8 15,-12 9 10-15,6-11-2 0,-4-1 10 16,-1 1 2-16,-2-4 0 0,-5-1-2 0,0-6-2 0,0 6 2 15,-2-1 2-15,2-5-1 0,-7-12 0 0,2 6 4 16,-1 6 1-16,0-12-1 0,-2-12 1 0,1 3-3 16,2 9 1-16,-5-15 0 0,1-10 0 0,1 8 9 0,1 3 12 15,5 10 5-15,-4-21 17 0,0 17-8 0,6 0-1 16,-3 18-8-16,0-14 2 0,1 3-17 0,-1 11-10 16,-1 5 0-16,1-3 0 0,1 16 0 0,-4-8 0 15,6 16 0-15,-4-2 0 0,2-9 0 0,2 11 0 16,0 0 0-16,0 0 0 0,0 0 0 0,0 0 0 15,2 9 0-15,5 0 0 0,-4 2 0 0,2 11 0 0,4-1 0 16,-3 10 0-16,3 1 0 0,3 5 0 0,0 8 0 16,0 0 0-16,-4 3 0 0,-1-4 0 0,1 7 0 15,1 1 0-15,-4 2 0 0,5-4 0 0,-5-2 0 16,4 2 0-16,-3 0 0 0,0-5 0 0,0 0 0 16,-4-10 0-16,2 1 0 0,2-3 0 0,-4-7 0 15,5-2-7-15,-2-6-65 0,-2 1-47 0,6-3-170 16,-6-9-98-16,6 4-24 0,-3-8-388 0,6 2-572 0,0-5 259 15,0-2 314-15,-4-1-233 0</inkml:trace>
  <inkml:trace contextRef="#ctx0" brushRef="#br0" timeOffset="187581.54">16859 16843 1449 0,'-4'-19'1016'16,"4"14"-429"-16,0-10 520 0,0 1-268 0,4 8-355 15,-1-1-156-15,-3-6 166 0,0 13-103 0,2-14-49 16,-2 11 15-16,0 3-166 0,0-2 19 0,0-11-43 0,0 13-53 16,0 0-46-16,0 0-31 0,0 0-27 0,0 2-10 15,0 11 0-15,3-2 0 0,-3 13 0 0,0 13 0 16,0-10 0-16,-3 10 0 0,3 7 0 0,-2 4 0 16,-1 0 0-16,-1 1 0 0,4 2 0 0,-3 2 0 15,3-10 0-15,3 4 0 0,-3 1 0 0,4 2 0 16,1-15 0-16,-2-11 0 0,6 5 0 0,1-1 0 0,-2-10 0 15,-6-14 0-15,13 14 0 0,0-2 0 0,-3-6 0 16,0-1 0-16,0-4 0 0,0 1 0 0,-4-6 0 16,10-9 0-16,2-2 0 0,10-2 0 0,-4-5 0 15,-8 5-5-15,8-6-16 0,1-10-11 0,2 3-8 16,-17 4 5-16,6-9-15 0,3-9-31 0,-13 5 18 0,4 4 3 16,-5 5 11-16,-5-20-30 0,-2 15 23 0,0-1 5 15,-2 5 24-15,-5-12-10 0,4 7 19 0,-2 6 15 16,-2 13 24-16,5-15 43 0,-1 23 3 0,0-8 4 15,3 13-19-15,0-2 38 0,0 4-19 0,0-2-26 16,0 9-17-16,-4 0 20 0,-1 19-11 0,-2-8-1 16,2 2-11-16,-4 20 4 0,3-7-10 0,1-2-15 0,5-6-4 15,0 16 0-15,3-12 0 0,2-2 0 16,4 3 0-16,-1-8 0 0,-1 3 0 0,-2-1 0 0,5 5 0 16,-8-12 0-16,1 2 0 0,6-2 0 0,-6-8 0 15,6 7-26-15,-6-10-104 0,6 5-180 0,-9-13-301 16,12 5-205-16,-9-2-524 0,5-11 128 0,1 6-378 15,9-2-416-15</inkml:trace>
  <inkml:trace contextRef="#ctx0" brushRef="#br0" timeOffset="188031.35">17622 17314 106 0,'0'-3'1830'0,"-9"1"-907"16,-3-2-23-16,9 4 17 0,-9-2-213 0,12-1-279 0,-15 3-38 16,15 0-208-16,-14-2-3 0,8 4-38 0,-6 3 12 15,0-1-51-15,7-2 33 0,-4 7 8 0,-6 0 29 16,12-5-70-16,-6 11 48 0,4 1 7 0,1 0 8 15,-2-3-83-15,6 6-2 0,-2-3-24 0,4 2-12 16,4-5-37-16,-2-2-4 0,10 13 0 0,1-3 0 16,-7-8 0-16,7 3 0 0,3-3 0 0,2-2 0 15,-5-6 0-15,6-3-41 0,-1 2-134 0,10-4-231 0,-9-4-176 16,-6 2-41-16,5-3-467 0,1-3-121 0,6-6-197 16,-10 4-113-16</inkml:trace>
  <inkml:trace contextRef="#ctx0" brushRef="#br0" timeOffset="188271.68">17927 17089 940 0,'7'-6'1679'0,"-7"6"-758"16,5-2-213-16,5 2 288 0,-10 0-405 0,0 0-234 0,12 5-138 15,-12-5-98-15,0 0-64 0,-3 14-25 0,-1-7 2 16,4 2 11-16,-3 9 28 0,1-10-13 0,-5 5 1 16,7 5-11-16,-3-5 1 0,1-2-63 0,2 11-38 15,0-11-70-15,-3-2-204 0,3 2-248 0,0-9-310 16,0 4 108-16,3 2-357 0,-3-8-806 0</inkml:trace>
  <inkml:trace contextRef="#ctx0" brushRef="#br0" timeOffset="188829.2">17783 18012 45 0,'3'2'916'0,"9"7"-423"15,-12-7-53-15,0-2 105 0,12 6 72 0,-9-6-260 16,-6 0-2-16,6 0-48 0,-6 0 50 0,6 0 32 16,-3 0-166-16,0 0 97 0,0 0-22 0,0 0-27 15,-6 0-84-15,-15 0-50 0,-8-3-81 0,-3 0-17 16,5 1-28-16,-14-1 6 0,-3-3-5 0,-3 4 19 15,-12-5 28-15,11-2 7 0,-11 5 28 0,-23-10 58 0,-12 1 43 16,32 7-69-16,-38-7 101 0,20 2-43 0,-23 0 35 16,42 4-107-16,-40-4 38 0,31 3-60 0,-20-5-20 15,46 10-52-15,-14-4-12 0,11 1-6 0,20 4 0 16,10-1 0-16,5 3 0 0,3 0 0 0,1 3 0 16,1-3 0-16,7 2 0 0,12 4-9 0,5 4-64 15,10 1-208-15,-6-1-130 0,11 4-333 0,-2-6-322 0,-1 5-275 16,-2-6 460-16,17 2-780 0</inkml:trace>
  <inkml:trace contextRef="#ctx0" brushRef="#br0" timeOffset="189417.62">17071 18464 72 0,'-9'0'1495'0,"-1"-2"-726"16,-4 2-56-16,-1 0 236 0,-17-2-105 0,5-1-293 15,10 3-345-15,-24-6-5 0,11 6-89 0,-11-2 12 16,5 2-1-16,4 2 23 0,3 4 92 0,4-3 27 15,8-1-42-15,-10 3 48 0,15-2-17 0,-8 7-97 16,0 1 6-16,8-5-128 0,0 9 8 0,3 3-17 16,4 4-11-16,2-9 0 0,3 0-1 0,0-2-3 0,5 5-3 15,1-5-3-15,0-7 0 0,9 5-4 0,9 2-3 16,-4-7-3-16,4 2-16 0,-4-1-28 0,4-2-21 16,-9-3-9-16,5 2-38 0,7-4-62 0,-1-1-7 15,-8 1 78-15,11-9-51 0,-5 6 55 0,0-8 27 16,-9 5 53-16,-1-8 5 0,-8 5 27 0,8-10 24 15,-7 0 5-15,-7 13 13 0,0-23 19 0,-3 9 8 0,-3-4 37 16,0 4-38-16,-3-7 47 0,-3-6 3 0,0-11 15 16,1 22-57-16,-7-27 46 0,3 14-45 0,-2-5 0 15,5 16-45-15,-6-9-5 0,6 4-13 0,0 3-20 16,7 15-2-16,-2 3 0 0,2-9 0 0,2 3 0 16,3 16 0-16,0 0 0 0,0 0 0 0,0 0 0 15,6 9 0-15,0 0 0 0,2 13 0 0,4 4 0 0,-2-2 0 16,2 5 0-16,2 4 0 0,6 6 0 0,-2 1 0 15,-4-9 0-15,8 6 0 0,4 5 0 16,-8-7 0-16,-1 0 0 0,0 2 0 0,-1-14 0 0,4 9 0 16,-10-14 0-16,4 6 0 0,-3-2 0 0,5-2 0 15,-8-7 0-15,9 9 0 0,-10-14 0 0,5 6 0 16,-4-1-4-16,1-8-72 0,-6 1-173 0,6-4-255 16,-1 3-283-16,4-8-80 0,0-1-336 0,-2-2-263 0,7 1-392 15</inkml:trace>
  <inkml:trace contextRef="#ctx0" brushRef="#br0" timeOffset="189699.87">17383 18082 563 0,'3'-11'2374'0,"-1"5"-988"15,-2 6-525-15,0 0 497 0,0 0-590 0,10-7-456 16,-8 7-141-16,-2 0-58 0,0 0-57 0,0 0-6 15,-2 9-14-15,2 2-3 0,0 6 7 0,-7 9-10 16,4 5 4-16,3-4-28 0,0 2-6 0,-2 1 0 16,2 1 0-16,0-10 0 0,2 11 0 0,1 2 0 15,1-10 0-15,1 5 0 0,-2 0 0 0,4-3 0 0,1-4 0 16,-1-6 0-16,1-1 0 0,4 4 0 0,2-8 0 16,-7-6 0-16,13 11 0 0,-5-8 0 0,2 3-1 15,4-6-13-15,3 3-109 0,-4-6-161 0,-2-2-304 16,-12 0 66-16,12-2-667 0,2-6 13 0,4-6-254 0,-10 4 159 15</inkml:trace>
  <inkml:trace contextRef="#ctx0" brushRef="#br0" timeOffset="189885.37">17610 18364 1819 0,'-21'-5'2882'0,"3"0"-1365"0,13 1-395 15,-7 0-443-15,3 4-558 0,-6 0-70 0,3-3-51 16,-17 3 0-16,11 0 0 0,-8 0 0 0,3 3 0 0,-8-3 0 15,8 2 0-15,6-2 0 0,1 2 0 0,5-4 0 16,-3 2 0-16,10 0 0 0,-14-5 0 0,18 5 0 16,-12-6-33-16,12 4-131 0,-5-9-386 0,5 6-160 15,0-6-327-15,3-2-176 0,3 2-288 0,0 1-916 16</inkml:trace>
  <inkml:trace contextRef="#ctx0" brushRef="#br0" timeOffset="190410.97">18702 17803 141 0,'10'3'1017'0,"4"-1"-384"0,-2-2 202 0,-9 4-141 16,-3-8-89-16,5 10-104 0,2-6-240 0,-4 2 93 16,-3-2-143-16,0 0 97 0,0 0 100 0,2 0 82 15,8 3-84-15,-10-6-44 0,0 6-65 0,0-6 18 0,0 6-176 16,-3-10-46-16,-4-2-23 0,-5 7-24 15,-2-1-41-15,-4 3-5 0,1 0 0 0,-15 0 0 0,11 0 0 16,-6 0 0-16,7 0 0 0,-13 0 0 0,7 3 0 16,20-3 0-16,-17 2 0 0,11-2 0 0,-3 3 0 15,3-3 0-15,12 0-2 0,-2 0-38 0,-10 2-114 16,12-2-234-16,0 0 1 0,0 0-350 0,0 0-576 16,8-10 124-16,-4 10 203 0,10-10-912 0</inkml:trace>
  <inkml:trace contextRef="#ctx0" brushRef="#br0" timeOffset="190645.34">18658 17570 1339 0,'0'-4'1738'0,"0"4"-667"0,0 0 327 16,0 0-441-16,0 0-478 0,0 0-33 0,0 0-108 0,0 0-175 16,0 0-65-16,0 0-8 0,0 0-31 0,0 0-44 15,0 0-15-15,0 0 0 0,0 20 0 0,-2-1 0 16,2 4 0-16,0 7 0 0,-3 7 0 0,3-3 0 15,-3 1 0-15,6-1 0 0,-6 0 0 0,3-2 0 16,-4-5 0-16,8-7 0 0,-4 7 0 0,0-6 0 16,0 3-7-16,3-6-62 0,-3-9-181 0,3 6-477 15,-3-2-157-15,2-4-315 0,-2-2-14 0,7-1-1232 0</inkml:trace>
  <inkml:trace contextRef="#ctx0" brushRef="#br0" timeOffset="194377.36">19336 17329 99 0,'0'4'1325'0,"0"-4"-22"0,0 0-388 0,0 0 46 16,0 0-305-16,0 0 102 0,0 0-295 0,0 0-107 15,3 5-124-15,6-1 65 0,-9-4-51 0,0 0-60 16,0 0-68-16,0 0 13 0,9-2-55 0,-3 4-28 16,-1-6-30-16,4 1-15 0,3-3-3 0,-6 4 0 15,3-5 0-15,8-2 0 0,-5 3 0 0,10-9 0 16,-5 4 0-16,3-2 0 0,4-1 0 0,3 1 0 0,0-5 0 15,-7 0 0-15,4-1 0 0,-2 3 0 0,2-3 0 16,-6 4 0-16,-4-1 0 0,-7 11 0 0,13-12 0 16,-16 10 0-16,1-1 0 0,1-3 0 0,-6 11 0 15,0-2 0-15,4-9 0 0,-4 11 0 0,0 0 0 16,0 0 0-16,0 0 0 0,0-3 0 0,0 6 0 16,0-3 0-16,-10 8 0 0,8-3 0 0,-8 8 0 15,-4 9 0-15,4-7 0 0,2 5 0 0,-6 6 0 16,4 0 0-16,5-8 0 0,-2 9 0 0,5 5 0 0,-8-11 0 15,8-2 0-15,-1 1 0 0,0 10 0 0,1-12 0 16,2-2 0-16,0-3 0 0,0 11-97 0,2-13-219 16,-2 0-324-16,6-1-111 0,-6-5-439 0,12 0-327 15,-10-1-76-15,-2-4-349 0</inkml:trace>
  <inkml:trace contextRef="#ctx0" brushRef="#br0" timeOffset="194796.24">20155 17711 784 0,'-8'2'1173'0,"-4"1"-585"0,3-1 230 0,-3-2 16 0,-6 4-296 16,1-4-131-16,8 0-57 0,-23 2 205 0,10 0-145 15,-7 3 60-15,9-1-205 0,-19-4 122 0,1 5-172 16,-12-3-32-16,14 2-91 0,-22-2-1 0,2-4-61 15,2 2-29-15,17-4-1 0,-28-1 0 0,11 3 0 0,7-4 0 16,6-1 0-16,-6 3 0 0,-1-1 0 0,11 0 0 16,13 5 0-16,-5-6 0 0,14 6 0 0,-2-2 0 15,10 2 0-15,-8 0-10 0,13-2-67 0,-1 2-160 16,-9 0-328-16,12 0 96 0,-9 4-555 0,3 2-25 16,4-1-395-16,-5 0 657 0,7-1-175 0,0 9-97 15</inkml:trace>
  <inkml:trace contextRef="#ctx0" brushRef="#br0" timeOffset="195310.86">19183 18139 1091 0,'0'-5'1945'0,"0"-5"-868"0,0-4 313 15,0 1-659-15,4 0 10 0,-2 5-203 0,1-3-250 16,0 0-101-16,-3 11-112 0,0 0-5 0,0 0-26 15,0 0-30-15,0 0-14 0,-3-2 0 0,0 12 0 16,1 1 0-16,-5 13 0 0,4 3 0 0,-3-1 0 16,0 5 0-16,1-4 0 0,-2-1 0 0,5 9 0 15,-4-6 0-15,0 1 0 0,3 3 0 0,-2 0 0 0,1 0 0 16,1-11 0-16,3 4 0 0,0-2 0 0,0-6 0 16,0-7 0-16,0 2 0 0,0-2 0 0,0-6 0 15,0 6 0-15,0-9 0 0,0-2 0 0,7 13 0 16,-7-13 0-16,0 0 0 0,8 4 0 0,4-4 0 15,5-4 0-15,-5 2 0 0,15-9 0 0,-10 6 0 16,-2 0 0-16,11-3 0 0,-4 3 0 0,4-1 0 0,-18 4 0 16,16-1 0-16,-1 3 0 0,1 0 0 0,-12 0 0 15,8 0 0-15,4 0 0 0,-7 0 0 0,2 0 0 16,-11 3 0-16,7-3-4 0,-6 2-106 0,-3-2-286 16,3 0-136-16,0 0-260 0,6 0-257 0,-4-5-442 15,-5 5 343-15,9-2 184 0,-3-6-435 0</inkml:trace>
  <inkml:trace contextRef="#ctx0" brushRef="#br0" timeOffset="195663.92">20050 18271 418 0,'-12'-11'1978'0,"9"9"-1097"15,-9-5 335-15,3 1-492 0,-3 1 15 0,4-1-203 0,-2-1-88 16,10 7-206-16,-20-6 92 0,11 6-134 0,-3-3-7 16,-3 3-74-16,-2 0-34 0,0 6-23 0,-7-1-47 15,2 6-14-15,8 0-1 0,-4 4 0 0,4 3 0 16,-4 6 0-16,6-4 0 0,-2 2 0 0,2 5 0 15,4-6 0-15,1 1 0 0,4 2 0 0,1-1 0 16,7-6 0-16,4 1 0 0,6 3 0 0,0-8 0 0,5 3 0 16,-2-11 0-16,5 3 0 0,6-5 0 15,5-3 0-15,-14-3-5 0,16-2-87 0,-4 2-164 0,12-7-377 16,-8-1-49-16,1-2-528 0,2 0-152 0,14 0 56 16,-9-6-1060-16</inkml:trace>
  <inkml:trace contextRef="#ctx0" brushRef="#br0" timeOffset="196199.49">20721 17494 228 0,'12'4'401'0,"-10"0"-106"15,-2-4-58-15,12 2 164 0,-9 1-105 0,-3-3-39 16,0 0-104-16,0 0 16 0,15 5-37 0,-18-5-35 16,10 0-20-16,3 3-32 0,-10-3-71 0,0 0-60 15,10 3-58-15,-5-1 8 0,-5-2-205 0,0 0-25 16,0 0-36-16,0 0 125 0,0 0-53 0,0 0-238 0</inkml:trace>
  <inkml:trace contextRef="#ctx0" brushRef="#br0" timeOffset="196947.51">20798 17346 388 0,'3'-17'1834'0,"-3"4"-1228"0,0 2 278 0,2-2 51 0,-2-5-76 16,0 13-483-16,3-8 121 0,1 0 19 0,-1 9-97 15,-1-5-115-15,1 3-142 0,-3 3 15 0,3-8-16 16,-3 14-98-16,0-3-56 0,0 0-4 0,0 0-3 15,0 0 0-15,0 0 0 0,0 0 0 0,0 0 0 16,0-3 0-16,0 6 0 0,-8 8 0 0,1 4 0 16,7 7 0-16,-3-7 0 0,1 12 0 0,-5 8 0 15,4-4 0-15,-2-5 0 0,-4 11 0 0,1 1 0 0,1-1 0 16,2-2 0-16,-2 2 0 0,4-1 0 0,3 7 0 16,0-3 0-16,0-16 0 0,3 9 0 0,4 2 0 15,-5-9 0-15,1-10 0 0,4 0 0 0,-2-6 0 16,4 1 0-16,-1-8 0 0,4 3 0 0,0-4 0 15,3 0 0-15,9-4 0 0,3 0 0 0,-2-7 0 0,-3-4 0 16,-2 5 0-16,6-8 0 0,-2-2 0 0,8-6 0 16,-14 6 0-16,8-6 0 0,1-2 0 0,2-12 0 15,1 10 0-15,-16 4 0 0,8-9 0 0,-5-9 0 16,-5 7 0-16,-7 11 0 0,5-9 0 0,-5-9 0 16,-5 12 0-16,4 9 0 0,-1-5 0 0,-1-4 0 15,-2 23 0-15,0-12 0 0,0 11 0 0,3 0 0 0,-3 8 0 16,0 0 0-16,0 0 0 0,0 0 0 0,0 0 0 15,-3 0 0-15,-2 22 0 0,-2-2 0 0,2 2 0 16,-2 6 0-16,2-6 0 0,-7 20 0 0,3-7 0 16,3 7 0-16,-3-7 0 0,4 2 0 0,-7 2 0 15,4-5 0-15,1-12 0 0,-5 6 0 0,7-1 0 16,-5-3 0-16,10-5 0 0,-2 7 0 0,-1-5 0 16,0 3-2-16,3-9-46 0,0-4-146 0,0 2-257 0,3-2-269 15,-3-11 18-15,12 13-752 0,0-13 261 0,3 0-161 16,10-2 18-16</inkml:trace>
  <inkml:trace contextRef="#ctx0" brushRef="#br0" timeOffset="198329.81">21676 17612 454 0,'3'0'2151'15,"-3"0"-1448"-15,6-10 282 0,-6 10 15 0,0 0-241 16,0-8-240-16,0 0-260 0,0 8 14 0,-6-13 1 16,6 13-71-16,-12-11-57 0,6 9 9 0,-3-3-14 15,-8 2-63-15,11 3-42 0,-6-3 4 0,-12 3-25 16,10 3-15-16,-6 2 0 0,1 0 0 0,-4 6 0 15,-4-5 0-15,13 1 0 0,-8 4 0 0,-4 7 0 0,3-1 0 16,4-2 0-16,-1 7 0 0,8 11 0 0,0-4 0 16,4 6 0-16,4-13 0 0,4 15 0 0,7-11 0 15,5 1 0-15,-4-9 0 0,13 6 0 0,2-3 0 16,1-5 0-16,-3-3 0 0,11 0 0 0,0-4 0 16,-2-2 0-16,-1-5 0 0,5 2 0 0,0-10-12 15,-7 1-80-15,0-1-161 0,2-1-324 0,-2-2-288 0,-7-1-362 16,-6 2 173-16,-2 5-120 0,12-15-364 0</inkml:trace>
  <inkml:trace contextRef="#ctx0" brushRef="#br0" timeOffset="198568.15">22215 17372 1523 0,'0'0'2198'0,"12"-3"-826"16,-12 0-277-16,0 3-578 0,0 3-60 0,0-6-160 15,0 6-198-15,0-3-43 0,0 0 31 0,0 13 26 0,-7-7-25 16,5 1-26-16,-13 15 27 0,3 2-10 0,-3-3-35 16,4 2-32-16,5-6-12 0,-6 17-62 0,4-13-107 15,4 1-190-15,1-15-71 0,6 12-572 0,3-9-340 16,0 1 142-16,6-1 240 0,-3-4-1558 0</inkml:trace>
  <inkml:trace contextRef="#ctx0" brushRef="#br0" timeOffset="199000">23066 17570 421 0,'0'0'1750'0,"0"0"-1188"0,0 0 452 0,0 0-183 16,0 0-288-16,-11-4-211 0,-1 4 173 0,0-4-102 16,-5 4-7-16,10 0-122 0,-27 0 130 0,10 0-144 0,-3 0-61 15,-2 0-17-15,-1 0-116 0,-6 0-27 0,-1-2-29 16,-5-1-10-16,18 1 0 0,-14-1 0 0,6 3 0 15,2 0 0-15,6 0 0 0,7 0 0 0,5 0 0 16,-3 0-2-16,13 0-33 0,-10 3-146 0,12-6-275 0,0 6-300 16,-6-1-308-16,0 3-149 0,6-5 3 15,0 0-800-15</inkml:trace>
  <inkml:trace contextRef="#ctx0" brushRef="#br0" timeOffset="199259.32">23105 17880 1728 0,'14'-5'1591'16,"-14"5"-538"-16,0-3-130 0,0-11 46 0,-2 10-394 15,-8-10-311-15,2 4-118 0,-1 1-39 0,-6 0 33 16,-11-5 12-16,8 11-62 0,-8-4 45 0,-1 4-37 15,-5 3-28-15,8 0-32 0,-5 0-11 0,-10 0-2 0,12 5-17 16,-2 0-3-16,3 1-4 0,5 1-17 0,1 1-32 16,1 1-98-16,9-4-96 0,-6 3-211 0,1 2-438 15,15-10-136-15,0 0-153 0,0 0 48 0,0 0-1358 16</inkml:trace>
  <inkml:trace contextRef="#ctx0" brushRef="#br0" timeOffset="199693.15">23868 17436 1837 0,'12'-17'1053'0,"0"4"127"0,-4 6-224 16,-4-10-130-16,-4 12-502 0,-4-13-49 0,-4-3-160 15,1 12-27-15,-4 0-25 0,-7-2 64 0,3 5-11 16,-8 3-7-16,5 1-30 0,-9 4 48 0,2 3-38 0,-5 1-28 16,6 3-40-16,-12 6 13 0,7 6-16 15,2 0-6-15,7-3-4 0,-7 17 6 0,7-3 1 0,6 2-1 16,-2 9 0-16,10-20-4 0,-3 12 3 0,9 10 3 16,-3-18-5-16,6-7-4 0,4 7 0 0,5 3-1 15,2-15-6-15,4 3-10 0,2 1-25 0,11-1-55 16,-2-2-24-16,-14-10 39 0,7 4-46 0,2-7 3 15,0 0 19-15,-4-6 47 0,4 3 11 0,3-11 2 0,2 3 16 16,-9 1 17-16,7-6 77 0,-6-1 25 16,-1 1 29-16,0-4 31 0,2-1 26 0,-8-1 19 0,4-4-23 15,-1-3-26-15,-8 7-79 0,-2-10-3 0,-2 0-20 16,1 3-35-16,-6 4-15 0,-3-2-6 0,-2 0-54 16,-2-2-178-16,2 13 54 0,-5-3-360 0,2 5-202 15,-6-9-391-15,7 16 101 0,-10-7-89 0,-1 7 45 0,6 4-845 16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400" units="cm"/>
          <inkml:channel name="Y" type="integer" max="15875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2208.69556" units="1/cm"/>
          <inkml:channelProperty channel="Y" name="resolution" value="2204.86108" units="1/cm"/>
          <inkml:channelProperty channel="F" name="resolution" value="0.00114" units="1/dev"/>
          <inkml:channelProperty channel="T" name="resolution" value="1" units="1/dev"/>
        </inkml:channelProperties>
      </inkml:inkSource>
      <inkml:timestamp xml:id="ts0" timeString="2026-03-01T13:51:32.56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3974 2791 158 0,'3'0'181'0,"-3"0"-14"0,0 0 114 16,0 0 40-16,0 0-16 0,0 0-116 0,-3 0 60 0,6 0-68 16,-6 0-69-16,3 0-80 0,3 0 0 0,-3 0-9 15,-3 0-12-15,6 0-10 0,-3 0-1 0,-3 0 2 16,6 0-1-16,-3 0-1 0,-3 0 4 0,6 0-1 16,-11 0 3-16,1 5 6 0,7-5 24 0,0 0 49 15,0 0 0-15,0 0 21 0,0 0-21 0,0 0 45 16,0 0 53-16,0 0-58 0,0 0-33 0,0 0 23 15,0 0-16-15,0 0 18 0,0 0-63 0,0 0 13 0,0 0 11 16,0 0-27-16,0 0-28 0,0 0-2 0,0 0-6 16,0 0-4-16,0 0-26 0,0 0-26 0,0 0 32 15,0 0 18-15,0 0 18 0,0 0-3 0,0 0 8 16,0 0 1-16,0 0 3 0,0 0-20 0,0 0-38 16,0 0-30-16,0 0 13 0,0 0 11 0,0 0-10 15,0 0-11-15,0 0 38 0,0 0 30 0,0 0 7 16,0 0 6-16,0 0 17 0,0 0 4 0,0 0 30 0,0 0 13 15,0 0 25-15,0 0 6 0,0 0-5 0,0 0-1 16,0 0-17-16,0 0-18 0,0 0-24 0,0 0-28 16,-3 0-1-16,-6 11-1 0,9-11-14 0,-5 11 3 15,-5-2 9-15,2 2-6 0,4-3-9 0,2 1-3 16,-4-4 3-16,4 3-6 0,2-6-3 0,-4 9 0 0,4-11-1 16,-3 3 1-16,0 7-4 0,3-10-4 0,0 0-1 15,0 14 0-15,0-12 0 0,-2-4-1 0,4 6 1 16,-2 10 0-16,-2-14 2 0,4 0 0 0,4 13 0 15,-6-13 2-15,6 8-1 0,-3-5 0 0,-3-3 4 16,15 8-1-16,-13-6 0 0,5-2-3 0,1 0 1 16,4 0 0-16,-3-6-6 0,3 4 0 0,-6 2-3 15,6-5 6-15,0-1 8 0,-7 4-6 0,7-7 2 0,-3 2 9 16,-3 1 7-16,3-3 2 0,-1-5 2 16,-1 4 7-16,1-1 24 0,-4-7 22 0,-4 12-14 0,2-10 40 15,-2 3 34-15,0 5 14 0,-2-6 11 0,-5 1 8 16,7 11 16-16,-5-7 2 0,-2 2-70 0,2 5 51 15,-2-7-49-15,4 7-27 0,-9 0-33 0,7 2-5 16,-10-6-41-16,10 6 8 0,-7 0-8 0,0 6 2 16,0-4-5-16,-3 3-5 0,6 1 9 0,1-1 15 0,-11 8-15 15,5-2-7-15,8-4-2 0,-6 6-1 0,7-5 0 16,-4 3-5-16,1 0-3 0,1-4 1 0,4-1-1 16,1 5-6-16,-2-4-2 0,4-7 3 0,0 19-3 15,0-11 2-15,4 0-2 0,-4 3 2 0,2-4 6 16,1 1 6-16,4 3 3 0,-5-8-8 0,4 7-1 15,0-5-2-15,2 4-13 0,-1-7-14 0,4 3-35 0,3 1 0 16,-2-1 2-16,-8-5 11 0,7 0-41 0,-2-3 34 16,6 3 18-16,-15 0 5 0,9-5 17 0,2 2-3 15,1-4 14-15,-12 7 4 0,9-11 4 0,-3 8 2 16,0-5 5-16,-6 3 4 0,8-6 3 0,-8 11 5 16,0-19 7-16,0 10 5 0,-2 3-2 0,-6-5 15 15,1 4-1-15,-1-4 7 0,-4 6-20 0,3 1 7 16,-6 2 1-16,-5 2-7 0,11 0-12 0,-9 2-4 0,0-2-3 15,7 4-1-15,-4 3-2 0,1-1-10 0,2-1-3 16,0 3 0-16,-3 6 2 0,12-10 0 0,-11 12-6 16,2-3 2-16,9-7 2 0,-6 7 3 0,2 3-2 15,4-5 13-15,1 2 6 0,-1-2-3 0,3-2 8 16,3 8 3-16,-3-17-1 0,5 13-7 0,-5-8-7 16,9 6-3-16,-6-3-3 0,4 0-3 0,1 0-9 0,-2 3-12 15,6-4-36-15,3-1 1 0,-12-4 11 0,9 3-19 16,0-2-14-16,-2 0-45 0,5-3 31 0,-3 0-60 15,-3-3-2-15,15 0-53 0,-13-2 74 0,1 3-40 16,9-9 12-16,-10 5 46 0,-2 1 63 0,6-10-33 16,-8 4 35-16,-2 3 19 0,0-6 24 0,-1 1 5 15,-1 2 9-15,-3-4 23 0,-3 8-3 0,3-4 26 16,-6-8 39-16,-2 9 9 0,4-1-9 0,-7 0 65 0,2 5 5 16,-6-3 55-16,-6 0-47 0,15 7-38 0,-8 0 40 15,-8-2-13-15,12 2-39 0,-2 2-50 0,-3 2 2 16,6-2-20-16,-6 6-13 0,6-4-19 0,1 1-10 15,1 3-5-15,4-4-1 0,-11 9 5 0,11-4-1 16,-2-1-3-16,5 10 2 0,-4-8-1 0,4 5 4 0,0 3 0 16,4-5-6-16,-4-4-1 0,2 9 1 0,4-8 5 15,-4 0 0-15,5 6-5 0,-2-14-5 0,5 10-30 16,4-2-3-16,-2-6-19 0,-4 4 7 0,4-4-38 16,0 1-38-16,-2-1 9 0,-5 2 2 0,0-2-60 15,5-2 6-15,2 0-41 0,0-2 77 0,-12 2-24 16,17-6-1-16,-2 1 32 0,-6-1 65 0,3-1-20 0,-4 1 9 15,7-4 25-15,-6-1 23 0,-1-5 4 16,1 6 13-16,-2-7 17 0,-4 12 8 0,-1-13 20 0,-4 5 9 16,2 2 16-16,-7-2 32 0,2 5-13 0,-2-3 46 15,-8-5 58-15,-2 8-9 0,12 6-37 0,-22-9 51 16,15 8 22-16,-8 1-61 0,11 2-48 0,-13 2-16 16,5 4-10-16,5-3-38 0,4 2-24 0,-7 1-3 15,9-4-2-15,-6 9-14 0,1-2-2 0,4-3 3 16,-1 10 4-16,-1-3-3 0,6-2 1 0,1 7 2 0,2-1 4 15,0-8-1-15,5 8-3 0,0-6 1 0,-1-9-2 16,4 9 0-16,2-6-1 0,-5-3-2 0,7 4 0 16,0-6 0-16,-3 0-1 0,2 0 0 0,4-3-1 15,-9 3 3-15,9-3 3 0,-3 1 0 0,-4 0 1 16,7-4 4-16,-6-2-1 0,-4 6-2 0,7-12 1 16,-5 4 9-16,-7 2 3 0,5-8 1 0,-2 5 7 0,-3 0 2 15,0-2 17-15,-8 0-8 0,8 8-14 0,-4 3 3 16,-7-7-7-16,-1 3-3 0,12 6-11 0,-12-2-10 15,0 0-8-15,-2 4-57 0,4 0 20 0,5-2-58 16,0 0-94-16,-10 9-52 0,15-9 9 0,0 2-281 16,-9 9-7-16,6-11-73 0,3 0 109 0,3 2-194 15,-6 9-220-15,6-11 258 0,-3 0 239 0,0 9-285 0</inkml:trace>
  <inkml:trace contextRef="#ctx0" brushRef="#br0" timeOffset="4685.46">11343 6492 46 0,'0'2'818'0,"0"-9"-256"0,-3 1-150 0,3 6 216 16,0 0 15-16,0-2-139 0,-9-5-284 0,9 3-21 16,-3 4-12-16,3 0-41 0,-14-2-42 0,14 2 11 15,0-3-29-15,-18 1-15 0,18 2-41 0,-12-6 10 16,10 6-8-16,-11 0-6 0,4 0-11 0,4 0 9 15,-7 3-8-15,12-3 9 0,-15 3-2 0,15-1 27 16,-3-2-5-16,-9 3 9 0,12-1 24 0,-6 4-12 0,-2-1 26 16,-2 3 0-16,5 5-8 0,2-10-17 0,-3 15 16 15,3-7-27-15,-4-1-1 0,7 6-33 0,-2-3-2 16,2 0-12-16,0 9-13 0,-3-14 0 0,3 2-2 16,0 9-1-16,0-8 3 0,3 0 1 0,-1 4 1 15,5-7 5-15,-4 0 2 0,6-3-3 0,-4 1-1 16,7-1-4-16,6-5-3 0,-9 0-2 0,3 0 1 0,3-3-6 15,-1 1-5-15,-1 2-2 0,4-9 6 16,-5 7-6-16,5-6-4 0,3-8-11 0,-13 11 12 0,10-14-7 16,-11 14 7-16,6-14 4 0,-3 9 7 0,-6 0 7 15,9-10 8-15,-10 13 5 0,1-1-1 0,1-8 4 16,-8 8 0-16,1 1 2 0,-5-4-5 0,-1 8 5 16,-6-5 19-16,-11 0 15 0,11 5 24 0,-5-2 40 15,-4 3 16-15,-6-2 39 0,9 2-26 0,4 2-40 16,7 0 19-16,-10 6-35 0,-4-4-7 0,16 1-40 15,-10 5 5-15,0 2-11 0,6 1 6 0,4-3-23 0,-6 3-2 16,4-6 1-16,1 8-4 0,4-2 0 0,5-3 0 16,-3 8-2-16,6 2 2 0,-1-3-3 0,5 4 0 15,1-5 0-15,-1-6 0 0,3 5-3 0,0-8 0 16,2 0-3-16,2 1-13 0,4-1-9 0,-9-5-16 16,18 2-47-16,-10-2 6 0,-8 0-23 0,9 0-18 15,-6-5-44-15,0 3-23 0,5-7 18 0,-9 5 57 0,2-7-36 16,11-2 17-16,-16 4 52 0,5 0 13 0,-2-13 16 15,-2 11 17-15,-3-2 13 0,-6-9 11 0,-1 2 11 16,-1 1 23-16,0 6 19 0,-2 8 5 0,2-14 60 16,-7-2 101-16,5 13-22 0,-1 1 5 0,-1-2-52 15,-3 1 71-15,3 5-70 0,-5 3-63 0,7 0-47 0,-8 6-4 16,1 4-9-16,2 1 29 0,-3 2-18 0,7 3 5 16,-1-3 4-16,-1 6 8 0,8-3-17 0,-1-1 3 15,3-2-25-15,0 1 0 0,0-1-3 0,3-2-3 16,-3-3 2-16,6 8-1 0,2-6 0 0,-1-5-2 15,1 6-4-15,1-3-1 0,1-5 1 0,4-3-9 16,-6 0-19-16,2-3-16 0,4-3-17 0,-8 4 12 16,13-5-56-16,1-10 11 0,-8 10 10 0,-3-2 35 0,2-6-11 15,-2 4 21-15,-4 0 17 0,-5-2 21 0,0 6 2 16,-2-6-3-16,-4-7-15 0,0 18-25 0,-2-11-37 16,-4 2-20-16,5 6-33 0,-10-1-32 0,-1 1-46 15,9 5-95-15,-9-2-124 0,6 2 19 0,-2 0-420 16,-4 0-51-16,6 2 69 0,4-2-883 0</inkml:trace>
  <inkml:trace contextRef="#ctx0" brushRef="#br0" timeOffset="39527.46">13724 1862 676 0,'0'-2'1091'0,"0"4"-384"0,0-2 63 0,0-2 10 16,0 4-199-16,0-2 83 0,0-2-188 0,0 4-43 15,0-2-49-15,0-2-27 0,3-9-25 0,-1 11-105 16,-2-3-25-16,0-7-48 0,3 6-24 0,0-9-24 0,-3 11-52 15,4-3-28-15,1-6 11 0,0 0-33 16,2 4-4-16,-4 1 0 0,9-5 0 0,-7 2 0 0,2-2 0 16,5 0 0-16,-7 5 0 0,10-3 0 0,-1 0 0 15,-7 7 0-15,10-1 0 0,3-3 0 0,-8 6 0 16,6-2 0-16,3 2 0 0,-4 0 0 0,-2 0 0 16,12 0 0-16,-18 0 0 0,11 0 0 0,4 0 0 15,-9 2 0-15,-3 1 0 0,5 0 0 0,-2 7 0 16,-3-4 0-16,3 5 0 0,-10-6 0 0,12 5 0 15,-5 8 0-15,-9-14 0 0,4 12 0 0,-2-3 0 0,2 2 0 16,-7-4 0-16,-3 7 0 0,3-1 0 0,-7-4 0 16,2-3 0-16,-4 14 0 0,-6-5 0 0,0-3 0 15,1 5 0-15,-1-14 0 0,-2 7 0 0,-7 1 0 16,0-2 0-16,-3-4 0 0,7-1 0 0,2 2 0 16,9-7 0-16,-11 5 0 0,8-6 0 0,5 2 0 0,7-4 0 15,0 0 0-15,-10 4 0 0,6-1 0 0,4-3 0 16,0 0 0-16,0 0 0 0,9 2 0 0,-4 2 0 15,-1-4 0-15,11 2 0 0,5-4 0 0,-8 2 0 16,8 0 0-16,-8-4 0 0,22 2 0 0,-12 2 0 16,0-3 0-16,-17 6 0 0,16-1 0 0,-1 2 0 15,0 1 0-15,-13-3 0 0,13 6 0 0,1 1 0 0,-13-2 0 16,4-1 0-16,3 7 0 0,-6-3 0 0,1-2 0 16,-5 8 0-16,-2-8 0 0,6 5 0 15,-6 3 0-15,-3-10 0 0,0 10 0 0,-3-3 0 0,0 2 0 16,-3-1 0-16,-2 4 0 0,-7-2 0 0,-1 2 0 15,-4 2 0-15,8-11 0 0,-8 8 0 0,-7-1 0 16,-5 4 0-16,11-6 0 0,-8 0 0 0,-1-1 0 16,-9-4 0-16,22 0 0 0,-7-4 0 0,4-2 0 0,-4 0 0 15,19-3 0-15,-10 2 0 0,3-2 0 0,3-5 0 16,1-3-44-16,-2-8-266 0,5 8-277 0,-2-19-400 16,7 6 77-16,0-10-303 0,3-4-1388 0</inkml:trace>
  <inkml:trace contextRef="#ctx0" brushRef="#br0" timeOffset="41844.26">14955 2029 551 0,'3'-3'1026'16,"9"-7"-442"-16,-12 10-118 0,12-11 172 0,-9 11-115 16,6-11-79-16,-6 9-258 0,-3 0 37 0,2-9-10 15,-2 8 8-15,6-7-78 0,-2 10 63 0,-4 0 3 16,5-14 14-16,-5 14 10 0,0-3-10 0,9-10 14 0,-6 13-19 15,0-5-84-15,-1 0 68 0,-2 5-71 0,7-11-23 16,-7 9-47-16,3 2-9 0,-6 0-27 0,6 0-12 16,-3 0-6-16,-12 5-11 0,6-3-3 0,-6 9 4 15,-5 2 3-15,-2 3 1 0,2 5-3 0,-3-3-1 16,-1 4 7-16,6-7 0 0,-5 14 1 0,1-10 3 16,5 3-5-16,-4-6 1 0,4 8 1 0,-4-4-13 0,1-1-2 15,1-1 2-15,-1 4-5 0,2-9-7 0,-2 11-6 16,5-11-7-16,0 5-44 0,6-9-101 0,-3 1-82 15,6-10-61-15,-2 8 17 0,5-2-198 0,0-6-105 16,0-6-317-16,10 1 306 0,0-1-236 0,-5-1 75 16,11-7 107-16,-10 6-160 0</inkml:trace>
  <inkml:trace contextRef="#ctx0" brushRef="#br0" timeOffset="42108.56">14717 2063 126 0,'-3'0'1669'0,"-9"-5"-304"0,9 5-510 15,-12-8-19-15,15 8-418 0,-9-5-32 0,0 2 7 16,9 3-74-16,-6-8-89 0,1 3 42 0,5 5 29 0,0 0-101 16,0 0-83-16,0-3 9 0,0-7-51 0,0 10-23 15,0 0-31-15,0 0 2 0,0 0-10 0,5 0-7 16,5 2-4-16,-2 6-1 0,1-5-4 0,6 7 4 16,5 3 3-16,-13-9-1 0,10 5 1 0,0 0 4 15,2 4 11-15,-4 0-9 0,2 0 1 0,-2 6 2 16,9 2 3-16,-7-8-6 0,3 6-4 0,1-3-3 0,-3 5 3 15,-1-7-3-15,-2 4-41 0,-1-3-109 16,-2 4-251-16,0-5-7 0,3 6-718 0,-6-12-36 0,6 6-14 16,-3-6 332-16,-1-3-1298 0</inkml:trace>
  <inkml:trace contextRef="#ctx0" brushRef="#br0" timeOffset="43241.53">15828 1952 274 0,'0'0'1175'0,"0"0"-577"16,0 0 21-16,0 0 15 0,0 0-127 0,0 0-128 0,0 0-104 16,0 0-135-16,0 0 84 0,0 0-50 0,0 0-35 15,0 0-11-15,0 0-10 0,0 0-6 0,0 0 15 16,0 0 9-16,0 0-38 0,0 0 38 0,-4 8-17 15,4-2-14-15,0-6-20 0,0 0 21 0,0 0 12 16,0 0-33-16,0 0-25 0,9 0 23 0,6-3 8 16,-6 0-58-16,-1 0-36 0,4-2-5 0,9 5 4 0,-3-3-1 15,-13 3 7-15,19-13 5 0,-12 5 10 0,11-7 3 16,-2 2-9-16,-9 2-13 0,5-8 3 0,1 1-11 16,-3-2 2-16,-3 5 3 0,0-9 7 0,-3-3 6 15,-1-12 10-15,1 18 1 0,-3-13 34 0,0 2 24 16,-3-2 38-16,0 18-39 0,-3-6 37 0,2 18 8 15,-2-16-6-15,0 20-10 0,0-18-12 0,0 18 2 16,-2-13-12-16,2 10-23 0,0 3 5 0,0 0-20 0,0 0-20 16,0 0-16-16,0 0-10 0,0 0 0 0,0 0-2 15,6 8 0-15,-3-2 1 0,2 12-4 0,-5 0-2 16,3 4-2-16,1 4-1 0,-1 0 1 0,-1-2 2 16,1 5-1-16,0-5 6 0,-3 13 4 0,4-2 1 15,-4-4 2-15,-4-7 0 0,4 14 7 0,-3-10 0 16,0 1-2-16,1-10-1 0,-1 5 1 0,-1-1-14 0,4-4-19 15,-3-3-10-15,3-11-80 0,0 19-132 0,0-11-61 16,0-5-87-16,0 3-5 0,0-4-333 0,3 2-403 16,1-1-63-16,-1-1 455 0,-6-9-229 0,6 4-796 15</inkml:trace>
  <inkml:trace contextRef="#ctx0" brushRef="#br0" timeOffset="43536.74">16331 2108 803 0,'4'3'637'16,"6"2"-245"-16,-10-5 275 0,4 3-172 0,-4-3-115 15,0 0-80-15,6 5-135 0,-4 0 73 0,-2-8-31 16,0 6 18-16,0-3-47 0,0 0 73 0,-12 11 100 15,12-11-51-15,-10 6-89 0,-2-2 51 0,-10 5 102 16,2-2-88-16,-1-1-110 0,-2-4 39 0,-1 3 8 0,-14 1 59 16,15-6-124-16,-13 3-6 0,4-3-14 15,-7 4-3-15,15-4-79 0,-8 4-18 0,3-2-13 0,2 3-14 16,3-5-1-16,9 3-1 0,5 0-27 0,-9-6-105 16,16 6-516-16,-2-9 104 0,-4-1-478 0,6-10-180 15,6 10-8-15,2-10 327 0,14-3-1370 0</inkml:trace>
  <inkml:trace contextRef="#ctx0" brushRef="#br0" timeOffset="44544.05">16988 2039 106 0,'-12'-3'1825'15,"12"3"-955"-15,0 0-235 0,-14-2 390 0,11 2-151 16,3 0-404-16,-12-8-184 0,9 5 10 0,-6-10 9 0,9 11-138 16,0-3-72-16,-3-8-21 0,3 9-17 0,0-12-14 15,0 12-19-15,3-5 15 0,-3-2-3 0,9-2-13 16,-3 8-12-16,0-3-9 0,2 1-3 0,-1 1 4 16,8-1-5-16,-10 1 4 0,4 1 10 0,9-1 4 15,-4 1 2-15,-8 3-12 0,12-1-8 0,-7 3-4 16,8-3-2-16,-7 3 1 0,-2 0-3 0,0 3 8 15,7 2 9-15,-8 0-3 0,1 1-23 0,4 5 7 0,-6-4-36 16,-5 1 32-16,6 13 15 0,-6-11-2 0,0 4 4 16,1 7 29-16,-4-8-8 0,-4 14 32 0,1-16-43 15,0 7-10-15,-6 1-4 0,1-1-1 0,1-5 4 16,2 0 3-16,-4-2-1 0,3 0 3 0,-3-6 3 16,6-3 4-16,-6 6-3 0,9-8-1 0,-3 3-2 15,-5 3 2-15,8-6 4 0,0 0 16 0,0 0 6 16,-4 0 3-16,4 0-5 0,4 0 21 0,-8 0 8 0,8 0-26 15,-1-4-23-15,12-3-10 0,2-15-24 0,0 4-23 16,2-1-19-16,-8 6 11 0,13-13-40 0,-10 5 29 16,4 4 11-16,-9 4 20 0,8-2-1 0,2-3 11 15,-11 7 7-15,4 0 4 0,-3 0-1 0,6-4-5 16,-7 6-15-16,-8 7 5 0,4 2 4 0,-4 0-7 16,3 0 0-16,5 6 11 0,-4 1-4 0,-4 1 19 0,2 10 19 15,-2-7-9-15,0-2 18 0,-2 15 0 0,2-9 5 16,-7 12 12-16,2-14-17 0,-2 7-2 0,-1-1 3 15,1 3 3-15,5-15-11 0,-4 4 1 0,2-3-4 16,2 6-9-16,-1-5-5 0,3-5-3 0,-3 3 1 16,1-1-2-16,4-6 1 0,-2 0 3 0,-2 0 5 15,4 0 1-15,-2 0-5 0,-2 0-9 0,7-4-39 16,7-5-44-16,-7-2-23 0,14-13-85 0,-2 6-54 16,1-6-37-16,-1-2-43 0,2 4 96 0,6-9-116 0,-3 7 123 15,-2 2 33-15,-8 7 83 0,5-5 22 0,-8 11 70 16,6 0 34-16,-10 5 18 0,7-2 14 0,-8 6 8 15,11 0 23-15,-15 0-15 0,5 2 34 0,-2 2 32 16,0 9 78-16,1-6-63 0,-8 9 60 0,-2 5 13 16,1 1 6-16,-4-4-26 0,3 1-10 0,0 1-43 0,-4 0-29 15,2-7-21-15,6 0-4 0,-5-6-31 0,2 10-12 16,-2-4-29-16,4-6-38 0,3 9-32 0,0-16-71 16,-2 0-69-16,4 13-61 0,-2-9-278 0,-2-8-206 15,4 4-211-15,8-7 225 0,-2 1-184 0,4-4-1280 16</inkml:trace>
  <inkml:trace contextRef="#ctx0" brushRef="#br0" timeOffset="44929.01">18069 1801 1038 0,'0'0'1682'0,"-3"-2"-1130"0,0-9 179 0,3 9-86 0,-17 2-474 15,5 2-213-15,0 0-51 0,-15 9-7 0,7 0-14 16,-4 0 5-16,4 2 53 0,2 3 40 0,-2-3 3 16,5 0 9-16,0 3 7 0,3-1 9 0,7 2-9 15,-2-7-12-15,5 0 0 0,-4 10-5 0,2-10 2 16,4-2 10-16,0 2 4 0,4-7 3 0,4 8 15 16,2-7-4-16,2 2-4 0,-4-3 2 0,21 5-3 0,-2-3 5 15,-10-3 2-15,7 1 15 0,0 0 5 0,5 0 18 16,-2-1 18-16,-19 1-15 0,7-1 18 0,-1 2 21 15,5 3 12-15,-11-1-31 0,2-1 31 0,-5 5 4 16,-1-1 53-16,-4-4-53 0,0 16 44 0,-7-5 0 16,5-5 34-16,-10 15-11 0,-1-6 53 0,-1 2-14 15,-9 7 35-15,8-16-100 0,-6 6 46 0,-3-1-31 0,-5 1-32 16,11-11-83-16,-2 5 14 0,2-5-21 0,-2-1-35 16,5-3-61-16,3-4-21 0,-5-4-194 0,7 2-198 15,-4-5-520-15,2-6 163 0,4-7-323 0,8 2 48 16,5-3-1220-16</inkml:trace>
  <inkml:trace contextRef="#ctx0" brushRef="#br0" timeOffset="45226.23">19100 1902 1361 0,'9'-2'2027'0,"-6"2"-924"16,9 0 319-16,-12 0-759 0,0 0-73 0,0 0-231 16,-3-17-130-16,-2 14-123 0,-4-1-37 0,-3-2-28 15,2 3-7-15,-19 1 1 0,2 2-5 0,-2 0-2 16,4 0 0-16,3 5-8 0,-16-2 4 0,8 0-16 15,4-1-13-15,6 3-27 0,-2 1-52 0,5-1-101 0,9-5-217 16,-7 6-145-16,15-6-29 0,-19 7-551 0,19-7-178 16,0 0 197-16,0 0 348 0,0 0-224 0</inkml:trace>
  <inkml:trace contextRef="#ctx0" brushRef="#br0" timeOffset="45426.68">19133 2095 976 0,'0'0'1468'0,"12"5"-822"0,-6-3 574 0,-6-2-241 16,0 0-252-16,0 0-271 0,0 0 175 0,0 0-209 15,0 0-112-15,-12 0-155 0,-3 0-21 0,-12 4-72 0,7-4-57 16,-1 2-5-16,-8 3 0 0,-9 1 0 0,5-3 0 16,1 1 0-16,5 2 0 0,-11-3 0 0,8 2-17 15,1 1-155-15,17-4-92 0,4 0-314 0,-7 3-386 16,-4-10-553-16,17 1 606 0,-4-5-1352 0</inkml:trace>
  <inkml:trace contextRef="#ctx0" brushRef="#br0" timeOffset="46176.68">19919 1513 364 0,'0'-3'2904'0,"7"-5"-2184"0,-5 0 257 0,-2 6-53 16,12-12-439-16,-2 4-299 0,-5 5-104 0,7-6-25 15,3-2-11-15,-1 2-25 0,4 4-6 0,8-4-1 16,1 3 3-16,-7 5 1 0,9-3 10 0,-2 1 10 16,12 1 13-16,-18 0-20 0,9 2 10 0,-5-1-9 15,6 3-14-15,-9 0-7 0,5 3-13 0,-6 3-2 16,-6 1-6-16,-10-5 5 0,17 11-2 0,-17 4-3 0,-2-6 18 16,-1 15-17-16,-2-12-5 0,-8 8-12 0,-4 6-17 15,-5-8 7-15,2 0 3 0,-9 2-35 0,0 2 18 16,-17 3 14-16,21-10 39 0,-9 9 12 0,-5-8 15 15,2 6 58-15,9-8-18 0,2-1 33 0,-3-2-9 16,7-2-20-16,11-5-2 0,-12 1-22 0,12 2-27 16,1-2-13-16,5-7-6 0,-7 13 3 0,7-13-8 0,7 17-1 15,1-10 10-15,1-1 1 0,11 5-14 0,4-6-11 16,0 3-9-16,3-5 3 0,5-1-6 0,-2 0 3 16,2 4 4-16,-8-1 18 0,14 4 36 0,-8-5 6 15,-4 1 1-15,-8 1-11 0,8 5 8 0,-3-4-2 16,-16-4-21-16,10 10-14 0,-5 1-1 0,-7 4 1 15,-1-7 1-15,2 7 1 0,-4-7 0 0,-7 15-9 0,-4-8-4 16,-9-3 10-16,6-6 5 0,-8 8 14 0,-18 9 29 16,2-10 11-16,9-5-7 0,-5 9 34 0,-12-3 34 15,0-1-11-15,12-3-47 0,-2 0 3 0,0-2-14 16,-8 4 6-16,18-7-46 0,4 0-9 0,6-6-1 16,-8 4-2-16,14-6-35 0,-4 3-119 0,10-3-320 15,2-5-226-15,-4-3-30 0,18-12-772 0,13 2 294 16,0 0-848-16</inkml:trace>
  <inkml:trace contextRef="#ctx0" brushRef="#br0" timeOffset="46893.76">20786 2016 148 0,'3'-4'2499'16,"-3"-3"-1585"-16,0-1-111 0,0 5-90 0,0-12-476 15,2 4-162-15,-2 9-52 0,3-12-6 0,-3 14-7 16,4-16 4-16,-1 11 1 0,2-6 4 0,2-5 11 16,1 6 1-16,-2-1-10 0,7-2 9 0,1-1-1 15,4-1-11-15,-4 10-6 0,1-1 1 0,0 4-3 0,11-7 15 16,-14 9-8-16,-4 4 8 0,4-4 5 0,6 5 18 16,-6-3-7-16,-8-2-7 0,6 6 4 0,-3 1-2 15,-2-1 4-15,5 5-12 0,-5-1-1 0,-2-4 23 16,-3 9 9-16,0-4 0 0,-3 0 10 0,0 4 5 15,-2-4 20-15,1-1-5 0,-4 17 37 0,5-17-19 16,-6 7 3-16,6-10-32 0,-9 22 67 0,6-23-50 0,-5 14-13 16,7-16-25-16,-4 9 12 0,-1 3-18 0,9-16-18 15,-8 8-14-15,4-6-5 0,4-2 1 0,0-2 4 16,0 4 9-16,0-2 4 0,0-2 54 0,0 4-5 16,0-10 0-16,0 1-25 0,0 7 22 0,9-13-15 15,0 2-35-15,-3 5-19 0,14-10-17 0,6-2-39 16,-7 1-1-16,-4 8 11 0,7-10-11 0,5-2-5 15,-3-3 7-15,-4 11 28 0,-1-9 14 0,3 7 2 0,8-7 0 16,-12 9 1-16,-7 5-2 0,1 3-3 0,5 0-4 16,-5 1 1-16,-2 2 6 0,-10 2-2 0,14 6-4 15,-11-6-14-15,-3 0 13 0,7 10 6 0,-7 0-4 16,-4 4-7-16,-2 2 13 0,-3-2 10 0,-2 12 12 16,-1 0 3-16,3-12-17 0,-6 4 2 0,-2 1 10 15,5-1-9-15,-3-3-8 0,3 1 1 0,3-8-8 16,1 3 6-16,1-6 7 0,2 6-4 0,5-14 6 15,0 6 1-15,0-3-4 0,0-3 5 0,0 6 5 0,0-3-7 16,12 0 0-16,-7 0-2 0,10-5-1 0,4-8 1 16,1 0-2-16,-6 4-5 0,6-9 0 0,-1 1 2 15,1 4 2-15,-5 0 0 0,6-5 4 0,-4 2 4 16,1 6 0-16,-18 7-4 0,17-10 6 0,-5 2 10 16,-5 11-2-16,-7-2-6 0,12-4 11 0,-12 6 9 0,5 2-2 15,4 2-12-15,-3 5-7 0,-4 2 5 0,-2 8-9 16,0-5-10-16,3-10-1 0,-3 25 0 0,0-2 0 15,-3-8 0-15,3-1 0 0,0 3 0 0,3 3 0 16,-3-3 0-16,0-15 0 0,0 14 0 0,4-7 0 16,-1 2 0-16,-1-2-7 0,-2-13-75 0,6 10-128 15,0-7-160-15,0-3 4 0,3-3-356 0,3-2-308 16,0-4-161-16,-4 2 92 0,16-6 45 0</inkml:trace>
  <inkml:trace contextRef="#ctx0" brushRef="#br0" timeOffset="47291.7">22020 1706 2099 0,'12'-13'1373'0,"-9"10"-647"0,6-5 493 0,-6 6-668 16,3-6-181-16,-6 8-175 0,-4-3 12 0,-4-5-112 15,-4 8-43-15,10 0-32 0,-17 2-18 0,-1 7 2 16,-4 1 16-16,9-2-4 0,-5 2-2 0,-6 6-17 15,2 1 10-15,6-10 2 0,1 6 2 0,0 6-18 0,5 2-5 16,2-4 15-16,8-13 15 0,-1 18-13 0,-1-4-11 16,4-7 17-16,0-3-1 0,0 2 8 0,4-4-4 15,1 5-7-15,-2-2 7 0,4-5 7 0,1 9-14 16,1-6-5-16,-6-4 0 0,9 7-4 0,0-1-5 16,-7-1-4-16,10-1-15 0,-1 4 12 0,-4-6 7 15,4 3-7-15,-4-3 7 0,0-1 11 0,5 3 12 16,-6 1 12-16,-6 0-8 0,1 2-1 0,-1 6 38 15,-1-5 13-15,-2 8 5 0,-2-12 0 0,-1 10 97 0,-4-4-22 16,-2 0-7-16,6-10-49 0,-11 15 30 0,-1-7-37 16,7-3-48-16,-7 5-28 0,3-6-10 0,-21 13-1 15,13-10 0-15,3-5 0 0,-7 4 0 0,-8 0 0 16,5 0 0-16,10-7-2 0,-2 0-59 0,8-2-119 0,-10 0-334 16,-3 0-2-16,13 0-463 0,-7-4-225 0,6-1-1 15,-14-4 78-15,17 7-831 0</inkml:trace>
  <inkml:trace contextRef="#ctx0" brushRef="#br0" timeOffset="47759.44">20311 2388 1632 0,'-5'0'950'0,"8"0"120"0,-6 0-213 0,6 0-121 16,-3 0-417-16,0 8-168 0,2-2-75 0,5-6-59 16,-2 0-17-16,10-3-1 0,6 3-6 0,9 0 1 15,4 0 6-15,-4 3 3 0,8 0 2 0,4-1 3 16,7 3 0-16,-10-1-1 0,29 0 8 0,-10 1-7 16,5 1 0-16,-16-3-3 0,14-1-5 0,2 4-1 15,13-6-6-15,-32 5 1 0,15-5-2 0,-6 5-1 16,-6-5-2-16,13 3-2 0,-34-3 6 0,4 0-2 0,-8 0-8 15,-7 3-22-15,-3-3-15 0,-3 0-42 0,-9 0-3 16,15-3-21-16,-12 3-1 0,-3 3-58 0,0-6-20 16,-15 3 44-16,10 0 26 0,-5 0-57 0,-7-3-52 15,10 0-86-15,-7 1-53 0,2-7-72 0,6 7-65 16,-3-3-56-16,9 5 149 0,-11-11-74 0,11 11-172 16</inkml:trace>
  <inkml:trace contextRef="#ctx0" brushRef="#br0" timeOffset="55841.6">26614 1733 51 0,'3'-13'682'0,"-3"13"-76"15,3-9-114-15,-3 4 103 0,0-1-104 0,5-4-31 16,-5 10-109-16,0-16-23 0,0 11-109 0,4-6 184 15,-1-2-85-15,-3 2-48 0,2 7-86 0,-2-16 92 0,3 13-2 16,-3 1-42-16,0 4-67 0,4-9 38 0,-4 11-22 16,0 0 13-16,0 0-113 0,8-2 11 0,-1-1-40 15,-7 3-42-15,0 0-10 0,0 0-2 0,0 0-5 16,0 7 5-16,2 7-11 0,-8 5 3 0,6 2-9 16,-8 2-1-16,-2 7-3 0,5-12 12 0,-4 11 1 15,-3 1 11-15,4-7 4 0,-4 1 3 0,-3 5-8 0,3 1 7 16,-3 1-4-16,3-10-5 0,-2 11-1 0,-1-6 2 15,3 4 1-15,3-12 6 0,1 11-1 0,5-8 2 16,-1 1-4-16,4-15-1 0,0 17 3 0,4-8 7 16,-1-1-3-16,2-9-3 0,2 8-1 0,-2-6 10 15,2-3 27-15,1 0-16 0,1-2-19 0,3-3 4 16,3 0 16-16,-5 0-21 0,6 0-10 0,10-6-16 0,-2 6 8 16,8-5 22-16,-18 3-9 0,16-2-4 0,-4 2 42 15,13 2 29-15,-18 0-29 0,2 0 5 0,4 0-7 16,-1 0-9-16,1-2-26 0,-3 4-77 0,-1-2-57 15,1-2-94-15,-4 4-220 0,-5-2 100 0,-1-2-236 16,1-1-180-16,-3 1-165 0,-5-2 188 0,-7-1-366 16,5-10-235-16</inkml:trace>
  <inkml:trace contextRef="#ctx0" brushRef="#br0" timeOffset="56066">26973 1933 204 0,'0'0'895'0,"0"0"-401"0,0 0 25 16,0 0 13-16,0 0-50 0,0 0-256 0,0 0-49 16,3 9-70-16,1-7-7 0,-4 0-34 0,2 15 27 0,-2-4 68 15,3-3-5-15,-3-2-20 0,6 10 42 0,-2 6 32 16,-2-8-39-16,-2 1-56 0,3-4 10 0,-3 3-19 16,-3 12-14-16,1-6-42 0,-2-9-18 0,-2 5 1 15,1-7-10-15,-14 18-2 0,14-12-11 0,-7 3-1 16,0-1-35-16,-3-1-173 0,3-2-147 0,0 1-308 15,1 1-167-15,7-10-1 0,-6 5-132 0</inkml:trace>
  <inkml:trace contextRef="#ctx0" brushRef="#br0" timeOffset="57491.19">27958 1981 25 0,'2'0'462'0,"4"-2"-40"0,-2-1 104 0,-2 3 68 15,-2 0-3-15,-2 0-19 0,2 0-209 0,5-8 65 0,-2 3-165 16,-3-1-92-16,6-7-18 0,-6 13-40 0,0-16 78 15,3 16-45-15,-3 0-30 0,0 0-42 0,5-15 13 16,-5 15-5-16,0 0 16 0,0-4-29 0,7-5 18 16,-7 9 6-16,0 0-14 0,0 0-32 0,0 0-23 0,0 0-37 15,-12 9-11-15,9-5 6 0,-11 9-24 16,4-8 1-16,-16 10 4 0,8-6 10 0,-3 4-2 0,-4 0 9 16,3 0 7-16,2-4 21 0,-9 9 29 0,5-5-7 15,0 0 3-15,1-4 0 0,2 0-7 0,-3 2 7 16,1 0-17-16,-1 0-8 0,12-7-2 0,-11 7-2 15,9 0-4-15,2-3-3 0,2 0-4 0,-4 2-15 16,4-1-63-16,5-7-62 0,5-2-5 0,-5 3-64 16,-2 7-21-16,7-10-148 0,0 0 61 0,0 0-313 0,7-15-83 15,-2 9 60-15,10-1 13 0,-6-7-654 0</inkml:trace>
  <inkml:trace contextRef="#ctx0" brushRef="#br0" timeOffset="57738.53">27624 1981 80 0,'0'0'1386'0,"0"-5"-665"15,0-5-48-15,0 10-54 0,7-17 125 0,-7 17-324 16,2-18-151-16,1 18-89 0,2-9 53 0,2-4 68 16,2 6-44-16,-3-1-8 0,-3 5-87 0,3 1 98 15,2-4-88-15,-8 9-12 0,3-6-52 0,9 3-26 16,-12 0-27-16,7 0-33 0,1 3-20 0,-6-3-10 0,10 3-18 16,-12-3 2-16,12 7 3 0,-5-3-10 15,4 5-7-15,1 10 6 0,-3-8 8 0,0-1 12 0,9 9 3 16,-4-1 29-16,-2-5-1 0,3 6 31 0,2-5 4 15,7 6 8-15,-9-7-65 0,2 4 6 16,3-1-26-16,4-3-105 0,-4 0-218 0,-13-5-41 0,8 2-348 16,-6-2-257-16,6 3-42 0,-10-6 269 0,4 3-1830 15</inkml:trace>
  <inkml:trace contextRef="#ctx0" brushRef="#br0" timeOffset="58790.71">28774 1939 253 0,'5'-8'1127'15,"-5"8"-481"-15,0 0-154 0,0 0 155 16,6-11 50-16,-6 9-280 0,0-3-196 0,4-4-45 0,-8 9-33 15,4-13 32-15,0 13-63 0,-3-11 30 0,3 9-27 16,0 2-18-16,-8-11-27 0,8 9-23 0,0 2 1 16,0 0-17-16,0 0 1 0,-4-3-13 0,-4-5 0 15,8 10-10-15,0-2-6 0,0 0-2 0,0 0-7 0,0 0-4 16,0-2 6-16,0 2-3 0,0 2-1 0,0-2-1 16,0 0 2-16,0 0 7 0,0 0-3 0,0-2-6 15,0 4 4-15,0-2 8 0,0-2 1 0,0 4 0 16,0-2 6-16,0-2 2 0,0 4 9 0,0-2 22 15,0-2 9-15,0 4 17 0,0-2-4 0,0 0 52 16,0 0 123-16,0 0-25 0,0 0-57 0,0-2 50 0,0 4 56 16,0-4-67-16,0 2-81 0,0 2-24 0,0-2-27 15,0 0-2-15,0 0-35 0,0 0-9 0,0-2-14 16,0-9 0-16,0 11-9 0,0 0-4 0,0 0 1 16,0 0-20-16,0 0-13 0,0 0 13 0,0 0-10 15,0 0 1-15,0 0-1 0,0 0 7 0,0 0 8 16,0 0 2-16,0 0 5 0,0 0 3 0,0 0 0 15,5 0 8-15,2 3 1 0,-7-3 4 0,0 0 3 16,0-3-3-16,15 3-1 0,-13 0-2 0,-2 0 4 0,0-2-1 16,10-3-7-16,-10 5 1 0,0 0-11 0,0 0-31 15,0 0-4-15,0 0 8 0,-12-11-36 0,12 11-29 16,-4 0-20-16,-14 0 12 0,10 0 49 0,-1 3-22 16,-8-1 3-16,7 0 29 0,-4 2 31 0,-6 1 5 15,8 0 7-15,0 1 8 0,0 2 7 0,-6-1 0 16,6-1 2-16,-2 12 0 0,8-13-2 0,-3 12 0 0,-6 1-2 15,9-7-10-15,3-1-1 0,-2 6-9 0,2-5-27 16,3 18-33-16,3-16 15 0,-1 11-37 0,4-4-30 16,3 2-7-16,3 7-32 0,-3-16 82 0,9 4-21 15,-1-4 20-15,3 2 24 0,-4-6 38 0,13-2-12 16,-6 1 21-16,-4-3 8 0,-2-2 5 0,6-3-2 16,7-3 3-16,-7 3 12 0,-6-5 3 0,7-1 13 0,0-1 14 15,3-10 33-15,-12 8-21 0,2-4 36 0,-2-7 20 16,-1 0 4-16,-4 3-29 0,2-16 38 0,-7 11-31 15,0-7-1-15,-5 0-26 0,0 8-25 0,-10-21 11 16,0 15-17-16,4 1-6 0,-2 9-10 0,-4-3-1 16,0-2-3-16,6 14-1 0,0-2-2 0,0 7 3 15,-3-5 4-15,6 6-1 0,-6-2-8 0,9 4-18 0,-15 4-29 16,10-2-64-16,-4 9-1 0,-2 2-159 0,2-5-62 16,-3 11-170-16,9-14 35 0,-6 10-251 0,6-4-89 15,-2 5-165-15,5-6 393 0,0-7-745 0</inkml:trace>
  <inkml:trace contextRef="#ctx0" brushRef="#br0" timeOffset="59018.1">29325 2047 1232 0,'-4'0'1819'0,"8"0"-880"0,-4 0 0 0,5 3-118 16,1-1-410-16,-6-2-260 0,0 0-130 0,0 4-26 15,0 9-3-15,0-2-1 0,0-9 2 0,0 16-2 0,-3 1 5 16,0 4 2-16,-2-6 0 0,1 9 3 16,-1 3 4-16,-7 6 0 0,4-15 0 0,-2 15 0 0,1-4-2 15,-3 9-8-15,1-10-87 0,-1-6-46 0,0 2-142 16,-2 3-198-16,-4-5-262 0,6-8 100 0,-5 2-288 16,8-2 85-16,3-6-481 0</inkml:trace>
  <inkml:trace contextRef="#ctx0" brushRef="#br0" timeOffset="59559.66">29743 1926 443 0,'0'0'1834'15,"0"0"-1070"-15,0 0 6 0,0 0-202 0,0 0 13 16,0 0-407-16,0 0-114 0,0 0-47 0,0 0-2 16,2 5-8-16,-2 3-2 0,0-8 0 0,4 0 2 0,4 3 10 15,-4-1-1-15,-1-2-2 0,9 0 8 0,3-2 3 16,-1-1 7-16,1 3-16 0,2-6 5 0,-5 6 1 16,6-5 2-16,6-1 6 0,-19 4-3 0,16-5 14 15,-3-4 7-15,-1 0 18 0,0-4-15 0,2-5 17 16,-4 2-8-16,5 3-10 0,-11-2-5 0,8-12 58 15,-5 11 6-15,-9 12 9 0,2-12-21 0,2 5 85 16,-7 5-25-16,3 3-3 0,-3-6-56 0,2 11 3 0,-2 0-9 16,0 0-45-16,0 0-23 0,0 0-5 0,0 0-24 15,-8 13 2-15,8-4 1 0,-6 4 3 0,0 7 5 16,0 2 3-16,0-1-9 0,1-5-21 0,-2 10-34 16,2 6-8-16,-2-6 7 0,5-7 13 0,-4 8-41 15,2-1-108-15,2 5-103 0,-1-9 22 0,0 2-238 0,1 0-164 16,2 5-387-16,0-14 380 0,-7 4-143 0,10-1-153 15</inkml:trace>
  <inkml:trace contextRef="#ctx0" brushRef="#br0" timeOffset="59760.12">30140 2275 125 0,'12'7'2146'0,"-8"-7"-1384"0,-4 0 143 0,8 0 105 15,-5 0-235-15,-3 0-489 0,0-2-30 0,0 4-67 16,-6-12-66-16,4 7-25 0,-1-2 59 0,-9-3-6 15,-9-3-17-15,9 6-49 0,1 3-24 0,-13-4 13 16,0 6-3-16,-3 0-53 0,10 0-13 0,-3 0-3 16,-7 4-2-16,-14-4 0 0,17 0-7 0,-11 2-30 15,6-2-33-15,-2 5-138 0,2-3-181 0,2-2-295 0,5 4-336 16,4-8-65-16,3-1 289 0,-6-5-519 0</inkml:trace>
  <inkml:trace contextRef="#ctx0" brushRef="#br0" timeOffset="60281.72">31205 1878 422 0,'2'0'1744'0,"-2"0"-1206"0,12-5 283 0,-9 5-14 16,-6-3-389-16,3 3-227 0,3 3 7 0,-6-6 33 15,6 6-1-15,-3-3 5 0,0 0-75 0,0 0 50 16,-9-6 16-16,1 1-56 0,-7 3-75 0,-6-2-15 16,-11 2 2-16,2 0-20 0,6-1-32 0,-8 0-19 15,-7 3 2-15,5 0-10 0,12 0-3 0,-7 0-3 0,2 0-8 16,-5 6-42-16,18-6-45 0,-6 4-102 0,8 0-168 16,-7 1-298-16,14-3-37 0,-5 4-304 0,10-6 20 15,0 0-229-15</inkml:trace>
  <inkml:trace contextRef="#ctx0" brushRef="#br0" timeOffset="60521.08">31351 2146 753 0,'18'2'1091'0,"-9"-2"-548"15,12 2 12-15,-3-4-42 0,-10 2-347 0,4 0-54 16,-12-2 26-16,14-2 27 0,-14 4-19 0,0 0 47 15,0 0 80-15,0 0-64 0,0 0-63 0,0 0-12 0,-14 0-32 16,-9-2-50-16,4-1-25 0,-10 3-10 0,0-2 3 16,-3-1 3-16,10 3-19 0,-3 0-2 0,-2 0-15 15,9 3-37-15,3-3-130 0,10 0-45 0,-10-3-277 16,15 3-188-16,0 0-102 0,-9-10 111 0,9 7-735 16</inkml:trace>
  <inkml:trace contextRef="#ctx0" brushRef="#br0" timeOffset="60957.92">32238 1994 1976 0,'3'0'1050'0,"6"-4"-294"0,-6 0-196 0,-3-1-16 16,3-6-357-16,-11-2-140 0,1 8-36 0,-5-8 5 16,-5 2 0-16,-10 1-2 0,12 5-15 0,-5-1-6 15,-4 1 0-15,4 3-4 0,-1 2-3 0,-2 0-1 16,-1 0 3-16,-2 4 11 0,8 5 1 0,-8 4-1 0,-1 0 1 16,10 0 0-16,2 1 0 0,0 6 1 0,-3 6 4 15,10-6 0-15,1-5 2 0,4 3 0 0,1 6 4 16,4-7-1-16,1-10-3 0,4 12-4 0,1-1-2 15,6-2 2-15,-2-5 3 0,7 2 1 0,1-5 4 16,12 0 1-16,-5-5 2 0,-3-3 18 0,8-6 15 16,0-1-4-16,4-4 11 0,-7 0 6 0,-2-4 44 0,-1-4 41 15,1 3 38-15,0-2 38 0,-7-1 19 0,0-3 20 16,-2 4-15-16,-3-3-4 0,-7 0-92 0,1 2-31 16,-9-1-35-16,-2 0-24 0,-1 0-26 0,-6-2-7 15,6 14-15-15,-18-10-47 0,9 10-31 0,-11-2-185 16,6 10-114-16,-10 0-142 0,12 2-4 0,-11 1-343 15,-4 8-427-15,12-1 285 0,7-2 331 0,2 0-595 0</inkml:trace>
  <inkml:trace contextRef="#ctx0" brushRef="#br0" timeOffset="61191.29">32669 1984 2515 0,'3'2'1516'0,"2"4"-548"0,5-1-30 0,-10 1-473 16,5 7-348-16,-5 0-128 0,0-8 0 0,-3 19-1 15,1-2 6-15,-8-2 3 0,5-4 0 0,-4 16-3 16,-1-6 1-16,2 1 1 0,2-9 2 0,-5 8-2 16,2 9-3-16,3-11-3 0,0-6-10 0,0 6-36 0,6 2-62 15,-2-2-86-15,2-4 4 0,2-11-107 16,1 8-202-16,0-7-160 0,3 3-327 0,2-10 386 0,-1 0-153 15,-2-6 45-15,5-3-324 0</inkml:trace>
  <inkml:trace contextRef="#ctx0" brushRef="#br0" timeOffset="61739.85">33211 1654 94 0,'5'-14'1865'0,"-1"4"-1130"0,-1-10-50 0,-3 10 255 16,0-4-174-16,0-1-337 0,-3 8-197 0,-1 1 138 15,2-5-55-15,2 8-129 0,0 3-75 0,-6-13-31 16,6 11-37-16,0 2-38 0,0 0-8 0,-6 5-1 0,-2 5 0 15,4 6 0-15,-7 3 1 0,2 5 3 16,-1 5-1-16,0-5-2 0,-2 0 0 0,-3-1 2 0,0 9 0 16,3-3 1-16,3 3 0 0,6-11 2 0,-6 11 3 15,6-3 0-15,-2 8 2 0,5-16-3 0,0 9 2 16,2-10 2-16,4 10-2 0,0-14-2 0,2 4 0 16,-1-12 0-16,8 12-2 0,-7-13-4 0,7 6-35 15,3-5-54-15,9-3-67 0,-10-5 28 0,-2 0-175 16,14 0 17-16,1-5-99 0,-9-3 149 0,2 1-41 0,-2-6 46 15,6-4 91-15,-13 4 72 0,6-11 8 0,-5 8 47 16,0-4 19-16,-9 9 34 0,2-5 47 0,-5 5 59 16,6-5 144-16,-9 11 3 0,6-6 34 0,-6 11 44 15,0 0-42-15,0 0-67 0,0 0-128 0,0 0-34 16,-3-13-43-16,3 13-41 0,0 0-9 0,-17 6 0 16,7 3 1-16,0 2 1 0,-2 2-2 0,-3 7 6 15,0 4 1-15,6-2-1 0,0-2-4 0,1 4 0 0,-4 9 1 16,5-3-3-16,-1-1-4 0,1-3 0 0,-1 1 0 15,6 4-2-15,-2-5 0 0,1-6-1 0,-2 1-2 16,2 0-3-16,-1 0-34 0,1-14-135 0,-5 20-161 16,2-6-398-16,0-5-158 0,2-10 127 0,-13 18-510 15,2-11 54-15</inkml:trace>
  <inkml:trace contextRef="#ctx0" brushRef="#br0" timeOffset="62777.05">28774 4994 164 0,'5'3'2804'0,"5"-10"-1323"15,-5 7-387-15,-5 0-68 0,-3-9-537 0,3-2-253 16,-14 2-171-16,-4-4-53 0,0 2-10 0,-5 2 8 15,-6 2 6-15,-17-4 8 0,9 5-5 0,-4 2 7 16,-13-5 7-16,-2 4-2 0,-2 3 1 0,-4-4 17 16,6 1 13-16,0-1 2 0,11 4-21 0,-10-3 17 15,14 5-5-15,10-2-30 0,16-2-24 0,7 4-84 0,-9 0-145 16,17 0-243-16,0 0 90 0,0 0-330 0,11-2-259 16,1 2-162-16,21 0 63 0,-8-3 102 0,6 3-840 15</inkml:trace>
  <inkml:trace contextRef="#ctx0" brushRef="#br0" timeOffset="63044.34">28343 4961 958 0,'10'2'1419'16,"-8"-2"-655"-16,10-2 240 0,-12 2-433 0,20-9-160 15,-10 7-7-15,-1 0 37 0,6-4-94 0,-15 6 69 16,10-5-12-16,-3 5-39 0,-7 0-56 0,-3 0-129 15,6 0-61-15,-3 0-52 0,0 0-55 0,0 0-12 0,0 13 0 16,-7 0 0-16,5-10 0 0,-10 31 0 16,1-13 0-16,2 9 0 0,-3 1 0 0,0-5 0 0,-8 22 0 15,5-3 0-15,-4 0 0 0,2-13 0 0,-10 29 0 16,4-13 0-16,2 1 0 0,4-17 0 0,-3 8 0 16,-2 15-23-16,10-18-82 0,4-8-60 0,-4 8-226 15,3 3-466-15,4-10-233 0,2-14 180 0,-1 8-281 16,1 0-895-16</inkml:trace>
  <inkml:trace contextRef="#ctx0" brushRef="#br0" timeOffset="64028.71">29165 5479 45 0,'4'0'923'0,"-4"0"-602"0,11-6 162 16,-7 6 60-16,-4 0-4 0,0-2-109 0,0 4-39 15,8-7 2-15,-6 3-31 0,-2 2-110 0,4 2 98 16,-8-4-113-16,8 4-59 0,-10-6-78 0,-9 0 38 15,-8 2 63-15,9 2-42 0,-10 0-32 0,0 0 64 0,-8 0 65 16,2 0-72-16,3 0-63 0,10 0-55 0,-7-3-2 16,0 3-8-16,12 0-56 0,-11 0-7 0,17 0-4 15,-14 0-20-15,5 0-17 0,12 0-19 0,-11 0-107 16,14 0-116-16,-15 0-305 0,15 3 108 0,0-3-280 16,0 0-163-16,0 0-21 0,0 2 301 0,-4 9-307 15,8-9-127-15</inkml:trace>
  <inkml:trace contextRef="#ctx0" brushRef="#br0" timeOffset="64272.07">29133 5706 87 0,'7'6'1484'0,"7"5"-860"0,-14-11-193 0,11 9 252 0,-7-9-165 15,-4 0-258-15,0 0 1 0,0 0-32 0,0 0 231 16,0 0-45-16,0 0-3 0,-12 0-116 0,-3-2 97 15,-14 0-13-15,5 2-79 0,3-3-121 0,-9 3 26 16,-7 0 5-16,7-2-62 0,6 2-58 0,-2 0-24 16,-1 0-27-16,0-4-27 0,22 4-13 0,-16 0 0 15,13 0-7-15,-7-2-91 0,3 2-69 0,9 2-213 16,-3-7-273-16,-2 3-363 0,8-6-487 0,2 0 608 0,4-2-311 16,0 1-938-16</inkml:trace>
  <inkml:trace contextRef="#ctx0" brushRef="#br0" timeOffset="65539.67">29840 5024 1805 0,'-5'8'993'0,"5"-2"-153"16,0-6 20-16,0 0-95 0,0 0-428 0,0 0-100 16,-3 0-8-16,6 0 16 0,-6-9 43 0,-1-2 26 15,4 9-2-15,4-11-17 0,-1 7-101 0,-1-1 24 16,4-4-73-16,0-2-80 0,-3 10-40 0,6-10-5 0,2 5-16 16,-2 3-4-16,3-8 0 0,-2 7 0 0,4-2 0 15,9-5 0-15,-16 7 0 0,10-1 0 0,0 1 0 16,5 1 0-16,-12 5 0 0,14-6 0 0,-2 6 0 15,3 6 0-15,2-1 0 0,-9 1 0 0,2 1 0 16,2 4 0-16,0 0 0 0,-7 0 0 0,-6-4 0 16,15 12 0-16,-18-14 0 0,8 16 0 0,-8 3 0 15,-2-6 0-15,-4 4 0 0,0-9 0 0,-10 11 0 16,1-6 0-16,-2 6 0 0,-7-6 0 0,-2 1 0 0,-10 5 0 16,1-3 0-16,0 3 0 0,2-5 0 0,-17 1 0 15,11 0 0-15,-2-5 0 0,11-4 0 0,-11-1 0 16,-3 6 0-16,8-8 0 0,6 0 0 0,4 0 0 15,2-3 0-15,3-2 0 0,0 3 0 0,15-4 0 16,-14 3 0-16,11-3 0 0,3-2 0 0,0 0 0 16,0 0 0-16,0 9 0 0,3-5 0 0,-1-4 0 0,17 6-2 15,-7-1-7-15,5 1-31 0,-5-3 5 0,11 1-19 16,-2 2-11-16,-1-1-5 0,2 0-2 0,-10-1 11 16,17 9 15-16,-6-6 14 0,-9 4 9 0,5 2-3 15,-4 0 6-15,-5 6 4 0,-3-11 4 0,2 11 1 16,-6-12 5-16,2 12 3 0,-7-12 5 0,-1 7 3 15,-6 2-2-15,-9-2 1 0,4 4-2 0,-4-5 2 0,4 0 2 16,-8 3 10-16,-7 0 11 0,5-8 14 0,-17 7 49 16,6-4-5-16,-6-3-3 0,9 3-22 0,-25-4 29 15,19-1-37-15,2-3-26 0,6-3-18 0,-7 2-7 16,-2 1-1-16,13-3 0 0,16 0 0 0,-10-3-3 16,11 3-76-16,-6-2-480 0,3-9-35 0,12 6-486 15,7-8-129-15,5-11-5 0,0 5 221 0</inkml:trace>
  <inkml:trace contextRef="#ctx0" brushRef="#br0" timeOffset="66159.02">30907 5532 946 0,'3'-2'1589'0,"6"-4"-1029"0,-6 6 197 15,-6 0-51-15,6 0-358 0,-3-3-192 0,2-5-113 16,1 5-10-16,-3 3-12 0,-20-10-4 0,17 7-6 0,-13 1 2 15,-4 2 15-15,-4 0 51 0,2 0-11 0,-2 0 32 16,4 2 6-16,-4 4 4 0,6-3-27 0,-18 1 56 16,10 2-51-16,3-1-24 0,4 0-26 0,-7 1 17 15,6 1-16-15,10-7-12 0,-4 6-23 0,6-3-6 16,-2-1-34-16,5 2-90 0,-4-2-8 0,9-2-130 16,0 0-133-16,0 0-357 0,-12-11-118 0,12 11 209 0,6-8-135 15,-3-3-964-15</inkml:trace>
  <inkml:trace contextRef="#ctx0" brushRef="#br0" timeOffset="66353.49">30732 5363 586 0,'7'-11'2385'16,"-2"-2"-1474"-16,2 13 275 0,-4-9-653 0,-1 5-91 15,1 4-107-15,-3 0-50 0,7-14 1 0,-7 14-139 16,0 0 22-16,0 0-36 0,0 0-12 0,0 0-81 0,2 11-26 16,1-6-7-16,0 8-3 0,-3 9 1 0,4-2-2 15,-2 2 1-15,1 4 0 0,-3-2-2 0,3 3-5 16,-3 1 0-16,0 5 0 0,0-9-4 0,-3 12-28 15,3-6-63-15,0-1-94 0,0-3-37 0,-3 0-224 16,1 3-453-16,2-7-69 0,0-9 169 0,0 3-223 16,2-6 97-16,1 1-643 0</inkml:trace>
  <inkml:trace contextRef="#ctx0" brushRef="#br0" timeOffset="66769.38">31499 5320 1355 0,'8'-18'873'0,"-4"7"-282"0,-4 0-3 0,-6 1-129 16,0 4-382-16,0 2-80 0,-12 4-15 0,1 0-14 15,-10 2 9-15,3 6-3 0,4 6 6 0,6-1 18 0,-13 7 15 16,6 10-1-16,3-3-11 0,9-9-2 0,-2 19 1 15,-1-6-6-15,3 4-16 0,6-11 3 0,3 5 9 16,3-1 9-16,4 5 6 0,-2-9 9 0,4-1 9 16,6 1 3-16,8-5-5 0,-9-8-14 0,13-2 1 15,6 2-9-15,-3-5-9 0,-10-4-4 0,6-2-7 16,4 0 2-16,6-8 9 0,-14 3 9 0,5-6 14 16,0-4 20-16,-3 2 24 0,2-11 111 0,-8 8-51 0,-4-6 35 15,-2 1 25-15,3-8 33 0,-12 9-49 0,-1-8 1 16,-4-1-13-16,-4 0 25 0,-3 5 13 0,-3 0-34 15,0 0-16-15,0 4-11 0,1 9-40 0,-3-2-15 16,-2 8-52-16,5-3-22 0,-10 8-2 0,13 0-28 16,-23 11-25-16,8-7-28 0,11 5-43 0,-5 4-123 15,8-6-168-15,-6 12-179 0,3-5-123 0,9-10 95 16,3 16-197-16,6-10 91 0,-2 0-38 0,4 1-79 0</inkml:trace>
  <inkml:trace contextRef="#ctx0" brushRef="#br0" timeOffset="66983.8">32165 5442 308 0,'12'0'2176'0,"-12"0"-1124"16,0 0-92-16,0 0-6 0,0 0-233 0,0 0-466 16,0 0-202-16,0 0-28 0,-4 8-17 0,1 6 1 15,-9 17-6-15,4-7 1 0,2-6 0 0,-2 8 2 16,-4 7 4-16,2-5 0 0,2-6-1 0,2 7 4 15,-6 0 1-15,4-1-1 0,-2-1-3 0,5-3-17 16,-2 0-15-16,2 2-73 0,2-4-109 0,-1-7-43 0,2 7-274 16,-1-15-233-16,3 12-423 0,0-19 468 0,0 0-260 15,0 3-839-15</inkml:trace>
  <inkml:trace contextRef="#ctx0" brushRef="#br0" timeOffset="67337.87">32560 5045 1939 0,'8'-18'1246'0,"-1"5"-601"0,-5 2 233 15,1-5-68-15,0 16-548 0,1-8-197 0,-4-1-2 16,0 9-15-16,0 0-25 0,0 0-18 0,0 0-2 15,0 0-4-15,-15 11-2 0,11-5 1 0,-13 15 1 16,2 3 1-16,0 0-2 0,1-6-3 0,-1 12-3 16,-2 1-1-16,-2 8 0 0,8-12 4 0,-4 5 1 15,3-1 7-15,3 2 10 0,4 9 11 0,2-18-8 16,3 5 10-16,3-1 2 0,-1 2 4 0,8-7 9 0,0 7-2 16,0-9-4-16,5 0-4 0,-6-8-11 0,8 5 0 15,3 2-16-15,-5-7-16 0,1-6 3 0,1 4-5 16,6-3 1-16,4-3-37 0,-13-3-5 0,8-2-89 15,0 0-62-15,2-2-288 0,-9-3 54 0,9-6-376 16,3-2-157-16,-7-8 57 0,1 3-429 0</inkml:trace>
  <inkml:trace contextRef="#ctx0" brushRef="#br0" timeOffset="67524.36">32913 5352 1052 0,'0'0'1562'0,"0"0"-847"0,0 0 223 15,0 0-130-15,0 0-332 0,0 0-257 0,6 13-30 16,-9 0 70-16,0-2-20 0,1 18 117 0,-2-13-144 0,-2 8 110 15,1-3-105-15,1 8 26 0,1-13-127 16,-2 8 13-16,-2 2-57 0,-1 0-30 0,6-10-33 0,-10 8 0 16,2-2-6-16,-2 4-1 0,7-8-2 0,-7 12-2 15,3-10 0-15,1 4-5 0,-4 0-59 0,0-6-82 16,2-1-121-16,2-4-326 0,-4 3 53 0,7-5-430 16,-11 7-219-16,1-3-62 0,7 2-23 0</inkml:trace>
  <inkml:trace contextRef="#ctx0" brushRef="#br0" timeOffset="68340.17">29150 6944 1233 0,'-5'3'977'0,"-7"0"-195"0,-3-6 9 0,10 3-185 16,-19-3 7-16,-5-1-181 0,-1 1-229 0,9 0-46 0,-11-2 121 16,-3 0 103-16,-6-1 6 0,14 4-128 0,-2-3 76 15,-1-1-43-15,0 3-17 0,12 1-193 0,1 0-5 16,8-2-53-16,1 2-28 0,4 2-20 0,-7-3-101 15,11 3-153-15,0 0-121 0,0 0 9 0,0 0-601 16,-4 13-71-16,4-10-107 0,7 8 122 0,-5-7 287 16,8 7-1070-16</inkml:trace>
  <inkml:trace contextRef="#ctx0" brushRef="#br0" timeOffset="68570.57">29030 7243 103 0,'6'4'1779'0,"6"-2"-714"0,-7-2-451 0,-5 0 247 16,0 0-155-16,0 0-264 0,0 0-69 0,0 0 75 16,0 0-84-16,0 0-20 0,0 0-120 15,0 0 103-15,-8-11-153 0,-4 7-102 0,-8-2-47 0,-4 3 10 16,-6-2 12-16,1-1-6 0,8 4-12 0,-2 2 7 16,-10 0 7-16,6 0-18 0,2 0-11 0,9 0-14 15,-10 0-2-15,8 0-42 0,0-2-132 0,9-1-108 0,-6 3-240 16,15 0-298-16,-2-3-457 0,-10-2 221 0,12 5-114 15,0 0-1124-15</inkml:trace>
  <inkml:trace contextRef="#ctx0" brushRef="#br0" timeOffset="69286.64">29731 6786 131 0,'-11'-2'1733'0,"11"-1"-505"16,-7-5-331-16,-1-3 224 0,8-2-623 0,-4 8-135 16,1-6-128-16,1-2 52 0,2 5-128 0,-3 0 31 15,6 2-11-15,2-7-15 0,4 0-24 0,1 6-31 16,10-4-42-16,1 3-22 0,11-1 5 0,-12 4-24 15,4 3 5-15,8 0-3 0,4-2-3 0,-6-1 3 16,-1 5-2-16,0 0-15 0,-2 0-7 0,2 5 1 0,1-1 5 16,-6 0 1-16,5 5-2 0,-5-4-1 0,8 5 4 15,-9-5-7-15,-2 6-11 0,-9-3 0 0,0-3-6 16,3 19-1-16,-10-8 1 0,-2-3 3 0,-3 4-3 16,-6 3 1-16,-3 4 1 0,-3-6 0 0,-3-5 5 15,-11 4 2-15,0 1-1 0,-10-2 5 0,12-3 2 16,-8 4 2-16,-9 1-1 0,6 0-5 0,9-7-1 0,-6 2 0 15,5-2 0-15,-2-1-1 0,14-1 1 0,-6-2 2 16,15-5 3-16,-8 9 1 0,4 0-1 0,5-6-3 16,1 6-1-16,4-11 1 0,12 13 0 0,-3-7-4 15,-3-1-2-15,11 5-2 0,4 4-3 0,-6-1-1 16,5 0-8-16,1 0-21 0,3 0-9 0,-4-2 8 16,7 2-4-16,-7-2 5 0,1-4 5 0,-3 7 8 0,-4-1 17 15,-2 0 4-15,0-5 7 0,0 8 0 0,-6-5 1 16,3 7 4-16,-4-7 2 0,-5-3 2 0,3 8 6 15,-8-1 2-15,2-4 14 0,-9 8-2 0,0-1 28 16,-17 9 31-16,5-8-10 0,1-6-11 0,-8 0 28 16,-6 10 15-16,-4-10-41 0,9 0-15 0,1-2-23 15,-13 8 9-15,9-3-27 0,-3-3-7 0,8-4-6 16,-5 4-5-16,5-6-27 0,4 4-79 0,12-9-62 0,4 1-317 16,-7 5-147-16,13-10-511 0,-7 2 254 0,11 0-288 15,6-11-6-15,3 0-1016 0</inkml:trace>
  <inkml:trace contextRef="#ctx0" brushRef="#br0" timeOffset="69502.07">30406 7434 1866 0,'6'0'2903'0,"0"0"-2011"0,6 0 296 15,-12 0-357-15,0 0-515 0,0 0-298 0,0 0-18 16,-3 2-1-16,-1 9-2 0,-1 2 2 0,-1-4 1 15,-3 17-1-15,4-4 2 0,-8 9 2 0,4-9-1 0,1 6-1 16,-1-1-4-16,2 2-1 0,-4-3-4 0,2 6-18 16,0-3-45-16,-2-5-94 0,2 0-37 0,-1 3-283 15,2-9-75-15,2-3-241 0,3-9 27 0,0 10-337 16,3-3-158-16,0-13-305 0</inkml:trace>
  <inkml:trace contextRef="#ctx0" brushRef="#br0" timeOffset="70039.63">31019 6942 1538 0,'8'-16'2394'0,"-1"1"-1390"0,-5-4-14 0,1 14-543 0,0-14-82 15,-3 5-204-15,4 10 9 0,-4-7-32 0,0 11 19 16,0 0 32-16,0 0-63 0,0 0-52 0,0-3 6 16,0 6-39-16,0-6-44 0,-4 8 1 0,1 6-4 15,-2 0-5-15,-10 15-1 0,3-4 5 0,3-4 7 16,-6 11 3-16,0 10 3 0,1-4-4 0,4-6 4 0,0 10 1 16,-2-1-2-16,-3 7 3 0,8-18-4 0,2 6-4 15,2 0 3-15,-1 4-2 0,4-17-2 0,4 10 1 16,-4-7-4-16,3 1 6 0,2-5 8 0,-1-3-2 15,2-8-1-15,3 2 0 0,6 7 1 0,-1-15-4 16,9 0-13-16,-11 1-24 0,9-1-27 0,-1-4-24 16,7 2-44-16,-7-3-52 0,-1-7-31 0,-2-1 23 0,10-5-86 15,-4 1 8-15,-5-7 7 0,-3 4 76 0,8-11-68 16,-11 5 83-16,0 0 20 0,-3 6 77 0,-1-14 15 16,1 3 43-16,1 3 95 0,-8 6 9 0,6 2 81 15,-1 5 178-15,-2-2-15 0,-2 15 13 0,1-9-83 16,1 4 70-16,-5 5-40 0,0 0-125 0,0 0-89 15,3 5 5-15,4 8 1 0,-7 5-41 0,0-12-17 0,0 26 2 16,-3-2 1-16,3-4-13 0,-4-6-19 0,-1 10 0 16,2 2 0-16,-4 5 0 0,2-17 0 15,2 13 0-15,-9-5 0 0,3 7 0 0,1-13 0 0,-1 4 0 16,-3 1 0-16,0 1-1 0,0-4-31 0,-3-3-65 16,4 3-80-16,-3-3-95 0,2-3-212 0,0-4-153 15,2-4-562-15,-4 1 35 0,8-6 65 0,4-5-30 0</inkml:trace>
  <inkml:trace contextRef="#ctx0" brushRef="#br0" timeOffset="71038.96">31678 7270 161 0,'0'0'2729'0,"-3"0"-1491"0,1-14-564 16,2 12 136-16,0 2-497 0,0-13-192 0,2 10-60 0,1-10 22 15,4 0 42-15,-5 5 18 0,4-6-33 0,8-1 83 16,-7 6-62-16,8-4-22 0,-6 6-41 0,6-4-27 16,14-2-30-16,-21 11-19 0,11-7-3 0,-4 7-3 15,17-9 16-15,-23 9 0 0,14-1 6 0,-11 3 9 16,9 0 11-16,-6 0-2 0,-1 0-9 0,-3 3-20 16,-2-1 10-16,6 6-6 0,-3 3 5 0,-7-8 9 15,7 12 18-15,0 1 9 0,-2-3-1 0,-8 0-13 16,4 0 13-16,-4-2-3 0,-2 22-13 0,0-20-14 0,-5 5 2 15,0 3-1-15,-2 3-5 0,-1-6-4 0,-4 6-3 16,9-19-1-16,-15 19 0 0,0-8-2 0,4 1 4 16,-1-4 2-16,0 0 0 0,6-6 2 0,-3 2 9 15,1 1-2-15,7-10 5 0,-10 8 1 0,14-6 15 16,0-2 17-16,0 0 22 0,0 0 18 0,0 0 0 16,0 0-5-16,0-7-5 0,4-2-21 0,-2-4-20 0,4 0-22 15,8-5-17-15,-2 1 0 0,3-1 0 0,0-3-5 16,2 0-13-16,4-3-21 0,3 3-14 0,-1 0-27 15,4 0-40-15,-1 3-31 0,-2 4 7 0,6-5-40 16,-4 6 27-16,1 5 18 0,2-2 17 0,-11 4 79 16,6 1 12-16,-7 3 21 0,-5 2 24 0,3 2-2 15,-13-2-2-15,4 7-3 0,0 4-15 0,0-5-11 16,-6 7-18-16,0-5-13 0,0 5-2 0,-3 6-1 0,0-1 3 16,-6 1 17-16,0 2 19 0,1-2 24 0,-7 5 44 15,3-4 35-15,-5 2 28 0,-2-2 10 0,-4-1-2 16,2-3 3-16,4-3-6 0,5-7 15 0,-6 1-74 15,13-1 19-15,-4-3 5 0,9-3 6 0,0 0-25 16,0-3 11-16,0 6-19 0,0-6-6 0,0-5-29 16,2 0 5-16,8 0-13 0,2-16-16 0,-2 14-10 0,5-6-16 15,6-8-20-15,3 0-10 0,-9 6 7 0,8-6-25 16,6-2 0-16,4-1 1 0,-15 12 43 0,11-5-10 16,-5 5 1-16,3-1 14 0,-19 8 13 0,4 5-6 15,0-3-2-15,5 2-8 0,-5 4 21 0,-6 0 2 16,6 2 10-16,-3 9 16 0,-6-3 3 0,2 5 2 15,-1-2 14-15,-4 18 22 0,-4-5-13 0,1-6-13 0,-2 8 25 16,-4 12 20-16,1-10-28 0,-4-6-16 0,0 4 4 16,-3 12 2-16,0-12-23 0,6-10-20 0,-3 8-1 15,-3 2 0-15,7-8 0 0,4-10 0 0,-4 8 0 16,1-3-16-16,5-4-68 0,2-7-105 0,-3 9-65 16,3-11-151-16,0 0-332 0,9 2-107 0,-3 4 53 15,11-17-333-15,4 1 100 0,2-4-108 0,-4 4-118 0</inkml:trace>
  <inkml:trace contextRef="#ctx0" brushRef="#br0" timeOffset="71406.98">33037 7183 792 0,'11'-11'1212'0,"8"3"-615"15,1-8 186-15,-11 12-41 0,-1-16-340 0,-1 10-266 0,-2-4 16 16,2 5 0-16,-7 3-13 0,0-5 13 0,0 11 2 15,-4-5 19-15,-4-1-60 0,5 6-37 0,-12 0-13 16,1 4-24-16,2 3-26 0,-15 4 3 0,12 0-4 16,-2 2 1-16,-4 2 4 0,1 7-2 0,8-11-6 15,-6 12 1-15,6-7-2 0,0 8 0 0,6-8-4 16,-2 10-2-16,5-2-1 0,3 0-4 0,0-6-3 0,0 0-2 16,0 6-3-16,0-2-3 0,0-20 6 0,3 22-4 15,-1-8 6-15,1 0 0 0,0-6 1 0,3 6-3 16,2-8 1-16,-4 3 2 0,4 2 1 0,-4-8 17 15,-1 4 63-15,5 6 20 0,-4-2 62 0,-1-2-15 16,-3-2 13-16,0 9 78 0,-7-5-63 0,4-8-30 16,-5 11 25-16,-16 0-20 0,3-3-9 0,1-4-67 0,-12 4-1 15,5-4-41-15,-6 0-27 0,8-1-27 0,-6-1-134 16,-6-1-291-16,3-3-132 0,9-3-64 0,-11 0-447 16,-3-3-39-16,-5-3-210 0,15 2 22 0</inkml:trace>
  <inkml:trace contextRef="#ctx0" brushRef="#br0" timeOffset="72249.73">28611 6514 1230 0,'7'-11'1683'15,"-4"6"-955"-15,5-6 1 0,-11 11-342 0,3-11-283 16,-5 1-50-16,-2 2-46 0,-13 0-2 0,3 6 0 16,-5-4 18-16,-7 1 29 0,0 5 24 0,5 0-6 0,-14-3 81 15,2 3 68-15,-13 0 82 0,15 0-114 0,-18 3 64 16,-4-3-2-16,-14 0 88 0,24 2-171 0,-10-2 12 15,-2 0-15-15,-1 3 10 0,12-6-66 0,23 3-40 16,-2 3-31-16,11 0-27 0,-8-3-19 0,17 0-32 16,-6 0-114-16,12 0-78 0,0 0-82 0,0 0-138 15,0 0-154-15,0 0-170 0,6-3-163 0,6 0 199 16,11-4-288-16,1 1-526 0</inkml:trace>
  <inkml:trace contextRef="#ctx0" brushRef="#br0" timeOffset="72488.09">28228 6450 259 0,'3'0'2068'0,"4"2"-1562"16,1 4 170-16,-6-6-52 0,10 5-313 0,-5 4-216 0,-4-2-86 15,9 1-10-15,-7 10 0 0,2 1 6 0,-2 2 1 16,-2 3 10-16,-1 0-2 0,-2 0-5 0,-5 18 8 16,2-5-1-16,1 3 0 0,-5 8 10 0,2-15-2 15,-7 31 36-15,2-11 4 0,2 1 8 0,2-18-11 16,-6 18 22-16,1 6 4 0,-4-12-31 0,9-11-24 15,-2 5 0-15,-4 8-14 0,2-10-28 0,8-14-19 0,-5 7-78 16,4-5-108-16,-2-1-243 0,-2-12-88 0,7-1-222 16,-8-1 2-16,8-7-235 0,-2-4-264 0</inkml:trace>
  <inkml:trace contextRef="#ctx0" brushRef="#br0" timeOffset="-21622.25">11211 6688 40 0,'0'0'716'0,"0"0"-357"0,0 0 268 0,0 0-54 0,0 0-15 16,0 0-182-16,0 0 44 0,0 0 54 0,0 0-161 16,0 0-102-16,0 0 42 0,0 0 2 0,-12 6-13 15,12-4-85-15,0-2 0 0,-3 0-18 0,6 0-16 16,-3 0 14-16,-3 0-12 0,6 0 6 0,-3 0 0 0,-3 0-2 15,3 0-24-15,-12 0 9 0,12 0-60 0,0 0-17 16,0 0-32-16,0 0-22 0,-3-2-53 0,-6-4-56 16,9 6-11-16,-3 0-104 0,-3-5-257 0,0 0-109 15,6 5 29-15,-17-4-310 0,5 2-22 0,0 0 62 16,-9 2 65-16</inkml:trace>
  <inkml:trace contextRef="#ctx0" brushRef="#br0" timeOffset="-21371.92">10816 6757 70 0,'0'0'925'0,"0"3"-229"0,0-3-189 0,0-3-3 15,0 6-148-15,0-3-94 0,-12-9-150 0,9 9-38 16,3 0-12-16,0 0 40 0,0 0 59 0,0 0 14 16,0-2 39-16,0 2-27 0,0 2 41 0,0-4 57 0,-12 4-71 15,12-2-75-15,0 0 4 0,0 0-39 0,0 0-29 16,0 0-45-16,-12 4-14 0,10-4-9 0,2 0-9 15,-10 5-3-15,5-5-37 0,-2 2-37 0,2 0-78 16,5 2-25-16,-21 1-122 0,6 0-281 0,10-5 57 16,-13 6 114-16,6-4-235 0,-2 3-27 0,-8 1 86 15,2-1 4-15,14-5 306 0,-17 2-259 0</inkml:trace>
  <inkml:trace contextRef="#ctx0" brushRef="#br0" timeOffset="-21263.21">10465 6823 71 0,'0'0'606'0,"0"0"-316"15,0 0-70-15,0 0 77 0,0 0-31 0,-12-2-60 16,12 2-170-16,0 0-37 0,0-4-36 0,-5 8-33 16,-5-4-149-16,10 0 54 0,0 0-101 0,-9 0-25 0,1 0 11 15,8 0 79-15</inkml:trace>
  <inkml:trace contextRef="#ctx0" brushRef="#br0" timeOffset="-21156.47">10353 6828 31 0,'-7'0'550'0,"-3"-2"-212"0,10-1-3 16,-15 1-43-16,6-2 48 0,3 4-124 0,0 0-170 15,-4 4-145-15,10-4-52 0,-14 2-201 0,14-2 24 0,-3 0 0 16,-12 0 98-16,7-2-109 0</inkml:trace>
  <inkml:trace contextRef="#ctx0" brushRef="#br0" timeOffset="-21024.84">10173 6808 1035 0,'0'0'672'0,"0"0"21"0,-5 4 28 0,-5-1 200 15,10-3-353-15,0 0-332 0,0-3 56 0,-14 3-42 0,14 0-103 16,0 0-47-16,-3-2-12 0,-9-4-60 0,12 6-40 15,0 0-47-15,0 0-101 0,0 0-120 0,-12-7-134 16,12 7-149-16,0 0-108 0,-3-3-109 0,-2-5 16 16,5 8 255-16,-16-5-100 0</inkml:trace>
  <inkml:trace contextRef="#ctx0" brushRef="#br0" timeOffset="-20872.26">9841 6823 584 0,'-12'5'2032'0,"12"-3"-1109"0,-12-2-8 0,9 0-207 15,3 0-526-15,-12-2-69 0,9 2-100 0,-1 0-14 16,-6-2-12-16,6 2-38 0,-2-3-50 0,-3 3-58 16,6 0-32-16,-9 5-170 0,10-7-91 0,-16 4-114 15,18-2-108-15,-12 0 152 0,-2 2-283 0,-4-2 240 16,-3-2-264-16</inkml:trace>
  <inkml:trace contextRef="#ctx0" brushRef="#br0" timeOffset="-20733.63">9313 6907 1653 0,'-12'6'2033'0,"1"-3"-1020"0,4-1-1 16,-5-2-210-16,12-2-564 0,0 4-261 0,-5-4-127 0,-4-1-109 15,9 3-45-15,0 0-457 0,-8 5-27 0,-2-3-135 16,1-2 231-16,-2 4-158 0,-1-8 59 0</inkml:trace>
  <inkml:trace contextRef="#ctx0" brushRef="#br0" timeOffset="-20589.01">8806 6990 170 0,'-12'2'2877'0,"-8"-2"-1613"0,5-4-359 15,15 4-317-15,-9-6-318 0,3 3-244 0,6 6-111 16,0-3-41-16,-12-5-167 0,10 5-173 0,2 0-163 16,-10-3 60-16,5 3-490 0,-4-6 255 0,3 4 84 15,0 0 152-15,-5-7 196 0</inkml:trace>
  <inkml:trace contextRef="#ctx0" brushRef="#br0" timeOffset="-20410.49">8564 6955 873 0,'-5'0'584'0,"-19"3"226"0,4-6-114 0,8 3 7 16,-3-2-271-16,3-1-45 0,-3-3-86 0,1 2-107 15,4 4-112-15,-2-6-7 0,-2 3-36 0,14 3-25 16,-15-5-62-16,15 5-22 0,0 0-71 0,-3-2-82 16,-9-2-82-16,12 4-50 0,-2-2-21 0,4 4 21 0,-2-2 31 15,-8-2 106-15,-1 0-18 0,9 2 79 0,-9-11 62 16,6 8 34-16,3 3 1 0,-5-4 22 0,-2-2-4 15,2 3 7-15,-7 3-45 0,12 0-145 0,-18 5-74 16,6 1-6-16,-5-4-32 0,5 1-424 0</inkml:trace>
  <inkml:trace contextRef="#ctx0" brushRef="#br0" timeOffset="-17507.24">3909 6773 184 0,'0'0'184'15,"0"0"-80"-15,0 0 50 0,0 0 8 0,0 0-5 16,0 0 26-16,0 0-81 0,0 0 28 0,0 0-8 0,0 0-14 15,0 0-18-15,0 0-22 0,0 0-11 0,0 0-11 16,0 0-21-16,0 0 4 0,0 0-12 0,0 0-10 16,0 0-4-16,0 0-2 0,0 0-2 0,0 0-4 15,0 0 2-15,0 0 0 0,0 0 1 0,0 0 1 16,0 0-1-16,0 0 2 0,0 0 0 0,0 0 1 16,0 0 1-16,0 0 1 0,0 0 3 0,9-5 13 15,-6 5 7-15,-3 0-4 0,0 0 10 0,0 0 23 16,9-4-10-16,0 2-9 0,-9 0 6 0,11-1-2 0,-7 1 6 15,1-4-24-15,1 6 2 0,-6 0-3 0,0 0-1 16,9-9-1-16,-6 9 11 0,-3 0 5 0,0 0 9 16,0 0 8-16,6-4 19 0,0 1 59 0,-6 3 38 15,0 0 41-15,0 0-40 0,0 0 96 0,0 0 45 16,0 0-64-16,0 0-89 0,0 0-9 0,0 0-44 16,0 0-30-16,-6-2-58 0,-3-2-2 0,6 4-8 0,-9 0-6 15,12 0-1-15,-17 0-2 0,5 0 1 0,5-2 7 16,-3 4 0-16,3-2 6 0,-8 0 10 0,13 0-7 15,-13 4 2-15,15-4 1 0,-17 0-4 0,7 2-1 16,5-2-4-16,-10 0 7 0,9 0 3 0,-6 0-1 16,-8 0 5-16,17 0-9 0,-12 0 2 0,0 0-3 15,9 0 0-15,-2 0-3 0,4 0-1 0,-14 0-2 0,18 0-3 16,-5 3-6-16,-2-3-8 0,7 0-7 0,-2 0 1 16,2 0 6-16,-3 0-3 0,-6 4 0 0,9-4 3 15,0 0 3-15,0 0-1 0,-3-2 5 0,6 4 0 16,-3-2-7-16,0-2 3 0,14 4 0 0,-14-2 4 15,12-4-3-15,-5 4-4 0,4-3-2 0,1 3 2 16,-3 0-3-16,9-2 4 0,-6 2-5 0,5 0-10 16,0 0 2-16,-5 0-4 0,0 0-11 0,12 0-10 0,-9 0-17 15,-10 0 30-15,10 2-15 0,-8-4-8 0,1 2 14 16,-6 0-5-16,14 0-5 0,-16 0 9 0,3-4 10 16,5 2 21-16,-8 2 9 0,0 0 7 0,0 0 34 15,0 0 1-15,0 0 12 0,0 0-9 0,0 0-2 16,0 0-10-16,-5 0-8 0,-10 2-6 0,0 2-13 15,3-2 6-15,-8 1-2 0,11 1 3 0,-18 2 1 0,7-1 0 16,8 1-1-16,-14-1 9 0,16-3-6 0,-13 4 11 16,17-3 13-16,-14-1 14 0,1 4 46 0,8-6 6 15,-3 0-24-15,14 3 34 0,-15-3 8 0,8 2 20 16,7-2-57-16,-12 0 0 0,10 0-22 0,2 0-2 16,0 0-11-16,0 0-25 0,-6 0-13 0,0-2-3 15,6 2-3-15,0 0-1 0,0 0-2 0,0 0-2 0,0 0 3 16,0 0-2-16,0 0 0 0,14 0-2 0,-14-3 2 15,12 3 0-15,-5-3-4 0,8 3-6 0,5-3-5 16,-15 3 1-16,22-2-7 0,-9-1-4 0,8 3-7 16,-7 0 5-16,7-2-37 0,-3-2 1 0,4 2-8 15,-6 0-8-15,-4-1 20 0,-2 1-42 0,0-2 31 16,5 2 8-16,-16 2 8 0,10 0-14 0,-11 0 6 0,12 2 8 16,-15-2 24-16,-3-2-8 0,6 4 11 0,-3-2 22 15,-3-2 6-15,6 4 7 0,-3-2 0 0,-3-2 1 16,3 2-2-16,3 2 8 0,-6-2 2 0,-9 4-1 15,9-2-6-15,-11 1 6 0,-8-3 5 0,-2 2 0 16,10 0-9-16,-6 2 2 0,10-2 1 0,-16 3-7 16,0 1-18-16,12-3 3 0,-8-1-1 0,17-2 0 15,-19 5-6-15,9-2-3 0,3-3 11 0,-8 0 10 16,20 3-2-16,-9-3 2 0,-1 0-1 0,10 0 13 0,0-3-3 16,0 3-6-16,0 3 1 0,0-3-3 0,0 0-15 15,0 0 3-15,0 0-12 0,0-3-3 0,4 6 0 16,11-3-9-16,0-3-86 0,-7 3-8 0,6-6-17 15,5 2-24-15,-11 1-52 0,26-5-105 0,-29 5 50 16,19 1 32-16,-16-2 71 0,21 4-45 0,-2 0-32 16,-12 0 85-16,-1 0 61 0,1 0-29 0,12 4-26 0,-15-2-22 15,0-2-34-15,-7 0 0 0,2 3-12 0,1-3 7 16,-8 0 65-16,18 2-37 0,-18-4 76 0,0 4 43 16,0-2 48-16,0 0 32 0,0-2 43 0,0 4 81 15,-4-2 63-15,-1 9-11 0,2-7 76 0,-9 0 4 16,0 1 17-16,-8 0-81 0,8-3-12 0,-9-3-80 15,13 6-51-15,-16-3-11 0,0 0-4 0,13 0-3 0,-19 0-13 16,19 3-8-16,-10-1 12 0,6 1 11 0,3-1 13 16,-5 4 4-16,11-4 26 0,-9 1-12 0,11-3 15 15,-6 2-39-15,10 2 11 0,0-8-24 0,0 8-43 16,0-4-21-16,-4-4 9 0,-4-3 11 0,8 7 4 16,-3-2-4-16,6 2 9 0,-3-14 2 0,0 14 0 15,0 0-29-15,5-3-4 0,10-2-22 0,-3 5-36 0,-3 0 6 16,-1 0 20-16,11-2-23 0,-8 4 11 0,10-4-32 15,-4 2 34-15,-5 0-26 0,12 0-11 0,-9-3-24 16,5 0 11-16,-5 3-59 0,6-3-30 0,-13 3-7 16,9-2 51-16,-5 2-46 0,0-3 13 0,0 3 23 15,-12-2 14-15</inkml:trace>
  <inkml:trace contextRef="#ctx0" brushRef="#br0" timeOffset="-17133.25">4030 6764 89 0,'0'0'422'0,"0"0"-101"0,0 0 22 0,0 0-8 15,0 0-99-15,-9-7 65 0,3 5-107 0,-3-2-113 16,-6 4-59-16,7 0-8 0,-6 0-6 0,-13 0-7 15,20 4 2-15,-19-4 12 0,6 2 13 0,0 1 0 16,-4-3 23-16,9 2-10 0,0 0 15 0,3 4 4 16,0-3 0-16,-5 5-28 0,5-3 0 0,6 0 4 15,0-2 6-15,-2 5 4 0,8-6 21 0,0-2 3 0,0 0-4 16,0 0-13-16,0-2 13 0,-4 2 6 0,-7-8-6 16,11 8-53-16,3 3 5 0,2-12 3 0,2 5-14 15,3 1-13-15,3 0-65 0,-1-2 2 0,12 0 16 16,-10 5 14-16,6-4-16 0,4 0-21 0,-4 4 21 15,-1-5 15-15,-4 5 1 0,2-4-21 0,-2 4-24 16,5-2-6-16,-11 2 21 0,11 0-15 0,-4 0 10 16,-1 2-2-16,-7-2 34 0,1 4-4 0,-4-4 15 15,-5 0 6-15,7 2 8 0,-2 1-2 0,-5-3 27 0,0 0 18 16,0 0 13-16,0 0 52 0,0 0-4 0,-5 0 14 16,-10-3-22-16,3 1 20 0,0 2 18 0,-9-4-30 15,-2 2-18-15,6 2-15 0,-7 0 9 0,15 0-11 16,-21 0 17-16,18 0-25 0,-2 0 22 0,2 0-36 15,-8 0-38-15,10 2-15 0,2-2-57 0,-4 4-95 16,12-2-63-16,-9 1-34 0,4-3-164 0,5 2-147 0,0-4 132 16,0 2 128-16,0 2-422 0</inkml:trace>
  <inkml:trace contextRef="#ctx0" brushRef="#br0" timeOffset="-15392.56">1190 6241 1042 0,'-3'-8'662'0,"-1"-3"-204"0,-4 1 21 0,6 2-119 16,-5-3-233-16,2 6-56 0,-2-5 28 0,2 1-3 0,5 9-3 16,-10-11-30-16,8 9 49 0,-8 2 6 0,2-2 31 15,6 2-27-15,-8 4 20 0,10-6-17 0,-5 4-14 16,-7 2-32-16,12-4-9 0,0 0-23 0,0 0-12 15,-9 7-13-15,6-4-9 0,0 3-7 0,-1 1-5 16,4 12-1-16,0-14-1 0,-2 21 1 0,-4-4-2 16,4 2 1-16,2 0-1 0,0 2-1 0,-4 3 3 15,4 0 0-15,0 0-3 0,0 3 2 0,4-1 10 0,-2-1-7 16,4-6-3-16,3 12 10 0,-4-12 0 0,7 0 4 16,0 3-11-16,-2-8-12 0,4 7 3 0,4-3 0 15,-4-4-6-15,1-3 10 0,2 8-9 0,1-3 11 16,3 0 18-16,-6-8-5 0,5 0 6 0,-2 4-1 15,2-4-10-15,-2-6 9 0,3-1-5 0,-4-3-4 0,-2-1-1 16,-3-2-3-16,17-5 3 0,-2-3 6 0,-7-3-3 16,-5 4-2-16,11-4 3 0,-7-6-1 0,4-9 6 15,-9 8-8-15,1-4 0 0,0 2-1 0,-6-10 4 16,0-1 10-16,-3 7 1 0,-4-3 14 0,1 6 9 16,-6-6 2-16,3 5 3 0,-5-5 15 0,-2 3 18 15,-1 3 4-15,2 5-22 0,-2-8 21 0,-2 0 44 0,5 13-7 16,-2-2-16-16,2 2 30 0,-2-9 1 0,2 11 19 15,2 7-67-15,6 2 6 0,-3 0-24 16,-5-11-34-16,5 9-32 0,0 2-13 0,0 0-1 0,0 2 1 16,2 9-1-16,4-3 3 0,-4 8-2 0,14 10 6 15,-8 1 2-15,-1-9 1 0,4 8 0 0,1 9 2 16,-6-6-2-16,0-5-1 0,-4 2 1 0,5 3-1 16,1 6-5-16,-4-11 1 0,-1 5-1 0,2 5-1 0,2-7-1 15,-7-6 1-15,5 11-6 0,-2-4 1 0,3-1-1 16,-3-10-1-16,2 1-5 0,-2 6-27 0,6-11-31 15,-2-6-71-15,1 1-14 0,2-2-110 0,2-3-275 16,-7-3-142-16,4-6 50 0,-3 1-239 0,6-17 70 16,-3 7 28-16,-1 2-445 0</inkml:trace>
  <inkml:trace contextRef="#ctx0" brushRef="#br0" timeOffset="-15075.36">1985 6698 70 0,'0'0'1242'16,"0"0"-500"-16,0 0-201 0,0 0 185 0,0 0 126 15,0 0-433-15,0 0-267 0,0 0-30 0,0 0-95 16,-15-2-27-16,10 2-2 0,-7 2-1 0,-3 7 1 0,9-7 1 15,-5 9 1-15,-4 0 2 0,11-4 0 0,-4 10 2 16,4-8-1-16,2 5 1 0,-4 10 2 0,6-3 4 16,3-16-6-16,0 17 1 0,-1-9 0 0,5 0-1 15,2 3-1-15,-3-1-4 0,3-4-3 0,6 8 2 16,-1-12-3-16,4 2 0 0,8-2-6 0,-3-3-5 16,4-4-58-16,-9 0-53 0,5-4-180 0,1-1-201 15,3-3-350-15,-15 3 317 0,-4 0-174 0,4-3-716 16</inkml:trace>
  <inkml:trace contextRef="#ctx0" brushRef="#br0" timeOffset="-14123.94">2309 6098 372 0,'0'-10'1532'15,"-3"7"-900"-15,3-14-67 0,0 17 169 0,-9-9-394 16,9 5-208-16,0 4-50 0,-3-7-14 0,1 1-1 15,2 6-23-15,0 0-17 0,0 0 11 0,0 0 2 16,0 0 4-16,0 0-13 0,0 0-14 0,0 0-10 16,0 0-8-16,-10 6-1 0,5-1-8 0,2 8-5 15,-1 9 8-15,2-7 3 0,2 12 1 0,-6-1 2 0,4 14 3 16,2-14 3-16,-4 9 4 0,8 0 3 0,-4 2 3 16,0 5 8-16,2-16-9 0,6 11 3 0,-1-5-1 15,-2 0 0-15,5-3-4 0,-2-3-3 0,8-2-2 16,-6 0-1-16,0-11-2 0,4 3-1 0,8 2-7 15,-5-5-2-15,-5-7 2 0,-1-1-3 0,8 1-1 0,7 4-1 16,-11-7 4-16,-4 0 1 0,1-1-49 0,14-2-179 16,-11 2-165-16,0-2-92 0,-6-2-193 0,6 0-36 15,-6-9-50-15,-6 8-417 0</inkml:trace>
  <inkml:trace contextRef="#ctx0" brushRef="#br0" timeOffset="-13917.5">2528 6397 115 0,'0'0'1757'0,"-7"-2"-768"0,2-7-275 15,5 9-27-15,-3-2-329 0,-13 0-182 0,14 2-154 16,-10 0-11-16,4 0-4 0,-4 2 1 0,-3 0-2 16,-6 3 1-16,6-1 0 0,0-2 2 0,-5 3-5 0,15-3-5 15,-11 4-2-15,10-1-12 0,-3-2-18 0,13-3-67 16,-4 0-6-16,-12 8-101 0,9-6-133 0,3-2-70 15,0 0-279-15,0 0 196 0,0 0-144 0,-12 0 60 16,10 0-27-16,2-4-12 0</inkml:trace>
  <inkml:trace contextRef="#ctx0" brushRef="#br0" timeOffset="-13558.46">2819 6365 418 0,'0'0'646'0,"0"0"-289"0,0 0 126 0,0 0-72 16,0 0-112-16,0 0-148 0,0 0-6 0,-3 0-7 0,-9 8-38 16,12-8 0-16,-12 3 62 0,9-1 40 0,-14 2 108 15,8-2-35-15,-6 3-74 0,7 3 30 0,-4-5-54 16,-9 7-34-16,9-5-88 0,1 1-24 0,-8 5-30 16,11-6-10-16,-1-3-9 0,6-2-46 0,-9 9-95 15,10-9-108-15,2 0-13 0,0 2-196 0,-10 6-329 16,13-5 92-16,-3-3 199 0,0 0-73 0,-11-6-345 0</inkml:trace>
  <inkml:trace contextRef="#ctx0" brushRef="#br0" timeOffset="-13303.15">2940 6514 842 0,'0'2'664'16,"-9"3"-85"-16,1 1-101 0,-11 2 289 0,11-3-324 0,-4-3-81 16,-3 4-143-16,3-3-3 0,-5 2-49 0,-7 3-110 15,12-6-24-15,0 3-20 0,-8 1-32 0,5-3-122 16,6 1-115-16,1 0-24 0,-1-4-178 0,-1 0-148 15,8-4-106-15,-6 0 111 0,8 4-520 0</inkml:trace>
  <inkml:trace contextRef="#ctx0" brushRef="#br0" timeOffset="-12707.72">2916 6085 1498 0,'0'-3'830'0,"-15"0"56"0,15 1-179 16,-14-7-112-16,14 9-469 0,0 0-48 0,0 0-90 0,-10-9-35 15,10 9 15-15,0-4-13 0,0 8 1 0,0-4 8 16,-2-11 10-16,2 9 14 0,0 2-1 0,9-9 2 16,-4 7-3-16,-2 2 6 0,12-9-5 0,-3 2-7 15,-6 4 3-15,2 0 5 0,4 1 1 0,-5 2 4 16,4 0-1-16,-11-3 2 0,21 6 4 0,-21-3 2 0,12 2-3 16,-7 1-3-16,-2-3-2 0,9 10-1 0,-9-7 2 15,1 8 1-15,-2-3-5 0,1-3 0 0,-6 14-2 16,-3-6 2-16,6-10 5 0,-8 12-1 0,1-2 2 15,-1-2 1-15,1 5 5 0,2-3 3 0,-2-5 0 16,2 10 0-16,2-15-4 0,1 8-2 0,-5 2 4 16,4-5-5-16,3 1 4 0,-2-9-2 0,2 13-8 15,0-13-1-15,0 0 2 0,0 5-8 0,5 5-6 16,-5-12-15-16,12 2 4 0,0 2-39 0,-3-2 3 0,14 0-2 16,-16 3 10-16,10-3-24 0,-2 0 36 0,-3 0 18 15,-4 0 8-15,4 0 23 0,-5 0-10 0,1 2 34 16,1-2-10-16,-6 0-29 0,9 9-1 0,-12-9 18 15,5 13-9-15,-1-6 15 0,-4-1-17 0,0 7 20 16,-4-2 6-16,1-4-2 0,-2 12 12 0,2-8 5 16,-3-1 2-16,0 7-7 0,-6-2 5 0,10-2 4 15,-8 1 7-15,1-1-24 0,3 0 22 0,-3-5 5 0,1 8-17 16,5-9-15-16,-1 2-29 0,-1 1-16 0,5-7-137 16,-3-3-155-16,-1 11-23 0,4-9-371 0,-2-2 130 15,4 0 17-15,-2-2 31 0</inkml:trace>
  <inkml:trace contextRef="#ctx0" brushRef="#br0" timeOffset="-12489.32">3264 6318 1616 0,'0'0'914'0,"3"0"-123"0,9 5 4 15,-12-5-48-15,0 0-449 0,0 0-134 0,0 0-128 0,0 0-31 16,0 0-4-16,0 0-5 0,12 8-12 0,-12-8 3 15,3 7 8-15,-1 2-1 0,4 4-2 0,-2-2-1 16,-2 2-6-16,1 7 3 0,0 0-8 0,-1-12-38 16,-2 10-73-16,4-13-6 0,-1 12-203 0,0 1-79 15,-1-8-90-15,-2-5 60 0,0-5-222 0,0 16 23 16,0-13 63-16,0-6 53 0,0 6-207 0</inkml:trace>
  <inkml:trace contextRef="#ctx0" brushRef="#br0" timeOffset="-11955.74">3276 5822 959 0,'0'-2'1398'15,"0"4"-695"-15,0-2-177 0,0 0 142 0,0-2-351 16,0 4-221-16,0-2-110 0,-4 0-31 0,-6 6-2 0,10-6-3 16,0 0 16-16,-4 11-10 0,4-8 14 15,-3 7 17-15,3-7 4 0,3 2-2 0,-3 10 1 0,4-4 2 16,-4 0 2-16,2 8 6 0,1-12 6 0,0 15 12 16,3-2 19-16,-6-1-7 0,6 5 20 0,-1-13-11 15,2 5-1-15,1-1-12 0,-4-4-9 0,6 5-24 16,6 3-5-16,-13-14 4 0,9 10-4 0,-1-1-1 15,-5-6 0-15,9 3 9 0,-3-4 8 0,-4-5 4 16,4 7 2-16,-3-9-4 0,-1 0-1 0,11 2-3 0,-7-4-6 16,-4-1-20-16,7-5-9 0,-6 3-21 0,3-3 0 15,3-5-1-15,-7 5 1 0,1-2-3 0,-4-12 6 16,-1 14 7-16,2 0 10 0,-6-11-22 0,0 4 6 16,0 1 15-16,-3-1 37 0,3 6 28 0,-3-6 46 15,-3 2 68-15,6 10 2 0,-3-3 25 0,-2-1 0 16,7 9-30-16,-2-2-49 0,0 0-3 0,0 0-32 15,0 0-47-15,-2-2-7 0,4 4-5 0,-2 12-2 0,6-4-1 16,-4 1 2-16,5 5 3 0,-2 5 3 0,2-5 1 16,-2 4 4-16,5 2 0 0,-2 2-3 0,1-2 2 15,-4-2-3-15,5-1-3 0,-5-1 2 0,7 11-8 16,-3-10 0-16,-1-3 4 0,-4-3-8 0,4 0 0 16,-1 0-14-16,5 7-60 0,-9-13-159 0,-1 1-231 0,-2-8-189 15,3 3 102-15,4 5-378 0,-7-6-7 0</inkml:trace>
  <inkml:trace contextRef="#ctx0" brushRef="#br0" timeOffset="-11439.13">3418 5598 1074 0,'2'0'747'16,"-2"0"-213"-16,-2 0-4 0,4 0-111 0,-2 0-229 15,-2 0-99-15,2 0-78 0,2 0-20 0,10 11 3 16,-6-9-11-16,6 9 2 0,-3 0-12 0,8 7-17 16,1 1-3-16,-6-6 15 0,2 3-1 0,4 4 39 15,-4-1 7-15,8-1 12 0,-5 4 13 0,0 0 3 0,1-4 2 16,-4-3-17-16,10 7-15 0,3 4-4 0,-7 1-1 15,-1-1 3-15,-5-2-1 0,1 7 7 0,5 6 4 16,-10-2-1-16,-1-4-4 0,-1 9 8 0,-1 3-1 16,-7 8 3-16,2-12-12 0,-2 8-3 0,-2 3-4 15,2 1 0-15,-7-1-3 0,-1-5-4 0,-1 0-3 16,2 3 4-16,-1-19 2 0,-4 19 1 0,0-6-1 16,0-7-65-16,6-9-47 0,-3 5-77 0,1 1-100 0,-4 0-186 15,3-8-3-15,1 0-95 0,-2-4 65 0,-2-4-27 16</inkml:trace>
  <inkml:trace contextRef="#ctx0" brushRef="#br0" timeOffset="-10659.21">2053 6204 604 0,'-5'-11'895'16,"1"0"-527"-16,1 1 283 0,-2 2-195 0,-2-2-212 16,7 10-59-16,-3-9-94 0,-2 2-12 0,8 7-28 15,-6 0-41-15,3 0-7 0,-9-8 0 0,9 8 20 16,0-3 10-16,0 6-6 0,0-3-11 0,0 0-29 15,0 15-2-15,0-9 10 0,5 18-21 0,-1-3-17 16,-1 3 10-16,-1-3 20 0,1 10 28 0,4 7 20 0,1-1-9 16,-2 0 0-16,6 5 2 0,3 4 11 15,-7-4 1-15,4 2-13 0,5-4-16 0,5 5 2 16,-5-5 1-16,4 2-4 0,-3-12-6 0,11 12 4 0,6-3 13 16,-9-7 3-16,-4-11-4 0,4 6 10 0,4-1 1 15,7 3 11-15,-13-16-23 0,6 9-2 0,-1-9-5 16,4 0-10-16,-3 0-14 0,2-8-83 0,-3 6-154 0,-2-3-72 15,-7-5-21-15,4 3-237 0,5-2-177 16,-22-4 127-16,10 0-433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400" units="cm"/>
          <inkml:channel name="Y" type="integer" max="15875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2208.69556" units="1/cm"/>
          <inkml:channelProperty channel="Y" name="resolution" value="2204.86108" units="1/cm"/>
          <inkml:channelProperty channel="F" name="resolution" value="0.00114" units="1/dev"/>
          <inkml:channelProperty channel="T" name="resolution" value="1" units="1/dev"/>
        </inkml:channelProperties>
      </inkml:inkSource>
      <inkml:timestamp xml:id="ts0" timeString="2026-03-01T14:02:26.23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11304 6604 46 0,'0'0'227'0,"-2"0"-21"0,-10-11 38 0,12 11 11 16,-8 0-71-16,-2 0 99 0,1 0-94 0,1 2-68 16,-4 1-75-16,9-3-9 0,-12 10-23 0,9-4-10 0,-2-1-4 15,-2 0-20-15,8 1-60 0,-8-4-104 0,5 3-92 16,5-5 68-16,3 0-209 0</inkml:trace>
  <inkml:trace contextRef="#ctx0" brushRef="#br0" timeOffset="1275.59">11181 6575 41 0,'3'0'726'16,"-3"0"-356"-16,0 0 111 0,0 0 183 0,0 0-128 0,0 0-156 16,-3 0-12-16,6 0-115 0,-6 0-17 0,6 0-81 15,-3 0-73-15,0 0-5 0,0 0-37 0,0 0-26 16,0 0-12-16,-3 0-2 0,6 0-4 0,-6 0 2 16,3 0-4-16,3 0-5 0,-3 0-11 0,-3 0-32 15,6 0-7-15,-3 0-53 0,-3 0-96 0,6 0-61 16,-3 0 13-16,-3 0-251 0,6 0-14 0,-3 0-33 15,0 0 148-15,-3 0-35 0,-9 7-22 0</inkml:trace>
  <inkml:trace contextRef="#ctx0" brushRef="#br0" timeOffset="38062.37">13069 11440 97 0,'12'-3'366'0,"-9"3"-43"16,-3 0 82-16,6-5-77 0,0 3-96 0,-9 2 41 16,6 0-98-16,-6 0-121 0,3 0-31 0,3 0-10 15,-3 0-3-15,0 0 14 0,0 0 15 0,0 0-22 16,12-6-16-16,-10 6 9 0,-2 0 9 0,-2 0 47 15,4 0-25-15,-2 0-16 0,-2 0 23 0,2 0-4 16,2 0 18-16,-4 0-36 0,4 0-19 0,-2 0-3 16,0 0 2-16,0 0 2 0,0 0-3 0,0 0-2 0,-2 0 0 15,4 0 0-15,-4 0 15 0,2 0-1 0,2 0 9 16,-2 0-1-16,-2 0 0 0,4 0-2 0,-2 0 1 16,-2 0-18-16,4-2-12 0,5-9-7 0,-7 11 6 15,0 0 4-15,0 0-4 0,0-9 2 0,-4 5 8 16,4 4 10-16,0 0 21 0,0 0 8 0,0 0-7 0,0 0 29 15,0 0 22-15,0 0-2 0,0 0-26 0,-11-5-2 16,7 5-2-16,4-4 10 0,0 4-32 0,-2 4 2 16,-10 1-6-16,12-5 4 0,0 0-3 0,0 0-8 15,-3 10-12-15,3-7-10 0,0-3-6 0,-3 8 7 16,3-1-9-16,0-7-14 0,0 6 5 0,0 2 0 16,0-8 2-16,0 10 6 0,3-4 6 0,-3-6-1 15,3 5 22-15,1 4 7 0,-4-9 0 0,5 4-9 16,-2-1-4-16,-1-3-19 0,-2 0 5 0,12 2-20 0,-9 2-10 15,-3-4-11-15,0-4-10 0,12-1 16 0,-9 5-18 16,-3 0-2-16,0-4 6 0,9-5 14 0,-6 9-1 16,6-13-1-16,-9 13-7 0,9-5-4 0,-3-3-5 15,-4 5 9-15,10-5-34 0,-12 10 4 0,0-6 34 16,6-5 49-16,-6 7 39 0,0 4 0 0,0-2-11 16,0-2 23-16,0 4 20 0,0-9-11 0,-3 1-36 0,3 6 18 15,0 0 9-15,0-2 9 0,-12-1-12 0,9 3 31 16,3-2-23-16,-14 2-8 0,14 0-26 0,-6 0 5 15,-3 2-8-15,9-2-13 0,-9 3-7 0,3-1-1 16,6-2-7-16,-9 8-14 0,6-5 8 0,3-3 0 16,0 0 4-16,0 0 9 0,-2 13 5 0,2-13 0 15,0 0 1-15,0 0-6 0,0 0-9 0,0 0 1 0,0 0-32 16,2 2 2-16,5 4 7 0,-7-6 28 0,0 0 10 16,0 0-7-16,0 0 17 0,3-2 2 0,5-4 7 15,-8 6-1-15,0 0-39 0,0 0 1 0,12-8 2 16,-10 8-14-16,-2 0-5 0,0 0-11 0,0 0-11 15,0 0-2-15,0 0-43 0,0 0-57 0,0 0 28 16,0 0-59-16,0 0 1 0,0 0-44 0,0 0-7 0,0 0-172 16,0 0-37-16,0 0 89 0,0 0 100 0,0 0-140 15</inkml:trace>
  <inkml:trace contextRef="#ctx0" brushRef="#br0" timeOffset="67952.42">3871 6731 28 0,'0'0'122'0,"-2"0"-38"0,4 0 24 16,-8-4-17-16,-2 2 63 0,8 2-54 15,0 0-11-15,0 0-26 0,-12 8-3 0,12-8-20 0,-3 0-27 16,3 0-9-16,-12 7-1 0,12-3-3 0,0-4 2 16,0 0 3-16,0 0 10 0,0 0 25 0,-12 0 16 15,12 0 21-15,0 0 14 0,0 0 9 0,0 0-2 16,0 0-29-16,0 0 10 0,0 0-23 0,0 0-25 0,0 0-17 15,0 0-7-15,0 0-2 0,0 0-3 16,0 0-3-16,0 0 1 0,0 0 0 0,0 0-4 0,0 0-1 16,0 0 3-16,0 0 0 0,0 0-2 0,15 2 0 15,-13 1 2-15,5-3 1 0,1 0 1 0,-8 0-1 16,7 2 2-16,1 2 0 0,-8-4-1 0,0 0 1 16,12 5 2-16,-6-5-1 0,-6 0 1 0,0 0 0 0,11 0 3 15,-11 0-1-15,0 0 0 0,0 0-1 16,0 0 2-16,0 0 2 0,0 0 4 0,9 0 6 15,-3 0 19-15,-6 0 18 0,0 0 36 0,0 0-4 16,0 0 14-16,0 0-25 0,0 0 17 0,0 0 4 0,-6-5-49 16,1-1-20-16,5 6-3 0,-9-3-40 0,-1 3-16 15,10 0 16-15,-2-2-9 0,-10-2-8 0,6 2-5 16,-6 0 29-16,12 2 37 0,-14 0 27 0,11 0 0 16,-14 0-9-16,10 0-10 0,-8 0 12 0,15 0-14 15,-14 2-24-15,14 0-10 0,0-2-2 0,-15 4-1 0,12-4-1 16,3 0 0-16,0 0-3 0,0 0-1 0,0 0 0 15,0 0 4-15,0 0-3 0,0 0 2 0,0 0 1 16,0 0 3-16,0 0-1 0,0 0 0 0,0 2 2 16,3 7-1-16,0-7 0 0,-1-2-1 0,13 3 0 15,-15-3 1-15,12 0-1 0,3 0 0 0,-6 0-8 0,6 2 2 16,-10-2-1-16,7 0-5 0,-3 0-7 0,-6 2 3 16,6-2 7-16,-1 0 0 0,-1-2-9 0,8 2-7 15,-13 0 15-15,13-2 5 0,-12 2-5 0,6-3-8 16,-4 3 14-16,-5 0 6 0,0 0 8 0,0 0-23 15,0 0-16-15,0 0 0 0,0 0-6 0,0 0-28 16,-2-2-24-16,-8-7 17 0,10 9 4 0,-14 0-23 0,6 0-15 16,-2 0 27-16,8 3-85 0,-16 3-22 15,9-4-51-15,4 1 41 0,-10-1-46 0,15-2 16 16,-19 2-200-16</inkml:trace>
  <inkml:trace contextRef="#ctx0" brushRef="#br0" timeOffset="76959.34">29272 8938 423 0,'-7'0'680'0,"7"0"-370"0,0-6 126 0,-3-5 19 15,3 8 40-15,3-7-320 0,-3 10 39 0,0-14-47 16,0 12 23-16,4-6-84 0,-4 0 25 0,3 6-12 0,6-11 44 15,-4 2 45-15,1 3 5 0,3 0-11 0,-9 5-3 16,9-4-70-16,-3 4 36 0,6-8-102 0,-7 11-46 16,4-6-10-16,1 4-7 0,4 2-7 0,-6 0 4 15,4 0 0-15,-2 0 1 0,4 0 2 0,-2 2 0 16,6 7-2-16,-13-7-1 0,10 7-2 0,-3 1-1 16,0-2 1-16,-3 0 1 0,2 3 0 0,-5-6 1 15,6 8 11-15,-4-2-1 0,-5-9 1 0,9 9-4 16,-5 0-8-16,-5-9-1 0,1 3-3 0,4 3-5 0,-7-5-3 15,0 10-2-15,0-13 11 0,-7 15 5 0,4-6 0 16,-2-4 1-16,-11 3 2 0,5 0 4 0,-15 2 1 16,4 1 3-16,8-5-2 0,-18 1 6 0,10 4-2 15,5-3 1-15,2-3-3 0,-5-3 4 0,6 2-7 16,2-2-3-16,2 3-1 0,8-5 0 0,-8 3-4 16,5 0-3-16,5-3 2 0,0 0-1 0,-3 0 4 0,11 7 2 15,-4 2 1-15,7-7-1 0,-4 1-2 0,5 3-2 16,8-2-3-16,-14-1 1 0,14 3-4 0,0-1-1 15,11 3-1-15,-16-6 7 0,5 3 1 0,-3 4-1 16,-5-7 3-16,3 4 0 0,9 1 0 0,-10 2 0 16,-2-5-2-16,6 5 0 0,-4-4-1 0,-4 3-1 15,7-3 1-15,-14 1 0 0,6 3-2 0,-1 0 3 0,-1 2 1 16,-5-7 2-16,-2 7 2 0,3-8 1 0,-8 10 2 16,5-5 4-16,-7 1-5 0,2-2-1 0,-5-1 2 15,-4 3 13-15,2-3-3 0,-8 8 6 0,0-7-6 16,-11 1 17-16,16-3-13 0,-10 3 9 0,-2 3 0 15,-2-2 4-15,8-5-8 0,-3-1 5 0,1-1-1 16,6 2-4-16,1-2-12 0,5-2-10 0,-1 0-9 0,-3-2-18 16,15 2-51-16,-14-6-151 0,11 6-188 0,-4-13-150 15,5 4-218-15,2-4 169 0,0 6-188 16,2-4-1045-16</inkml:trace>
  <inkml:trace contextRef="#ctx0" brushRef="#br0" timeOffset="77316.38">30008 9551 549 0,'3'0'360'0,"-1"0"75"0,-2 0 103 16,0 0 98-16,0 0-182 0,0 0-45 0,-2 0-106 15,4 0-37-15,-2 0-130 0,-17-5-32 0,9 5-57 16,-7 0-6-16,1 0-1 0,-22 0 32 0,4 2 15 16,-4 1 13-16,9-1-4 0,-10 1 54 0,-9 0 1 0,-9 2 89 15,19-5-61-15,-14 5 64 0,6-5-21 0,-15 6 23 16,15-6-61-16,12 0-42 0,-7 0-14 0,7 0-50 15,-4-3 3-15,14 3-32 0,-2-3 2 0,6 0-30 16,4 1-85-16,2 2 3 0,-6-5-104 0,14 5-143 16,4 0-195-16,-12-8-230 0,12 8-226 0,0-11 7 15,4 0-52-15,2 4-629 0</inkml:trace>
  <inkml:trace contextRef="#ctx0" brushRef="#br0" timeOffset="77798.1">29466 9871 287 0,'0'0'2272'16,"0"0"-1751"-16,0 0 174 0,0 0-80 0,0 0-373 16,0 0-189-16,0 0-50 0,0 0 1 0,0 0 6 15,0 0 6-15,0 0-3 0,0 0 3 0,3 0-3 16,9 3-4-16,-4-12-10 0,-1 7-11 0,5-5-13 16,2-7-8-16,-8 8 5 0,8-7-4 0,4 0-10 15,-4 6-6-15,-2-2 8 0,-5-1 10 0,16-8-3 16,-14 9 4-16,0 1 8 0,2-8 8 0,4 3 17 0,-3-3 8 15,-10 8 9-15,10 1 37 0,-8-4 13 0,-1 9 21 16,0-7 7-16,2 4-21 0,-5 5 54 0,0 0-40 16,-3-3-29-16,3 3-25 0,3 3 2 0,-6-6-21 15,6 6-9-15,-3-3-9 0,4 8 2 0,-4 5 0 16,3 6 5-16,-3-6-1 0,-3 0 3 0,6 19 2 16,-6-11-10-16,3-5-4 0,3 5 2 0,-3 0-3 0,0 3-2 15,2 0-3-15,4-9 1 0,-6 2 8 0,4-10 4 16,-1 13-7-16,2-2-1 0,2-8 1 0,-2 6 3 15,0-5-5-15,-1-6-56 0,8 5-115 0,-12-10-189 16,15 9-160-16,-15-9-140 0,15-9-110 0,-7 9 8 16,4-4-411-16</inkml:trace>
  <inkml:trace contextRef="#ctx0" brushRef="#br0" timeOffset="78126.23">30100 9878 563 0,'-4'0'931'0,"4"-9"-329"16,-3 9 155-16,3-4-321 0,-17 2-4 0,10 2-192 0,-3 0-133 16,-5 6-91-16,6-4-20 0,-3 1 1 0,-6 7 2 15,6 1 2-15,10-6 10 0,-10 19 8 0,6-8 3 16,2 5 14-16,4-3-4 0,0 4 6 0,0-7-2 16,4-4-15-16,2 7-1 0,8-1-1 0,-4-10-14 15,4 9-10-15,-6-10 1 0,7 1 1 0,9 4 4 16,-7-5-8-16,-14-6 3 0,33 0 9 0,-19-4 8 0,7 2 9 15,-12-1-6-15,3-1 3 0,2-7 21 0,5-5 19 16,-12 3 9-16,-6 9-15 0,14-24 55 0,-10 12-7 16,1-6 7-16,-6 7-33 0,3-3 1 0,-10-15 0 15,-4 13-31-15,2 1-29 0,-5-5-12 0,-8-3-17 16,-1 7-2-16,6 7 1 0,-4-2-32 0,0 2-57 16,-9 4-176-16,16 5-9 0,-1-1-223 0,-2 3-190 15,-1-1-52-15,8 0 34 0,-1 0-720 0</inkml:trace>
  <inkml:trace contextRef="#ctx0" brushRef="#br0" timeOffset="78949.02">30810 9469 214 0,'0'0'334'0,"0"0"-137"16,0 0 18-16,0 0-56 0,0 0 103 0,0 0-88 16,0 0-2-16,0 0-34 0,0 0 89 0,0 0-39 0,-3-13-14 15,3 13-83-15,0 0 9 0,-4 0-11 16,-7-4-26-16,11 2 29 0,-9 2-32 0,0-2 17 0,-3 2 55 16,-8 0 9-16,14 0-6 0,-8-3 55 0,-10 3 3 15,12-2 12-15,0 2-70 0,-6 0 32 0,9 0-34 16,-6 0-25-16,3 0-62 0,4 0-7 0,-1 2-23 15,9-2-10-15,-3 0-9 0,-9 0-7 0,12 0-8 16,0 0-10-16,0 0-5 0,0 0-72 0,0 0-54 16,0 0-150-16,0 0 21 0,0 0-193 0,0 0-264 0,0 0 114 15,0 0 42-15,0 0 202 0,3-6-184 0</inkml:trace>
  <inkml:trace contextRef="#ctx0" brushRef="#br0" timeOffset="79227.27">30859 9649 556 0,'4'0'430'0,"-11"0"-148"0,-1 7 150 0,4-7 140 0,-10 3-94 16,2-6-82-16,6 3-123 0,-11-2 98 0,0-3 96 15,7 5-173-15,-4-3-99 0,4 3 52 0,-2-3-22 16,-2 3-41-16,3-2-92 0,4 2-16 0,2 0-35 16,-7 0-21-16,9 0-26 0,-11 0-15 0,14 0-38 15,0 0-113-15,0 0-112 0,0 0-209 0,0 0-133 16,-12-3-166-16,12 3 186 0,0-2-415 0,0 2-446 16</inkml:trace>
  <inkml:trace contextRef="#ctx0" brushRef="#br0" timeOffset="82024.8">31463 9434 120 0,'0'0'211'0,"0"0"-40"15,0 0 42-15,0 0 50 0,0 0-41 0,0 0 90 0,0 0 5 16,0 0 6-16,0 0-42 0,0 0 67 0,0 0 48 15,-2-8-82-15,-1 3-111 0,3 5 23 0,-3-2-17 16,-6-9-18-16,9 11-78 0,0-2 25 0,-9-7-10 16,9 9-22-16,0-5-25 0,-8-3-3 0,4 8-31 15,-4-11-10-15,8 11-21 0,-12-5 1 0,0-3-5 16,4 6-9-16,-8-3-3 0,10 5-3 0,-6 0 1 0,-2-4 0 16,11 4-2-16,-2 0-6 0,-7 0 0 15,9 0 8-15,-13 6 2 0,11-1-3 0,-1 1 3 0,-3 7 2 16,4-2 9-16,1-1-5 0,-7 14 0 0,4-5-2 15,2-4 0-15,2 1-1 0,-1 6 0 0,2 4 5 16,2-6 0-16,0 0-4 0,0 1 1 0,2 0 0 16,5 5-1-16,-4-13-3 0,2 6 2 0,-1-1-1 15,4 2-1-15,-5-13 0 0,6 14 1 0,0-10 2 16,-6-1 0-16,12 11-2 0,-6-16 1 0,2 4 6 0,7 1 8 16,-3-5 2-16,2 1-6 0,-5-6 6 0,20 0-4 15,-12-2-7-15,-4-2-3 0,7-3-11 0,1-1-2 16,0-6-1-16,-9 6 4 0,5-2 4 0,-3-6 6 15,-2-2-1-15,-1 0 0 0,-2-2 1 0,0-4 3 16,-2 4-2-16,-2-10-1 0,-2 7-2 0,-3-1 6 16,-3-2 7-16,3-1 10 0,-6 1 18 0,0 2 12 0,1 2 2 15,-8 7 3-15,4 2-16 0,0-1 25 0,1-1-26 16,-10 2-18-16,11 7-12 0,-13-8 2 0,2 4-4 16,6 7-8-16,-6-2-17 0,5 5-70 0,-2 0-103 15,-6 5-161-15,9-2 0 0,0-1-228 0,-6 4-164 16,7-1-66-16,1 1-123 0,-1-1 430 0,8-3-312 15</inkml:trace>
  <inkml:trace contextRef="#ctx0" brushRef="#br0" timeOffset="82320.02">31800 9656 185 0,'2'9'762'0,"5"-4"-411"0,-7-3-69 0,0 11 47 15,0-13-67-15,0 17-81 0,-4-6-14 0,4-4 23 0,-3 6 26 16,3-4 6-16,-2 1-60 0,-4 8 40 0,2-4-65 15,-4 10-14-15,4-9-48 0,-1 1-5 0,0 8-8 16,-2-9-27-16,4-6-18 0,-2 10-14 0,-7-1-27 16,5-5-85-16,2-2-87 0,-1 5-233 0,0-8-157 15,0 2-9-15,6-7-186 0,-9 7-452 0</inkml:trace>
  <inkml:trace contextRef="#ctx0" brushRef="#br0" timeOffset="83292.42">32041 9326 253 0,'0'-10'1206'0,"0"7"-820"0,0 3 165 0,0 0 42 15,0 0 15-15,-3-3-365 0,3-7-31 0,0 10 23 16,0 0 5-16,0 0-34 0,0 0-36 0,0-17-37 15,3 17-37-15,0-2-28 0,3-3-5 0,2-3 4 16,-1 0-6-16,-4 5-4 0,9-4-14 0,2-2 13 16,-6 9-44-16,11-2 2 0,-11-1-47 0,7 0-25 0,9 3-1 15,-10-3 11-15,-7 3 14 0,13 0-12 16,0 0 16-16,-11 3 42 0,13 0 5 0,-14 2 10 0,18 0 6 16,-2 3 1-16,-18-5-12 0,8 5 7 0,-4-3-4 15,7 6-4-15,-5 2-12 0,-4-7 2 0,1 7 0 16,-2 0-2-16,-4-3-4 0,-1-2-4 0,1 6-1 15,-3-6-2-15,-3 5-1 0,-2 0-1 0,1-5-4 0,-4 8 0 16,-7-6 1-16,11-2 1 0,-21 10-1 0,10-9-3 16,-6 4-6-16,6-7 4 0,-9 7-12 0,10-6 5 15,2 2 0-15,1-4 6 0,-4 3 3 0,3-3 8 16,3-3 6-16,9-2-8 0,-15 9-3 0,15-9 0 16,-2 2-3-16,-5 9-4 0,7-11 4 0,0 0-3 15,4 15 7-15,8-6 2 0,-9-7 2 0,5 9-2 16,1-6 0-16,3 3-4 0,3 1 4 0,-3-2-2 0,0-1-2 15,8 7-1-15,0-3 0 0,1 0 2 0,-6 1-1 16,5 5 2-16,-6-5 1 0,8 2-3 0,-13-2 3 16,2 4-1-16,-5-12 2 0,6 18-4 0,-6-10 3 15,-4-4 1-15,1 4 2 0,1-3 0 0,-4 3 1 16,0 0 1-16,-4-11-1 0,-4 13 1 0,1-3 6 16,-1-4 0-16,-13 7 1 0,9-11-2 0,-3 7 5 15,-14-2 35-15,0 1 15 0,9-5-18 0,-10 2 14 0,4-2-1 16,-6 2 11-16,13-5-31 0,-8 2-24 0,5 2-56 15,3-8-179-15,11 2-171 0,-7-6-296 0,1-6-136 16,11 10 2-16,-6-14-110 0</inkml:trace>
  <inkml:trace contextRef="#ctx0" brushRef="#br0" timeOffset="86879.81">32687 9287 273 0,'0'-11'1165'0,"0"11"-446"0,-3-2-276 0,3-9 161 15,0 11-94-15,-4-6-160 0,4-7-68 0,0 10-35 16,-3-10 15-16,3 13 23 0,0-8-75 0,0 0 81 15,0 8-64-15,-2 0-70 0,2 0-56 0,2-13-9 0,-2 13-35 16,0 0-37-16,0 0-20 0,0 0-2 0,0 0-2 16,0 0 0-16,0 0 0 0,0 0-1 0,3 3 0 15,6 7 1-15,-9-10 1 0,10 16-1 0,-2-5-5 16,-2 7 2-16,-6-7-1 0,6 4 2 0,-1 7 0 16,-1 4 2-16,1 7 5 0,-2-15 4 0,4 10 4 15,-5-1 1-15,4 10 0 0,-2-13-2 0,1 5 2 0,0 0-2 16,-1-2-4-16,2-9-5 0,-1 6 2 0,2-3 1 15,-2-8-1-15,4 8 0 0,-6-12-1 0,6 6 5 16,-3 1-1-16,0-8-3 0,-6 0 1 0,8 5-1 16,-8-13 1-16,7 17-1 0,-7-17-1 0,0 0 0 15,5 13-2-15,-5-13 2 0,0 0-1 0,0 0 1 16,3 0 0-16,12 0-2 0,-15-4 0 0,12-1-2 16,0-3-6-16,-3 3 0 0,-4 0 3 0,5-8-1 0,0 5 1 15,-6-3 3-15,4-7 3 0,-1 5 1 0,10-20 4 16,-7 9 1-16,-2 2 3 0,6-5 1 0,1-10 1 15,-6 5-2-15,3-8-7 0,-6 18-4 0,3-11-6 16,-1 0 1-16,-1 2 4 0,-5 12 4 0,4-4 18 16,0-1 26-16,-3 3 28 0,-3 16-2 0,9-12 19 15,-6 1 27-15,-3 16-33 0,5-10-18 0,-5 5-7 0,0 5-35 16,0 0-15-16,0 0-16 0,0 0-52 0,0 0-50 16,0 0-85-16,0 0-13 0,0 0-107 0,10 11-305 15,-8-9-68-15,-2-2-95 0,0 13-92 0,-5 0-143 16,-2-4 88-16</inkml:trace>
  <inkml:trace contextRef="#ctx0" brushRef="#br0" timeOffset="87292.72">32743 10376 832 0,'0'0'856'0,"0"0"-376"0,0 0 201 0,0 0-42 15,0 0-37-15,0 0-345 0,0 0-35 0,-10-4-71 16,-2-2-65-16,-10 6-27 0,-5-3 21 0,0 1 17 16,-9 2 23-16,-1 0 11 0,-2-3 17 0,-5 3 7 15,0 0 36-15,-12-3 55 0,8 6-11 0,-8-3 85 16,-3-3-39-16,1 3-13 0,16 0-78 0,-26 0 46 16,24-3-114-16,3 3-76 0,12 0-38 0,-10 0-14 15,19 0-11-15,11 0-7 0,-6 0 0 0,10 0-99 0,-7 6-118 16,9-6-90-16,3 0 8 0,0 0-239 0,0 0-385 15,0 0 77-15,0 0 13 0,3 8 217 0,6-2-167 16,3-2-24-16,13-1 244 0,-15-1 76 0</inkml:trace>
  <inkml:trace contextRef="#ctx0" brushRef="#br0" timeOffset="87513.12">32353 10730 188 0,'15'17'778'0,"-6"-1"-362"0,-9-14-161 0,8 11 105 15,-8-15-27-15,0 4-28 0,0-2-76 0,-15 6 128 16,7-6 42-16,-4 0 19 0,-2 0-119 0,-18-6 123 0,8 6-104 16,-3-2-74-16,7-4-106 0,-21 6 36 15,7-2-52-15,2 2-37 0,8-3-41 0,-10 3-5 0,-5-2-5 16,12-1-23-16,7 0-12 0,-4-2-8 0,-2 3-15 16,15-1-21-16,-10 0-55 0,15 3-34 0,-12 0-159 15,0 0-296-15,10 3-67 0,-1-3 94 0,9 0-249 16,-12 0 24-16,9 3-94 0,-6-3 33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400" units="cm"/>
          <inkml:channel name="Y" type="integer" max="15875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2208.69556" units="1/cm"/>
          <inkml:channelProperty channel="Y" name="resolution" value="2204.86108" units="1/cm"/>
          <inkml:channelProperty channel="F" name="resolution" value="0.00114" units="1/dev"/>
          <inkml:channelProperty channel="T" name="resolution" value="1" units="1/dev"/>
        </inkml:channelProperties>
      </inkml:inkSource>
      <inkml:timestamp xml:id="ts0" timeString="2026-03-01T13:52:51.98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28138 2333 1038 0,'0'-3'654'0,"0"-10"178"0,0 0-89 0,2 5-1 0,-2-6-292 16,0 4 121-16,0-8 115 0,0-9-184 0,0 22-132 15,0-14 94-15,0 1 4 0,3 5-186 0,-3 0-138 16,3 4-13-16,-1-4-49 0,2 0-51 0,-4 13-30 16,0-5-1-16,3-6 0 0,-3 11 0 0,0 0 0 15,0 0 0-15,0 0 0 0,0 0 0 0,0 0 0 16,0 0 0-16,0 0 0 0,0 0 0 0,12 16 0 0,-9-8 0 15,-1 0 0-15,1 11 0 0,4-6 0 0,1 11 0 16,-2-6 0-16,2 0 0 0,-1 4 0 0,1-1 0 16,1 3 0-16,-3 3 0 0,0-1 0 0,2 0 0 15,-1 1 0-15,-2 4 0 0,2 1 0 0,-4-9 0 16,2 20 0-16,2-5 0 0,-5-2 0 0,-2-12 0 16,3 19 0-16,-3-14 0 0,-3 8-9 0,1-4-5 0,-1-9 1 15,-4 11-10-15,2-4 4 0,-4-1 0 0,-1-3 5 16,-4-1 8-16,3-8 7 0,-4 1 2 0,3-5 1 15,-12-1 1-15,10-8 1 0,-1-3-2 0,-5 4-3 16,4-6 12-16,-16 0 1 0,12-6 1 0,5 4-5 16,-9-7 6-16,0 0-3 0,4-2-3 0,6 0-8 15,-8-11-2-15,8 4 0 0,2-3 0 0,1-3 0 0,4 6 0 16,5 0 0-16,-1-1 0 0,0 14 0 16,3-12 0-16,-4 17 0 0,2-13 0 0,2 13 0 0,0 0 0 15,0 0 0-15,0 0 0 0,0 0 0 0,0 0 0 16,0 0 0-16,6 6 0 0,-3 5 0 0,0 2 0 15,-1 5 0-15,1 3 0 0,-6 0 0 0,-5 3 0 16,-1-3 0-16,0 1 0 0,-6-4 0 0,0 0 0 0,-2 1 0 16,-3-3 0-16,-1-3 0 0,-6 9 0 15,4-12 0-15,-3 0 0 0,-4 3 0 0,-15 4 0 0,19-12 0 16,-7 6 0-16,-2-7 0 0,-3 5-45 0,14-7-38 16,-6-2-163-16,4 0-216 0,0-5-373 0,8-3 0 15,-12-10-681-15,13 5 345 0,2-6-1253 0</inkml:trace>
  <inkml:trace contextRef="#ctx0" brushRef="#br0" timeOffset="220.4">26734 3466 121 0,'0'4'1596'0,"3"-4"-593"0,4 11-156 0,-2-8-172 0,-2-3-420 15,13 6 107-15,-2-9 31 0,1 3 130 0,5-3-206 16,1 0 80-16,5 3-60 0,-2 0-81 0,2-2-85 16,-2 2-64-16,2 0-43 0,1-3-32 0,-6 0-40 15,2-2-79-15,-2 3-112 0,-1-4-130 0,-5-2-26 16,1 6-314-16,4-11-477 0,-15 2 90 0,7-5 292 16,-5 0-154-16,-7 6-27 0</inkml:trace>
  <inkml:trace contextRef="#ctx0" brushRef="#br0" timeOffset="762.95">26864 2921 1633 0,'-6'-9'2259'0,"1"1"-1251"0,5 8 12 0,-12-10-318 16,12 7-535-16,-3-2-154 0,-6 0-15 0,12 5 8 0,-6-6-26 16,0-1 5-16,3 9 18 0,0-2 0 0,0 0-2 15,3 3 14-15,2 12-10 0,-5 5 13 0,4-7-19 16,-4 13-7-16,-4-8-22 0,2 6-28 0,-4-8 2 15,0 3-23-15,-12 1-18 0,6 0 18 0,-2-7 22 16,-1 2 5-16,-5-4 26 0,-4 2 19 0,7-5 6 16,-2 0 0-16,-4 0 6 0,-6-3 19 0,2-5 30 0,6 0 14 15,-6-2 53-15,5-7 28 0,-10 2 83 0,13-4-70 16,-4-2 53-16,2-2-17 0,-3-9-20 0,7 8-64 16,-1-8-6-16,4 0-21 0,4-5-18 0,5 12-34 15,-4-3 1-15,3-2-8 0,4 4-5 0,-2 12-7 16,4-9-11-16,0 10-5 0,-3-6 0 0,3 14 0 15,0-3 0-15,0-3 0 0,0 6-3 0,0-3-7 0,-12 0-2 16,7 4-14-16,-5 10-34 0,-2 5-37 16,-3 1-17-16,-2 2-48 0,-3-1 16 0,-1-3-4 0,6-2 46 15,-14 6-32-15,2-1 71 0,-2-5 25 0,9-5 19 16,-7 2-2-16,-2-6 9 0,2-1 29 0,10-6 29 16,-5-2 45-16,-7-9 81 0,5 0-8 0,4 3-30 15,-7-13 46-15,3-9-9 0,-1-3-52 0,4-2-50 16,9 6-45-16,-3-21-4 0,7 2-18 0,1 1 0 0,5 10 0 15,2-16 0-15,0-19 0 0,0 11 0 0,2 16 0 16,-2-16 0-16,3-7 0 0,-6 12 0 0,3 8 0 16,-2-2 0-16,-4 8 0 0,0-11 0 0,-4 23 0 15,5-3 0-15,-4 3 0 0,-2 7 0 0,4 10 0 16,2 4 0-16,-14-6 0 0,14 9 0 0,-4-2 0 0,9 5-1 16,-11-4-78-16,11 7-240 0,0 0-270 0,0 0 124 15,-4 10-348-15,4-5-344 0,4 8-54 0,1-2 378 16,10 11-1598-16</inkml:trace>
  <inkml:trace contextRef="#ctx0" brushRef="#br0" timeOffset="893.6">26340 2420 1011 0,'2'9'3994'0,"5"-2"-2847"0,-7-7-275 15,0 0-438-15,0 0-948 0,0 0-100 0,0 0 84 16,0 0-312-16,0 0-263 0,-12 2 70 0,3 2 458 15,-9-4-123-15,10 0-35 0</inkml:trace>
  <inkml:trace contextRef="#ctx0" brushRef="#br0" timeOffset="1700.45">25215 2939 693 0,'-9'-3'2728'16,"-1"1"-2153"-16,-2-4 191 0,2 4-352 0,-12 2-628 0,8 2 30 15,-6 4-64-15,-4-1 19 0,-3 3 69 0,10-1 146 16,-5 4 70-16,8 0 44 0,-1 5 32 0,3-1 25 16,-3 2 3-16,7 1-13 0,2 1-30 0,3-6-64 15,3 1 7-15,3 12-32 0,3-13-24 0,-3-10-7 16,12 15-5-16,-3-5-2 0,-4-5 1 0,10 3 5 16,-10-6 2-16,7-3 0 0,18 4-4 0,-10-8 0 0,-2-2 0 15,6-1 2-15,0 1 0 0,-2-7 3 0,-6-2 6 16,-7 7 17-16,-2-12 35 0,-3 7 27 0,-4-11-17 15,-1-1 48-15,-2 13-17 0,-2-20-3 0,-1 14-33 16,-6-2-2-16,-3-1 5 0,-6 3-15 0,6 11-14 16,-8-8 8-16,3 7-4 0,-7 4 6 0,7 2-18 15,-5 0-15-15,0 2 3 0,3 4 3 0,-4 5 0 0,2-4-2 16,-3 9-1-16,7 1-2 0,-1-2-4 16,6 1-5-16,-5 8-7 0,-1 0-2 0,4-6 1 0,4-3 1 15,-4 2 3-15,-1 4 11 0,-6 0 4 0,18-16-2 16,-12 12 15-16,3-10 8 0,-2 4 24 0,-9-3 15 15,4-5 34-15,9-1 91 0,-6-2 52 0,-4-5-58 16,8 2 26-16,-12-11-19 0,9 5-20 0,-2-13-31 0,5 9-111 16,-3-3-6-16,0-3-6 0,3-5-3 0,2 4-10 15,-2-2-1-15,0 1-9 0,2 0 2 0,2 2-2 16,4 3-7-16,2 9-6 0,-6-4-2 0,4-2 1 16,4 13-8-16,0 0-14 0,0 0 1 0,0 0 6 15,0 0 2-15,-11 3-5 0,7 1 1 0,1 7 13 16,-2 2 4-16,-2 7-7 0,2 0-11 0,-4-9-27 15,1 13 22-15,-4 0-14 0,-3-4-11 0,-6 7-19 0,10-14 31 16,-8 4-4-16,-3 3 12 0,-12-1-6 0,12-8 27 16,-12 2 9-16,2-6 45 0,-21 7 39 0,23-8-8 15,-8-4 56-15,3 0 2 0,-12-2 22 0,21-4-72 16,-8-2-3-16,5-2-15 0,-6-5-32 0,14 2-27 16,-4-4 0-16,6-2 0 0,-4-7 0 0,11 8 0 15,-5-2 0-15,-2-6 0 0,7-4 0 0,2 1 0 0,0 8 0 16,1-1 0-16,6-15 0 0,1 6 0 0,2 7 0 15,-3-4 0-15,3-9 0 0,-3 6 0 0,3 8 0 16,0-6-28-16,0 1-165 0,0 8-110 0,0 2-3 16,3 10-275-16,0-7-245 0,-1 8-589 0,10-8 547 15,0 7-174-15,8-7-1083 0</inkml:trace>
  <inkml:trace contextRef="#ctx0" brushRef="#br0" timeOffset="1854.04">24228 2598 3202 0,'2'0'2215'0,"-4"0"-1003"0,2 0-348 16,2 0-260-16,-2 0-622 0,0 0-46 0,0 0-4 0,0 0-7 15,-2 0-40-15,4 0-100 0,-4 0-24 16,2 0-16-16,2 0-205 0,-2 0-169 0,6 13-431 0,-6-13 263 16,-3 5-200-16,-2 3-15 0,1-8-967 0</inkml:trace>
  <inkml:trace contextRef="#ctx0" brushRef="#br0" timeOffset="2601.04">22822 3068 1676 0,'-12'-4'2119'0,"0"1"-938"0,-3-5 2 0,0-1 44 0,13 7-905 15,-8-6-122-15,10 8-150 0,0-14-59 0,4 12-14 16,4-3-40-16,-1 3-31 0,10-2-11 0,-2 4-12 16,14 0-5-16,-5 0-27 0,9 4-32 0,-12-2 57 15,19 3-90-15,-1 1-11 0,-3-4-58 0,-10 1 64 16,14 5-134-16,-9-3 97 0,1 1 9 0,-8 1 36 0,-9 2 99 16,-7-7 8-16,13 9 16 0,-13-4 40 0,-8-3 16 15,0 0-7-15,0 10 0 0,-15 1 25 0,1-4 8 16,-9 5 10-16,-13 0 7 0,-8 0 22 0,8-3 3 15,-11 5 38-15,-9-2 23 0,-17 1 82 0,31-8-44 16,-16 6 106-16,-1-8 44 0,-4 4 65 0,17-7-58 16,-5 5 27-16,7-7-31 0,-9 1 7 0,1-3 8 15,18-3-140-15,-10 1 20 0,10-1-52 0,-2-10-2 0,13 2-45 16,2-4-38-16,1-2-20 0,7-1-20 0,1-11-6 16,-2-3 0-16,4 3 0 0,5-6 0 0,2 6 0 15,-1-28 0-15,4 9 0 0,0 2 0 0,4 4 0 16,-1-15 0-16,-3 4 0 0,0-1 0 0,0 14 0 15,-7-26 0-15,5 9 0 0,-6 4 0 0,4 16 0 16,-2-9 0-16,-3 4 0 0,1 2 0 0,1 12 0 0,2 12 0 16,0-8 0-16,1 18 0 0,1-10 0 0,3 16 0 15,0 0 0-15,0 0 0 0,0 0 0 0,0 0 0 16,-3 16 0-16,6 8 0 0,0 2 0 0,1-4 0 16,1 18 0-16,0 12 0 0,2 4 0 0,-2-19 0 15,2 18 0-15,-4 4 0 0,2 12 0 0,-5-31 0 16,3 13 0-16,1-2 0 0,-4 9 0 0,-4-15-3 0,1-11-3 15,0 9-15-15,-6 10-12 0,4-11 5 0,-5-7 4 16,2 7-9-16,-1-3 0 0,-8 3 1 0,5-15 22 16,-8 10-7-16,5-11-3 0,-9 7-34 0,12-18 0 15,-12 3-80-15,7 4-47 0,-3-7-65 0,-4-4-90 16,-6-5-99-16,-2-3-93 0,-1-3-179 0,6-3 77 16,-17-8-576-16,7-5 296 0,1-2-171 0</inkml:trace>
  <inkml:trace contextRef="#ctx0" brushRef="#br0" timeOffset="2782.57">21540 2945 2460 0,'15'-9'1260'15,"3"1"-284"-15,2 3 6 0,0 3-312 0,-1 2-500 16,1-4-107-16,9 4-22 0,-2 4-14 0,12-2 0 16,-13 3-9-16,12 3 1 0,-2 1-1 0,8-2 2 0,-12 1-6 15,9 0-8-15,-2-2-1 0,2-2-3 0,3 7-11 16,-3-2-28-16,-2-2-40 0,-1 1-111 0,-12-1-73 15,10 2-441-15,-6-4-397 0,-6-2 114 0,-16-3 157 16,21-3-1621-16</inkml:trace>
  <inkml:trace contextRef="#ctx0" brushRef="#br0" timeOffset="2953.1">22622 2471 2888 0,'0'0'1344'0,"5"-3"-216"0,4 3-287 0,-9 0-807 0,0 0-188 16,-6 8-76-16,3-2-68 0,-5 3-168 0,1 0 68 15,-1-1-323-15,-13 8-117 0,4-1 68 0,-1-4 214 16,-6 2-907-16</inkml:trace>
  <inkml:trace contextRef="#ctx0" brushRef="#br0" timeOffset="3480.7">20833 2658 126 0,'-8'-26'2153'0,"1"2"-1168"0,-5 1-1 0,7 1-81 15,-7-7 16-15,0 3-462 0,0 2-138 0,6 11-114 16,-3-9 73-16,6 15-146 0,-5-4-45 0,8 11-36 15,0 0-12-15,0 0-18 0,-12 3-9 0,8-3-9 16,4 4-9-16,-2 13-7 0,2 6 4 0,2-10 1 16,2 4-12-16,2 12-24 0,3 2 6 0,-1-5 15 0,1-6 4 15,1 11-11-15,12 19-7 0,-7-10 34 0,4-8 24 16,1 8-3-16,0 10-18 0,7 3 15 16,-13-18 0-16,5 7-6 0,1 0-10 0,-5 19-27 0,-3-24 28 15,0 8 22-15,-7 0-6 0,-2 8 5 0,1-19-3 16,-8 3 10-16,-4-5-1 0,-10 10-12 0,4-20-19 15,-10 1 0-15,0-2 2 0,-3-8 7 0,-10 3 63 16,12-10-4-16,-4-4 23 0,-3-2 1 0,-9-2 20 16,14-4-43-16,-12-4 6 0,-2-3-47 0,2-6-23 0,2-5-1 15,4-5 0-15,3 0 0 0,1-3-2 0,9 1-54 16,-7-6-284-16,10-1-206 0,-4 4-357 0,9 5 6 16,-3-6-317-16,-5 1-396 0</inkml:trace>
  <inkml:trace contextRef="#ctx0" brushRef="#br0" timeOffset="3850.7">19643 2508 449 0,'-12'-26'3514'0,"0"-1"-2512"16,7 10-256-16,-5-1 100 0,5 8-710 0,-4-4-92 16,3-1-31-16,2 4 0 0,2 3 0 0,2 11 12 0,0-3-2 15,0-3 5-15,0 6-7 0,0-3-4 0,0 5-8 16,-3 6 2-16,12 24-5 0,-1-4-3 0,-1-5-1 15,8 20-1-15,-3 1 0 0,2 9 3 0,1-3 0 16,0 0 3-16,2-3-3 0,-5 3-1 0,-4-14-3 16,11 25 2-16,-5-14-6 0,4-8-14 0,-4-2-36 15,-2-9-36-15,3 6-140 0,2 9-331 0,-7-20-173 16,-8-5 37-16,1 9-310 0,-3-10 31 0,-3 2-181 16</inkml:trace>
  <inkml:trace contextRef="#ctx0" brushRef="#br0" timeOffset="4765.28">19251 2585 1574 0,'-24'-40'2154'0,"13"16"-1461"16,-8 0 229-16,-1-5-126 0,3 13-717 0,8 6-68 16,-3 6-12-16,-3 0-4 0,-5 1-7 0,13 3 4 15,-1 3-3-15,-4-1 3 0,3 11 2 0,-6 14 4 16,10-3 4-16,-4 10 12 0,-1 6 13 0,8 8 10 0,-4-8-6 15,4 26 19-15,2-9-14 0,0 4 0 16,0-19-17-16,2 11-3 0,4 4-11 0,6 6-7 0,-3-27 0 16,3 10 0-16,5-4 9 0,-2 3 18 0,0-13-4 15,5-4 2-15,4-1-1 0,-4-6-7 0,1-7-7 16,11 4-34-16,-3-10-40 0,5 3-33 0,-12-9-7 16,5 1-60-16,9 0-60 0,-13-6 21 0,1-5 19 15,-12 2 63-15,-4-1-13 0,4-6 29 0,0-13 53 16,-10 12 43-16,-4-10 38 0,-1 0 26 0,-2 3 30 0,-5 5 15 15,-4-5 46-15,-4 0 14 0,-6 0 9 0,0 10-30 16,-5 0 34-16,-3 1 1 0,-9 4 14 0,14 9-79 16,-12 0 42-16,-5-3 12 0,7 5-11 0,-2 0-21 15,-2 3-35-15,-3 1-1 0,5-4 0 0,-11 8 10 16,27-5-55-16,-13 3 27 0,7-1 11 0,-1-2 5 16,3 0-6-16,7-5-8 0,8-1-15 0,-8 1-4 0,14-3-26 15,-26-3-2-15,22 1-13 0,-4-4-15 0,8 3-2 16,-12-4 0-16,0-12 0 0,13 6 0 0,-2 2 0 15,-1-13 0-15,-4 1 0 0,6 2 0 0,3 10 0 16,0 4 0-16,1-10 0 0,-5 7 0 0,7 10 0 16,-3-8 0-16,3 3 0 0,0 5 0 0,-2-4 0 15,2 4 0-15,2 4 0 0,-4-8 0 0,2 8 0 16,-12 3 0-16,12 4 0 0,-8 13 0 0,4-4 0 0,1-3 0 16,-2 4 0-16,-5 5 0 0,5-2 0 0,-2-11 0 15,2 6 0-15,-4-1 0 0,1 4 0 0,1-20 0 16,-1 14 0-16,-7-3 0 0,3-2 0 0,3 0 0 15,-11-6 0-15,8-3 0 0,-17 2 0 0,17-4 0 16,-12-4 0-16,9-1 0 0,-5-6 0 0,-4 1 0 0,12 2 0 16,-5-5 0-16,2 0 0 0,-2-4 0 0,-2-1 0 15,2 0 0-15,5-3 0 0,-3-1 0 0,7 6 0 16,1 6 0-16,-5-6 0 0,10 11 0 0,-7-6 0 16,9 11 0-16,-9-10 0 0,9 10 0 0,-3-3 0 15,6 6 0-15,-3-3 0 0,-3-3 0 0,6 6 0 16,-10 1 0-16,5 2 0 0,4 10 0 0,2 2 0 15,-4-1 0-15,3-10 0 0,-3 12 0 0,0 5 0 0,0-21 0 16,0 15 0-16,-7-5 0 0,2 4 0 0,0-10 0 16,-10 4 0-16,3-1 0 0,-12 4 0 0,4-7 0 15,-4 1 0-15,0-5 0 0,-11-1 0 0,14-2 0 16,-6-2 0-16,5-6 0 0,-5-2 0 0,0-1 0 16,10 2 0-16,-7-4 0 0,-8-5 0 0,8-1 0 15,9 3 0-15,-11-2 0 0,-4-19 0 0,4 2 0 16,11 9 0-16,-8-8 0 0,-7-16 0 0,12 7 0 15,4 9 0-15,-4-5 0 0,-8-25 0 0,8 14 0 0,4 10 0 16,-5-10 0-16,-1-9 0 0,-10-1 0 0,9 17 0 16,1-10 0-16,-7-18 0 0,1 12 0 0,11 15 0 15,-8-9 0-15,2-13-4 0,6 16-12 0,-2 6-16 16,5 16-1-16,0-10-26 0,3 14-33 0,3 15-24 0,4-8-11 16,2 15-128-16,-3-1-8 0,3 1-81 0,-7-7 46 15,7 9-155-15,0 0-88 0,7 6-23 0,-2 2 124 16,1-2-214-16,3-2-83 0,15 12-9 0,-7-5 92 15,10 2-134-15</inkml:trace>
  <inkml:trace contextRef="#ctx0" brushRef="#br0" timeOffset="5149.22">18093 3799 2083 0,'2'5'1200'0,"-2"-5"-668"16,0 0 265-16,0 0-639 0,0 0-244 0,0 0 16 16,0 0-7-16,0 0 29 0,0 0 103 0,0 0 52 15,0 0 86-15,0 0 109 0,0 0 217 0,0 2-179 16,4 9 119-16,-8-11 14 0,8 0 37 0,-8 0-183 16,4 0-168-16,4 3-21 0,2 7-56 0,-6-10-44 15,3 3-38-15,9 3 0 0,-12-6-2 0,12 7-75 16,-12-7-14-16,0 0-93 0,0 0-339 0,0 0-218 0,0-7-71 15,-3-6-698-15,-4-1 367 0,-1-5-1365 0</inkml:trace>
  <inkml:trace contextRef="#ctx0" brushRef="#br0" timeOffset="5334.73">18346 3780 84 0,'3'2'1109'15,"12"2"-253"-15,3 1-373 0,-10-3-26 0,10-2-263 16,-6-2-28-16,14-3-8 0,-11 1 0 0,6-3-18 16,-15 7-37-16,11-11 20 0,-5 9-25 0,3 0-66 15,2-2-83-15,-8-1-141 0,-6 3-220 0,0 4-185 0,-3-4 131 16,12-1-155-16,-15 0-1113 0</inkml:trace>
  <inkml:trace contextRef="#ctx0" brushRef="#br0" timeOffset="5833.4">18985 3598 1817 0,'12'8'2479'0,"-5"-6"-1159"0,-7-2-528 16,0 0-225-16,0 0-423 0,0 0-154 0,0 0-28 16,0 0-3-16,0 0-97 0,0 0-124 0,0 0-30 15,0 0 16-15,-4 9-235 0,4-4-484 0,-8-3 2 0,-1 0 320 16,-15-6-201-16,4 1-1031 0</inkml:trace>
  <inkml:trace contextRef="#ctx0" brushRef="#br0" timeOffset="6647.23">17191 3272 1343 0,'-3'-13'1942'15,"3"0"-1181"-15,0 5 383 0,0-8-33 0,0 0-320 16,0 10-514-16,0-3 47 0,0 5-53 0,0-11-71 16,0 15-177-16,-2-3-19 0,2-8-4 0,0 11 0 0,0-2 0 15,0 4 0-15,0-2 0 0,-7 11 0 0,7-2 0 16,0 11 0-16,0 2 0 0,4 6 0 0,-4-8 0 16,3 16 0-16,-1-6 0 0,-2-2 0 0,0 1 0 15,0-7 0-15,0 9 0 0,-5-7 0 0,-4 2 0 16,-1-2 0-16,0 3 0 0,0-6 0 0,-4 11 0 15,2-13 0-15,-15 7 0 0,-2-8 0 0,-3-2 0 0,5-5 0 16,-29-1 0-16,5-7 0 0,5-1 0 0,7-4 0 16,-8-1 0-16,-14-5 0 0,15-3 0 0,14 2 0 15,-14-11 0-15,2 0 0 0,5-4 0 0,7-2 0 16,-4 2 0-16,7-3 0 0,5-2 0 0,1-3 0 16,6 10 0-16,-7-11 0 0,12 4 0 0,0 1 0 15,4 10 0-15,-7-10 0 0,6 4 0 0,2 0-16 16,2 10-75-16,-1-4-238 0,0 5-482 0,3-4-224 0,0 8 125 15,1-2-303-15,-5-2-404 0</inkml:trace>
  <inkml:trace contextRef="#ctx0" brushRef="#br0" timeOffset="6794.82">16525 2945 2158 0,'22'-11'1268'0,"-14"3"-476"15,-2 3-23-15,2-4-468 0,-5 9-263 0,4-4-33 16,-2 4-15-16,-5 0-40 0,0-4-62 0,0 4-20 15,0 4-156-15,0-4 16 0,-5 9-117 0,5-5-152 16,-3 3 53-16,-4 4-181 0,2 4-78 0,-10-4 161 16,13-2-236-16</inkml:trace>
  <inkml:trace contextRef="#ctx0" brushRef="#br0" timeOffset="6987.31">15636 3571 200 0,'-27'16'3361'0,"10"-8"-2454"15,-7 5 86-15,6-2 39 0,4-6-903 0,4 1-232 16,-4 1-132-16,8-4-102 0,-3 5-126 0,6-8-129 16,6 0-115-16,-3 0-136 0,-5-13 29 0,5 4 89 15,5-11 240-15,-2-2-622 0</inkml:trace>
  <inkml:trace contextRef="#ctx0" brushRef="#br0" timeOffset="7109.98">15500 3394 2457 0,'0'0'846'0,"-6"-5"190"0,1-4 78 0,1 5 120 0,1-5-813 16,1-2-48-16,-1 4-118 0,-4-1-52 0,7 8-33 15,-2-3-104-15,-4-7-64 0,4 10-48 0,4 0-143 16,-2 0-21-16,-2 0-180 0,2 13-123 0,0-13-115 16,0 0 42-16,0 0-625 0,0 0 172 0,0 0 115 15,-4 11 257-15,4-9-1010 0</inkml:trace>
  <inkml:trace contextRef="#ctx0" brushRef="#br0" timeOffset="9637.23">15577 6415 2202 0,'9'0'1044'0,"-1"-2"-54"0,-5-1-224 16,1 6 344-16,-8-6-652 0,8 3-204 0,4-10-138 16,-5 10-6-16,-3-3-13 0,4-8-49 0,-4 11 2 15,-4-2-23-15,4-9 11 0,0 11-11 0,0 0-5 16,0 0-11-16,0 0 2 0,0 0-24 0,0 0-3 16,0 0-3-16,0 0-9 0,0 0-12 0,0 0-5 15,0 0-13-15,0 0-120 0,0 0-140 0,0 0-331 16,0 0 72-16,-6-2-404 0,-3 2-69 0,-2 0 48 0,5 0 50 15</inkml:trace>
  <inkml:trace contextRef="#ctx0" brushRef="#br0" timeOffset="15878.55">14280 5567 102 0,'0'0'1361'0,"6"0"-108"0,0-4-441 0,-6 8 2 0,0-4-292 15,0 0-109-15,0-4-76 0,-6-9-80 16,6 13-128-16,-15-5 28 0,7-1 10 0,-19-1 38 0,6 1-33 16,6 4-43-16,-5-3 71 0,-16 2 59 0,-4-3 3 15,14 4-107-15,-18 0 24 0,-5 2-41 0,-24-3-29 16,29 0-70-16,-24 6-23 0,-5-3-12 0,-15 0-4 15,10 3 0-15,-7 1 0 0,-10 2 0 0,-25 4 0 16,52-4 0-16,-29 7 0 0,-1 0 0 0,1-4 0 16,9 0 0-16,5 0 0 0,7 2 0 0,-1-4 0 0,1 4 0 15,40-5 0-15,-4-2 0 0,1 1 0 0,15 1 0 16,16-6-21-16,-11 5-43 0,19-5-100 0,-2 0-125 16,2 0-24-16,2 0-439 0,-2 0-80 0,22-13-130 15,-10 8 115-15,10-1-202 0,2-1-142 0</inkml:trace>
  <inkml:trace contextRef="#ctx0" brushRef="#br0" timeOffset="16227.61">13296 5620 972 0,'-3'-11'1425'0,"3"8"-669"16,0-3-150-16,-3-1 191 0,3 4-219 0,-5-7-268 16,5 10-109-16,0-4 59 0,-7-9 10 0,7 13-111 15,0 0-69-15,0 0 3 0,0 0-23 0,0 0-21 16,0 0-40-16,0 0-2 0,0 0-2 0,7 11-1 16,-2-3 0-16,-2 0-3 0,9 13 30 0,-7 1 8 0,5 4 23 15,-5-2 5-15,2 3 37 0,-4 4 12 0,-1 8-3 16,5 1-28-16,-4 8 9 0,-1 5 4 0,5 4-16 15,-4-11-36-15,-3 31 32 0,2-11-14 0,-2 6 0 16,-2-23-29-16,-1 36 3 0,-1-21-10 0,1 2-6 16,1-16-9-16,2 11 8 0,0-1-6 0,0-1-4 15,0-24-16-15,2 5-38 0,1-1-120 0,1-2-214 0,-1-19 8 16,-1-4-263-16,-2-4-174 0,3-2-267 0,0-5-42 16,6 7 115-16,-9-13-956 0</inkml:trace>
  <inkml:trace contextRef="#ctx0" brushRef="#br0" timeOffset="17010.5">15586 6391 147 0,'15'-5'1229'0,"-4"3"-693"15,-7 2-122-15,10-6 170 0,-3 1-5 0,-2 3-237 16,1-1-114-16,-10 3 59 0,14-8 30 0,-11 8 62 16,2-5-108-16,2 2 120 0,-4 3-6 0,-6 0 85 15,3 0-193-15,3-3 74 0,6-4-81 0,-9 7-32 16,-7-4-100-16,-1-5-31 0,8 9-45 0,-21-11-33 15,9 9-19-15,0-2 1 0,-17 4-9 0,6 0-4 16,-13 0 2-16,7 0 4 0,-6 6 5 0,-4-6 4 0,-11 5 4 16,-3-3 4-16,-3 4-2 0,0 1-2 0,3 2-1 15,9-1-6-15,-27 2 0 0,23 1-7 0,8-3-3 16,10-1 0-16,-8-1 0 0,2-3 0 0,19-1 0 16,12-2-4-16,-17 6-54 0,20-10-255 0,-10 0-207 15,14-1-65-15,1-6-515 0,16-11-114 0,1 4-394 0,-6 5-572 16</inkml:trace>
  <inkml:trace contextRef="#ctx0" brushRef="#br0" timeOffset="17332.65">15772 6746 96 0,'0'3'1664'0,"0"-3"-786"16,0-3-56-16,0 3-206 0,0 3 304 0,0-6-531 0,-15 3-213 16,11-2-101-16,-7-4-6 0,-19 1 19 0,-2 3 18 15,9-2-18-15,-13 4 50 0,-8 0 52 0,-21 0 111 16,21 0-71-16,-12 4 82 0,-6-2-17 0,-18 3 2 15,21 1-102-15,-11-4-48 0,-1 1-61 0,-5 3-73 16,31-6-13-16,-7 2 0 0,8 1 0 0,8-3 0 16,6 0 0-16,28 0 0 0,-17-5 0 0,19 5-105 0,9-15-209 15,3 8-280-15,12-8-311 0,2 4-267 0,10-2-41 16,-7 2 303-16,18-2-1753 0</inkml:trace>
  <inkml:trace contextRef="#ctx0" brushRef="#br0" timeOffset="21043.74">16820 6061 987 0,'-5'-8'1397'0,"5"3"-734"0,-4-8 34 16,-1 4-133-16,5 2-272 0,0-1-144 0,-3 5-22 15,3-10-32-15,5 0 53 0,2 2-49 0,1-4-25 16,-1 6-19-16,13-6 28 0,-6 1 9 0,10 1 32 16,-9 5-48-16,5 1 13 0,7-4-15 0,5 5-12 15,4-5-12-15,-7 6-23 0,3 0-12 0,1-3-10 0,2 3-1 16,-14 5-2-16,14-6 0 0,-8 9-1 0,-3 0-6 16,-7 0-2-16,3 4-3 0,4-1 0 0,-15 1-3 15,2 4 7-15,-2-3 1 0,3 19 10 0,-12-23 10 16,0 23 0-16,-5-3 7 0,-2-3 1 0,-5 6 28 15,4-9-11-15,-6 3 20 0,-8 11 28 0,-2-5-11 16,-1 0 8-16,10-9-10 0,-11 6 27 0,4 0-12 0,0 0-13 16,0-9-22-16,2 6 13 0,-6 0 6 0,4-5-34 15,10-5-10-15,-5 2 4 0,17-11-16 0,-12 7 5 16,9-9-8-16,6 0 1 0,4 8-5 0,-2-3-14 16,10-3 3-16,-3 1 16 0,12 3-7 0,-4-6-5 15,4 2 6-15,0-2 13 0,1 0 1 0,4 0-7 16,2 2-4-16,-11 1-11 0,7 3 10 0,-1-1-13 0,-6 1-15 15,4-2 1-15,-6 7 0 0,3-4 2 16,-1 7 5-16,-8-4-7 0,6 10 2 0,-9-2 12 0,-1 3-8 16,-1-5 1-16,-2 5-4 0,2 6 1 0,-5-9 5 15,-2 1 6-15,0 1-1 0,-2 2 27 0,-8 2 18 16,5-8 2-16,-10 5 29 0,1-3 19 0,-8 4 68 16,5-9-47-16,-7 5 20 0,-6-2-9 0,-4-3-13 15,-5-2-19-15,15-5-49 0,-15 1-23 0,7-1-20 16,-6-4-1-16,18-4-1 0,-7 2-24 0,7-4-122 0,11 2-168 15,-9-3-32-15,6-3-517 0,0 3-248 0,10-14-99 16,2 11 323-16,5-18-1105 0</inkml:trace>
  <inkml:trace contextRef="#ctx0" brushRef="#br0" timeOffset="21257.16">17871 6630 1456 0,'7'2'858'0,"-2"3"111"0,2 1-191 0,-7-6-77 16,0 0-354-16,3 5-186 0,-3 3 27 0,0 1-19 15,0-2 7-15,0 12-30 0,-3-1 62 0,-4 4 46 0,2-4-116 16,-4 3-45-16,1 6 40 0,-7-3-9 0,-4 5-33 16,7-14-57-16,-2 9-26 0,-4 3-25 0,1-3-100 15,5-11-74-15,0 5-224 0,9-7-224 0,-9 4-290 16,7-6 43-16,-4-1-234 0,6-8-1077 0</inkml:trace>
  <inkml:trace contextRef="#ctx0" brushRef="#br0" timeOffset="21795.72">18632 5746 2198 0,'0'-3'1441'16,"0"3"-682"-16,0 0 255 0,-12-5 17 0,12 5-762 16,-3 0-193-16,-5 8-33 0,1-2-9 0,-5 15-31 15,7 0 4-15,0-6 0 0,-7 15 6 0,0-3-1 0,2 12 11 16,2-12 24-16,2 10 44 0,0-4 1 0,-3 11 7 15,6-13-14-15,-2 24 68 0,-2-12-37 0,2 2-42 16,1-13-35-16,-1 10 13 0,5 8-7 0,0-12-27 16,0-12-12-16,2 5 5 0,1-7-1 0,9 7-3 15,-5-17-5-15,1 5 4 0,1-6 4 0,0-5 2 16,2 0-1-16,10 2-3 0,-6-5 0 0,14-5-2 0,-7-2-11 16,0-3-29-16,8-6-33 0,-4-2-35 0,4 0-62 15,-13 0 29-15,17-3-152 0,-2-10-36 16,-6 2 44-16,-8 4 90 0,6-4-39 0,-4 2 61 0,6-16-1 15,-11 14 137-15,6-2 4 0,-6 0 13 0,0 4 16 16,-1 4 20-16,-2-1 41 0,-9 14 40 0,6-6 64 16,-9 11 94-16,3-2-45 0,2-7 32 0,-5 9-20 15,0 0-29-15,0 0-26 0,0 9-36 0,0-2-17 16,-8 12-4-16,-1-6-33 0,-6 11 45 0,1-3-32 0,-4 5-24 16,4-4-45-16,-10 15-15 0,2-6-12 0,5 2 0 15,0-9 0-15,2 13 0 0,-12 5 0 0,10-11 0 16,5-9 0-16,-5 9 0 0,-2 12 0 0,4-12 0 15,3-2-6-15,9-10-26 0,-5 8-85 0,4-3-471 16,2-11-126-16,2-6-76 0,0-7-423 0,9 13 5 16,6-13-1696-16</inkml:trace>
  <inkml:trace contextRef="#ctx0" brushRef="#br0" timeOffset="22810.01">19534 6301 130 0,'0'4'2555'15,"-12"-4"-1615"-15,9 0-224 0,3 0 240 0,0-9-212 0,0-1-350 16,0-1-273-16,3 1-15 0,1-1-2 0,10-15 15 16,-6 13-54-16,7-6 0 0,2 1-21 0,2 4-9 15,-2 1-1-15,7-2-5 0,-4 1-4 0,4-2 1 16,-9 6-6-16,14-12 11 0,1 3-10 0,2 1-6 15,-6 3-9-15,-4 4 1 0,10-2 5 0,-3 2 0 16,-2 6-12-16,-10 1-1 0,7 2 1 0,-4 2-4 0,-5 2-4 16,-3-2-1-16,0 6-8 0,0 5 9 0,2 5 5 15,-11-5 0-15,4 9 0 0,-5-3-1 0,1 9 1 16,-3-5 6-16,0 3-1 0,-3 0-3 0,1 10-3 16,-2-18 1-16,-2 15 4 0,0-1 6 0,0 1 3 15,1-9 6-15,-4 2 29 0,-1 2 13 0,-4-3 9 16,-1-1 5-16,10-11-11 0,-7 2 9 0,0-2-3 15,0 4-19-15,4-10 11 0,1 1 12 0,4-4-4 16,-6 3-6-16,9-5-20 0,-3-2 14 0,-2-5-20 0,5-10-22 16,0 12-12-16,5-13-1 0,5-10 0 0,2 2 0 15,-4 8 0-15,6-8 0 0,10-9-3 0,-2 6-1 16,-5 3-7-16,6-6-16 0,10-2-9 0,-6 5 7 16,-1-1 1-16,-6 14 10 0,7-2-3 0,3-6 16 15,-4 13 13-15,-8 7-2 0,3-7 1 0,11 8 2 16,-12 0-2-16,-8 3 6 0,9 0 3 0,-10 6-3 0,13 1 4 15,-17-3-9-15,10 5 1 0,-5 8-4 0,-1-1-17 16,-5-6 3-16,-3 11-2 0,0 0 2 0,-6-3-3 16,-9 6-8-16,4 0 1 0,-7 0 3 0,-3 3 5 15,-5 4 10-15,8-12-5 0,-9 5 12 0,3-3 12 16,1-2-5-16,5-1-1 0,6-10-3 0,-6 5-11 16,3-8 9-16,10-2-7 0,2-3-7 0,0 0 10 0,0 0-6 15,-3-5-7-15,0-11-8 0,3-5-6 0,6 5-21 16,-4 0 5-16,10-18-56 0,0 7 0 0,0-2-11 15,0 8 17-15,11-19-54 0,-4 5 43 0,1 7 14 16,-6 7 36-16,4-3 3 0,8-6 17 0,-4 10 21 16,-5 7 5-16,-2 4 6 0,14 4 5 0,-20 3-7 15,21 4-2-15,-16 1-2 0,6 8-1 0,7-1-4 0,-6 6 2 16,-9-9 0-16,6 6 0 0,-1 9 17 0,0-3 3 16,-10-6 1-16,5 8 10 0,-4-2 14 0,7 7 39 15,-13-10-19-15,5 10 17 0,-4-2 1 0,-3 10 19 16,-6-12-37-16,-3 10 12 0,-6-1-10 0,3-2-18 15,-5 1 7-15,8-12-23 0,-6 6-10 0,3-8-20 16,9-1-25-16,1-4 0 0,-1 0-121 0,3-9-148 0,0-2-254 16,0-2-428-16,17-1-154 0,-11-7 4 0,10-12-1670 15</inkml:trace>
  <inkml:trace contextRef="#ctx0" brushRef="#br0" timeOffset="23477.24">21417 5963 1653 0,'11'-5'1379'0,"-5"3"-728"0,-6-2 226 0,12-3-107 0,-12 7-419 16,0 0-186-16,0 0 37 0,-6-3-72 0,3-5-44 15,0 8-29-15,-14 0 4 0,1 2-3 0,-16 7 101 16,17-7-55-16,-11 9 45 0,-1 2 22 0,7 0-3 15,-7 5 37-15,13-4-101 0,-1 2-27 0,6 2-22 16,1 0-23-16,4 2-17 0,1 1 4 0,3-14 1 16,3 20-12-16,1-14-3 0,8 6 0 0,2 2 2 0,1-5-7 15,0-2 0-15,5-1-3 0,9 7-1 0,-5-4-5 16,-4-3 7-16,7 4-21 0,-3-2 1 0,5 3-4 16,-9-4 7-16,7 5-2 0,-9-1 3 0,0 3 34 15,-10-7 30-15,-4-12 0 0,1 22 25 0,-2-13 19 16,-3 2 23-16,-3 3-50 0,-2-3-2 0,-10 11-15 15,-4-6-12-15,5-5-25 0,-9 9-9 0,-6-1 0 0,-2-3 0 16,-1-2 0-16,-7 3 0 0,7-6 0 0,-6-2 0 16,6-6 0-16,-7 3 0 0,4-8 0 0,9 0 0 15,2-3 0-15,-6-5 0 0,16 2-16 0,6-3-158 16,-4 0-266-16,9-15-139 0,3-7-873 0,5 5 239 16,5-9-522-16,0 11-666 0</inkml:trace>
  <inkml:trace contextRef="#ctx0" brushRef="#br0" timeOffset="23915.05">22934 6145 666 0,'12'6'2667'0,"-4"-1"-1766"16,4 1 5-16,-12-6-192 0,0 0-453 0,0 0-83 0,0 0 50 15,0 0-31-15,-3 0 161 0,-9 5-55 0,-5-8-13 16,0 3-103-16,-20 0 10 0,3 0-117 0,-2 0-40 16,6 0-23-16,-11 0-16 0,-3-2-1 0,9 2 0 15,9-4 0-15,7 4 0 0,2 0 0 0,-3 0 0 16,10 0 0-16,-4 0 0 0,4 0 0 0,2 0-20 0,2 4-151 15,-2-4-79-15,8 0-279 0,0 0-324 16,12 2-283-16,-2-2-77 0,14 0 19 0,-6 3-563 16</inkml:trace>
  <inkml:trace contextRef="#ctx0" brushRef="#br0" timeOffset="24126.49">23126 6450 2176 0,'3'8'944'0,"-1"-3"-75"16,-2-5-193-16,-17 3 120 0,-4-3-213 0,-2-3-183 16,2 3-107-16,-11 0 62 0,-7-2 31 0,-5-4-63 15,3 1-105-15,8 0-118 0,-23-1-31 0,18 1-66 16,-6-3-3-16,12 3 0 0,-4-1 0 0,-6-1 0 16,13 1 0-16,9 1 0 0,-1-1-47 0,13 4-231 0,-4-3-524 15,12 5 15-15,-7-13-410 0,7 13-16 0,4-13-89 16,1 4-950-16</inkml:trace>
  <inkml:trace contextRef="#ctx0" brushRef="#br0" timeOffset="25144.77">23977 5802 149 0,'5'-16'1969'0,"7"0"-511"0,-5 2-653 0,8-6-87 15,-5 7-519-15,5-9-66 0,1 1 7 0,-1 3-18 16,-5-6 3-16,5 10-21 0,6-4 39 0,3-6 32 15,2 9-59-15,-2 6-30 0,12-4 30 0,1 5-22 16,7 1 7-16,-17 1-38 0,6 3 13 0,-3-2-28 16,-4 5-13-16,-3 0-10 0,-16 0-7 0,10 5-12 0,-2-2-14 15,-10 3-1-15,7 3 2 0,-3 8 1 0,-6-10-3 16,2 12 7-16,-5 5-2 0,-2-3-1 0,-1 3 6 16,-2-3 3-16,1 0 1 0,-4 5 3 0,-4 1 0 15,0 0 6-15,4-9-4 0,-16 9 8 0,2-1 0 16,0 3 0-16,3-10-6 0,-13 1 28 0,3 7 24 15,2-6 7-15,7-3-17 0,-4 2 20 0,-3-5 19 16,7-2-20-16,11-4-27 0,-3-7-6 0,4 7-1 0,1-7-10 16,-1 0-13-16,8-2 4 0,0 0-6 0,0 0-25 15,0 0-3-15,3 3-9 0,5 8 0 0,6-9 1 16,2 0-10-16,-1 2 14 0,8-2 5 0,4-2 1 16,-3 3 0-16,-2-3-2 0,2 2-7 0,0 1 1 15,-1 3 1-15,-2-4 1 0,3 4-3 0,-6 1 1 0,2 4 7 16,-6-6 12-16,-4 3 8 0,7 10 5 0,-8-5 1 15,-1-2-1-15,-4 11 3 0,-1-1-6 0,-3-13-6 16,0 11-3-16,0-12 3 0,-7 22 33 0,-7-10 0 16,3-1 3-16,-1-7-9 0,-9 13 14 0,-9-3 3 15,1 2-20-15,9-10-8 0,-16 4 10 0,-13 4 14 16,3 0-6-16,14-8-9 0,-15 3 12 0,-3 0 3 16,0 0-20-16,24-8-20 0,-10 0-30 0,13-6-53 0,8-2-183 15,-3-2-87-15,12 0-468 0,4-15-307 16,10-4-59-16,6 2 178 0,13-12-1002 0</inkml:trace>
  <inkml:trace contextRef="#ctx0" brushRef="#br0" timeOffset="25349.21">24931 6215 492 0,'4'15'1997'16,"-4"-15"-1250"-16,0 14-181 0,-4-1 299 0,1-5-469 15,0 10-138-15,1-13-67 0,-8 19 73 0,2 0 85 16,2 5 37-16,-2-10-140 0,1 7 60 0,-5 1-46 0,4-1-59 16,-4 9-19-16,-3-9-67 0,3 1-36 0,-2-3-11 15,-1-6-65-15,0 8-99 0,1-4-122 0,2-7-141 16,2-6-44-16,2 0-408 0,2 0-576 0,0-1 238 16,0-3 10-16,6-5-742 0</inkml:trace>
  <inkml:trace contextRef="#ctx0" brushRef="#br0" timeOffset="25859.88">25359 5651 2576 0,'8'-9'891'15,"-8"2"-288"-15,0-1 190 0,0 10-458 0,-5-15-183 16,5 11-80-16,0 2-15 0,0 0-15 0,0 0-20 16,-6 13-8-16,2-5-13 0,-4 19-5 0,2-6 15 15,0 8 4-15,0-5-8 0,-9 23-4 0,7-8 0 16,-1 5 5-16,1-16-2 0,-4 12-5 0,-3 21 0 16,6-19 3-16,-1-7 1 0,0 9 9 0,3-2 10 0,-1 15 21 15,4-28-3-15,1 5 14 0,6-5-1 0,1-2-3 16,1-12-19-16,5 14 11 0,0-12-22 0,5-8-15 15,6 2-2-15,-3-2-3 0,11-7-8 0,0-4-40 16,10-4-35-16,-12-2-12 0,14-5-95 0,0-6-24 16,-3 1 23-16,-8 5 49 0,5-5-8 0,-3-4 35 15,4-7 42-15,-18 13 58 0,6-5 9 0,-7-5 8 16,0-7 7-16,-7 15-3 0,-5-8 4 0,2 0 3 0,-5-1 22 16,-4 3 60-16,2 3 70 0,-3 10 79 0,-1-7 95 15,4 9-32-15,-5 2 97 0,2 7-46 0,6 0-66 16,-3 0-69-16,-15 3-69 0,12 1-39 0,-1 13 18 15,-1 4-12-15,0 3-30 0,-2 2 22 0,-5 6-17 16,4 0-35-16,1-8-34 0,-7 24-14 0,2-17-15 16,1 8 0-16,-1-4 0 0,-3 7 0 0,-4 0 0 0,5-7 0 15,6-9 0-15,-4 12 0 0,0 1-1 0,6-12-34 16,0-9-80-16,3 8-249 0,-2-2-378 0,5-7-302 16,-4 1-137-16,4-13 271 0,4 5-268 0,-2-7-470 15</inkml:trace>
  <inkml:trace contextRef="#ctx0" brushRef="#br0" timeOffset="26228.86">26637 6119 1223 0,'7'-10'1775'0,"-2"7"-891"0,-5 3 1 15,0-3-82-15,0 3-489 0,0 3-226 0,0-6-81 0,0 6-1 16,0-3-2-16,0 0 2 0,-12 10 7 0,4 4 19 15,-1 1-5-15,-3-2 14 0,0 11 32 0,-3 0 43 16,-8 14 78-16,9-17-75 0,-8 8 51 0,-4-3 0 16,-1 12 18-16,7-18-92 0,-9 2-14 0,-1 2-28 15,1 0-21-15,0 0-20 0,2 2-56 0,-3-6-92 16,9 0-141-16,4-7 35 0,-5 2-313 0,14-10-144 0,-6 4-226 16,14-7 153-16,0-2-193 0,-12-5 69 0</inkml:trace>
  <inkml:trace contextRef="#ctx0" brushRef="#br0" timeOffset="26397.41">26337 6202 1327 0,'9'-9'2138'0,"2"4"-1204"0,-14 2-8 15,6 6-404-15,9 2-151 0,-5 6-243 0,1-6-56 16,4 12-7-16,2-2 18 0,1 3 11 0,0 11-6 16,-1-5-5-16,-4-2-24 0,2 4-3 0,8 14-34 15,-6-8-10-15,1-14-11 0,9 6-12 0,3 5-75 16,5 3-169-16,-11-14-27 0,6 4-338 0,5-4-318 15,0 0-81-15,-8-5 258 0,14 4-717 0</inkml:trace>
  <inkml:trace contextRef="#ctx0" brushRef="#br0" timeOffset="26844.22">27248 6410 2052 0,'0'14'1231'0,"0"-14"-240"15,0 0-410-15,0 13-236 0,0-13-161 0,0 0-28 16,0 0-4-16,3-5 113 0,2-6 6 0,7-8 17 15,0-1 5-15,3-2-19 0,5-4-46 0,1-3-37 16,-1-4-68-16,-5 5-37 0,6-10-4 0,2 4-23 16,-5-6-23-16,-3 9-17 0,8-17 5 0,-5 8 8 15,0 1 13-15,-6 12-15 0,2-10 11 0,-2 8-4 0,-4 5-4 16,-1 11-10-16,-4 8-5 0,5-8-17 0,-8 7-1 16,9-1 0-16,-6 7 0 0,-3 0 0 0,12 15 0 15,-6 3 0-15,-6-2 0 0,6 8 0 0,-4 8 0 16,1 13 0-16,-3-13 0 0,4 10 0 0,-8 6 0 15,1 7 0-15,3-20 0 0,-5 10 0 0,2 0 0 16,-3 0 0-16,0-6 0 0,4 3 0 0,-5 1 0 0,2-3 0 16,1-9 0-16,1 6 0 0,3-8-47 0,3-5-114 15,3-8-44-15,4-3-216 0,0 6-443 0,0-14-161 16,2 1 129-16,5-4-272 0,7-2 116 0,-1-8-427 16</inkml:trace>
  <inkml:trace contextRef="#ctx0" brushRef="#br0" timeOffset="27194.29">28255 6154 315 0,'5'-29'2575'15,"2"5"-1561"-15,-7 21-236 0,3-16 261 0,-6 6-125 16,0 8-645-16,-3-8-175 0,0 7-10 0,-3-1-34 16,-6-4-35-16,6 6-13 0,-2-1-1 0,-13 4-4 15,3 13 5-15,1-1-3 0,5 4 4 0,-2 6 6 16,-4 10 3-16,1 1-3 0,1 6 3 0,2 3-13 0,-1 2 11 15,1 6-3-15,2 0-3 0,3-6 1 0,6 2 0 16,6 0 6-16,0-11-3 0,9 4-5 0,3-2-5 16,3-6-4-16,5-3-2 0,1-2 3 0,3-6-1 15,5-4-2-15,-9-6 3 0,16-6 8 0,-6-2 1 16,-1-2-2-16,-6 0-1 0,15-18 2 0,-8 2 6 16,-4-1 2-16,-4 1 3 0,1-6 38 0,6-9 63 0,-10 3 11 15,-9 9-19-15,2-14 33 0,0-13 28 0,-9 4-64 16,1 9-40-16,-8-9-18 0,1-4-29 0,-11-18-17 15,2 24 0-15,0 9 0 0,-8-4 0 0,-7-5 0 16,0 16 0-16,12 10-2 0,-9-3-51 0,4 6-122 16,-4 0-312-16,19 10 11 0,-16-2-398 0,10 5-253 15,4 0-79-15,-1 0 68 0,-1 0-1015 0</inkml:trace>
  <inkml:trace contextRef="#ctx0" brushRef="#br0" timeOffset="27500.46">28741 5402 255 0,'0'0'2088'0,"-3"0"-1271"0,6 0 11 16,-9 0-200-16,0 5-3 0,0-5-298 16,-8 0-201-16,4-2-50 0,2 2 60 0,-21-3 104 0,5 3-23 15,4 0 30-15,-1 0-48 0,-3 0 83 0,-14 0 33 16,-3 0-77-16,12 0-116 0,-7 0 7 0,4 0-42 16,-10 0-40-16,18 0-67 0,1 0-102 0,11 0-183 15,-2-2-365-15,-4-2 34 0,18 4-393 0,-4-2-147 0,-1-9 40 16,8 6 5-16</inkml:trace>
  <inkml:trace contextRef="#ctx0" brushRef="#br0" timeOffset="27975.19">29101 5143 1754 0,'-3'-13'1118'0,"3"13"-546"0,-4-8 230 0,2-1-47 16,2 9-407-16,-3-7-199 0,3 1 21 0,0 6-8 15,0 0-16-15,12-7-47 0,-7 4-49 0,7 3-22 16,3-3-22-16,-8 3-8 0,15 0 1 0,2 0 3 0,-4 3 2 16,-5 0-2-16,4-1 4 0,1 7 6 0,-6-5 0 15,8 7-4-15,-20-8-5 0,21 5-3 0,-11-1-1 16,0 2-4-16,3 1-4 0,-9-2-1 0,0 0 2 15,3 8 1-15,-6-14 5 0,2 15-2 0,-5-2 2 16,0-6 4-16,-3 0 0 0,-6 5 15 0,-2-1 20 16,2-2 4-16,-8 2-9 0,-2 0 12 0,2 0 3 0,-1 4 17 15,9-10-33-15,-3 4 10 0,4 0-9 0,-4 4 7 16,7 1-8-16,1-10-13 0,1 10-1 0,3-6-8 16,0-2-4-16,7 8-2 0,-5-8-1 0,4 0 3 15,6 3 3-15,0-2-1 0,8 5 0 0,-14-8 0 16,21 9-4-16,-16-6-4 0,13 9-9 0,-10 1-2 15,1-6 0-15,-6-3 4 0,-1 6-3 0,8 2 9 0,-13-9 3 16,0 6 3-16,-3-1 1 0,-3-4 2 0,-9 19-2 16,-3-13 0-16,6-3-1 0,-8 3-1 0,-19 3-3 15,10-6-3-15,5 0-38 0,-3 3-168 0,-5-3-73 16,-9 3-356-16,24-8 58 0,-10 0-360 0,4 0-46 16,1-6 80-16,14-2-292 0</inkml:trace>
  <inkml:trace contextRef="#ctx0" brushRef="#br0" timeOffset="28610.5">29811 6138 509 0,'12'-8'2075'16,"0"-6"-1103"-16,2 1-380 0,-8 8 138 0,0-3-408 16,-6 6-211-16,3-9-42 0,-3 11-15 0,-3-13-6 15,-6 10-10-15,0 1-16 0,-14-4 3 0,-1 3 4 16,0 3 24-16,4 3-1 0,-9 5 24 0,4-3 13 0,-7 8 25 15,18-4-47-15,-10 4 20 0,4 5-27 16,1-1-21-16,8 1-12 0,-3 0-11 0,4 1-3 0,5-1-4 16,5 3-5-16,0-3-1 0,5 4 2 0,5-6 6 15,0 5 0-15,2-8-7 0,10 9 8 0,4-4 1 16,0-2-5-16,-8-6-4 0,9 6-6 0,-4 3-2 16,4-3 2-16,-13-5-1 0,8-1-3 0,-8 4 1 15,1-1 0-15,-3 0 0 0,-7-3 1 0,5-2 1 16,0 11 1-16,-10-14 6 0,7 24 39 0,-10-21 61 0,-1 8 53 15,-4-5-8-15,-6 13 104 0,-4-9 33 0,-3 1-29 16,-3-1-35-16,4-6-97 0,-12 9 15 0,2-7-72 16,-6-3-30-16,16-3-27 0,-18 1-9 0,6-4-2 15,-4-2 0-15,12 0 0 0,-11 0 0 0,-4-2 0 16,7-2 0-16,11-1 0 0,-4-3-11 0,-2 1-84 16,-2-4-338-16,19-2-89 0,-7-3-563 0,8-5-129 0,3 3 1 15,2-4-824-15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400" units="cm"/>
          <inkml:channel name="Y" type="integer" max="15875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2208.69556" units="1/cm"/>
          <inkml:channelProperty channel="Y" name="resolution" value="2204.86108" units="1/cm"/>
          <inkml:channelProperty channel="F" name="resolution" value="0.00114" units="1/dev"/>
          <inkml:channelProperty channel="T" name="resolution" value="1" units="1/dev"/>
        </inkml:channelProperties>
      </inkml:inkSource>
      <inkml:timestamp xml:id="ts0" timeString="2026-03-01T13:53:44.17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28650 2140 2652 0,'0'0'1026'0,"0"0"-335"0,3-14 236 15,-3 12-327-15,0 2-27 0,0 0-324 0,0-2 49 16,0-9-2-16,0 11 62 0,0 0-172 0,0 0-5 16,0-3-79-16,0 6-58 0,0-6-36 0,0 6-8 15,5 12 0-15,4-4 0 0,9 11 0 0,-9-9 0 16,6 5 0-16,-3 4 0 0,5 4 0 0,-10-8 0 0,3 6 0 15,0 5 0-15,-5 3 0 0,2-3 0 16,1 6 0-16,-2 2 0 0,0 3 0 0,-2-12 0 0,-4 14 0 16,2-7 0-16,-4 5 0 0,2-5 0 0,-4 11 0 15,1-13 0-15,0 4 0 0,1-14 0 0,-5 7 0 16,-5-1 0-16,4-8 0 0,-4 0 0 0,0-11 0 16,-15 14 0-16,5-8 0 0,-5-5 0 0,6-3 0 0,-14-3 0 15,2 0 0-15,1-5 0 0,14 0 0 16,-8-7 0-16,-1-7 0 0,3 4 0 0,7-1 0 0,-1-5 0 15,1-8 0-15,-4 0 0 0,13 11 0 0,-7-7 0 16,5-2 0-16,5 0 0 0,5 18 0 0,-4-12 0 16,4 5 0-16,4 3 0 0,-4 8 0 0,0-7 0 15,3-2 0-15,-3 12 0 0,12-1 0 0,-7 2 0 16,1 5 0-16,0 2 0 0,0 2 0 0,0 9 0 0,-3 2 0 16,-6-6 0-16,-1 11 0 0,2-13 0 0,-6 5 0 15,-2 0 0-15,-7 3 0 0,-2-6 0 0,-1 2 0 16,-7-2 0-16,-2-3 0 0,2-2 0 0,-7-4 0 15,0 2 0-15,-3-9 0 0,10 0-17 0,-21 4-279 16,16-6-239-16,-6-6-436 0,6 2-233 0,8-2 294 0,-16-4-608 16,9-1-714-16</inkml:trace>
  <inkml:trace contextRef="#ctx0" brushRef="#br0" timeOffset="171.54">27321 3275 872 0,'0'-3'3723'0,"0"6"-2651"0,3-3-264 0,12 6-110 15,14-10-616-15,0 4 13 0,-11-2-49 0,6-1 16 16,0 1 0-16,8 0 10 0,-18 2-43 0,13-4-95 16,-3 2-156-16,-1-1-164 0,-5 3-571 0,-7-6 169 15,1-3-346-15,3-8 21 0,-13 7-693 0</inkml:trace>
  <inkml:trace contextRef="#ctx0" brushRef="#br0" timeOffset="696.15">27319 2735 3094 0,'-19'-7'1881'0,"11"1"-667"16,-1 1-24-16,9 5-518 0,-10 0-541 0,5 0-122 15,5 0-9-15,0 0 0 0,0 0 0 0,-3 0 0 16,-3 11 0-16,3-11 0 0,3 13 0 0,0-8 0 0,-3 10 0 15,-2 12 0-15,5-6 0 0,-4-5 0 0,1 5 0 16,-2 6 0-16,-2-6 0 0,2-7 0 0,-4 4-1 16,-6 1-2-16,-5-4-4 0,1-4-2 0,2-6 2 15,-6 3-2-15,-10 0-4 0,6-6 7 0,7-2 5 0,-6 0 7 16,-13-5 4-16,7 0 0 0,12-3-3 0,-4 0 2 16,-8-8 1-16,5-6-7 0,12 9-2 15,-3-7-1-15,3-2 0 0,-2-9 0 0,9 12 0 0,-4-2 0 16,2 5 0-16,5 8 0 0,-2-11 0 0,2 12 0 15,2-1 0-15,-1-6 0 0,4 14 0 0,0 0 0 16,-5-15 0-16,5 15 0 0,0 0 0 0,0 0 0 16,-3 8 0-16,-3-3 0 0,-2 11 0 0,1-8 0 0,-10 12 0 15,-1-3 0-15,1 1 0 0,1-5 0 0,-19 7 0 16,6-5 0-16,-3-2 0 0,8-8 0 16,-15 6 0-16,7-9 0 0,3-2 0 0,8-4 0 0,-9-10 0 15,4 1 0-15,3-2 0 0,4-5 0 0,-10-6 0 16,6-5 0-16,2 1 0 0,1-4 0 0,2-1 0 15,9-2 0-15,0-2 0 0,3-9 0 0,0-5 0 0,6 0 0 16,0 0 0-16,0-4 0 0,0 6 0 0,6-12 0 16,-6 6 0-16,3 4 0 0,0 3 0 0,-3 1 0 15,0 6 0-15,0 1 0 0,-3 7 0 0,3 6 0 16,0 11 0-16,-3 7 0 0,1-2 0 0,2 11 0 16,0 2 0-16,0 0 0 0,0 0 0 0,0 0-42 15,0 0-156-15,0 0-174 0,0 0-190 0,-4 13-172 0,10-6-549 16,-3 1 72-16,9 10 68 0,0-7 101 0</inkml:trace>
  <inkml:trace contextRef="#ctx0" brushRef="#br0" timeOffset="847.73">26893 2153 2275 0,'12'6'3185'0,"0"3"-1820"0,-12-9-202 0,0 0-960 0,0 0-218 16,0 0-86-16,0 0-109 0,0 0 11 0,0 0-142 15,-15-2-82-15,3 2-378 0,4 2 144 0,-16-2-390 16,-5 4 44-16,0-2 69 0,5 3-459 0</inkml:trace>
  <inkml:trace contextRef="#ctx0" brushRef="#br0" timeOffset="2085.42">18110 2236 705 0,'-8'4'1152'0,"5"-1"-598"0,3-3 205 15,0 0 21-15,0 0 28 0,0 0-349 0,0 0-193 16,0 0 31-16,0 2-11 0,0 9 106 0,3-11-158 16,15 6 52-16,-4-6-4 0,18 2 11 0,-5-2-102 0,14 0-21 15,6-2-43-15,1-2-32 0,8 0-53 0,3-1-30 16,2-1-11-16,7 1-1 0,3-3 0 0,-1 0 0 16,1 5 0-16,0-4 0 0,-15 4 0 0,9-3 0 15,-15 4 0-15,-9-1 0 0,-5 3 0 0,-13-2-49 16,-14 2-90-16,11 0-174 0,-20 0-157 0,12 5 12 15,-9-3-608-15,-6-2-60 0,-2 13-17 0,-5-10 347 0,-16 3-820 16</inkml:trace>
  <inkml:trace contextRef="#ctx0" brushRef="#br0" timeOffset="2379.63">18827 2267 310 0,'-10'8'1133'0,"10"-8"-297"15,0 0 256-15,0 0-135 0,0 0-227 0,0 0-25 16,0 0-6-16,0 0-257 0,0 0-179 0,0 0 36 16,0 0-73-16,0 0-52 0,0 0-115 0,0 0-17 15,-8 11-14-15,6 2 10 0,-5 8-6 0,4-2-11 16,-2 4 9-16,-5 14 4 0,5-2-8 0,-2-7-12 0,2 12-13 16,-2 6-1-16,5 4 0 0,-1-19 0 15,0 17 0-15,6-3 0 0,-6 5 0 0,3-18 0 16,3 8 0-16,0-3 0 0,-1-3 0 0,-2-10 0 0,3 8 0 15,1-9 0-15,-4-4 0 0,3-8 0 0,-3 2-13 16,0 3-87-16,0-8-189 0,0-1-238 0,0-4-32 16,-3 8-370-16,3-14-220 0,0 6-37 0,0-3 361 15,0 0-802-15</inkml:trace>
  <inkml:trace contextRef="#ctx0" brushRef="#br0" timeOffset="2859.35">19667 2809 2188 0,'3'3'965'0,"-1"3"-21"0,1-4-181 15,-3 0 240-15,0-4-457 0,0 4-100 0,-5-4-188 16,-7 2 68-16,-10 0-5 0,12-2-166 0,-12 2-60 16,2 2 13-16,-9 3-54 0,0 1-40 0,10-6-10 0,-4 5-3 15,-4-3-1-15,-2 2 0 0,10-2 0 16,9 0 0-16,-5-2 0 0,-1 0 0 0,11 3 0 0,5-6 0 15,0 6 0-15,0-3-26 0,0-3-144 0,0 6-290 16,0-3-151-16,0-3-284 0,2 1-279 0,10-6-39 16,-2 3-40-16,-5 5-1007 0</inkml:trace>
  <inkml:trace contextRef="#ctx0" brushRef="#br0" timeOffset="3060.81">19648 3020 1545 0,'10'9'2265'0,"-8"-9"-1086"0,1 2-277 16,6 1-43-16,-9 0-427 0,0-6-43 0,0 3-188 0,-2-3 54 16,-5-4-100-16,-8-1-146 0,10 8-9 0,-10-5 0 15,-9 5 0-15,4 0 0 0,2-4 0 0,-14 2 0 16,8 2 0-16,-2-3 0 0,2 1 0 0,9 2 0 16,-2 0-6-16,2 0-87 0,6 0-80 15,6 2-438-15,-9-10-205 0,12 8-335 0,0-13-62 0,3 6 309 16,14-15-500-16</inkml:trace>
  <inkml:trace contextRef="#ctx0" brushRef="#br0" timeOffset="3383.95">20647 2386 125 0,'0'0'2467'0,"3"-8"-1544"0,0 5-195 0,-3 3 287 15,0-7-189-15,0-2-218 0,-3 4-333 0,-2-3 24 16,-13 3-53-16,-8 3-17 0,7 2-152 0,-6 2-26 15,-9 3-11-15,0 1-21 0,-5 1 0 0,7 2-3 16,-4 1-7-16,7 0-3 0,-10 1-18 0,19-5-26 16,-4-1-54-16,4 1-102 0,8-2-166 0,0-4-37 15,4 3-573-15,1-3-90 0,-5 2-66 0,12-2 314 0,0-5-487 16</inkml:trace>
  <inkml:trace contextRef="#ctx0" brushRef="#br0" timeOffset="3609.35">20430 2370 1544 0,'3'8'1897'16,"-3"-8"-959"-16,0 3-1 0,5 8-118 0,-5-11-670 0,0 0-110 15,0 0-15-15,0 10 38 0,-3-5 16 0,3 8 40 16,0 9 42-16,-2-2 73 0,2 0 33 0,0 4-22 16,0 4-26-16,0-4-39 0,2 8-12 0,-2-8-83 15,3 10-57-15,-3-2-20 0,0-1-6 0,0 1-1 16,0-1 0-16,0-1 0 0,0-1-1 0,0-5-1 15,0 10-15-15,0-4-46 0,0-10-105 0,0-1-55 0,0 5-274 16,0-8-120-16,0-5-265 0,0 2 66 0,-3-6-330 16,1 2 102-16,-1-5-714 0</inkml:trace>
  <inkml:trace contextRef="#ctx0" brushRef="#br0" timeOffset="4047.18">20860 3127 1042 0,'-3'0'1716'0,"-9"-6"-918"16,12 6 141-16,-15 0-22 0,12 3-376 0,3-3-157 15,-14 3-127-15,7-3-69 0,-1 3-19 0,-1-1-53 16,3 0 32-16,-8 9-68 0,4-2-14 0,8-7-24 0,-13 24 5 16,12-17-20-16,-6 17-6 0,6-13-10 0,3 5 5 15,-4-4 12-15,4 10-7 0,4-16-9 0,-1 8 2 16,2-3 2-16,5-6 10 0,2 4-6 0,-10-9-6 15,13 4 21-15,0-6-1 0,-3 3 7 0,-3-3-7 16,11-5 20-16,4-4 7 0,-9-1-4 0,0 2-18 16,5-5 12-16,1-6-1 0,-6 1-22 0,-7 7-11 0,1-4-5 15,-4-5-10-15,2 7-2 0,-10 2 0 0,-3-17 0 16,-6 10 0-16,-3-9-17 0,0 16-65 0,-2-4-179 16,-3-2-315-16,1 7-131 0,5 2-548 0,2 3 345 15,1-1-287-15,-4 1-219 0</inkml:trace>
  <inkml:trace contextRef="#ctx0" brushRef="#br0" timeOffset="4451.09">21767 2794 124 0,'12'4'1655'16,"-6"-4"-123"-16,-6 0-546 0,11 6-3 0,-7-6-391 16,-4 0-143-16,0 0-85 0,-9-6-209 0,-1-1-69 15,-7 4 2-15,-10 0-7 0,5 3-15 0,3 0 0 0,-13 0 15 16,3 0-3-16,-10 0 14 0,19 3-30 0,-7 0 29 16,1 0-7-16,-1 4-15 0,19-7-40 0,-11 3-18 15,14 0-34-15,-7 4-99 0,12-7-215 0,0 0 11 16,0 0-256-16,0-2-197 0,0 4-200 0,0-2-124 15,12 0 99-15,-7 0-149 0</inkml:trace>
  <inkml:trace contextRef="#ctx0" brushRef="#br0" timeOffset="4626.63">21791 2989 573 0,'5'9'1992'15,"2"-2"-1064"-15,-2-1 126 0,-5 1-34 0,0 1-598 16,-12-5 70-16,1 2 71 0,-13 1-133 0,10-4-164 15,-10 4-14-15,-6-4-114 0,4 1-96 0,11-3-24 16,-12 5-17-16,5-2-1 0,0 0 0 0,14-3 0 0,-10 0-73 16,10 0-182-16,-11-6-408 0,14-2-7 0,-1 2-500 15,2-9-43-15,4-3-104 0</inkml:trace>
  <inkml:trace contextRef="#ctx0" brushRef="#br0" timeOffset="5275.89">22300 2519 312 0,'0'0'1291'0,"0"0"-897"16,7-9 139-16,-2 9 3 0,5-8-104 0,-8 6-270 15,-2-1 51-15,6-10 9 0,-6 13-1 0,0 0-52 0,0-16 152 16,-3 16-35-16,3-3-36 0,-9-7-49 0,3 4 83 16,-3 4 70-16,-6-9 29 0,7 6-148 0,-4-3 54 15,-9 1-22-15,10-2-28 0,-1-2-5 0,3-4-133 16,0 4 2-16,3 3-24 0,1-10-16 0,5 4-46 15,2 1-17-15,1-2 0 0,0 6 0 0,0 2 0 16,11-7 0-16,-4 9 0 0,-1 0 0 0,11-3 0 16,-3 5 0-16,10 1 0 0,0 2-6 0,-13 0-6 0,13 0-26 15,-15 5 1-15,17 3-8 0,-17-1 9 0,3 6-22 16,-3 4-2-16,3 4 20 0,-10-8 13 0,4 8-14 16,-6 11 4-16,-6-8 17 0,-3 2-1 0,-2-7 13 15,-7 10-1-15,-6 6 6 0,-9-4 9 0,8-9-8 16,-24 17-1-16,5-10 9 0,-3 6 0 0,12-12 4 15,-15 9 15-15,-6-3 33 0,11-5-5 0,18-9-7 0,-5 1 24 16,0 1 10-16,21-12-24 0,-7 3-24 0,11-6-6 16,1 3-5-16,-2 1-13 0,5-6-8 0,0 0 0 15,0-2 0-15,23-20 0 0,-9 9 0 0,-2 5 0 16,12-6 0-16,0 4 0 0,6 0 0 0,-10 6 0 16,9 8 0-16,-5-4 0 0,11 5 0 0,-14-3 0 15,3 7 0-15,-1 4 0 0,4 2 0 0,-10 1 0 0,4 3 0 16,-3 5 0-16,-1-1 0 0,4-6 0 0,-1-2 0 15,-5 1 0-15,-8-8 0 0,5 6 0 0,5-7 0 16,-9-4 0-16,1 5 0 0,3-6 0 0,-6-2 0 16,8 0 0-16,-2-10 0 0,6 0 0 0,-4-4 0 15,5-1-2-15,-2-4-52 0,-2 1-285 0,-3 4-143 16,8-12-465-16,-5-4-388 0,-3 6 121 0,-3 6 201 16,3-6-1639-16</inkml:trace>
  <inkml:trace contextRef="#ctx0" brushRef="#br0" timeOffset="5681.81">23070 2478 575 0,'0'0'2362'0,"8"-2"-1655"15,1-1 271-15,-9 3 4 0,0 0-118 0,0 0-527 16,0 0-8-16,0 0-46 0,-14 3 16 0,7-1-108 0,-8 2-24 16,-5-4-101-16,-6 0-37 0,-4 2-10 0,4 0-16 15,-4 1-3-15,-2 3 0 0,-1-1 0 0,10 1 0 16,-1-2 0-16,4 1 0 0,1-1 0 0,7-4-25 16,4 0-90-16,-9 0-104 0,17 0-233 0,-9-6 31 15,3 1-532-15,2-3-101 0,4-1-116 0,4 0 355 0,-1 0-508 16</inkml:trace>
  <inkml:trace contextRef="#ctx0" brushRef="#br0" timeOffset="5859.33">22890 2455 1726 0,'3'7'1211'0,"-1"7"-522"15,1-4 296-15,-3 4 100 0,-3 10-472 0,1-11-319 16,-8 5 45-16,7 3-49 0,-9 8 4 0,7-12-172 16,0 3-1-16,1 4-30 0,1 5-7 0,0-5-44 0,3 5-5 15,-2 1-7-15,2 4 1 0,0-15-22 16,-7 7 2-16,11-2-3 0,-4 3-25 0,0-5-61 0,3-5-2 15,-1 7-134-15,-2-6-163 0,3-9-75 0,0 9-45 16,-3-18-122-16,6 15-212 0,-3-15-165 0,-3 0 274 16,0 0-195-16,12-7-499 0</inkml:trace>
  <inkml:trace contextRef="#ctx0" brushRef="#br0" timeOffset="6051.82">23049 2574 1483 0,'0'-13'2501'0,"2"13"-1319"0,-2 0-272 15,0-11 141-15,4 6-363 0,-8 5-486 0,4 0-119 16,4 0-24-16,-4 0-28 0,3 13-30 0,0-10-1 0,-1 8 0 16,5-2 0-16,8 24 0 0,-7-18 0 0,1 7 0 15,-4 7 0-15,7 10 0 0,-5-15 0 0,-2 7 0 16,1-4 0-16,-2 5 0 0,4 3-26 0,-2-17-27 16,2 6-89-16,-1 2-130 0,1-2-258 0,-1 0-183 15,-2-10-327-15,-2-1-142 0,1 0 45 0,1-3 266 16</inkml:trace>
  <inkml:trace contextRef="#ctx0" brushRef="#br0" timeOffset="6859.65">23467 2508 581 0,'8'0'2432'0,"2"0"-1375"15,-10 0-1-15,0 0-60 0,0 0-479 0,0 0-170 16,0 0-223-16,0 0-110 0,0 0-22 15,0 0 1-15,5 11 1 0,-1-4-1 0,-4 12 1 0,0-3 6 16,-4 15 6-16,8 1 5 0,-1-8 0 0,-1-1-1 16,1 10 3-16,9 1-1 0,-5 6 2 0,1-17-3 15,1 9 4-15,-1-1-5 0,4 4-4 0,-5-13 1 0,1 4 8 16,1 1-6-16,-3-7 1 0,0 2-2 0,-3 2 0 16,2-3 5-16,-5-5-8 0,0-11-7 0,7 16 1 15,-2-5-5-15,-2-8-2 0,4 2-3 0,-7-10 7 16,8 13 11-16,-8-13 1 0,0 0 1 0,0 0-6 15,0 0 9-15,0 0-2 0,4-2-10 0,1-9-3 16,-2 4-4-16,-1-4-5 0,5-5 10 0,-4 5 0 0,6-13-6 16,-4-2-6-16,5 0 9 0,-5 8 3 0,-2-9 17 15,6-3-19-15,0-7 1 0,-3 1 22 0,3-1 12 16,-4-11-13-16,2 0-8 0,4-18 12 0,-5 24 10 16,0-11 17-16,0 0-18 0,2-13 12 0,-1 21 8 15,1-11 33-15,-1 4 12 0,1 1-1 0,1 1-4 16,0 4-8-16,-3-1-6 0,-4 2-14 0,1 14-34 15,1-25-16-15,-1 19-13 0,-3-2 0 0,0 9 0 16,2-10 0-16,-2 11 0 0,0 3 0 0,0 10 0 0,0 3 0 16,0-9 0-16,0 14 0 0,0 3 0 0,0 0 0 15,0-3 0-15,0 6 0 0,10 4 0 0,-5 0 0 16,7 4 0-16,0-1 0 0,15 8 0 0,-7-2 0 16,6 2 0-16,6-2 0 0,7 5 0 0,-3-3 0 15,4 0 0-15,5-2 0 0,17 5 0 0,-28-6 0 0,17 4 0 16,3-6 0-16,-1 2 0 0,6-2 0 0,-1 3 0 15,1-4 0-15,2-3 0 0,-5 0 0 0,12 1 0 16,-17-5 0-16,5 4 0 0,-4-4 0 0,-10-4 0 16,-1 2 0-16,-2-1 0 0,-7 1 0 0,-3 0 0 15,0-4 0-15,-7 1 0 0,-5 2 0 0,-10 0 0 16,13-4 0-16,4-4 0 0,-12 6 0 0,-4-1 0 0,6-2 0 16,8 0 0-16,-8 6 0 0,-8-2 0 0,15-3 0 15,-4 5 0-15,-9 2 0 0,11-4 0 0,-11 2 0 16,7-1 0-16,3 3 0 0,-6 3 0 0,-9-3 0 15,12 2 0-15,-15-2-3 0,8 6-62 0,-4-6-86 16,-4 0-260-16,0 0-297 0,0 0-413 0,-4 7 211 16,4-1-301-16,-15-3-337 0</inkml:trace>
  <inkml:trace contextRef="#ctx0" brushRef="#br0" timeOffset="7409.19">24194 2335 290 0,'0'-5'2068'16,"0"-5"-979"-16,0 7-75 0,0-12-1 0,0 15-197 16,0 0-336-16,0-14-155 0,0 14-135 0,0 0-57 15,0 0 79-15,0 0-54 0,4-10-48 0,-4 7-62 0,3 3 8 16,-6 0-33-16,6 0-15 0,-6 3-3 0,-1 10-4 15,-1 2-1-15,2 5-4 0,-3-2 2 0,-2 0 1 16,1 3 4-16,-1 1-4 0,-1 4 8 0,-1-8-2 16,0 11 12-16,-2 1-4 0,2-1 4 0,1-5-1 15,-6 13 9-15,-2 3-6 0,0-9-6 0,5-5-4 16,-6 7 2-16,-3 4-6 0,6-11-5 0,7-3 0 16,-1-1 0-16,4 2 0 0,1 0 0 0,4-17 0 0,0 12 0 15,0-8 0-15,4 4 0 0,1-4 0 16,0 0 0-16,7-4 0 0,7 2 0 0,-4-7 0 0,5 0 0 15,1-2 0-15,8-2 0 0,-6 0 0 0,1 2 0 16,3-3 0-16,-1-3 0 0,6 1 0 0,-14 3 0 16,9-2 0-16,2 2 0 0,-5-3 0 0,-7 5 0 15,1-2 0-15,6 2 0 0,-10 0-79 0,4 0-162 0,-6 0-291 16,5-4-445-16,-2-3-227 0,-9 3 142 0,6-3-303 16,-4-4-860-16</inkml:trace>
  <inkml:trace contextRef="#ctx0" brushRef="#br0" timeOffset="7731.33">24857 2561 539 0,'12'-6'2215'0,"0"-4"-1331"0,-6 4 26 0,3-1-72 0,-12 7-259 16,3-6-278-16,0-7-59 0,-9 2 43 0,6 6-58 15,-6-3 40-15,-3 1-22 0,7 3-51 0,-7-1-77 16,0 3 47-16,4 2-77 0,-7 5-32 0,0 1-35 16,-11 9 1-16,4 3-20 0,0 1-1 0,3-1 0 15,2 4 0-15,-3 9 0 0,5-4 0 0,6-8 0 16,-1 5 0-16,5 5 0 0,5 2 0 0,0-10 0 0,0 6 0 15,5-3 0-15,10 5 0 0,-3-10-16 0,-3-6-86 16,9 0-251-16,-6-6-237 0,5 2-606 0,-5-4 286 16,9-3-304-16,2-2-408 0</inkml:trace>
  <inkml:trace contextRef="#ctx0" brushRef="#br0" timeOffset="8363.62">25733 2510 272 0,'0'0'1365'0,"-8"-8"-866"0,8 6 169 16,0 2-9-16,-4 0-123 0,-2-11-230 0,4 8-112 15,2 3-151-15,-7 0-22 0,-4 0 2 0,11 0 0 16,-4 0 35-16,-4 11 0 0,2 0 2 0,3-9-12 16,3 12 16-16,0-1 18 0,0-8-29 0,3 5-21 15,-1-7 7-15,5 8 7 0,-4-9 10 0,-1 4 11 16,5-4 84-16,-4 1 49 0,11 3 30 0,-4-10 24 0,-2 4 44 16,1-2 19-16,6-5-17 0,-10 7-71 0,7-9 41 15,-3 1-61-15,-6 3-33 0,6-6-52 0,-6-2-34 16,-3 8-38-16,0-8-33 0,-7 0-19 0,7 4 0 15,-8-6 0-15,-1 6-1 0,4 5-33 0,-2-2-53 16,-8 3-159-16,3 3-172 0,-17 6-190 0,12-3-44 16,-7 7-475-16,-2-2-53 0,2 2 97 0,0-1-1145 15</inkml:trace>
  <inkml:trace contextRef="#ctx0" brushRef="#br0" timeOffset="9746.93">25871 2934 398 0,'12'-4'1412'16,"-12"4"-638"-16,0-2-56 0,3-11-8 0,-3 13-198 15,0-3-294-15,-12-5-104 0,12 8-65 0,0 0-17 0,-12-2 19 16,12 2-3-16,-11 0 6 0,7 2-8 0,-4 2 19 16,2-4 29-16,6 4 9 0,-8 7 6 0,8-11-32 15,-3 11 40-15,3-9 17 0,-4 9-41 0,4-11-26 16,0 3 31-16,7 7 34 0,-5-7-13 0,-2-3-28 16,6 2 31-16,3 1 21 0,-4-6-10 0,5 1-41 15,-5-7 29-15,-1 9 17 0,7-9 82 0,-5 3-84 0,-6 3 38 16,10-5-18-16,-10 8-3 0,0 0-53 0,0 0-59 15,0-7-18-15,2 3-19 0,-2 4-4 0,-2-2 0 16,-14-1 0-16,8 3-9 0,-2 0-120 0,-2 3-47 16,4-1-306-16,-1 2-254 0,-3 1-382 0,12-5 210 15,-15 4-590-15,13-4 95 0</inkml:trace>
  <inkml:trace contextRef="#ctx0" brushRef="#br0" timeOffset="12331.03">17951 3114 139 0,'-2'13'614'16,"-8"0"-264"-16,5-5 12 0,-4 5 9 0,3-5-80 0,-6 3 157 15,-2 0-204-15,-8-6-3 0,2 3 35 16,0-6 33-16,-4-2 46 0,0 3-19 0,2-6 61 0,0 3-73 16,-4-6 223-16,6 2-123 0,-2-7 3 0,8 6-128 15,-6-11 130-15,8 2-187 0,0-2-54 0,2 1-54 16,2-3-5-16,6-6-32 0,-2 5-57 0,4 5-17 16,6-6 0-16,2-4-8 0,4 8-16 0,-2 6 2 15,7-1-1-15,7 2 5 0,5 2 0 0,-5 7-4 16,-4 0 2-16,4 5-3 0,11 3-2 0,-11 3 1 0,-7-4-4 15,7 9 4-15,-4 3-1 0,7 16 2 0,-15-17 3 16,0 13-2-16,-4 2 1 0,1 11-2 0,-9-18 6 16,-2 9 12-16,-5 2-1 0,-1 5-2 0,-1 0 0 15,-6 2 1-15,-2-5-2 0,-10 9-7 0,3-12-7 16,-8 7 0-16,-9-5 0 0,-1 4 0 0,-14 8 0 16,19-24 0-16,-11 3 0 0,-5-2 0 0,-3-6 0 0,12-8-20 15,-3-5-106-15,-4-2-261 0,7-6-194 0,15-3-55 16,-15-5-795-16,12-3 219 0,2 0 40 15,6-2 365-15,0-7-695 0</inkml:trace>
  <inkml:trace contextRef="#ctx0" brushRef="#br0" timeOffset="13177.76">16935 3217 132 0,'3'-8'2246'0,"-3"-8"-1562"16,0 3 102-16,-3-3 191 0,3-8-471 0,0 16-343 15,-3-10 24-15,-3 1 60 0,3 8-33 0,-2-5-11 16,-2 4 90-16,-1-4-43 0,-9-7 50 0,10 16-77 16,-2-1-68-16,-6-1 35 0,4 7-43 0,-1-4-83 0,0 8-35 15,0-2-1-15,-8 11-10 0,-1 3 0 0,6-5-13 16,1 4-2-16,1 5 0 0,-1 2 3 0,6-5-5 16,-2 1 1-16,5 1-1 0,5-9-1 0,-4 7 0 15,4-8-2-15,4 8-2 0,1-4 2 0,-2-8-1 16,6 8 1-16,6-4-3 0,-7-7 0 0,14 3-6 15,-2-5 2-15,6-2-8 0,1-3-3 0,2-4-4 16,-7-4 3-16,0 0-1 0,5-5 5 0,-3-4 4 0,-7 1 6 16,1-3 3-16,-6 1 5 0,-3 1 1 0,-4 4 1 15,2-8 1-15,-10 4-1 0,-1 1 1 0,2 5 0 16,-8-8 3-16,0 6-1 0,0 12 0 0,-2-7 0 16,0 8 2-16,-2-3 0 0,-4 3-5 0,4 5-3 15,2 2-3-15,-18 14-5 0,10-3-1 0,-1 0 3 0,4 1 2 16,-1 7-2-16,-8 6 5 0,2-3 6 0,9-9-1 15,-3 9-4-15,-6 11-14 0,4-12 7 0,6-6 5 16,-8 3 7-16,2 2 0 0,-9 2 2 0,8-11 4 16,1 0 11-16,-7-2-3 0,0 0-10 0,10-9-9 15,8-2 3-15,-18 0 2 0,0-6 5 0,13 1 2 16,-4-3 12-16,1-3 7 0,-4-7 3 0,3 2-2 0,4 1-13 16,-1-7 0-16,3 3-6 0,-3-4-9 0,10 10-4 15,-4-4 0-15,-1-1 0 0,8 7 0 0,-6-4 0 16,4 10 0-16,1-3 0 0,3 8 0 0,-5-9 0 15,-5 4 0-15,13 5 0 0,-3 0 0 0,-5 8 0 16,-5 2-3-16,8 1-16 0,-10 2-6 0,-3-2 2 16,-2 11-25-16,-5-7 8 0,5 3-3 0,-3-2 3 15,-1-2 21-15,-12 7-1 0,7-2 11 0,-1-6 4 16,7-3 4-16,-19 3 6 0,10-5 2 0,2-3-2 0,3-1-1 16,-8-8 8-16,8 2 4 0,4-5 0 0,6-2-3 15,-6-6 11-15,1-1 1 0,2-8-4 0,5 8-8 16,0-8 1-16,-6-8 1 0,9 8-7 0,4 4-8 15,-5-10 0-15,5 1-1 0,2 0-4 0,1 11 2 16,-5-4-3-16,7 7-3 0,-3 2-14 0,3 7-4 16,0 6 4-16,-5-8-20 0,-2 5-40 0,-1 6-17 0,-1 2 21 15,-12 6-37-15,1 7-12 0,-10 6-50 0,9-5 84 16,-8 4-20-16,-6 3 14 0,-4 4 13 0,10-12 65 16,-6 4 30-16,2-6 22 0,6-1 24 0,0-2 16 15,10-4 35-15,12-4 11 0,-17 3-6 0,10-6-10 16,-5 4 84-16,2-6-36 0,1-6-19 0,6 4-26 15,-11-4-14-15,7-7-30 0,7 8-33 0,2-8-19 16,3-3-7-16,3-5 0 0,6 3 0 0,-1 2 0 0,11-3 0 16,6-10 0-16,-1 5 0 0,5 0 0 0,1 6 0 15,18-8 0-15,-4 2 0 0,2 2 0 0,-4 9 0 16,17-11 0-16,3 6-4 0,-6 2-33 0,-16 8-26 16,11 3-160-16,8 1-283 0,-15 4-116 0,-15 4-63 15,0 1-428-15,-5 0-65 0,3-2 66 0,-15 2-1087 16</inkml:trace>
  <inkml:trace contextRef="#ctx0" brushRef="#br0" timeOffset="13464.99">16116 2528 3589 0,'5'4'2023'0,"-5"-4"-810"0,0 0-303 15,0 2-461-15,7 6-497 0,-7-8-44 0,0 0-14 16,0 0-127-16,0 0-142 0,0 0 14 0,0 0 79 15,0 0-171-15,0 0-184 0,-15 10-202 0,6-7 123 16,-20 14-427-16,4-8-46 0</inkml:trace>
  <inkml:trace contextRef="#ctx0" brushRef="#br0" timeOffset="13785.14">14614 3187 2864 0,'-22'4'1059'16,"17"-4"-218"-16,-7 2-41 0,0-2-680 0,12 0-154 16,-15-6-76-16,13 6-85 0,2 0-208 0,-3-13-133 15,3 8 86-15,0-8-212 0,8-3-221 0,-1 8 231 16,1-10 237-16,1 7 79 0,-4-8 279 0,5 6 298 0,-1 3 70 15,-9-3 248-15,0 5 88 0,0-6 83 0,-9 4 7 16,6 5-110-16,-4-6-76 0,-1 3-123 0,6 8-116 16,-5-8-2-16,2 0-117 0,1 6-44 0,-4-4-80 15,8 6-40-15,-7-3-121 0,-4 1-70 0,11 2-13 16,-4 0-129-16,2 0-124 0,-6 8-301 0,8-8-32 16,0 0 112-16,0 0-209 0,0 0 76 0,0 0-98 0</inkml:trace>
  <inkml:trace contextRef="#ctx0" brushRef="#br0" timeOffset="21878.5">3279 2825 684 0,'0'0'372'0,"0"-3"45"16,0 3-91-16,0 3 133 0,0-3-15 0,8-11-41 16,-8 11-176-16,0 0 78 0,0 0-9 0,0 0 11 15,0 0-18-15,0 0-12 0,0 0 53 0,0 0 28 0,0 0-84 16,0 0 136-16,0 0-15 0,0 0-45 0,0 0-87 15,0 0 31-15,0 0-61 0,-3 0-18 0,-9 4-99 16,12-4-43-16,-14-9-17 0,6 7-40 0,-4-1-14 16,-6 0-2-16,0 0 0 0,3 3 0 0,-17 0 0 15,8 0 0-15,-5 6 0 0,2-6 0 0,-3 3 0 16,4 2 0-16,-18-3 0 0,14 4 0 0,-2-1 0 0,6 1 0 16,-13-4 0-16,7 7 0 0,3-7 0 0,11 0 0 15,-15-2 0-15,1 3 0 0,8-1 0 0,1-2 0 16,9 0 0-16,-8 0 0 0,10 4 0 0,-5-4 0 15,0 2 0-15,7-2 0 0,-7 3 0 0,5-1-28 16,12 0-121-16,-8 2-213 0,-1-4-109 0,9 2-199 16,0-2-186-16,0-2-124 0,2 4-173 0,8 3 170 15,2-5 354-15,-2 0-1081 0</inkml:trace>
  <inkml:trace contextRef="#ctx0" brushRef="#br0" timeOffset="22343.25">3287 2978 1368 0,'4'-13'1961'0,"-4"11"-1012"0,0 2 225 0,0 0-656 15,0 0-192-15,0 0-230 0,-9-9-86 16,6 7-11-16,3 4-2 0,0-4 0 0,0 4-2 0,0-2 2 15,0 0-3-15,0 0-2 0,-3 6 1 0,-3 5 3 16,6-1 3-16,-3-2 0 0,0 19 4 0,-3-1 6 16,3-4 0-16,-2 6 1 0,1 1-2 0,-2 4-1 15,4-5 0-15,-5 25 4 0,4-11-1 0,1 1 5 16,2-14 0-16,-3 13 5 0,0 0 1 0,-1 12 13 16,2-25-14-16,-1 8 9 0,0-3-3 0,1 5-3 0,-5-4-1 15,2 7 0-15,2-7-3 0,-4-6 2 0,5 3-9 16,-1-5-8-16,-1-1-15 0,4-8-44 0,0-2-112 15,-3-13-19-15,3 10-182 0,0-10-228 0,0-3-548 16,0 0 410-16,3-6-206 0,1-4-1111 0</inkml:trace>
  <inkml:trace contextRef="#ctx0" brushRef="#br0" timeOffset="23039.39">3223 2936 275 0,'-3'0'451'0,"-9"-8"-228"15,6 6 123-15,-5-3 36 0,-1-4 100 0,3 5-67 16,-1 0-150-16,0-6 132 0,3 7 7 0,-1-4-19 15,-7-2-26-15,15 9-78 0,-6-5 8 0,0-1-15 16,6 6-92-16,0 0 59 0,-6-9 44 0,6 9-53 16,0 0-60-16,0 0 32 0,-3 0-49 0,6 0-21 0,-3 0-62 15,-3 0 7-15,6 0-39 0,-3 0-30 16,-3 0-21-16,6 0 15 0,-3 0-3 0,0 0-35 0,12 2-3 16,-12 1 19-16,12-6 34 0,-3 3 7 0,2 0-21 15,-2 0 14-15,3 0 21 0,17 0 0 0,-9 3-35 16,-1-1-8-16,8 0-3 0,5 2-8 0,2-2-32 15,0-2 10-15,7 3 10 0,3-6 35 0,8 3-13 16,-16 0-11-16,29-2 4 0,-6-2 17 0,-3 0 14 16,-15 1 6-16,16 1-54 0,-11-4 0 0,-4 3 16 0,-16 1 1 15,4 0-38-15,-4 2-148 0,-18 0-144 0,14 2-145 16,-17-2 25-16,2 0-336 0,-5 2-166 0,-2-2 40 16,-6 5 311-16,-17 8-1278 0</inkml:trace>
  <inkml:trace contextRef="#ctx0" brushRef="#br0" timeOffset="23742.51">4337 2465 1146 0,'2'0'1113'16,"-2"0"-541"-16,-2 0 199 0,4 0-66 0,-2 0-235 15,0 0-225-15,-17-10-67 0,2 13-112 0,1-3-39 16,-10 0-13-16,-3 0 36 0,7 0 60 0,-11 0 109 0,11-3-15 16,15 3-45-16,-16-3 56 0,15 0 11 0,-8 1 20 15,14 2-132-15,-12-11-3 0,12 11-16 0,-3 0-22 16,3-13-16-16,0 10 23 0,3-12-26 0,-1 6-19 15,8-1-25-15,4 2 1 0,6-8 18 0,2 6-11 16,-5 2-17-16,3-3-9 0,4 6-2 0,0-1-5 0,-4 1-1 16,1 3-3-16,9 4 0 0,-13 1 2 0,7 3 4 15,-7-2 7-15,3 5 10 0,-1 0-2 0,-11-3-3 16,-1 5 1-16,1-1-2 0,-1 20-14 0,-7-10 2 16,-4 2 4-16,-4 4 0 0,-2 7 1 0,-10 6 1 15,3-8 4-15,-7 7 7 0,-3-4 1 0,6 2-1 16,3-6 1-16,-14 10 4 0,15-14-2 0,5 1-2 0,3-9-1 15,1 3 2-15,-2-3-1 0,5-7-2 16,1-5-2-16,1 7 2 0,3-13 3 0,0 0 3 0,0 0 0 16,0 0-1-16,0 0 5 0,22 0-1 0,-5-8 2 15,-2 3-8-15,5-6 1 0,4 1-3 0,0 1-9 16,-7 2-3-16,7-1-8 0,-1 5-2 0,1 3 13 16,-7 0-3-16,1 5-4 0,6 1 17 0,-3-1 7 15,-6 1 0-15,-10-4-1 0,19 11-15 0,-9-5 23 16,-10-2-2-16,16 1-2 0,-10-4-3 0,1 2 5 0,7-2 17 15,-5-3-17-15,-6 0-7 0,14 2-16 0,-10-4-49 16,-4-1-100-16,9-8-431 0,-10 4-252 0,5-12-226 16,-7 6 238-16,-2-5-267 0,1 1-654 0</inkml:trace>
  <inkml:trace contextRef="#ctx0" brushRef="#br0" timeOffset="24526.43">5283 3553 1369 0,'14'-3'848'0,"-14"3"-60"0,12-8-53 0,-9 6-119 16,-3 2-400-16,8-6-15 0,1 4-17 0,-9 2-56 16,10-3-50-16,-5-5 22 0,-5 10 33 0,0-4 62 15,0 2-54-15,0 2 63 0,0-2 25 0,0-2 48 16,0 4 92-16,0-2-151 0,0-2 51 0,0 4-34 0,-5-9-31 16,-5 1-55-16,-2 1-78 0,0 5-35 0,-2-2-31 15,-13 2 4-15,-5 0 22 0,3 0-3 0,-1 0 0 16,4 2-7-16,-19-2 13 0,7 0-7 0,6 3-12 15,8-1-15-15,-11 2 0 0,-9 0 0 0,17-1 0 16,10-1 0-16,-4 2 0 0,6-2 0 0,-2-2 0 16,2-2-8-16,15 2-63 0,-9-6-139 0,6 6-123 0,3 0-229 15,0 0 112-15,0 0-351 0,0 0-215 0,0 0-92 16,0 0 374-16,3-5-354 0,-1-6-388 0</inkml:trace>
  <inkml:trace contextRef="#ctx0" brushRef="#br0" timeOffset="24759.81">5507 3762 618 0,'10'7'465'16,"-10"-3"-149"-16,0-4 197 0,0 0 71 0,-8 9-42 15,2-5-199-15,-5-4 116 0,-16 5 17 0,1 0-23 0,-4-2-39 16,-6 0 16-16,2 5 9 0,-2-6-3 0,-11 9 97 15,18-8-261-15,-10 4 37 0,4-1-43 0,-1-1-68 16,4 1-112-16,-1-4-51 0,18-2-31 0,-5 0-28 16,13 0-131-16,-10 0-313 0,14-2-230 0,-6-15-342 15,9 12 136-15,12-19-309 0,3 6-67 0,6-4-999 16</inkml:trace>
  <inkml:trace contextRef="#ctx0" brushRef="#br0" timeOffset="25709.26">6246 2958 789 0,'2'-11'1234'0,"-2"9"-509"0,3-13 219 16,-3 13-410-16,4 2-38 0,-4-7-195 0,3-2-71 15,-3 9-110-15,0 0 0 0,0 0-10 0,0 0-11 16,0 0-43-16,0 0 11 0,0 0-19 0,0 0-7 16,0 0-19-16,0 0-5 0,-12 9-4 0,9 4 0 15,3-8-6-15,-7 14 4 0,-1 1 4 0,-1 15 10 16,0 2 4-16,1-10-10 0,-7 6 9 0,6 11 4 0,-6 0 0 16,6-4-6-16,1-3 2 0,1 0 4 0,-1 0 32 15,8-2 17-15,0 5 41 0,5-14 7 0,2 0 4 16,-2-8-31-16,5 6 33 0,-5-2-5 0,7-15-55 15,-3-1-24-15,-1 4 12 0,7-2 10 0,9-3-29 16,-9-5-16-16,9 0 7 0,-2-2-22 0,12-3-34 0,-5-1-6 16,-9-1-10-16,4-4-134 0,5 2-81 0,10-6-147 15,-19 8 128-15,7-10-184 0,0 4-101 0,-1-8-223 16,-8 4 232-16,-4-3-87 0,-2-6 8 0,0 2 7 16,-6 4 220-16,6-6-45 0,-3 0 135 0,-6 5 272 15,-1 13 152-15,4-8 208 0,-2 8 225 0,1-3 280 16,-5 11-264-16,0-13 229 0,3 13-74 0,-3 0-59 15,0-5-267-15,0-3-64 0,0 8-76 0,0 0-76 0,0 0 11 16,0 0-96-16,12 10 36 0,-10-7 12 0,8 10 13 16,-8-7-37-16,8 7 6 0,-5 9-12 0,4-2-7 15,-6 4-15-15,2-2-17 0,2 4-9 0,-7 1-4 16,0-7-23-16,-3 12 5 0,-3-3-22 0,0-2-12 16,0-6-5-16,-6 21-1 0,-3-9 0 0,7 0 0 15,1-6 0-15,-1 5-6 0,-1 2-60 0,4-2-178 0,5-14-106 16,0-16-12-16,0 20-362 0,0-22-283 0,0 6-456 15,0 1 620-15,0-4-143 0,12-6-754 0</inkml:trace>
  <inkml:trace contextRef="#ctx0" brushRef="#br0" timeOffset="28254.45">7725 3002 468 0,'8'-4'837'0,"-1"4"-200"0,-2-6 62 16,2 3 43-16,-7 3-38 0,5-2-194 0,0-1-22 0,-1 3 9 15,-4 0-234-15,0-3 86 0,11-2-24 0,-7 5-38 16,-8 0 7-16,4-13-67 0,0 13-21 0,-11-9-11 16,5 7-71-16,-2-3 19 0,-4-1-52 0,2 4-32 15,-4-1-33-15,-6 1-7 0,-4-2-18 0,-3 8-1 16,3-2 0-16,-17 1 0 0,-9 5 0 0,6-1 0 16,8-1 0-16,-10 5 0 0,-16-1 0 0,17 1 0 15,5-3 0-15,7-1 0 0,-5 2 0 0,5-1 0 16,10-3 0-16,8-3 0 0,6 1 0 0,-8 3-3 0,13-6-63 15,-7 4-3-15,11 0-118 0,0-4-154 0,0 0-135 16,0 0 71-16,0-4-241 0,3 8-44 0,9-8-298 16,2 0 392-16,4-2-240 0,6 1 57 0,-4 0 120 15,-3-3 215-15</inkml:trace>
  <inkml:trace contextRef="#ctx0" brushRef="#br0" timeOffset="28489.83">7321 3011 816 0,'0'0'1224'0,"3"0"-519"16,11 0 72-16,-16 0 0 0,4 0-296 0,-2 0-134 15,7 5-121-15,-2-3 69 0,-5-2-141 0,-2 0-68 16,4 0-59-16,8 13-7 0,-10-13-12 0,12 13 16 16,-10-9 42-16,10 14 37 0,0 4 41 0,-4-4-21 15,2 3 11-15,-8-3-30 0,10 17 41 0,-6-9-81 16,0 1 2-16,-3-3-22 0,0 9 19 0,-1 13 18 0,-2-15-21 16,0-4-18-16,-2 10 12 0,-1 11 5 0,0-17-14 15,3-9-24-15,-6 4-3 0,3 3-1 0,-2 1 2 16,1-17-15-16,-2 7-12 0,4 2-10 0,-1 4-25 15,3-15-12-15,-7 7-82 0,7-9-92 0,-2 6-137 16,2-15-278-16,0 0 140 0,0 0-308 0,0 0-132 0,0 0 5 16,0-2 293-16,5-11-289 0,2-7-166 0</inkml:trace>
  <inkml:trace contextRef="#ctx0" brushRef="#br0" timeOffset="28775.07">7560 3040 116 0,'5'-20'1985'0,"2"5"-1140"16,-5 2-227-16,4-8 415 0,-2 10-474 0,4-10-171 15,-4 16-138-15,4-19 89 0,-2 13-132 0,-3 6-67 16,-3 5-58-16,3-6-6 0,2 2-3 0,-5 4-26 16,0 0-14-16,0-3 10 0,0 6 9 0,9 7-22 15,-6-5-16-15,4 6-5 0,-5 2 3 0,4 16 3 0,0-7-5 16,-3-2-5-16,0 12-2 0,6 6-9 0,-6-5 1 15,-1-9 0-15,5 13 0 0,-4 3 11 0,2 2 11 16,2-12-8-16,-5 12-9 0,4-2-1 0,0 12 19 16,-6-25-7-16,3 10 0 0,0-2-41 0,2-4-7 15,-1-7-15-15,-4 2-104 0,5-4-155 0,-5-11-179 16,3 9-244-16,-3-11-189 0,0-2-80 0,0-4 50 16,0 7-499-16</inkml:trace>
  <inkml:trace contextRef="#ctx0" brushRef="#br0" timeOffset="29357.5">8361 2572 37 0,'-2'0'660'0,"-10"-4"-279"15,12 4-76-15,-10 0 154 0,-2 0 94 0,4 0-201 16,-16 4-47-16,19-4-85 0,-22 4 77 0,9-1-30 15,-5 3 71-15,8-1-127 0,6-3 85 0,-8 4 26 0,5-6 13 16,2 2-90-16,-4-4 138 0,14 2-105 0,-11-11-17 16,7 9-97-16,1-11 4 0,1-4-41 0,4 7-56 15,1-7-29-15,1 8-1 0,1-4-23 0,7-9-27 16,-4 14 0-16,2 0 5 0,10-5 0 0,-8 7-1 16,14-1 2-16,-8 3-4 0,3 2 7 0,-12 2-8 15,11 0-10-15,-14 0 4 0,23 11-9 0,-20-9 6 0,13 9 4 16,-17 0 4-16,10 9 9 0,-3 4 3 0,-7-2-2 15,-5-7-13-15,0 14-10 0,-5 1-4 0,-10 1-2 16,0-4 1-16,-2 5-5 0,-7 5-4 0,-5-3 31 16,5-12 24-16,-11 15 17 0,8-11-5 0,3 1 13 15,7-12-4-15,-4-4 25 0,6 2 23 0,3-2-31 16,9-9 6-16,-2 1-18 0,-4 5 7 0,9-8 7 16,0 0-7-16,0 0-17 0,0 0 8 0,14 0-3 0,1 0 8 15,4-2-22-15,3 2 7 0,8 0-6 0,-1-4-20 16,-2 8-1-16,11-4-1 0,-3-4-2 0,1 8-9 15,-12-2-18-15,5 3-71 0,13-3-352 0,-13 4-128 16,-9-6-83-16,4 3-426 0,0-1-53 0,-13 1 28 16,10-3-1367-16</inkml:trace>
  <inkml:trace contextRef="#ctx0" brushRef="#br0" timeOffset="31176.64">9225 2648 130 0,'2'-3'943'0,"-2"-10"-360"0,3-1 0 0,1 7 46 15,-1-10-163-15,-1-1 165 0,1 10-202 0,4-8-116 16,-5 3-10-16,-2 8-86 0,6-8 107 0,-6 2-100 16,2 9-15-16,-2 0-56 0,4-13 62 0,-4 15 18 15,0-7-20-15,0-1-84 0,0 8 10 0,0 0-23 0,0 0-37 16,0 0-56-16,0 0-16 0,0 0-11 0,0 0-11 16,-4 6-2-16,2 7-7 0,-1 0 12 0,0-2 3 15,3 4 5-15,-6 9 8 0,0-1 3 0,4 4 1 16,-1-8-4-16,-6 12 3 0,3 1 1 0,-3 6-6 15,-1-5-6-15,5-6 0 0,-10 21-4 0,6-9 0 16,-3 7 2-16,7-17 2 0,-10 15 0 0,0 2 27 0,1-9-6 16,2-11-6-16,0 8 4 0,-3 7-3 0,6-13 4 15,6-4-3-15,-2 3-18 0,5-3 17 0,0-9 4 16,0-4-2-16,2-1 2 0,1 3-17 0,-3-9-11 16,7 9 0-16,-5-11-7 0,1 5-2 0,2-3 1 15,2 3 1-15,-2-1 19 0,7-6-2 0,-2 0 8 16,2 3 2-16,-2-3 3 0,2-3 1 0,15 3 1 0,-18-3 0 15,18 0-2-15,0 1-1 0,-4-1-4 0,1 1 2 16,-4-2-4-16,18 2 3 0,-11-3 9 0,0 3 2 16,-7-2-10-16,9-1-4 0,7 1-6 0,-12 0 1 15,-7-1-1-15,6 3-16 0,8-4-8 0,-9 1 15 16,-7 3 5-16,4 2-14 0,1-3-42 0,6 3-128 16,-11-3-110-16,0 0 7 0,-6 3-309 0,8 0-255 15,-2-2-301-15,-12-1 268 0,11 3-34 0,-14-2-742 16</inkml:trace>
  <inkml:trace contextRef="#ctx0" brushRef="#br0" timeOffset="31656.37">10585 2622 1145 0,'0'-17'870'0,"0"10"-163"15,-3-1 32-15,-2-3-197 0,-7 4 61 0,3-4-260 16,-9 0-77-16,9 6-115 0,-20-1 5 0,2 1-8 16,-2 5-38-16,9 3-44 0,-7 2 17 0,-5 1-22 0,3 4 8 15,-1 0 19-15,4 7 9 0,-1 1 12 0,0 3 20 16,1 0-9-16,-1 9 44 0,0 6-34 0,7-4-17 16,8-5-39-16,-12 23 25 0,12-6-43 0,2 2 28 15,0 2 19-15,8-14-19 0,-1 24 66 0,3-13-26 16,3 0 8-16,5-13-42 0,13 13-3 0,3-5-45 15,5-7-13-15,-2-11-14 0,13 9-3 0,8-1-11 0,-11-12-1 16,-3-5 0-16,7 7 0 0,15-5 0 0,-12-4 0 16,-17-4 0-16,14 2 0 0,3-5 0 0,-2 2 0 15,-20-6-17-15,5 0-68 0,-3-3-149 0,-7-2-324 16,1 0-172-16,-14 2-9 0,6-11-464 0,-10 1 19 16,0 6-299-16</inkml:trace>
  <inkml:trace contextRef="#ctx0" brushRef="#br0" timeOffset="32109.14">9068 3688 88 0,'0'0'1497'16,"0"0"-877"-16,0 0-59 0,15 2-24 0,-3-4-185 16,0-1-248-16,8-3-71 0,4-1-15 0,-4-1 2 15,4 3 7-15,-7 2-2 0,5-3 11 0,7-4 43 16,-2 5 42-16,-10 0-10 0,10-1 41 0,-4 1-4 15,1 3-8-15,-7-4-12 0,0 3-32 0,-5 3-69 0,0-2-119 16,-2 2-121-16,-5 0-347 0,-5 0-114 0,12-6-59 16,-12 4 185-16,0 4-730 0</inkml:trace>
  <inkml:trace contextRef="#ctx0" brushRef="#br0" timeOffset="32309.61">9227 3799 129 0,'0'0'2180'0,"0"0"-1364"0,0 13 10 16,0-10-175-16,0-3-485 0,0 0-19 0,0 0-73 15,0 0-34-15,12-3-5 0,-6 1-20 0,6-9-10 16,5-2-4-16,-10 9 0 0,27-5-1 0,-10-2-3 16,0 5-1-16,-6 1-2 0,8 0-13 0,-2 2-24 0,2 0-201 15,-17 3-68-15,12-2-242 0,-13 2-172 0,10 2-20 16,-12-4 197-16,2 2-1130 0</inkml:trace>
  <inkml:trace contextRef="#ctx0" brushRef="#br0" timeOffset="33738.8">29160 5064 680 0,'2'-30'1068'0,"5"1"-403"15,-4 3 50-15,-1-1 49 0,1 3-101 0,4 0-183 0,-5 0-93 16,-2 9-69-16,6-9 260 0,-4 14-108 0,5-11-62 16,-7 18-161-16,5-10 33 0,-5 7-4 0,4-1-135 15,-4 7-93-15,0 0-45 0,0 0-3 0,0 0 0 16,0 24 0-16,0-9 0 0,0 12 0 0,-6 17 0 16,0-1 0-16,0-7 0 0,0 18 0 0,-3 15 0 15,1-12 0-15,1-13 0 0,2 13 0 0,5 4 0 0,0 5 0 16,3-28 0-16,2 14 0 0,2-7 0 0,5 14-15 15,-4-31-42-15,1 10-141 0,3-6-395 0,0-1-168 16,-7-15-34-16,5 3-722 0,-5-12 318 0,4 2-1276 16</inkml:trace>
  <inkml:trace contextRef="#ctx0" brushRef="#br0" timeOffset="34024.01">28650 4484 962 0,'-32'-2'1354'15,"-1"2"-728"-15,10 0-147 0,-4 0 32 0,15 0-294 16,-9 2-97-16,13 3-82 0,-1 1-8 0,-3 1 0 15,9 2-10-15,-2-2-15 0,5 12 7 0,0-8 14 16,0-1 2-16,0 9-6 0,-3-4-19 0,3 7-13 0,-4 2 0 16,-1-8-13-16,-5 8-24 0,-4 7-25 0,-9-5-30 15,7-4-36-15,-13 2-160 0,-4 2-94 0,-8 5-256 16,12-17 195-16,-10 7-157 0,7-3 45 0,0 4-348 16</inkml:trace>
  <inkml:trace contextRef="#ctx0" brushRef="#br0" timeOffset="34407">27970 5275 980 0,'-12'0'1521'16,"9"3"-703"-16,-6-6-268 0,-1 1 83 0,-4 2-372 16,6 0-119-16,-2 0-90 0,-10 0-33 0,8 0-10 15,0 2-8-15,-5 1-8 0,5 3 0 0,0-4 7 16,-8 11 4-16,13-10 0 0,-17 15 1 0,19-12 2 0,-7 9 0 15,4-4-3-15,-7 11 1 0,9-7 1 0,0 6-1 16,0 0-1-16,6-8-3 0,0 11 1 0,0 0-5 16,6-3-2-16,-6-4 1 0,3-2-2 0,0 12-1 15,-1-6 4-15,-2-5 0 0,0 8 4 0,-2-4 4 16,-10 10 2-16,4-7 0 0,-4 1 2 0,-12-2 2 16,-3-4 4-16,-3-2 3 0,-4-2 11 0,0-7 25 0,-3-1 96 15,4-4 19-15,-23 1 228 0,9-6-16 0,-2-5 46 16,7 3-100-16,-20-11 172 0,8-5-201 0,8-6-100 15,2-5-79-15,17 9-69 0,-14-25-26 0,11 11-23 16,3-5-1-16,13 12 0 0,-9-19 0 0,4 12 0 0,7-3 0 16,4 10 0-16,6-4 0 0,4-9 0 15,4 17 0-15,0 8 0 0,5 0-53 0,13 1-252 0,0 10-172 16,-4 7-9-16,4 0-375 0,0 2-207 16,2 3-290-16,-5 12 373 0,-1 6-642 0</inkml:trace>
  <inkml:trace contextRef="#ctx0" brushRef="#br0" timeOffset="34577.54">27009 6191 2341 0,'0'5'1229'0,"6"8"-245"0,-6-10 252 0,9 5-690 16,-6-6-229-16,5 2-162 0,8-2 4 0,1-2-38 16,3 0-29-16,-1-2-39 0,3-2 4 0,10-3-36 15,-8-4-30-15,-6 5-11 0,8-1-86 0,1-6-115 16,0-1-227-16,-15 6-11 0,2-5-347 0,-8 8-232 15,8-6-9-15,-10 0 323 0,-1-2-1593 0</inkml:trace>
  <inkml:trace contextRef="#ctx0" brushRef="#br0" timeOffset="34837.85">26614 4913 1968 0,'-21'-27'2630'0,"9"3"-1573"0,4 0 214 16,5 20-1076-16,3-7-181 0,0 11-13 0,0 0-15 16,-4-5 5-16,4-3 5 0,0 8 8 0,-2 4-7 15,-1 10-2-15,0-1 1 0,-1 24 13 0,2-5-2 0,-4 6-17 16,4-10-4-16,-2 14-21 0,4 22 0 0,-3-16 2 16,3-14 1-16,0 14-10 0,3 0 41 0,1 12 40 15,1-26-7-15,-2 8-20 0,-1 2-7 0,2-2 2 16,-1-14-49-16,0 23-274 0,3-14-206 0,-6-2-260 15,6-6-210-15,-1-8 222 0,-1 8-252 0,-1-9-1421 16</inkml:trace>
  <inkml:trace contextRef="#ctx0" brushRef="#br0" timeOffset="35093.16">26576 4384 195 0,'-10'-16'3274'0,"-2"3"-2416"0,-2 2 76 0,-12 3 79 0,2 0-974 15,3 5-37-15,-8 0 1 0,-1 6 7 0,1 5 1 16,-15 3 4-16,17 0-9 0,-5 4-1 0,3-1-4 16,-1 1-3-16,12 1-4 0,-14 5-5 0,14-3 2 15,1-1 3-15,8-4 3 0,-9 1-3 0,1 4 0 0,10-10 0 16,-5 3 0-16,7-4-4 0,-2 4-51 15,5-11-150-15,-6 15-139 0,8-11-390 0,-7 3-135 0,7-1-55 16,0-3 236-16,-5 10-812 0</inkml:trace>
  <inkml:trace contextRef="#ctx0" brushRef="#br0" timeOffset="35757.39">25662 5490 648 0,'0'0'2631'0,"-3"0"-1656"0,6 2 0 16,0 12-148-16,-6-14-512 0,6 0-301 0,-3 4-86 15,0 5-26-15,0-9 12 0,0 7-23 0,0 4 23 16,0 2 71-16,0-7 14 0,0 10-2 0,0 8 8 16,4 0-3-16,-8-9-1 0,4 3 3 0,-3 1 0 15,0 2 2-15,-2 0-1 0,-2-3 0 0,-5-1-1 0,2-1-4 16,-7-3 1-16,-8 9-1 0,-2-13 5 16,-2 0 15-16,5-5 5 0,-15 7 19 0,-17-5 189 0,12-3 25 15,-2-3 51-15,10-3-64 0,-35 0 142 0,22-11-91 16,5 1-51-16,14 4-168 0,-6-13-3 0,-5-10-53 15,17 3-21-15,9 8 0 0,1-11 0 0,-1-8-21 0,7-2-148 16,8 14-120-16,3-16-308 0,6 0-355 281,2-6-243-281,3 10 133 16,16-16-283-16,-6 11-744 0</inkml:trace>
  <inkml:trace contextRef="#ctx0" brushRef="#br0" timeOffset="35798.28">25286 4990 225 0,'2'0'4282'0,"-2"-11"-3372"0,0 0 303 0,0-2-91 0,-2 8-683 0,2-3-439 0,0 8 0 0,0 0 0 0,0 0 0 0,0 0 0 0,-4-5 0 0,1-4-25 0,3 9-130 0,0 0-280 0,0 0-15 0,-12 6-378 0,7-1-242 0,-2 6-440 0,2 0 623 0,2-4-451 0</inkml:trace>
  <inkml:trace contextRef="#ctx0" brushRef="#br0" timeOffset="35915.96">24269 5728 1761 0,'-12'4'2443'15,"-3"2"-1625"-15,11-3 265 0,4-3-277 16,0 0-707-16,0 0-308 0,0 0-183 0,0-3-148 0,0 6-261 16,0-3-165-16,4-11-7 0,-1 4 92 0,2-4 107 15,5-5-432-15</inkml:trace>
  <inkml:trace contextRef="#ctx0" brushRef="#br0" timeOffset="36054.61">24233 5539 1489 0,'-15'-15'2455'0,"6"10"-1350"16,1-4-10-16,-1 5-448 0,9 4-195 0,0 0-284 0,-6 0-116 15,-3-9-49-15,9 9-5 0,0 0-62 0,0 0-89 16,0 0-85-16,0 0-19 0,0 0-222 0,5-5-232 16,2 3-456-16,-4-2 402 0,9 2-201 0,-12 2 35 15,12-7-709-15</inkml:trace>
  <inkml:trace contextRef="#ctx0" brushRef="#br0" timeOffset="37502.72">9293 5392 1607 0,'0'-29'1059'16,"0"0"-294"-16,2 5-168 0,-2-22 277 0,0 15-547 0,0-6-61 15,0 5-9-15,3 0 1 0,0 6-13 0,3 2-14 16,-3 6-17-16,0 5-36 0,-1 2 93 0,5 3-71 16,-7 8-39-16,0 0-55 0,0 0 41 0,0 0-83 15,0 0-44-15,3 0-12 0,9 8-4 0,-7 12 2 0,2 7 1 16,-5-8-2-16,-2 16 1 0,0 1 4 0,-9 20 6 16,4-25-6-16,-5 17-6 0,2 0 6 0,-10 10 5 15,-2 3-6-15,5-19-4 0,-2 11-5 0,-5 0-1 16,-7 16 9-16,11-27-8 0,-3 11-5 0,4 0 6 15,-3 11 2-15,5-22-2 0,0 6-4 0,3-4-7 16,3-4 2-16,0-6 2 0,6-1-2 0,3-10-1 0,0-2 9 16,3-5 2-16,1-5 8 0,6 10 1 0,-3-8 2 15,-4-10 13-15,11 8 14 0,4-7 3 0,-6-1-10 16,12-3-9-16,2-3 7 0,4-1-1 0,5-2-27 16,-6 1-3-16,-5 0 0 0,12-3 0 0,11-3 0 15,-9 4 0-15,-8-2 0 0,8-2 0 0,6 3 0 16,0 1 0-16,-14 1 0 0,2 1 0 0,4 3 0 0,-7-1 0 15,-2 3 0-15,-2 0 0 0,2 3-4 0,-3-3-84 16,-3 4-120-16,4-1-208 0,-1-3-115 0,3 3-232 16,-7-3 41-16,14 3-384 0,3-3-148 0,14 0 193 15,-5 0-597-15</inkml:trace>
  <inkml:trace contextRef="#ctx0" brushRef="#br0" timeOffset="37877.72">11346 5881 64 0,'9'0'1125'16,"8"0"-435"-16,-5 0 16 0,-9 0 28 0,9 0-21 15,-3 0-118-15,-9 0-187 0,0 0 187 0,0 0-116 16,0 0 14-16,0 0-144 0,-9 0 59 0,-3-2 5 0,3-2-184 16,-2 4-111-16,-13-2-52 0,-3-1-60 0,3 1-6 15,-5 0 0-15,6-2 0 0,-6 2 0 0,-17-3 0 16,12 2 0-16,4-3 0 0,-6 4 0 0,2 0 0 15,-5 2 0-15,22 2 0 0,-7 0 0 0,6 4 0 16,6-3 0-16,-5-3 0 0,10 2 0 0,-1 1-121 16,6-3-282-16,-10 0 35 0,12 0-575 0,0 0-84 0,0 0-178 15,0 0 295-15,17-3-261 0,-5 3-762 0</inkml:trace>
  <inkml:trace contextRef="#ctx0" brushRef="#br0" timeOffset="38097.12">11402 6064 202 0,'6'0'725'0,"5"8"-272"0,-2-6-21 0,-3 1 8 16,-6-3-38-16,0 0-106 0,4 11 39 0,-2-9 26 15,-14 6-2-15,10-5-60 0,-13 2 233 0,-6 1-87 16,-2-2 2-16,8 2-106 0,-11-1 95 0,-10 0 94 16,6-1-164-16,10-2-121 0,-9-2 30 0,-7 0-77 15,6-2-136-15,10-2-52 0,-4 2-10 0,3-1 0 0,-2-2 0 16,9-1 0-16,2 6 0 0,-6-4-43 0,6 1-193 15,0-3-187-15,0 1-497 0,10 5-98 0,-5-10-187 16,4 1-6-16,13-2 265 0,-5 7-1126 0</inkml:trace>
  <inkml:trace contextRef="#ctx0" brushRef="#br0" timeOffset="38986.75">14066 4952 77 0,'22'-2'1345'0,"0"0"-608"15,-5-4 70-15,-10 6-155 0,10-5 39 0,-20 5-194 16,9 0-144-16,3-6-156 0,-9 6 65 0,0 0 43 0,0 0-96 16,0 0-81-16,0-3-5 0,-21-4-45 0,-6-1-9 15,10 5-1-15,-10 1 44 0,-8-2 54 0,-13 0 50 16,1 4 23-16,3 0-66 0,-12 0 57 0,-12 0-69 16,-22 0-13-16,34 2-98 0,-27 0 4 0,0 4-24 15,1-3-19-15,17-1-8 0,-17 7-3 0,14-5 0 16,14 5 0-16,22-4 0 0,-12 3 0 0,18-3 0 15,14 1 0-15,2-4 0 0,2 1-36 0,8-3-169 0,-2 0-166 16,2 0 12-16,5 0-304 0,10-3-283 0,11-5-352 16,9 3 2-16,-8-1 554 0,11-1-1101 0</inkml:trace>
  <inkml:trace contextRef="#ctx0" brushRef="#br0" timeOffset="39237.08">13517 4942 1938 0,'0'2'1046'0,"0"-2"-178"0,0 0 18 0,0 0-100 16,0 0-399-16,3 6-352 0,4-1 11 0,-7-3 0 16,5 9-6-16,4-5-20 0,-3 1 9 0,6 4-14 15,0 0-4-15,-10-6-1 0,18 19 8 0,-5-3 13 16,-3 6 16-16,-3-7-18 0,1 10 17 0,-5 4 26 16,0 14 23-16,-1-16-45 0,-8 4 9 0,4 7 10 15,-2-1 1-15,-1 0-13 0,3 4-26 0,-3-7 7 0,-3 1-5 16,6 2-21-16,-3-5-20 0,3-2-5 0,0-6-17 15,0 0-3-15,0-5-59 0,0 4-148 0,0-4-159 16,3-15-244-16,1 6-7 0,-2-6-325 0,1 4-15 16,0-13-162-16,9 2-440 0</inkml:trace>
  <inkml:trace contextRef="#ctx0" brushRef="#br0" timeOffset="39906.29">14751 4781 191 0,'-5'5'846'0,"0"-3"-489"0,5-2 272 0,0 0-121 16,-12-7-42-16,9 7-197 0,-4-4 48 0,-7-1-93 16,-1-3 76-16,9 8-112 0,-15-5 96 0,4 0 25 15,-1-1 53-15,4 2 29 0,-10-7 3 0,4 6 1 16,10-1-23-16,-2 1-111 0,0-3 58 0,4 1-106 16,8 7-87-16,-6-14-56 0,6 6-16 0,2-3-21 15,5-2-19-15,-4 11-15 0,6-12 3 0,-1 6-4 0,1 3-8 16,6-8 1-16,0 5 3 0,-3 3 6 0,17 2 2 15,-24 0-8-15,17 6-10 0,-10 0-24 0,-2 2-4 16,5 5-4-16,-11-5 3 0,4 8-25 0,-4 7-22 16,-1-10 21-16,-3-2 29 0,-3 11-5 0,-1 1 6 0,-8 10 9 15,4-14 20-15,-4 10 0 0,-8 3 14 16,-1 3-3-16,3-3-5 0,-8 2 6 0,-1-4-3 0,0 3 6 16,1-7-3-16,6-7-1 0,-7 8 6 0,7-8-8 15,1 0-7-15,17-14 2 0,-13 14-7 0,10-3 17 16,1-7-7-16,4 5 1 0,0-9 24 0,4 9 16 15,1-4 13-15,4-1-19 0,2 1-6 0,-2-1 16 16,21 5 5-16,-13-6-14 0,7 3 12 0,0-3-9 16,-1 3 1-16,-5-5-8 0,12 4 8 0,-10-1-22 0,4-1-11 15,-7 3-6-15,7-3-16 0,-4 3-39 0,2-3-133 16,-17-1-197-16,12 1-96 0,-5-5-396 0,3 4-234 16,4 0-135-16,-14-4-65 0</inkml:trace>
  <inkml:trace contextRef="#ctx0" brushRef="#br0" timeOffset="41021.33">16891 6074 654 0,'3'0'609'15,"-6"0"-187"-15,3 0-90 0,-3 3 131 0,-6 8-115 16,-8-11-65-16,-1-3-87 0,-6 3-22 0,-8-3-21 16,-4 3-9-16,7 0-69 0,-13 3 14 0,-16 0 17 15,11-1-10-15,6 0 5 0,-15 2 57 0,-7-2 27 16,-16 1 64-16,29-3-80 0,-21 0 69 0,0 2-11 0,-5-2-23 15,-16 3 25-15,36-3-99 0,-20 0 30 0,-4-3-28 16,1 1-17-16,5-1-6 0,-2 1-15 0,0 2-19 16,-2-6-29-16,22 4-21 0,-29 2 29 0,14 0 8 15,0-3-6-15,22 3-9 0,-16 0 14 0,-21-3 14 16,16 3-17-16,19 0-26 0,-20 0-5 0,-20 3 0 16,21-3-17-16,11-3-5 0,-16 3 2 0,2-3-1 15,-12 1-4-15,6-3 8 0,26 1-8 0,-25 2 14 0,2 0 2 16,-7 2-7-16,30 0-4 0,-8 2-2 0,-1 0-7 15,-6 2 7-15,18-4-11 0,-6 5 4 0,6-5 5 16,-3 0 3-16,-3 0 9 0,0 0 3 0,2 0-2 16,-2-3-4-16,12 3-8 0,-26-2 1 0,11 2-4 15,3 0-8-15,12 2-1 0,-12-2 0 0,-15 3 2 0,21 2 11 16,15-2 2-16,-21 0 2 0,5 1 12 0,7 2-9 16,7-3 7-16,13-3-11 0,-15 2-2 0,0-2-8 15,17 3-6-15,3-3-5 0,-10-3 6 0,6 1-7 16,-6 2 3-16,10 0 6 0,-1-3 3 0,-9 3 3 15,7 0 0-15,-3 0 2 0,1 0 3 0,0 0-3 16,-3-2-1-16,7 2 1 0,-4 0 6 0,4-6 2 0,2 4-3 16,3-1-3-16,4 3 8 0,-13-3 8 0,15 0 1 15,-6 3-4-15,-2 3-6 0,-3 0 10 0,1 0-1 16,-1-1-4-16,5 0-5 0,-9 2-5 0,-5 1-22 16,12-5 6-16,-2 5 3 0,-4 1-23 0,2 1-13 15,10-4 10-15,-5 5 10 0,6-2 13 0,-17 7-11 16,6-11 1-16,15-2 18 0,-15 5 4 0,4-5-2 15,9 2-2-15,-4-2 1 0,9-2 3 0,-13 4 0 0,16-2 6 16,0 0 0-16,-11-2-8 0,7 2 1 0,4 0-16 16,0 0-51-16,0 0-48 0,0 0-149 0,12-7-183 15,-12 7-145-15,10-9-28 0,-5-1-409 0,4-1-16 16,3 6 104-16,6-8-988 0</inkml:trace>
  <inkml:trace contextRef="#ctx0" brushRef="#br0" timeOffset="43586.78">12474 6611 218 0,'0'0'1814'0,"0"0"-1020"0,3-13-169 0,1 10 234 0,-4 3 76 15,0-11-476-15,2 11-204 0,-2 0 94 0,-2-2-3 16,2-9 36-16,0 11-183 0,0 0 19 0,0 0-58 16,0 0-61-16,0 0-68 0,0 0-24 0,0 0-9 15,0 0-5-15,0 0-3 0,-4 9 0 0,-2 1 7 16,0 8 4-16,3-2 7 0,-5 12 21 0,-1 0 9 15,-3 4 9-15,-3 2 10 0,7 1-5 0,-8 7 16 16,5-2-17-16,2-1-10 0,-3-7-16 0,7 16 11 0,-2-9-23 16,7-2-7-16,0-8-5 0,4 6-1 0,1 5 0 15,7-14 0-15,0-7 0 0,6 2 0 0,8-6 0 16,12-4 0-16,-14-5 0 0,14-4 0 0,1-4 0 16,13-4 0-16,-18 4 0 0,3-12 0 0,2 1 0 15,-1 2 0-15,-6-4 0 0,0 2 0 0,-2-7 0 0,-9-2-80 16,-1 0-213-16,-5-2-149 0,-6 0-296 0,-4 0-274 15,-1 1-194-15,-4 15 296 0,-6-16-310 0</inkml:trace>
  <inkml:trace contextRef="#ctx0" brushRef="#br0" timeOffset="43789.22">12961 6871 2408 0,'0'0'777'0,"0"0"156"15,-4 0 49-15,8 0 62 0,-4 0-697 0,-4 0-65 16,8 0-68-16,-4 0-12 0,-4 0-31 0,8 0-57 0,1 5-68 15,-2 0-14-15,0-5 31 0,-3 17 47 0,-3-4-9 16,3-4-3-16,-3 15-27 0,3 3 18 0,-5 5 0 16,1-5-71-16,-1-3-18 0,2 7 0 0,-6 14 0 15,6-11 0-15,-4 6 0 0,5-8 0 0,2 8 0 0,0 8-59 16,0-17-168-16,2-7-25 0,2 2-241 0,-1-8-320 16,0-5-560-16,9 4 464 0,-3-12-248 0,6 0-617 15</inkml:trace>
  <inkml:trace contextRef="#ctx0" brushRef="#br0" timeOffset="44433.5">14027 6580 900 0,'15'-3'1376'0,"2"-5"-639"16,-2 3-72-16,-9 5-289 0,-3 0-73 0,9-2-156 15,-12 2 7-15,0 0-63 0,0 0 41 0,0 0-1 16,0 0 49-16,0 0-49 0,0 0 100 0,-17 4 38 15,2-1 64-15,-12 5-5 0,3-5 13 0,-5 5-8 16,-7-3-32-16,-11 6-2 0,18-9-170 0,-15 6-20 0,-10-3-24 16,5 4-27-16,-2-5-13 0,5 5-38 0,2-4-7 15,2-3 0-15,13 4 0 0,-4-4 0 0,13-2 0 16,10 3-3-16,-4-3-18 0,14 0-134 0,-15-3-112 16,15 3-169-16,0 0-19 0,12-4-424 0,0-2-220 15,0 3 44-15,8-5 292 0,7 1-179 0,-7 1 164 16,4 1 86-16,-3-4 84 0</inkml:trace>
  <inkml:trace contextRef="#ctx0" brushRef="#br0" timeOffset="44610.03">13688 6606 1216 0,'0'0'781'0,"12"8"-50"0,-12-8-32 16,0 14 5-16,0-14-369 0,-3 9 149 0,3-3-94 15,0 7-48-15,0-2-87 0,0 0 85 0,0 15-16 16,0-3-108-16,0-1-65 0,3 7 1 0,-3 8 10 16,9-2-44-16,-6-4-64 0,0 12 3 0,2 1-5 15,2 4-10-15,-5-3-6 0,-2-10-13 0,0 15-15 0,6 0-6 16,0-10 7-16,-3-16-2 0,0 7 6 0,3-2-4 15,-3-5-45-15,0-16-48 0,-1 6-159 0,-2-4-181 16,4 4-170-16,-4-18-208 0,0 8-242 0,0-4-44 16,15-9 81-16,-12 7 351 0,9-22-207 0</inkml:trace>
  <inkml:trace contextRef="#ctx0" brushRef="#br0" timeOffset="44858.37">13883 6744 1037 0,'2'-22'1530'0,"1"9"-501"15,4 0-146-15,-5 0-240 0,1 4-144 0,6-4-137 16,-3 4-4-16,-4 9-171 0,-2 0 55 0,0-4-56 16,0 8-64-16,7-4-79 0,1 0-5 0,-4 9 5 15,1 2-11-15,1 0-7 0,3 10 0 0,0-3 15 16,-1 6 10-16,2 5 11 0,-5-5-28 0,4 5 11 0,-3 3-5 16,1 2-7-16,-2 1-3 0,-2-4-4 0,3 6-9 15,-6-2-2-15,3-9-5 0,-3 14-10 0,0-3-6 16,0-2-7-16,0-15-16 0,0 13-134 0,0-13-119 15,0-3-155-15,0-7-54 0,0 3-379 0,3 6-496 16,-3-6 298-16,4-4-213 0,-2-2-260 0</inkml:trace>
  <inkml:trace contextRef="#ctx0" brushRef="#br0" timeOffset="45400.92">14636 6455 589 0,'0'0'972'0,"0"0"-402"0,0 0 213 0,0 0-78 16,0 0-151-16,0 0-257 0,0 0-52 0,-2-3-55 16,-8-1-105-16,5 4-53 0,-4 2-27 0,-11-2-11 15,0 2 4-15,13 1-9 0,-13 0-9 0,8 2 11 16,0-5 9-16,-9 5 17 0,15-5 4 0,-6 0 37 16,10 0 33-16,-10 0 20 0,12 0-9 0,0 0 79 0,-3-5-35 15,-2-3-21-15,7 8-52 0,-2-18-1 0,6 9-28 16,0 5-37-16,2-7-7 0,4 2-9 0,-6 2-1 15,15-1-8-15,-9 3 11 0,0 3 6 0,5-7-6 16,-2 7 0-16,-6 2 5 0,17 2-1 0,-14 1 1 16,0 5-1-16,-3-8-5 0,8 13-5 0,-7 0 3 15,-8-8 0-15,1 12 1 0,-3-7 5 0,-3 0-2 0,-9 19 1 16,3-10 4-16,1-3 1 0,-7 6-1 0,3-2-2 16,-5 2-2-16,5-1 6 0,-5 2 6 0,1-1 7 15,8-1 12-15,-2-5 1 0,-2 8 31 0,7-4-1 16,2-7 24-16,3-2 4 0,0 2 75 0,3 9 73 15,2-9-8-15,-1-8-58 0,11 12 46 0,5-8 13 16,1 0-92-16,2-1-44 0,-6-5-69 0,19-3-17 0,-1 2-8 16,-1-2-29-16,-12-2-53 0,12 2-243 0,0 0-161 15,5-9-552-15,-15 4 214 0,8-1-309 0,-3-3 29 16,3 0-146-16,-10 1-50 0</inkml:trace>
  <inkml:trace contextRef="#ctx0" brushRef="#br0" timeOffset="45855.7">15321 7148 1696 0,'2'5'2373'0,"1"-1"-1423"0,4 9 312 0,-7-17-428 15,0 8-453-15,0-4-205 0,0 0 4 0,2 13-49 16,1-13-7-16,-3 0-66 0,-3 3-35 0,3 7-31 15,0-10-38-15,0 0-40 0,0 0-142 0,0 0-356 16,0 0-91-16,0 0-293 0,0 0 105 0,0 0-304 16,3-2 80-16,12-4-471 0</inkml:trace>
  <inkml:trace contextRef="#ctx0" brushRef="#br0" timeOffset="52467.57">29630 8569 588 0,'4'-2'2068'0,"-4"-11"-1005"16,0-3-90-16,0 5 216 0,0 0-751 0,-6 1-167 16,0 2-125-16,4-2-22 0,-10-1-5 0,8 8-12 0,-4-5-5 15,5 8-1-15,3 0-32 0,-9-8-1 0,6 5-21 16,6 6-8-16,-6 5-12 0,0 0-19 0,3 6-2 15,6-4-3-15,-1 0-3 0,2 12-1 0,5 4-4 16,0-4-1-16,2-2-1 0,-3-1 1 0,10 5-7 16,-9-3-10-16,3 0-17 0,-7-5 7 0,1 8-14 15,4-3-8-15,-8-5 0 0,-2-3 14 0,1 3-1 0,-4-3 17 16,-4-5 7-16,-7 8 3 0,-11-3 3 0,-7 0 11 16,-10 1 3-16,10-6 2 0,-18-1-1 15,-21 6 9-15,7-7 0 0,-2-1-4 0,11 0-2 0,-22 1 2 16,-29-1 11-16,18 1 26 0,14-4 22 0,-27-2 71 15,-22 3 52-15,23-3-40 0,29 2-38 0,-20-4 28 16,13 2-34-16,-6 0-49 0,35-3-56 0,-3 1-1 0,2-2 0 16,6-1 0-16,22 3 0 0,-6-6 0 0,9 3 0 15,1-8 0-15,13 7 0 0,-4-17 0 0,6 4 0 16,3-5 0-16,2 0 0 0,-1 8 0 0,4-8 0 16,7 6 0-16,0-8 0 0,-6 10 0 0,6-6 0 15,-3 4 0-15,5-6-63 0,-10 11-43 0,-2 2-168 16,7-4-173-16,-4 6-184 0,7-4-233 0,3 8-148 15,-6-1-106-15,14-1 62 0,-20 4 369 0,9-2-114 16</inkml:trace>
  <inkml:trace contextRef="#ctx0" brushRef="#br0" timeOffset="52726.88">28703 8495 1459 0,'11'-3'2287'0,"-7"3"-1341"15,-4 0-22-15,0 0-538 0,0 0-97 0,0 0-213 16,0 0-86-16,0 0-8 0,5 0 3 0,1-2-24 16,-6 2-47-16,0-2-45 0,0 2 3 0,18-9-79 15,-15 9-75-15,14-2 60 0,-10 2 66 0,4 0-19 16,7-3 40-16,-15 3 57 0,6 0 60 0,-1 0 20 0,-1 0 22 16,4 0 26-16,-11 0 45 0,0 0 33 15,0 0 27-15,0 0 21 0,0 0-24 0,0 0 49 0,0 0-31 16,0 0-27-16,6 5-30 0,0 0-26 0,-6-1-28 15,2 0-22-15,5-1-58 0,-7-3-78 0,0 3-296 16,0-6-213-16,0 6-280 0,0-3 190 0,-9 0-226 16,-3 0-1417-16</inkml:trace>
  <inkml:trace contextRef="#ctx0" brushRef="#br0" timeOffset="52972.22">27248 8797 1011 0,'-12'0'3994'16,"8"-3"-2629"-16,-11 3 0 0,15 0-909 0,0-3-456 15,0 6 0-15,0-6 0 0,0 3 0 0,0 3 0 16,0-3 0-16,0 0 0 0,0 0-4 0,0 0-50 15,0 10-157-15,0-7-124 0,0-3-186 0,0 0-209 0,0 14-255 16,4-11-211-16,-4-3 336 0,-14 2-226 0</inkml:trace>
  <inkml:trace contextRef="#ctx0" brushRef="#br0" timeOffset="53451.96">26900 8556 486 0,'-12'-16'1968'16,"-3"-3"-1245"-16,-2 10 4 0,-1 3-221 0,-15-8-91 15,1 4-375-15,-4 5-25 0,13-1-3 0,-18 1 0 16,-3 3 42-16,5 2 53 0,7 2 13 0,-1 0 66 16,-19 7 67-16,13 2-37 0,10-4-60 0,-7 6 13 0,-1 9-44 15,0-1-70-15,17-5-39 0,-4 4-18 0,7 4-14 16,5 0-1-16,-3 5-4 0,13-12 10 0,-2 3-3 15,10 2-1-15,2 4-15 0,2-13-13 0,4 3-84 16,10 3-71-16,-1-3-72 0,1-3-61 0,3 0-18 16,-3-2-2-16,3 0 31 0,-13-6 131 0,9 10-45 15,-11-2 128-15,0 3 58 0,-9-10 22 0,6 12 6 0,-12 12 33 16,-1-12 34-16,-1-2 22 0,-10 5 63 16,-11 3 82-16,-1 0-2 0,-5 5 42 0,5-9-11 0,-12 15 66 15,-19 11 89-15,14-13-43 0,12 0-95 0,-19 9 74 16,-2 13 26-16,15-15-137 0,17-14-50 0,-2 17-2 15,5-3-59-15,10 2 3 0,13-18-56 0,4 11 9 16,3-4 21-16,18 4 13 0,-5-17-51 0,16 6 8 0,5 0-5 16,6 0-6-16,6-6-10 0,8-3-32 0,-1 2-6 15,2-4 0-15,-11-3 0 0,19-2 0 0,-9-3 0 16,0-1 0-16,-5-2 0 0,-5-2 0 0,0 0 0 16,-8-6 0-16,-11 1-1 0,-3-3-20 0,1-2-104 15,-14-3-173-15,-1 2-179 0,-8 0-16 0,3-13-640 16,-10 9-37-16,-1 4 0 0,-8-2 360 0,-11-14-1215 0</inkml:trace>
  <inkml:trace contextRef="#ctx0" brushRef="#br0" timeOffset="53682.32">25332 9120 743 0,'-17'0'2966'0,"-2"-6"-2225"0,11 4-263 0,-6-1-265 0,-1-3-829 15,8 4-296-15,-5-3 186 0,7 3-251 0,0-2 164 16,-2-1 56-16</inkml:trace>
  <inkml:trace contextRef="#ctx0" brushRef="#br0" timeOffset="53816.96">25362 8984 136 0,'-12'-7'1804'0,"2"1"-482"0,0 4-389 16,-2-3-5-16,9 5-246 0,-6-6-304 0,-1 4-323 16,10 2-119-16,0 0-98 0,-5-3-24 0,0-3-429 15,5 6-103-15,2-13-149 0,1 11 202 0,0-12-191 16,-1 6-444-16</inkml:trace>
  <inkml:trace contextRef="#ctx0" brushRef="#br0" timeOffset="55437.64">5592 8723 67 0,'-12'-22'1155'16,"5"4"-580"-16,-1-6 54 0,-1 6-84 0,4-1 35 0,-5 1-205 15,5-4-61-15,-2 4-41 0,5-1-13 0,-4 1-21 16,6-1-11-16,-4 12 10 0,4-10-49 0,0 10 73 16,-2-6 81-16,-1 2-42 0,3 11-81 0,0 0 16 15,-5-13-56-15,5 13-38 0,0 0-91 0,0 0-2 16,0 0-36-16,0 0-6 0,0 8-1 0,0 5 3 16,0 16-4-16,-4-5 0 0,4 2 1 0,-6 21-3 0,4-6-3 15,-10 1 4-15,0 8 2 0,0-10-1 0,-6 24 3 16,1-4-10-16,-10 7 7 0,13-20 3 0,-10 25 0 15,6-9 2-15,-8 19-9 0,8-32 9 0,0 14 14 16,0-9-2-16,10-2-4 0,-4 0-1 0,0-5-2 16,7-9 9-16,-2 3-15 0,5-15-5 0,-1 12-3 15,3-9-10-15,-4-3-26 0,4-12-1 0,0-2-24 0,0-2 14 16,0 7-2-16,4-9 14 0,-4-1 24 0,0-8 27 16,5 13 62-16,-5-13 22 0,10 5-21 0,-5-3 37 15,7-2 18-15,5 0-39 0,-10 0-30 0,16-2-21 16,-2-6-24-16,6 3-11 0,-7 0-10 0,4-3 0 15,8-3 0-15,9 2 0 0,-17 5 0 0,13 1 0 16,-1-3 0-16,3 1 0 0,-4 3 0 0,15-4 0 0,-12 1 0 16,3 5 0-16,-14 0 0 0,17 0 0 0,-11 11 0 15,-3-6 0-15,-4 6 0 0,-3-7 0 0,6 7 0 16,-7-2-3-16,0-7-67 0,-3 0-40 0,-4-2-214 16,11-2-253-16,-15 2-31 0,-2 0-11 0,9-11-493 15,-6 6-33-15,5-3 111 0,-8 3-431 0</inkml:trace>
  <inkml:trace contextRef="#ctx0" brushRef="#br0" timeOffset="55828.58">7221 9472 84 0,'3'-3'1462'0,"14"0"-667"0,-20 3-11 0,6 0 44 15,-3 0-64-15,-3 0-195 0,3 0-261 0,3 0 1 16,-6 0 61-16,6 0-100 0,-11 0-93 0,-7 0 36 16,-2 0-15-16,-4 3-25 0,0 2-28 0,-5-3 0 15,-1 4 0-15,-2 2-14 0,5-2-50 0,-15 1 10 0,2 1-10 16,1-3-31-16,6 3-33 0,6-5-16 0,-1 3-1 16,1-1 0-16,12-3 0 0,0 0 0 0,4-2 0 15,1 0 0-15,2 0-35 0,-7 0-123 0,15 4-66 16,-3-4-174-16,-3-4-313 0,3 4-41 0,3 4-433 15,-3-12 5-15,6-1-486 0,2 7-85 0</inkml:trace>
  <inkml:trace contextRef="#ctx0" brushRef="#br0" timeOffset="56085.89">7348 9665 541 0,'12'5'1022'0,"-12"-5"-460"0,0 0-126 0,0 0 168 16,14 0-50-16,-14 2-208 0,0-2-3 0,0 0-118 0,0 0 105 16,-14 0 29-16,14 4 25 0,-15-2-26 0,0 0-11 15,-3 1 21-15,3-1-18 0,-5 7-113 0,-4-3 64 16,1 1-82-16,-1 1-57 0,7-3-84 0,-10 6-23 16,-9-3-45-16,4-1-10 0,8-4 0 0,-8 3 0 15,3-4 0-15,-1-2 0 0,24 0 0 0,-17-2-4 0,16-1-88 16,-3-3-290-16,-2-1-301 0,9 4-8 0,-1-13-786 15,4-2 264-15,7 1-374 0,-5 12-331 0</inkml:trace>
  <inkml:trace contextRef="#ctx0" brushRef="#br0" timeOffset="58683.96">8876 8720 1911 0,'-12'-8'1234'0,"12"8"-380"0,-5-5-188 0,2-1 164 16,1-1-442-16,-2-1-134 0,4 8-60 0,0-11 48 16,-3 8 37-16,3-7-90 0,0 10-59 0,0 0 8 15,7-14-35-15,-7 14-22 0,0 0-28 0,8-13 14 16,-2 11-14-16,9-7-12 0,-3 2-10 0,-1 1-21 15,3-3-6-15,8 0-4 0,-13 3 0 0,20-1 0 16,-11 1-1-16,-1 1-1 0,4 5 1 0,-3 0-11 0,4 0-5 16,-3 0-4-16,-7 3-2 0,8 3 1 0,4 1-6 15,-9 1 5-15,-7-5 11 0,6 5 4 0,-4-3-3 16,2 1 2-16,0 1 2 0,-12-7-5 0,3 11 1 16,-1 2-4-16,-2-8 8 0,-2 14 5 0,-1-8-2 15,-9 12 4-15,-6-2-3 0,4-8-3 0,-10 11 2 16,2-8-4-16,0 0 0 0,-2 3 3 0,0-4-1 15,4 1 8-15,8-5 0 0,-6 4-3 0,9-9 0 0,-3 8-4 16,9-14-1-16,-5 10-1 0,8-10-4 0,0 0 3 16,0 0 2-16,0 0 0 0,0 8 1 0,3 2-2 15,2-5 5-15,5 1 6 0,4-3 0 0,-2 3 2 16,8 1 8-16,7-1 4 0,-10-4-4 0,5 1 4 16,4 5 3-16,-3-3-3 0,-4 3-7 0,3-3 0 15,3 3-6-15,1 2 3 0,-11-2-1 0,-7-5-2 0,11 8 15 16,-5 2 7-16,-6 0 0 0,-4-2-10 0,-4 4 4 15,-4 7-1-15,-1-2 0 0,-4-3-15 0,-2 1 4 16,-8 1 17-16,-1-1 9 0,-1-2 23 0,-6 3 10 16,2-3-1-16,1-5-1 0,2-1-21 0,-10 8 10 15,8-7-19-15,4-4-34 0,6 2-2 0,2-7 0 16,-6 7 0-16,4-7 0 0,4-2 0 0,2 0 0 16,8 0-6-16,-9-13-128 0,12 4-177 0,-1 5-58 0,5-18-390 15,8-4-544-15,2 5 90 0,-2 4 308 0,9-1-509 16</inkml:trace>
  <inkml:trace contextRef="#ctx0" brushRef="#br0" timeOffset="58869.45">9534 9101 1093 0,'15'8'1791'0,"-15"-8"-985"0,0 0-198 0,0 0 117 16,0 0-369-16,0 0-148 0,0 13-116 0,0-10 45 15,0-3 36-15,0 19 95 0,0-12-61 0,2 6-6 16,-2 3-24-16,3-5-23 0,1 26-23 0,-1-13-57 15,-1 0-60-15,-2 2-13 0,0-2 0 0,3 16-8 16,-3-9-12-16,-3-7-61 0,-2 3-261 0,1-12-41 16,-1 12-449-16,5-11-145 0,-3-8-79 0,-1 2 269 0,4-10-265 15,7 11-548-15</inkml:trace>
  <inkml:trace contextRef="#ctx0" brushRef="#br0" timeOffset="59417.99">9988 8572 2465 0,'-3'-14'1259'0,"3"10"-275"15,-3-7 30-15,3 11-341 0,-6-13-426 0,6 13-126 16,0 0-61-16,0 0-14 0,0 0-42 0,0 0-26 16,0 0-20-16,-3 10 5 0,0-2 12 0,1 8 16 15,2-6 19-15,-4 25 30 0,4-16-17 0,0 12 8 16,0 0 3-16,0 4 3 0,0 13-26 0,0-21-8 16,0 4 6-16,0 1 2 0,0-3 1 0,4-5-9 0,-4 11-16 15,5-9 4-15,-5-3 0 0,3-4-2 16,3 8-7-16,0-1-6 0,-1-10 19 0,2-10-3 0,10 16 11 15,-5-8 6-15,5-4 23 0,-5-4-10 0,15 2 2 16,-7-2-23-16,1-4-28 0,-3-2-49 0,8-5-108 16,1-3-180-16,-4-3-51 0,1-2-130 0,-10 4 93 15,8-6-167-15,4-6-124 0,-8 5 247 0,-10 2 200 16,6-1-22-16,-4-7 137 0,2-7 91 0,-12 14 94 0,2 2 69 16,-2-1 155-16,-2 1 133 0,-1-2-44 0,3 11 294 15,-9-6-66-15,9 7 27 0,0 3-150 0,0 0 22 16,0 0-30-16,0 0-129 0,0 0-106 0,-3 0 13 15,-6 13-25-15,6 4 64 0,3-12-99 0,3 16 52 16,-3-5-15-16,0 19 8 0,2-9-23 0,2-8-79 0,-1 8-19 16,-3-2-22-16,0 5-20 0,3-7-13 0,-3 4-1 15,0 1 0-15,-3 1 0 0,3-6 0 0,-3 4 0 16,-1-4-44-16,4-4-140 0,0-5-20 0,-2 3-414 16,2-5-183-16,0 2-298 0,0-13 189 0,-3 0-260 15,6 13-194-15</inkml:trace>
  <inkml:trace contextRef="#ctx0" brushRef="#br0" timeOffset="59830.88">10999 8844 620 0,'0'-7'492'0,"2"-2"153"15,-2 2 84-15,0 1 156 0,0-5-179 0,0 11 22 16,0 0-161-16,0 0-113 0,0 0-195 0,0 0 79 16,0 0-136-16,-9 0-91 0,1 0-53 0,8 0-25 15,-12 17-12-15,0-1-2 0,5-5 6 0,-1 9-12 0,-4 4 4 16,0 2 2-16,0 3 3 0,0-7 1 0,-2 4 0 16,-1 1-5-16,0 5-7 0,-5-3-14 0,6 0-5 15,-1-3-48-15,3-2-61 0,3-8-44 0,3 3-170 16,-3-6-295-16,6-8-68 0,3-3 45 0,-2 9-313 15,2-11 30-15,0 0 117 0,0 0 113 0</inkml:trace>
  <inkml:trace contextRef="#ctx0" brushRef="#br0" timeOffset="60018.38">10804 8870 1906 0,'-3'-20'1347'0,"-3"14"-324"0,3 1-209 0,3 5 406 15,-3-8-727-15,-3 3-233 0,6 5-137 0,4 2 3 16,-8-4-45-16,8 7-64 0,-4 8-2 0,5 0-1 15,0 9 12-15,14 4 11 0,-4-4-5 0,-1-4-10 16,6 3 10-16,4-3-10 0,11 6-3 0,-6-6-9 16,2 4-6-16,-2-3-10 0,3-1-15 0,-8-5-57 0,8 11-296 15,-12-8-211-15,4-3-321 0,-12-2 89 0,3 0-307 16,-6-6 13-16,6 5-531 0</inkml:trace>
  <inkml:trace contextRef="#ctx0" brushRef="#br0" timeOffset="60416.32">11452 9048 509 0,'0'0'2081'0,"0"0"-1282"15,0 0 3-15,0 0-84 0,0 0-349 0,0 0-278 0,0 0-52 16,0 0-28-16,0 0-8 0,8-11-4 0,-8 11-2 15,15-5 3-15,0-1 0 0,-9 2 1 0,9-1 3 16,-6-1 5-16,-1-5 4 0,-1 1-3 0,10-11 4 16,-9 5-3-16,2-8 0 0,2 0-3 0,-7 3-6 15,7-11 6-15,0 1 10 0,-3 1 24 0,-3 6 6 16,3-7 31-16,-1-4 56 0,1 6 7 0,-6 11-6 0,4-3 70 16,-2 5 23-16,-2 8 21 0,3-5-74 0,-6 13-1 15,6-11-29-15,-6 8-49 0,0 3-40 0,9 11-47 16,-6-6-11-16,2 14-1 0,4-6 1 0,3 21-5 15,-4-4 2-15,-1 1 0 0,-2 2 9 0,2 0 7 16,-7 4 3-16,3-2 5 0,-3 2 3 0,-3-10-4 16,-1 15 8-16,4-3-12 0,-3-6-19 0,1-10-2 0,-1 9-7 15,-6 2-33-15,6-7-75 0,0-9-56 0,-1-5-122 16,-1 5-141-16,2-1-441 0,3-10 164 0,-2-7-346 16,4 0 59-16,10 11 120 0,-6-16-236 0</inkml:trace>
  <inkml:trace contextRef="#ctx0" brushRef="#br0" timeOffset="60765.39">12303 8736 696 0,'0'-11'2829'0,"-2"0"-1780"16,2-2 0-16,-7 8-206 0,2-3-471 0,-7 3-238 15,0 3-39-15,0-4-55 0,-14 6-21 0,12 2-4 0,-5 4 5 16,-8 5 5-16,10 7-9 0,5-5-8 0,-5 9 0 15,5 7-2-15,-3 16 17 0,7-18-9 0,-1 15 4 16,6-3-7-16,0 6 0 0,3-8 12 0,6 0-5 16,-1-5-12-16,2 0 2 0,-2-8-4 0,12 4 18 15,-2-4 2-15,4-8-13 0,-2-3 4 0,-2-4-4 16,14-7-1-16,-5-2 1 0,3 0-9 0,-7-2-9 16,9-7-7-16,-5-2-4 0,11-9 3 0,-14 1 11 0,-1-4-6 15,4-1 4-15,-9-6 4 0,-3-1 13 16,2-4 29-16,-8 9 12 0,0-6 10 0,-6 8-12 0,-6-21 39 15,-6 9-16-15,4 1-21 0,-4 11-38 0,-12-11-26 16,-8-4-26-16,5 12-18 0,7 12-2 0,-7-1-110 16,-5 3-104-16,-4 2-239 0,12 11-104 0,7 0-39 15,2 0-423-15,-2 2-8 0,5 4 117 0,0 2-473 0</inkml:trace>
  <inkml:trace contextRef="#ctx0" brushRef="#br0" timeOffset="61212.19">12686 8318 1081 0,'3'-3'934'0,"12"-2"-127"0,-15 3 43 15,0-1-17-15,9-5-125 0,-12 8-226 0,6 0-170 16,-3 0 13-16,-15-9-78 0,15 7-38 0,-5 2-74 16,-14-2 54-16,-7-1-65 0,3 3-30 0,5 3-42 0,-8-1 4 15,-13 0 8-15,12 4-27 0,3-3-16 16,-5 2-8-16,2-2-20 0,2-3-76 0,9 3-81 0,5-6-350 15,-1 3-230-15,-2-3-326 0,14 3 230 0,-3-8-271 16,3-2-207-16</inkml:trace>
  <inkml:trace contextRef="#ctx0" brushRef="#br0" timeOffset="61865.44">13013 7950 332 0,'0'0'1637'0,"0"0"-1038"0,0 0 219 15,0 0 13-15,0 0-67 0,0 0-397 0,-3-5-63 16,1-1-139-16,2 6-68 0,0 0-35 0,0 0 3 16,0 0-33-16,0 0-29 0,0-2-2 0,12 2 0 15,-4-3-1-15,4 3 0 0,2 0 1 0,-7 0 0 0,10 0 6 16,1 0-1-16,-1 3-3 0,-8-1 0 0,9 1 3 15,-9 3 0-15,6-2-2 0,-10 0-3 0,7 3-1 16,0 2-1-16,-3-5-2 0,-6-4 0 0,0 6-2 16,9 2 4-16,-15-2 2 0,3 7 1 0,-9-6 0 15,3-1 1-15,-15 17 2 0,4-9-1 0,2-4-3 16,-2 1-1-16,-5 2 0 0,0 2 2 0,0-1-1 0,5-4 0 16,-4 1 1-16,3 0 1 0,6-6-2 15,-2 6 2-15,6-5-2 0,-4-2-1 0,12-4 1 0,-10 11 0 16,10-8-1-16,0-3 1 0,3 8 0 0,1-6 1 15,4 3 5-15,4 1 1 0,15-3-1 0,-7-1 1 16,1 0 2-16,-1 1-2 0,4 0-5 0,5 0-5 16,-9-1 1-16,2 1-3 0,-17-1-1 0,19 4-1 15,3 5-3-15,-22-9 6 0,14 11 3 0,-17-10 1 16,6 10 8-16,-1 0 26 0,-4-2 33 0,-3-3 23 0,-10 6 77 16,5-7 8-16,-15 22 66 0,11-15-86 0,-9-1 45 15,0 3 8-15,-2 2-22 0,-2-5-74 0,2 3 6 16,-4-3-22-16,2 4-17 0,-2-4-22 0,0 0-39 15,4-2-19-15,8-6 0 0,-8 5 0 0,10-7 0 16,-4 8-9-16,4-7-78 0,10-1-126 0,0-3-121 16,0 0-303-16,0 0-357 0,4-5-213 0,2 0 305 0,3-14-322 15</inkml:trace>
  <inkml:trace contextRef="#ctx0" brushRef="#br0" timeOffset="62302.27">13583 8053 1275 0,'0'0'1902'0,"5"-13"-879"0,-5 13-247 0,0 0 216 15,0 0-230-15,0 0-490 0,0 0-170 0,0 0-9 16,0 0-28-16,0 0-7 0,0 0-36 0,3 2-15 16,9 9-5-16,-3 5-7 0,-6-8 4 0,11 16-2 15,1-8 0-15,-3 5-1 0,0 2 4 0,-1-6 6 16,7 14 12-16,0-4-6 0,-4 1 2 0,1 0-4 0,0 6 7 16,9 11-7-16,-7-11-11 0,-8-8-1 0,-1 11-7 15,2 3-8-15,-8 13 9 0,-2-23-2 0,-5 12 2 16,-7 0 11-16,-3 8-1 0,-2-13 10 0,-19 19 19 15,7-11-18-15,-7 0 10 0,6-11-10 0,-14 11-3 16,-12 11 3-16,10-14-8 0,-5-5-2 0,14-8-1 16,-17 11 0-16,-17 8-11 0,15-19-17 0,12-3 6 15,-18 6-10-15,3 0-9 0,-12-4-7 0,25-8-7 0,-8 0-99 16,10-3-141-16,3-2-200 0,12-7-38 0,-6 0-296 16,-1 5-456-16,12-7 245 0,4-1 340 0,-7-3-127 15,10 4-252-15</inkml:trace>
  <inkml:trace contextRef="#ctx0" brushRef="#br0" timeOffset="63181.92">8596 8429 1808 0,'0'-5'762'0,"0"-6"-43"0,0 11-159 0,-8-8 93 16,8 8-323-16,-14-10-66 0,7 7-113 0,-1 0-46 16,-7 3 16-16,8 0-33 0,-7 3-36 0,-1 3-20 15,7-4-4-15,-7 3 5 0,-6 3 2 0,9 3-8 0,-8 7 52 16,5 1 43-16,3-1 37 0,0 4-24 0,-2 11 53 15,-1 13 44-15,-2 2-1 0,7-14-99 0,-4 16 9 16,-1 9-28-16,0-2-22 0,1 7-19 0,2-3-3 16,0 8 13-16,4-1 7 0,-2 2-14 0,10-2-5 15,0-2-5-15,12-2-1 0,3-3-22 0,0-22-25 16,17 17-7-16,12-6-1 0,-3-8-5 0,0-16-3 0,15 7-9 16,3-4-8-16,24-3-87 0,-32-10-30 0,17-3-211 15,-2-5-235-15,2 3-358 0,-21-9 58 0,33 1-593 16,-19-6-35-16</inkml:trace>
  <inkml:trace contextRef="#ctx0" brushRef="#br0" timeOffset="64387.7">14375 8069 680 0,'0'0'917'16,"-3"0"-270"-16,6 0 49 0,0 3 21 0,6 2-282 0,-9-5 106 15,0 0-136-15,-4 0-123 0,4 0-97 16,-3-2 16-16,-9 2-42 0,-2-3-28 0,11 3-95 0,-14-3-6 16,2 0 20-16,8 1 23 0,-7 2 20 0,2-5 30 15,6 2 26-15,-6 0 39 0,10 3 30 0,-8-11-39 16,10 11 19-16,-8-10-19 0,6 7-40 0,2-2-25 16,-4-1-37-16,4 2-18 0,4-7-53 0,-4 11-8 15,8-18 6-15,-2 9-1 0,0 5-1 0,8-5 5 16,1 2-3-16,-6 1-5 0,11-2-9 0,-13 8-2 0,13-5-12 15,-3 5-21-15,-5-3 2 0,0 3 5 0,0 0-18 16,-4 0-7-16,4 5-18 0,-5 4 45 0,-4-1-5 16,-1 10 12-16,1 4 9 0,-6-2-10 0,3-7 21 15,-5 9 2-15,-7-1-9 0,-9 8-9 0,6-13 8 16,-2 8 1-16,-10 0 15 0,-2 9-11 0,5-6 1 16,4-3 12-16,0 0 4 0,-2 0-3 0,5 0 1 0,5-9-1 15,7-10 7-15,-7 8-2 0,12-13-7 0,-12 11 0 16,12-11 0-16,-3 0 2 0,3 0-3 0,3 0-11 15,-6 0-36-15,6 0-46 0,-3-7-51 0,0-1 22 16,5-8-57-16,2 3-56 0,-5 0 44 0,1-3 57 16,0 8-1-16,3-6 47 0,0 4 21 0,-6 7 34 15,0 3 2-15,0 0 18 0,14-2 18 0,-14 2-2 16,10 9 3-16,-5 8-8 0,2-6-2 0,1 7 4 0,1-2 5 16,0 8 6-16,-1-9 1 0,2-2 6 0,2 9 15 15,0-6 24-15,8-1 33 0,-3-2 28 0,-2-2 2 16,6-2 72-16,-1-7 27 0,7 0 95 0,-10-4-128 15,7 2 49-15,-4-5-41 0,7-6-24 0,-9 3-61 16,2-5-30-16,-5 2-41 0,0 1-14 0,-6 0-29 16,-1-1-56-16,4-13-175 0,-9 13-157 0,-3 0-53 0,-3 2-554 15,-5-11-305-15,-4 10 151 0,9 7 232 0,-18-8-1393 16</inkml:trace>
  <inkml:trace contextRef="#ctx0" brushRef="#br0" timeOffset="65837.82">14015 9823 334 0,'3'-2'1182'16,"9"-3"-544"-16,-12 1-59 0,0 8 122 0,0-4-423 16,0-4-124-16,-6-9-127 0,-3 11-10 0,-6-1-11 15,-14-3 5-15,2 4 16 0,-2 0 33 0,6 2 31 0,-13 0 88 16,7-3 6-16,-3 3 29 0,5-6-33 0,-21 6 119 15,4-2-80-15,-3 2-34 0,11 0-63 0,-20 0 13 16,-14 0-16-16,11 0-58 0,-2 0-21 0,10 2-18 16,-13-2-1-16,-19 6 14 0,12-3-2 0,18-1-8 15,-18 4 10-15,-17-1 2 0,11 1-3 0,25-4-5 16,-19 3-9-16,3-3 2 0,-20 2 9 0,35-2-8 16,-13 1 8-16,2-3-7 0,-4 2-6 0,-2 1-1 0,2-3-11 15,0 0-5-15,-3 3-3 0,21 0 1 0,-39-1 1 16,25-2 2-16,1 2 0 0,17-2 0 0,-28 0 3 15,13 3-20-15,5-3-5 0,3 3-1 0,11-3 5 16,-28 3-9-16,13 2 14 0,4-5 8 0,14 2 17 16,-25 2 11-16,14-2-6 0,-2-2 0 0,13 0-7 15,-14 0-7-15,-6 0-8 0,-2 0-13 0,19 0 0 0,-11 0-5 16,6 0-3-16,-16 0-2 0,31 0 20 0,-12 0 7 16,0 5 10-16,-6 1 14 0,11-4-6 0,-5 3 6 15,3 3-3-15,-3 0-10 0,-3 0-5 0,20-2-9 16,-9-1-18-16,2 3-18 0,4-1 0 0,6-1 4 15,-8 2-8-15,3-2 11 0,2-2 16 0,3 1 20 16,-5 1 25-16,2-3-6 0,4-1 3 0,2 0-4 0,-6 4 4 16,1-3-12-16,3 2-6 0,8-2-4 0,-9 2 2 15,-5 0-3-15,5 1-5 0,9-4 0 0,-5 3 1 16,-6 3 1-16,-4-2-2 0,9-1 1 0,6-2-1 16,-5 3-2-16,11-4-4 0,-23-2-8 0,20 2 2 15,3 1-9-15,-6-3-1 0,-14 6-5 0,14-4 10 16,-2-2-4-16,7 3 3 0,-16 1 12 0,6-4 20 0,2 4 15 15,6-4 0-15,-2 2 4 0,-4-2-1 16,6 0 0-16,0-2-9 0,-2 2-19 0,11 0-8 0,-9 0-2 16,9-4 5-16,-16 4 0 0,11 0 5 0,-4 0 3 15,0 0 6-15,-2-2 5 0,4 4 7 0,-4-2 21 16,-6-2 37-16,10 4-19 0,-7-2 2 0,5 0-20 16,-5 4 18-16,-10-2-20 0,18-2-41 0,-9 3-10 15,10-3-13-15,-13 2-41 0,4 1 5 0,10-3 14 16,-8 6-15-16,-2-6 17 0,9 0 59 0,-1 0 8 0,-6 0 28 15,3-3 4-15,-3 0 18 0,-2 3-32 0,8 0-7 16,-9 0-35-16,-3-3-3 0,6 3-2 0,5 0-1 16,-12-2-5-16,8 2 2 0,2-3 5 0,-6 3 1 15,9-2 0-15,-6-2 22 0,1 2 15 0,14 2-13 16,-8-2 4-16,-4-1 0 0,5 1 8 0,2-2-22 16,5 2-32-16,-12-3-21 0,12 5-2 0,-12-8 4 0,6 5 35 15,-6 1 3-15,-2-4 3 0,11 3 26 0,-14 1 21 16,-2-4-10-16,11 4-5 0,-4-3-39 0,-3-4-5 15,8 9 0-15,-1-2-6 0,6 0 0 0,-14-4 0 16,13 6-8-16,-12-5 6 0,13 5 2 0,-1 0 4 16,-12-3-2-16,18 3 3 0,-8-2 2 0,-5-2 10 15,8 2 11-15,-10 2-6 0,0-2-16 0,9 2-7 16,-14-3-3-16,5 3-11 0,2 0-15 0,-2 0 8 0,12 0-19 16,-17 3-25-16,14-3-64 0,-6 2 23 0,4-2-106 15,-2 0-90-15,-4 0-176 0,5 2 33 0,-4 4 84 16,10-3-150-16,-10-1-39 0,6-2-104 0,4 0 272 15,-3 0-138-15,3 0 16 0,-5-2 71 0,-2-1 171 16,7-3-152-16</inkml:trace>
  <inkml:trace contextRef="#ctx0" brushRef="#br0" timeOffset="67466.47">9274 10662 691 0,'7'-11'1105'15,"2"-2"-206"-15,-4 2-131 0,-2 9-181 0,4-11 89 16,-5 5-299-16,-2-2-17 0,0-4 65 0,0 6-205 15,0-5 87-15,0 2-8 0,0 11-51 0,-2-7-89 16,2-2 38-16,0 9-76 0,0 0-3 0,0 0-63 16,0 0 4-16,0 0-5 0,0 0-22 0,0 0-9 15,0 0-3-15,-4 0-16 0,-4 11-2 0,8 0-1 0,-7 9 2 16,4 4-2-16,1 0-1 0,-1-6 1 0,-9 17 0 16,5 2-1-16,-1-5-1 0,6-6 0 0,-5-2 1 15,4 11 0-15,-2 4 2 0,-2-15 12 0,5-2-7 16,-1 4 3-16,-4-5 4 0,4 5 8 0,1-13-6 15,2 1 7-15,0-1-10 0,0-2 13 0,0-9-9 16,12 15 11-16,-4-15 10 0,1-2-5 0,6 0-3 16,5-2-1-16,1-4-4 0,-1-1-1 0,-1 1-15 0,8-5-9 15,2 4 0-15,-4-7 0 0,9 4 0 0,-8 1 0 16,18-4 0-16,-5 6 0 0,-4-2 0 0,-9 5 0 16,13 0 0-16,-4-1 0 0,-6 5 0 0,-5 0 0 15,3 0 0-15,5 0-1 0,-11 0-36 0,-4 0-25 16,-2 3-72-16,0-3-136 0,-3 0-96 0,2 0-191 15,-14-3-235-15,15 3-178 0,-15 0-147 0,0 0 316 0,0 0-142 16,-9-8-511-16</inkml:trace>
  <inkml:trace contextRef="#ctx0" brushRef="#br0" timeOffset="67692.86">9841 10715 517 0,'0'-13'1831'0,"0"13"-844"16,-7-14 40-16,7 12 19 0,-3-6-542 0,-2 3-176 15,1 2-127-15,-4-3-15 0,4 4 48 0,-11 0-102 16,15 2 29-16,-14-3-8 0,3 8-10 0,2-3-71 16,-1 9 38-16,5-2 14 0,-4 17-9 0,3-13-38 15,0 14 28-15,3 1-39 0,0-1-15 0,3-6-33 16,-2 17-15-16,2-10-3 0,0 4 0 0,0-6 0 0,5 4 0 16,-2 4 0-16,3-4-2 0,-3-12-7 0,6 8-55 15,-3-4-147-15,3 2-425 0,-6-17-8 0,2 6-28 16,2 0-427-16,-5-2-98 0,4 0 73 0,-6-9 100 15</inkml:trace>
  <inkml:trace contextRef="#ctx0" brushRef="#br0" timeOffset="68170.58">10939 10475 1275 0,'0'2'1012'0,"0"-2"-388"16,0 0 232-16,-11-8 76 0,11 8-221 0,0 0-386 16,0 0-10-16,-7-3-68 0,2-1-50 0,5 4-67 15,0 0 41-15,0 0-78 0,0 0-28 0,0 0-42 0,-7 2-1 16,-1 11-5-16,-6 5 20 0,4-7-9 0,-2 5 7 15,0 8-3-15,2 0-7 0,-9 13 11 0,11-19-17 16,-4 11-12-16,0 1-2 0,-3-2 1 0,6-10-3 16,-3 15-1-16,1-12-9 0,-1-3 5 0,6-4 1 15,0-4-10-15,-3 1-6 0,1 2-89 0,1-8-53 16,2-2-106-16,5-3-93 0,-7 6-127 0,-1-2 20 16,8-6-286-16,-9 2-320 0,4 0 237 0,-2-11 238 0,2 6-118 15,2-3-185-15</inkml:trace>
  <inkml:trace contextRef="#ctx0" brushRef="#br0" timeOffset="68367.06">10660 10636 85 0,'5'-22'1487'0,"-2"6"-668"0,4-4 104 0,-7 9-179 16,2 0 45-16,-2-2-217 0,0-2-197 0,0 9-141 15,3-2 211-15,-3 8-117 0,0 0-21 0,0 0-96 16,0 0 64-16,0 0-73 0,0 0-98 0,0 0-62 0,12 8 13 16,-12-8-14-16,12 15 10 0,-7-4-15 0,5 6-13 15,-2-2 6-15,4 3-16 0,0 9-12 0,-3-8-1 16,6 1 0-16,-1 4 0 0,4 0 0 0,-4-6 0 15,8 2 0-15,-2-5 0 0,0 7 0 0,-2-11 0 16,9 7-39-16,-4-10-133 0,1 2-205 0,-7-4-39 16,7-4-436-16,-4-2-318 0,1-2-43 0,-13 2-64 0,19-9-1252 15</inkml:trace>
  <inkml:trace contextRef="#ctx0" brushRef="#br0" timeOffset="68858.74">11977 10104 1481 0,'5'0'1054'0,"-2"-2"-464"16,13-2 444-16,-16 4-284 0,0 0-349 0,0 0-155 15,0 0 3-15,0 0-12 0,-4-2-88 0,-8-1-56 16,4 3 7-16,-4 3-28 0,-9-1 0 0,-12 6 55 0,13-5 1 16,-7 5 58-16,-5-3 38 0,-9 6 72 0,14-3-118 15,-14 3 24-15,5-4-59 0,-11 4-48 0,9-3-40 16,-4 2-32-16,2 1-17 0,7-3-6 0,4-5 0 15,5 5 0-15,16-8-21 0,-4 5-63 0,12-5-42 16,-15 0-364-16,15 0-84 0,-3 0-269 0,3 0-17 0,3-13-333 16,0 4 62-16,9 0-1602 0</inkml:trace>
  <inkml:trace contextRef="#ctx0" brushRef="#br0" timeOffset="69084.14">11646 10122 131 0,'4'4'2259'0,"-4"-4"-1204"0,2 9-74 15,-2-3-6-15,0-6-235 0,6 11-421 0,-2-6-165 0,-4 6 23 16,2-4-59-16,1 17-1 0,2-9 12 0,2 5 23 16,-2 1 12-16,5 6-34 0,-2 4-2 0,4-5-28 15,0 7 1-15,0 0-20 0,-3 0-27 0,-1 0-19 16,-1 2-5-16,-2 2-24 0,-2 5-7 0,-1-13 0 16,2 21-3-16,-4-10 1 0,3-3-2 0,-3-13-3 15,3 13-8-15,-3-13-1 0,0-8-18 0,2-11-36 0,1 14-102 16,1-6-177-16,-4-10-232 0,0-3-194 0,0 0 51 15,0 0-410-15,0 0 32 0,3-5-417 0,2-4 21 16</inkml:trace>
  <inkml:trace contextRef="#ctx0" brushRef="#br0" timeOffset="69336.47">11944 10207 182 0,'3'-21'3084'0,"-3"13"-1841"0,0 0 219 0,0 8-657 15,0 0-210-15,0 0-263 0,0-13-98 0,0 13-122 16,0 0-26-16,0 0-44 0,0 0-28 0,8 8-14 16,-4-5 0-16,2 4 0 0,3 4 0 0,-1 13 0 0,1 2 0 15,-3 0 0-15,0 1 0 0,-3-1 0 16,2 20 0-16,5-9 0 0,-5-3 0 0,2 3 0 0,-5-2 0 16,4 9 0-16,-2-7 0 0,-4-4 0 0,2-7 0 15,-2 8 0-15,3 5-21 0,0-12-65 0,3-11-62 16,-3 2-146-16,2-4-290 0,2-6-146 0,-7-6 55 15,12 9-427-15,-12-8-23 0,0-6 126 0,11-3 258 16</inkml:trace>
  <inkml:trace contextRef="#ctx0" brushRef="#br0" timeOffset="69867.05">12569 9902 91 0,'0'0'1569'0,"0"0"-867"0,0 0-47 0,0 0-4 16,0 0-167-16,-3 0-252 0,3 11-115 0,0-11-50 15,-12 0 12-15,3 0-35 0,-3 0-6 0,4 0-10 16,-4 0 17-16,-10 0 56 0,2-2 13 0,14-1-5 16,-14 1 57-16,5-2 5 0,0 2 23 0,-2-3-47 15,8-1-7-15,3 4-23 0,2-7-30 0,-4 0-38 16,6 0 9-16,2-1-17 0,5-1-28 0,0 6-8 0,2-3-5 16,13-8-11-16,1 5-4 0,-6 6 5 0,2-1-4 15,5 2-1-15,-2 4 1 0,0 0-1 0,-8 2 10 16,12 6 0-16,-4 1 3 0,1 0 3 0,-9 2 2 15,-7 0 6-15,13 11-1 0,-9-7 0 0,-3 1 0 16,-6 3 3-16,-3 4-6 0,-5 7-3 0,1-15-2 16,-1 9-2-16,-7 0 0 0,-3-3-6 0,0 5 2 15,-2-4 5-15,-1 4 9 0,4-2 27 0,-1-6 22 16,-6 11 104-16,10-5 27 0,-1-2 33 0,3-7 4 0,7-4 6 16,-5 5-17-16,10-10-36 0,-2 3-38 0,-1 2-70 15,3-11 6-15,8 13-9 0,4-4-28 0,-9-7-17 16,21 6-8-16,5-8-13 0,0-3-1 0,-5 0 0 15,8-1 0-15,7-7 0 0,3 0-1 0,-16 0-49 16,9-2-128-16,-3 6-95 0,1-6-158 0,-7-1-222 0,-2 1-289 16,2 2-199-16,-8-4 13 0,0 2 115 15,-7-1 58-15</inkml:trace>
  <inkml:trace contextRef="#ctx0" brushRef="#br0" timeOffset="114891.33">16137 6500 317 0,'-4'0'246'0,"-1"0"-71"0,-10 0 152 0,3 0-58 16,3 0-53-16,4 0-74 0,5 0 32 0,-18 3 79 16,16-3-53-16,-8 0-44 0,8 0 64 0,2 0 44 15,-5 0 66-15,-9 2-23 0,14-2-118 0,0-2 69 16,-3 4-1-16,-9 4 17 0,9-6-32 0,-11 3-15 15,6-1 5-15,1 0-21 0,-8 1-51 0,3 3 4 16,0-1-52-16,-10 3-33 0,7-3-22 0,-6 6 18 0,-6-1 23 16,7 1-15-16,-1-4-18 0,-5 4 27 0,-7 2 45 15,4-2-6-15,11-2-27 0,-11 0 47 16,0 6-8-16,-5-2 22 0,20-4-67 0,-9 5 35 0,-1-6-24 16,-5 5 17-16,11-4-43 0,4-2-25 0,-1 4 13 15,0 4-19-15,3-6-21 0,-2 6-22 0,-1 4-11 16,0-5 2-16,-3 4 6 0,15-10-3 0,-12 8 4 0,10 2 1 15,-2-5 3-15,4 8 4 0,3-12-3 0,0 9-1 16,3 0 0-16,7 1 0 0,-5 5 0 0,7-6-3 16,0 4-4-16,3-9-1 0,5 11-3 0,1-6 0 15,6 3 0-15,-5-3 0 0,0 2 0 0,10 2 0 16,-6-2 0-16,6-2 0 0,-1-2 0 0,-2-2 0 16,3-7 0-16,0 4 0 0,-5-7 0 0,12 5 0 15,-13-4 0-15,1-5 0 0,-7 0 0 0,9 3 0 16,-7-3 0-16,-2-3 0 0,-3 3 0 0,4-3 0 15,9-2 0-15,-8-1 0 0,-5 2 0 0,3-7 0 0,9 4 0 16,-5-4 0-16,3 2 0 0,-7 2 0 0,6-1 0 16,9-5 0-16,-4-1-14 0,-11 4-39 0,9-4-141 15,-5-1-342-15,3 2-422 0,-13 4 184 0,-6 7-416 16,11-9-11-16,-11 0 2 0,-5 6-623 0</inkml:trace>
  <inkml:trace contextRef="#ctx0" brushRef="#br0" timeOffset="116755.35">13252 10625 1107 0,'2'-3'690'0,"-2"6"-17"15,0-3 55-15,-2-16 172 0,2 16-533 0,0 0 86 16,-3-11-94-16,3 9-60 0,0 2-25 0,-3 0-32 16,3-5-39-16,-9-1-6 0,9 6-70 0,0 0 15 0,0 0 17 15,0 0-55-15,0 0-40 0,0 0 12 0,-5 0-35 16,-5 3-25-16,10-3 5 0,-5 3 5 0,-4 2 14 15,-3 11 9-15,0 3 22 0,-3-1 17 0,-2 6 7 16,-1 0-10-16,-3 2-21 0,4-8-21 0,-10 11 19 16,7-7-31-16,-1-1-17 0,6-5-12 0,-2 5 1 15,-1 0 5-15,1 0-3 0,10-16-9 0,-5 6-11 0,7 0-17 16,-2-3-54-16,7-8-67 0,0 0-131 0,0 0-78 16,0 0-117-16,0 0-145 0,0 0-136 0,0 0-16 15,0-6-20-15,7-5 64 0,-4 4 219 0,6-17-94 16,-1-2 53-16,1 4 271 0,1 7 121 0,-5-9 50 15,-2 2 148-15,3 4 135 0,-3 13 79 0,0-14 257 16,-6 1 58-16,3-4 68 0,-3 9-144 0,3-2 111 16,-4-7 128-16,2 11-209 0,-1 2-193 0,3-2 112 0,-3 2 116 15,1 2-105-15,2 7-141 0,2 0 22 16,-2 0-43-16,0 0-24 0,0 0-168 0,3 7-59 0,-3-1-23 16,3-3-13-16,9 4 0 0,0-1 0 0,-7-1 0 15,19 8 0-15,-7 3 0 0,-5-2 0 0,10 4 0 16,-12-2 0-16,5-1 0 0,4 4 0 0,-2-3 0 15,-2 0 0-15,2 3 0 0,-2-8 0 0,9 7 0 0,-4 0 0 16,-6-2-77-16,-2-8-138 0,0 2-220 0,0-7-243 16,3 5-586-16,0 1 57 0,-6-5 297 0,2-1-308 15,8-1-851-15</inkml:trace>
  <inkml:trace contextRef="#ctx0" brushRef="#br0" timeOffset="117473.44">13783 10688 1478 0,'0'0'1047'0,"-3"-4"-462"0,3-5 198 16,-4 7 51-16,-4-11-420 0,1 7-223 0,-1-2 3 15,-4 0-34-15,0 3-18 0,3-1 4 0,-11 4-21 0,11-1 4 16,1 3-10-16,-7 0-31 0,0 3 80 0,3-3-29 16,-9 6-12-16,13 1-16 0,-1-1-45 0,-6 4 15 15,6 0-17-15,1 4-35 0,-2 2-11 0,5 5 11 16,2 3 4-16,-1-3-9 0,4-5-10 0,0 8-16 16,4-6 4-16,2 11-3 0,-1-10-1 0,2 3 4 15,5-4 4-15,-2-3 3 0,2-2 1 0,3 3-3 0,6-5 2 16,-3-3 1-16,2-3-7 0,6 1 2 0,-2-1-6 15,3-5 1-15,0 0 1 0,-7-3-4 0,9-3 2 16,-5-1 9-16,-4-1 0 0,-8 1 19 0,3-4 40 16,-6-5 17-16,-4 8 28 0,2-8-26 0,-7 3 25 15,0-6 22-15,-7-15-55 0,2 15-35 0,-10-5-8 16,3 4-28-16,-8-10-7 0,6 12 0 0,-10 0 0 16,2 1 0-16,0 1 0 0,4 5 0 0,0 1 0 0,0 0 0 15,9 6 0-15,-6-3-2 0,7 1-37 0,6 6-118 16,-8 0-115-16,1 0-215 0,9 0-20 0,0 0-332 15,-3 0-127-15,1 17-143 0,2-17 327 0,5 7-159 16,2 2-751-16</inkml:trace>
  <inkml:trace contextRef="#ctx0" brushRef="#br0" timeOffset="117695.84">14178 10741 633 0,'0'0'2212'0,"0"0"-1153"16,0 0 21-16,8 9-178 0,-8-9-579 0,0 0-10 0,-6 15-55 16,-3-2 50-16,6-7-141 0,-9 17 67 15,7-4 0-15,-4 2-34 0,1 5-76 0,4-9-81 0,-2 3 2 16,6 4-8-16,0 0-21 0,0-8-13 0,0 3-3 16,3-1 0-16,-3 1 0 0,3-5-5 0,1-1-43 15,-4-4-123-15,2 8-110 0,-2-14-39 0,-2 7-578 16,4-10-132-16,-2 0-165 0,0 8 326 0,0-2-257 0</inkml:trace>
  <inkml:trace contextRef="#ctx0" brushRef="#br0" timeOffset="118361.06">14554 10385 974 0,'4'-17'1457'0,"-2"15"-664"0,-2-1-186 0,0-8 237 16,0 11-255-16,0-7-210 0,0 1-171 0,0 4 54 0,0 4-19 15,0-4 34-15,0 4-108 0,-2-7-65 0,-10 2 1 16,12 3-41-16,-18 0-23 0,9 0-33 0,-3 3-8 15,-8 2-4-15,8 1-19 0,0-1-1 0,-15 6 1 16,18-4 0-16,-8 4 9 0,11-9 7 0,-6 9 0 16,0-3 9-16,7-5-2 0,-7 2 0 0,12-5 0 15,-15 6 0-15,15-4 1 0,-6-2-3 0,-2 2 0 0,8-2 10 16,0 0 8-16,0 0-12 0,0 0 8 0,0 0-4 16,-3 3 17-16,-4 8-8 0,7-11-15 0,-2 8-5 15,2-3 16-15,0 6-4 0,0-3-5 0,2 8-8 16,-2-8 3-16,3 5 10 0,1 5-4 0,1-5-12 15,-5-2-5-15,10 16-1 0,-5-9 4 0,-2 3-4 16,3-3-3-16,0 4 6 0,-6-9 17 0,2 13 12 16,2-10-4-16,-4 3 2 0,0-14-3 0,0 19 5 0,0 0-6 15,3-8-16-15,0-6 0 0,-1-1 3 0,1 0 0 16,-3-5-1-16,7 3 7 0,-5-4 1 0,-2-3 8 16,0 0 0-16,0 0-5 0,0 0 0 0,10-5 2 15,-2-4-5-15,6 0 13 0,-4 0 14 0,2-1 10 16,2-6 1-16,-6 5-3 0,4 0-6 0,3-2-34 15,-6 2-23-15,-3 4-27 0,3-4 3 0,0 3-14 0,-3 3 5 16,-6 5 9-16,5-5 35 0,2-1-1 0,-7 6-1 16,8 3 0-16,1 0 0 0,0 5 7 0,-3 2-4 15,0-5 7-15,2 12 1 0,-8-12 7 0,10 8 15 16,-5 0 28-16,-2 0-1 0,1-2-9 0,-2 5 9 16,1 3 22-16,-3 7-18 0,-3-8-26 0,3 4 9 15,-6-2 0-15,-5 13 29 0,4-15-22 0,-5 6 15 0,-5-5 6 16,2-1 2-16,1-2-16 0,-4-1-21 0,9-9-29 15,-8 1-25-15,2 2-125 0,8-7-98 0,-7 4-335 16,3-6-259-16,4-3-276 0,2-5 253 0,-2-2-271 16,2-14-1226-16</inkml:trace>
  <inkml:trace contextRef="#ctx0" brushRef="#br0" timeOffset="122321.48">14171 9810 102 0,'12'6'845'0,"0"1"-439"0,3-1-29 0,-6 1 177 15,8 2-50-15,13-4 31 0,-18-3-146 0,2-2-100 0,10 4 47 16,6-4-34-16,-10-4-112 0,-3 4-53 0,4 0 35 16,2 0-14-16,8-2 32 0,-11 2-77 0,6 0 26 15,-2-3-8-15,6 1-1 0,-10 2-67 0,1 0-6 16,-1 0-28-16,-5-3-15 0,11 3-8 0,-6 0-6 16,5 0-2-16,-16 3-1 0,11-3 1 0,12 0-2 15,-8 0 1-15,0 0-6 0,-4 0-4 0,-1 0 2 0,10 0-5 16,-9 0-2-16,4-3-3 0,-7 3 4 0,15 0-5 15,-10 0 8-15,0 0 0 0,-7 0 9 0,6 0 21 16,9 0 13-16,-6 3-1 0,-10-3-6 0,9 0 7 16,1 0-2-16,5 0-8 0,-7 0-19 0,0 0-1 15,2 0-2-15,6-3 2 0,-6 3 1 0,2 0 3 16,0-3 1-16,-2 3 0 0,12-3 1 0,-19 3-3 16,10 0 1-16,0-2-3 0,2 0-9 0,-9-1-15 15,7 3-5-15,-3-3 1 0,-2 0-2 0,0 3 9 0,4-2-10 16,-6-1 16-16,2 3 24 0,-8-2 0 0,9-2 11 15,1 2 8-15,-7 2-1 0,-2-2-7 0,9-1 4 16,3 1 0-16,-3-2-9 0,-10 2-9 0,9-1-3 16,4 1 0-16,-3-2-5 0,-7 4 1 0,7-2-1 15,-4 2 0-15,7 0-2 0,2-2-2 0,-7 2 3 0,-2-3 2 16,1 1 1-16,11-2-1 0,-17 4 0 0,5-2-3 16,4 2-7-16,0 0-2 0,-2 0-2 0,2 0-5 15,-2 0-1-15,0 0-2 0,0 0 6 0,4 0 1 16,-3 0 3-16,1 0 1 0,-7 0 11 0,19 2 34 15,-13-2-2-15,4 6 2 0,-13-6-6 0,10 0 8 16,8 3 4-16,-8-3-30 0,-6 0-10 0,-1 0-1 0,10 0-1 16,6 0-9-16,-7 0-19 0,-8-3 7 0,5 3-6 15,6 0-7-15,-19-2 8 0,10 2 5 0,-8 0 0 16,9 0 24-16,2-4 5 0,-17 4-1 0,12 0 1 16,-1 0 3-16,4 0 4 0,-9 0-4 0,6 0 6 15,-9 0 1-15,6 0 1 0,-5 0-3 0,2-2 7 16,3 2-4-16,0-3 1 0,-3 3-5 0,9-2 0 15,-1 0-3-15,1-2-2 0,-1 2 3 0,-14-1-3 0,18 3 3 16,-10 0-2-16,-2-2-3 0,3 2 1 0,2 0 1 16,-5 0-5-16,12 0-2 0,-18 0 3 0,8 0-3 15,5 0 1-15,-11 2 0 0,1-2-2 0,6 0 0 16,-10 3-1-16,7-1 0 0,3-2 0 0,-12 0 0 16,9 0 0-16,0 0-4 0,-9 0-5 0,11-2-6 15,-14 2-66-15,3-3-129 0,12 3-183 0,-15 0-243 16,0 0-237-16,-3-5-34 0,0-1 11 0,-11-4 229 0</inkml:trace>
  <inkml:trace contextRef="#ctx0" brushRef="#br0" timeOffset="123341.74">14346 9865 372 0,'0'0'358'0,"0"0"-37"0,0 0 20 0,2-2 19 15,10-1-10-15,-12 3-23 0,0 0-142 0,6-4 99 16,3-2-27-16,-9 6 10 0,0 0-88 0,0 0 42 15,0-5 14-15,3-4-59 0,-3 9-74 0,0 0-5 16,0 0-17-16,0 0-26 0,0 0-25 0,0 0-12 16,0 0-5-16,0 0 7 0,0 0 12 0,0 0-2 0,0 0 9 15,0 0 12-15,0 0 21 0,0 0-25 0,0 0 21 16,0 0-14-16,0 0-7 0,-3 0-13 0,-12 0-10 16,3 0-5-16,3 0-9 0,-8 3-9 0,-3 0 2 15,10 0-2-15,-11 2 2 0,6-5 1 0,-17 2 2 16,18 4 0-16,2-6-1 0,-15 2 3 0,12 1-1 15,1-3 7-15,-6 2 9 0,8 2 26 0,0-2-2 0,-6-4 26 16,6 2 6-16,0 0-3 0,-2 0-18 0,6-4 12 16,-8 2-11-16,1-1-16 0,9 1-10 0,-6 2 4 15,-2-6-2-15,11 6-7 0,-2-2-14 0,-5-3 3 16,-4 2-5-16,4 0-4 0,5 3 0 0,-2-3-2 16,-7 3-2-16,14 0-1 0,-15 0-3 0,15 0 1 15,-8-2 0-15,4 2 0 0,-4 2-2 0,-1-2-3 0,-6 3-7 16,15-3-53-16,-17 6-76 0,14-6-43 0,-6 2-195 15,-1 1-125-15,14-3-81 0,-4 0 57 0,0 0-281 16,0 0-21-16,0 0-384 0</inkml:trace>
  <inkml:trace contextRef="#ctx0" brushRef="#br0" timeOffset="124807.82">15131 10601 451 0,'0'-3'783'0,"0"6"-226"0,0-3-107 0,7-10 309 16,-7 7-215-16,0 3-102 0,0 0-159 0,-7-10 4 16,7 6-17-16,0 4-83 0,0 0-50 0,0 0 10 15,0 0-18-15,0 0-14 0,0 0 3 0,0 0-53 16,0 0 7-16,0 0-39 0,0 0-9 0,-8 0-12 15,2 4-5-15,6-4 1 0,-12 10 5 0,9-4 5 0,-9 9 5 16,-5 1 9-16,2-1-4 0,3 2-5 0,-5 4 2 16,-1 3-10-16,1-3-13 0,-2 3 0 0,2-3-4 15,-3 11-4-15,1-8-1 0,9-6 3 0,-12 11 5 16,5-3 3-16,5-4-2 0,3-9 0 0,3-5-6 16,-3 8-55-16,1-3-115 0,8-13-111 0,0 0-46 15,-9 5-257-15,9-3-161 0,0-2-111 0,-3 0 40 0,-9-9 74 16,12 0-178-16</inkml:trace>
  <inkml:trace contextRef="#ctx0" brushRef="#br0" timeOffset="125024.24">14875 10684 408 0,'0'-11'1692'0,"-2"-2"-967"0,2 10 38 0,0 3-21 16,-3-13-194-16,3 9-204 0,0 4-75 0,0 0-92 15,0 0 59-15,0 0-51 0,12-4-64 0,-7 1-41 0,7 3 24 16,0 0 12-16,0 0 83 0,3 3-62 0,-4-1 49 15,1 0-6-15,21 18 66 0,-18-16-120 0,5 10 6 16,-3 2-31-16,2 2-24 0,3 4 18 0,-4-9-44 16,3 5-15-16,-1-2-9 0,1 8-25 0,-9-11-7 15,3 6-12-15,-3-3-45 0,-4 2-123 0,-1-12-85 0,3 12-481 16,-3-7-253-16,2-3-186 0,-1-1 304 0,-1-4-681 16</inkml:trace>
  <inkml:trace contextRef="#ctx0" brushRef="#br0" timeOffset="126352.69">15570 10811 718 0,'0'5'446'0,"7"-5"16"16,-2 8 58-16,-5-8 98 0,4 2-209 0,4 9-22 15,-8-14-49-15,3 6-1 0,9 0-100 0,-12-3 139 16,0 0-87-16,9 2-38 0,-3-2-9 0,-6 0-60 15,0 0 150-15,12-5-40 0,0 5 24 0,-3-3-89 16,-1-2 53-16,19-8 43 0,-13 2-108 0,-4 6-90 16,10-11-5-16,6-8-55 0,-2 5-27 0,-6 1-13 0,6-3-14 15,-2-6-5-15,8-10-4 0,-16 13-1 0,8-5 0 16,-8 0-1-16,1-3 0 0,-3 3 0 0,-4 3 0 16,1-1 0-16,-3 6 0 0,-2 5 0 0,-2-2 0 15,1 7 0-15,-3 1 0 0,3 7 0 0,3-8 0 16,-8 11 0-16,4-4 0 0,1-5 0 0,-3 9 0 15,0 0 0-15,0 0 0 0,0-2 0 0,0 2 0 0,0 2 0 16,0-2 0-16,-9 11 0 0,6-6 0 0,3 6 0 16,-9 15 0-16,9-4 0 0,-6-7 0 0,1 9 0 15,-2 7 0-15,2-4 0 0,2-3 0 0,-3 6 0 16,3 1 0-16,-6 9 0 0,9-6 0 0,-3-10 0 16,0 10 0-16,3-2 0 0,-2 6 0 0,2-20 0 15,0 3 0-15,0 0-2 0,-3-2-18 0,3-12-49 0,0 10-111 16,0-8-142-16,0 2-85 0,0 0 36 0,0-9-435 15,3 9-43-15,-3-8-50 0,0-3 231 0,0 0-208 16,14 0-116-16,-2-5 279 0,-6 2-91 0</inkml:trace>
  <inkml:trace contextRef="#ctx0" brushRef="#br0" timeOffset="126721.71">16452 10567 1448 0,'3'-17'1012'0,"2"4"-64"0,-5 11-368 0,-3-16 59 16,1 9-259-16,-1-1-135 0,-6-6 8 0,1 11-140 16,1-3 12-16,-13 5-23 0,8 1-28 0,0 2-33 15,-12 2-1-15,13 1-26 0,-19 8-1 0,15-3-3 0,0 8 6 16,-2 8 0-16,0 2-2 0,5-8-1 0,-6 14 13 16,6 2-2-16,-2 9 4 0,4-16-13 0,-2 12 5 15,7 1-2-15,2-3-8 0,3-11-8 0,3 12 1 16,2-5 1-16,2-6-2 0,5-6-2 0,-7-8 1 15,17 11-3-15,-2-10-1 0,-3-4-1 0,2-7 2 16,1 2 4-16,9-5 2 0,-5 0 2 0,-7-5 1 0,3-4 5 16,4-4 0-16,0-2 0 0,-6-1-7 0,-1-3 1 15,2-5 6-15,-9-3 1 0,0 7 8 0,2-15 27 16,-7 4-3-16,2 7 20 0,-7 2-15 0,-7-15 24 16,-1 6-6-16,-1-1-16 0,-3 3-9 0,0 5-17 15,-8-10-6-15,5 13-9 0,0-1 0 0,1 11-9 16,-4-2-34-16,6 11-92 0,3-3-63 0,-6 5-10 15,6 0-185-15,-2 2-250 0,7-2-293 0,-6 3 91 16,10-1-78-16,-12 9 20 0,12-5-761 0</inkml:trace>
  <inkml:trace contextRef="#ctx0" brushRef="#br0" timeOffset="127014.92">16964 10352 781 0,'0'0'505'0,"0"0"69"15,0 0 52-15,0 0 57 0,-5 0-249 0,-7 3 1 16,-3-3-34-16,3 0-59 0,-5 3-136 0,-7-3 98 15,-3 3-66-15,1-1-15 0,-1 1-37 0,10-3-75 16,-15 6 20-16,5-4-54 0,3 3-16 0,6-3-33 16,6 2-18-16,-8-2-11 0,8 3-43 0,7-5-42 15,5 0-127-15,0 0-255 0,-7-5-236 0,2 3 38 0,8-4-504 16,6-5 271-16,2-2-810 0</inkml:trace>
  <inkml:trace contextRef="#ctx0" brushRef="#br0" timeOffset="127596.36">17295 10106 409 0,'5'-4'1702'0,"-5"4"-803"0,0 0-358 0,0-9 162 16,3 4-314-16,-3 5-200 0,-5-3-104 0,-7 0-35 15,6 6-17-15,-10 3-4 0,8-4-11 0,-1 1 2 16,-6 7 2-16,1 1 12 0,11-8 2 0,-14 16 15 16,5-1 14-16,-3 3 39 0,6 0-14 0,1-8-24 15,-2 11 12-15,-2-5-6 0,3 10 22 0,4-13-37 16,-1 8 16-16,2-3 3 0,-1 2-5 0,5-1-9 0,0 4 7 16,0-4-22-16,5-2-15 0,-1-3-20 15,2 1-4-15,-1 3-1 0,4-11-6 0,-3 1 1 0,6 2 3 16,-3-5 0-16,6 6 3 0,-1-10-2 0,-4 5-1 15,10-4-1-15,-6-2-5 0,4 0-2 0,-6-1 1 16,9-2 2-16,-9-2 1 0,8-1 2 0,-8 0 0 16,5-2 6-16,-2-4 4 0,-6 2 18 0,-6 5 3 0,2-9 24 15,-5 11-10-15,0-17 7 0,0 15-14 16,-2-11 15-16,-6-3-11 0,-2 8-16 0,-7-6-8 0,-4 5 2 16,-2 0-4-16,-1 1-6 0,7 6-14 0,-10-1 8 15,8 3-10-15,-13-2-2 0,20 2-1 0,-2 0-3 16,-1 0-7-16,-2 0-43 0,14 0-80 0,-9 0-14 15,9 0-177-15,3 0-229 0,0 0-239 0,0 0 82 16,-6-6-465-16,0 1 290 0,6 5-63 0,0-2 12 16</inkml:trace>
  <inkml:trace contextRef="#ctx0" brushRef="#br0" timeOffset="129988.97">18278 9408 263 0,'7'2'488'0,"-7"-2"-200"15,0 0 68-15,12 0 43 0,-9 3 4 0,-3-3-132 16,0 0 135-16,2 0-109 0,13 0 15 0,-15 0-71 0,0 0 44 16,3 0-67-16,9 0 19 0,-10 0-55 0,10-5-58 15,-12 5-5-15,10-5-18 0,-5 5 22 0,2-6-46 16,1 1 17-16,-6 5-20 0,10-2-8 0,-12 2-20 16,15-6 21-16,-15 6-21 0,0 0-9 0,0 0-18 15,15-5 4-15,-15 5 17 0,0 0-13 0,0 0-15 16,0 0 11-16,0 0 4 0,0 0 0 0,0 0 3 0,0 0-1 15,0 0 13-15,0 0 20 0,0 0-15 0,0 0 66 16,0 0 13-16,0 0 38 0,0 0 26 0,0 0-41 16,0 0 98-16,0 0-51 0,0 0-33 0,0 0-61 15,-15 0 6-15,3 0-44 0,-8-6-25 0,5 4-24 16,-9 2 3-16,-10 0-3 0,4 0-5 0,6 0-4 16,-5 0-1-16,0 2 4 0,-7 4-4 0,16-6-4 0,-10 3 0 15,9-1 0-15,1-2 0 0,-4 2-1 0,16-2-14 16,-11 0-6-16,7 0-2 0,9 0-18 0,-2-2 12 15,-2 2-14-15,7 0-10 0,0 0-49 0,0 0-120 16,0 0-90-16,0 0-190 0,12-2-237 0,-12 2 44 16,7-3-375-16,8-3-199 0,-3 4 99 0,-7 2-214 15</inkml:trace>
  <inkml:trace contextRef="#ctx0" brushRef="#br0" timeOffset="131022.23">18022 9490 369 0,'0'0'637'15,"0"-14"-168"-15,0 14 68 0,0 0 33 0,-3-2-172 16,3-11 135-16,0 13-172 0,-2-3-32 0,-5-7-101 16,7 10 59-16,-12-9 49 0,12 7-20 0,0 2-108 15,-5-11 32-15,2 11-29 0,3 0-19 0,0 0-19 16,0 0-48-16,0 0-23 0,8-7-21 0,-1 4-22 15,7 0 1-15,-2 0-23 0,-6 3-25 0,11 0-2 16,4 0 24-16,-9 0-30 0,6 3 0 0,-3-3 0 0,-1 0-14 16,10 0 7-16,-4 0-12 0,-10 0-5 0,12-3 19 15,-10 3 0-15,12-2 0 0,-9 0 2 0,0 2 0 16,2-3-1-16,2 0-7 0,-9 0 0 0,5 1 1 16,-3-1-9-16,3 3-3 0,-1-6 5 0,-7 4 7 15,1 0 4-15,1-9 24 0,1 6 48 0,-5-3-15 0,-2-3 28 16,-1 11 16-16,5-11 5 0,-4 6-24 0,-1-8 22 15,5 5-44-15,-4 0 11 0,-1 6 16 0,5-11-10 16,-7 13 7-16,8-13 0 0,-8 13 0 0,0 0-21 16,0 0 13-16,7-6-47 0,-2 3-12 0,-5 3-11 15,3 3-1-15,-6-6-5 0,8 6-4 0,5 7 0 16,-1-7 0-16,-4 8 8 0,10-3-1 0,-3-1 0 16,-3-1 2-16,11 4 2 0,-8-2 1 0,-6-8-4 15,12 9-4-15,-3-7-1 0,8 0-4 0,-9-2 1 16,1 0 2-16,6-2-1 0,-3-4 1 0,-6 4 13 0,0-3 0 15,-7 2 6-15,7-5-2 0,-9 6 1 0,3-12-3 16,-3 14 1-16,0-15-8 0,-3 9-15 0,2-5-42 16,-4-2-135-16,2 10-121 0,-3-5-101 0,3 3-58 15,-3 3-495-15,-3-9-208 0,3 11 47 0,-9-8 377 0,9 5-159 16,-6 1-289-16</inkml:trace>
  <inkml:trace contextRef="#ctx0" brushRef="#br0" timeOffset="131290.48">18629 9654 52 0,'0'0'696'15,"0"2"-134"-15,0 9-26 0,0-11 236 0,0 0-321 16,-5 0 40-16,-2 0-13 0,-8 0-12 0,3 0-23 15,-8 3-65-15,-4-3-43 0,2 2-26 0,0 2-51 16,-12-2 167-16,0 0-125 0,0 3-23 0,10-1-90 0,-8 1 31 16,-12 5 1-16,10-5-119 0,2 1-37 0,15-3-29 15,-12-1-5-15,2-2-17 0,10 2-3 0,10-2-13 16,-13 0-27-16,5-2-176 0,6 2-259 0,-1 0-16 16,5 0-267-16,-4-2-341 0,1-1-393 0,-2-3 633 15,2-1-1370-15</inkml:trace>
  <inkml:trace contextRef="#ctx0" brushRef="#br0" timeOffset="167796.66">19899 9184 222 0,'15'-9'1575'0,"-10"4"-795"0,-1-1-57 16,-1 2 28-16,6-7-285 0,-4 0-58 0,-2 0-80 15,0 0-31-15,-3 4-78 0,4-4 148 0,1-2 18 16,-5 0-44-16,0 8-12 0,0-8-102 0,0-4 83 16,-3 10-122-16,-3-6-45 0,3 2-74 0,0 0-10 0,-2-2-55 15,-4 0-4-15,6 10 0 0,-9-5 0 0,3 3 0 16,-6-1 0-16,-5 4 0 0,1 2 0 0,-6 0 0 16,-4 2 0-16,5 4 0 0,-12-1 0 0,-2 6 0 15,0 2 0-15,-1 3 0 0,0 3 0 0,2 1 0 16,-2 4 0-16,5 0 0 0,-5 7 0 0,7-1 0 15,5 2 0-15,3 2 0 0,0 4 0 0,13-1 0 0,2-1 0 16,2 5 0-16,5-8 0 0,2 4 0 0,0 1 0 16,9-1 0-16,3-4 0 0,3 2 0 0,5-6 0 15,6 1 0-15,-8-10 0 0,15 9 0 0,-4-7 0 16,1-7 0-16,-3-4 0 0,14 5 0 0,-6-8 0 16,1-8 0-16,-7 3 0 0,15-3 0 0,5-5 0 15,-10-4 0-15,-3-4 0 0,-7 6 0 0,9-12 0 0,3-10 0 16,-8 3 0-16,-13 4 0 0,2-7 0 0,-2-8 0 15,-6-7 0-15,-8 17 0 0,0-8 0 0,-8-4 0 16,-8-12 0-16,-2 19 0 0,-2-8 0 0,-6 9 0 16,-4-6 0-16,0 8 0 0,-6 5 0 0,1 3 0 15,2 7 0-15,5 4 0 0,-2 5 0 0,6 2 0 16,9 3 0-16,-3 0 0 0,-5 5-48 0,7 4-201 16,5-5-223-16,-4 10-262 0,6-8-16 0,0 9-453 15,6 3-308-15,4-5-471 0</inkml:trace>
  <inkml:trace contextRef="#ctx0" brushRef="#br0" timeOffset="168134.74">20703 9379 1023 0,'0'0'1530'0,"15"0"-698"16,-12 3 36-16,-3-3-234 0,0 0 36 0,0 0-250 16,0 0-25-16,-3 0-94 0,-6 15 169 0,-2-2-131 15,-1 3-33-15,5-3-117 0,-3 4-33 0,-6 1-99 16,8 1-56-16,-2-6-1 0,2 5 0 0,-1-2 0 0,0 13 0 15,1-2 0-15,1-6 0 0,4 5 0 0,-6 7 0 16,4-2 0-16,-1-7 0 0,2 0 0 0,2-4 0 16,-4 10-24-16,6-25-90 0,-2 17-192 0,-2-15-217 15,1 4-327-15,6-11-165 0,-3 0-350 0,-3 0 71 16,6 0-1259-16</inkml:trace>
  <inkml:trace contextRef="#ctx0" brushRef="#br0" timeOffset="170845.5">21535 8842 808 0,'12'-3'1033'0,"0"-5"-356"0,8 1 58 16,-6-4-121-16,-11 8-338 0,14-5-1 0,-7 0 35 15,-4 3 137-15,-6 2-149 0,11-7 89 0,-11 10 62 16,7-5-35-16,-2-4-171 0,-5 9 32 0,0 0-50 15,0 0-12-15,0 0-114 0,-5 0 6 0,-5-4-16 16,8 0-13-16,-16 4-37 0,9 0-21 0,-3 0-8 16,-15 0-7-16,-5 0-12 0,12 0-1 0,-13 0-10 15,1 4 3-15,-10 0 10 0,8-4 3 0,-2 9 3 0,1-4 7 16,2-1 6-16,1 5 8 0,5-7 1 0,3 1 1 16,13 0-2-16,-3-3-6 0,-5 0 3 0,4 0-10 15,1-3-5-15,14 3-2 0,-12 0 0 0,6-3 0 16,6 3 0-16,0 0 0 0,0 0 0 0,0 0 0 15,0 0 0-15,0 0 0 0,0 0 0 0,0 0 0 16,0 0 0-16,0 0 0 0,0 0 0 0,-2 13 0 16,2-4 0-16,5 2 0 0,-5-7 0 0,3 7 0 0,1 13 0 15,1-8 0-15,-5-3 0 0,3 9 0 0,-3 4 0 16,0-2 0-16,0-6 0 0,-3 8 0 0,-6 1 0 16,3-1 0-16,1-4 0 0,-4 4 0 0,-3 3 0 15,0 3 0-15,4-5 0 0,1-4 0 0,-1 1 0 16,1 0 0-16,2 0 0 0,2-11 0 0,-1-5 0 15,4 13 0-15,0-8 0 0,-2-11 0 0,2 13 0 0,0-15 0 16,0 0 0-16,0 0 0 0,0 0 0 0,0 0 0 16,2 0 0-16,13 2 0 0,-3-15 0 0,-3 7 0 15,15-12 0-15,-9 5 0 0,8-9 0 0,-2 9 0 16,-1 0 0-16,-5-1 0 0,9-1 0 0,-4 2 0 16,-2 4 0-16,5 4 0 0,-2-3 0 0,-3 6 0 15,-6 2 0-15,8 0 0 0,-11 0 0 0,11 2 0 0,-8 4 0 16,0-1 0-16,3 6 0 0,-3 2 0 0,-7-6 0 15,14 15 0-15,-14-12 0 0,7 8 0 0,-7 2 0 16,5-2 0-16,-5-3 0 0,4 13 0 0,-3 3 0 16,-6-7 0-16,4-8 0 0,-2 8 0 0,-2 0 0 15,-2 0 0-15,2-6 0 0,-7-5 0 0,-5 5 0 16,-3 3 0-16,1-1 0 0,-1-7 0 0,-5 0 0 16,-4 5 0-16,0-5 0 0,4-2 0 0,-4-4 0 15,-8 4 0-15,5-5 0 0,7-1 0 0,-1-5 0 0,1-3 0 16,11 3-21-16,-11-8-80 0,13 1-103 0,-5-2-242 15,4-12-331-15,8 5-28 0,0-13-705 0,3 1 326 16,2-2-729-16</inkml:trace>
  <inkml:trace contextRef="#ctx0" brushRef="#br0" timeOffset="171584.51">22242 8982 118 0,'5'0'2022'0,"-5"-11"-1166"0,0 4-85 0,0 7-25 0,-11-6-245 16,5-1-344-16,-6 7-126 0,-3 0-17 0,7 2-10 15,-11 3 2-15,14-3-5 0,-19 7 6 0,4 6 2 16,-2 7 2-16,8-6 0 0,-6 5 13 0,2 8 4 16,-6 11 11-16,10-6 3 0,2-7 3 0,0 15 21 15,-3 6 38-15,3-1 39 0,9-17-33 0,1 9 43 16,2-5-10-16,2 5 11 0,1-17-70 0,4 0-4 0,1 2-36 15,4-4-19-15,-3-4-10 0,-4-6 4 0,10 1 1 16,-8 0-4-16,7 0-5 0,1-4 1 0,-7-3-6 16,11 3-5-16,-11-7-4 0,10 6-6 0,0-4 4 15,-1-4-3-15,-8 2-2 0,9-6-1 0,-4-1-1 16,-8 1-12-16,9-2-15 0,-3 0 10 0,-3-8-19 16,3-5 12-16,-9 3 7 0,2 5 13 0,-10-14 29 15,-1 8 40-15,0-3 4 0,-4 4-11 0,2-8 26 0,-16-3 24 16,4 5-15-16,5 9-33 0,-6-12 2 0,-6-3 13 15,7 10-14-15,3 3-17 0,-2-1 8 0,2 2 3 16,-10-8 9-16,13 11-5 0,2 2-12 0,-3-2 18 16,7 2 28-16,1 1-11 0,-5-4-19 0,10 5 28 15,-4-4-7-15,4-9 20 0,-2 17-47 0,4-12 7 0,0-7-11 16,9-2-1-16,-6 10-25 0,3-8 4 0,2 4-10 16,4-2-4-16,6-2 0 0,-6 6-1 0,2-3 0 15,5 0 3-15,-4 8-2 0,-1-6 2 0,1 3 0 16,-4 3-4-16,1 5-1 0,-3-5-5 0,-4 5 0 15,14-2-1-15,-4-1 3 0,-10 8 2 0,10-3-1 16,-1 4 4-16,-2 2 4 0,9 0-1 0,-3 0-3 0,0 0-3 16,-4 6-1-16,-2-1 0 0,8 8-5 0,-1 0 1 15,-2 0 0-15,-9 1 3 0,11 7-1 0,-11-3-1 16,1 4 2-16,-3-9 0 0,-6 5-2 0,4-5 1 16,-2 14-1-16,-2-12 0 0,0-6-2 0,3 12-9 15,-3-10-57-15,3-4-40 0,-1 4-12 0,2-3-154 16,-1 0-257-16,0 0-163 0,2-1 4 0,-5-7-362 15,12 6-19-15,0-6-230 0,-9 0-291 0</inkml:trace>
  <inkml:trace contextRef="#ctx0" brushRef="#br0" timeOffset="179262">23175 8857 100 0,'0'0'876'0,"0"-2"-381"0,10-9-93 0,-8 9 152 16,4-9 116-16,-6 8-255 0,0 1-169 0,6-11 24 16,-6 13 18-16,3-9-15 0,0 2-82 0,-3 4 62 15,2-7 17-15,-2 10-12 0,0-13 30 0,0 13-137 0,0-9 55 16,0 5 29-16,0 4 6 0,0-9-111 0,-2 1 43 15,2 11-11-15,0-6 21 0,-6-4-90 0,6 4 16 16,0 3-45-16,-2-3 2 0,-5-5-22 0,7 8 7 16,0-2-4-16,-20 2-12 0,13 0-11 0,-1 0-3 15,-13 5-1-15,9-3-5 0,-8 9-8 0,-1 2-5 0,1 0-3 16,-4 3 0-16,6 0-1 0,-2 0-1 0,-1 0 1 16,1 2 1-16,1 4-1 0,5-7 2 0,-13 14 0 15,9-5 0-15,-4 2 0 0,3-4 3 0,-4 18 0 16,2-8-2-16,1-1-2 0,8-4-6 0,-3 7-3 15,-2 13-1-15,10-10-1 0,2-7 5 0,-2 6-2 16,7 2 5-16,0-4 11 0,4-12-3 0,2 7-2 0,3 2-9 16,2-5-1-16,3 1 5 0,-2-10-8 0,3 3-9 15,4 4 2-15,-2-5 19 0,-2-9-3 0,2 3 8 16,0 6-4-16,5-8 7 0,-10-4-6 0,8 4-27 16,4 2-24-16,-1 0-16 0,-7-8 19 0,4 4-21 15,4-3-17-15,-2-4-15 0,-7 0 44 0,-6-4-15 16,21 0-3-16,-18-2-9 0,8-3 24 0,-2-2 5 15,0-4 11-15,-6 5 13 0,0-2 7 0,-2-3 11 0,5-11 5 16,-6 2 3-16,-6-2 8 0,-3 6-4 0,0-6 2 16,-3 3 4-16,-6 0 4 0,1 5 6 0,-7 0 6 15,-2 0 5-15,1 3 15 0,5 5 6 0,-13-8 32 16,7 3-17-16,-4 2-10 0,18 11-17 0,-21-5 15 16,4 5-36-16,8 0-14 0,-5 5-7 0,5 6-19 15,-15 8-8-15,7-6 5 0,8-3 3 0,-9 7-12 0,-6 1 6 16,7-3 43-16,2-1 7 0,4-4-6 0,-10 4 11 15,4-4-1-15,10-5-22 0,1 1-21 0,-2-3-50 16,-5 5-131-16,16-12-87 0,0 8-20 0,-10 1-254 16,10-5-135-16,0 0-438 0,0 0 387 0,0 0-179 15,10-5 117-15,-3 5 7 0,-4-4 51 0</inkml:trace>
  <inkml:trace contextRef="#ctx0" brushRef="#br0" timeOffset="181565.83">23702 8659 499 0,'0'-13'2006'0,"0"0"-1307"16,0-9 22-16,0 13-167 0,4-2-361 0,-1-8 109 16,2 5-17-16,-1-6-3 0,-1 14-36 0,2-14 88 15,-2 0-11-15,1 10 58 0,1-6-100 0,-5 5-82 0,3 4 29 16,-3 1-70-16,3-7 5 0,-3 13-87 0,0 0-1 16,0 0-18-16,0 0-28 0,0 0-18 0,0 0 1 15,0 0-8-15,4 0-11 0,6 6-3 0,-6 12-7 16,2 6 8-16,-4 5 1 0,-2-3 3 0,0 11 5 15,0 16 4-15,-2-3 4 0,-1-10-3 0,-4 10-2 16,5 9-9-16,-6 4-4 0,1 4 8 0,4-23 3 16,-2 15 2-16,1-6 0 0,1 13 12 0,1-33-3 0,2 15 2 15,5-2-3-15,-1-6-2 0,1-9-2 0,7 4 0 16,-4-7-4-16,4-1 1 0,-2-8-3 0,-1 4-9 16,2-2-53-16,-5-10-83 0,0-4-82 0,-4 2-191 15,5-7-161-15,1 7-429 0,-8-9 251 0,0 0-371 16,0 0 62-16,4-11 181 0,-4 6 257 0,0-17-561 15</inkml:trace>
  <inkml:trace contextRef="#ctx0" brushRef="#br0" timeOffset="181912.9">23994 8651 468 0,'0'-18'1898'16,"3"-4"-1194"-16,-3 4 21 0,4 3-209 0,-1-7-18 16,-1 14-294-16,1-8 2 0,0 11-31 0,1-6 105 15,4 3 19-15,-11 8-38 0,6-2-90 0,3-9 2 16,-6 11-9-16,3 0-82 0,-3 0-27 0,0 0-42 16,3 11-7-16,-3-1 3 0,0 14-1 0,0-10-2 0,0 10 5 15,0 9 8-15,0 0-20 0,2-7-9 0,1 11 3 16,4 5 2-16,-2 19-5 0,2-29-2 0,1 10 0 15,4 6 16-15,0-3 16 0,-7 0-5 0,4 0-1 16,3-3 3-16,-6 0-1 0,0-5-6 0,0 5-4 0,-4-4-13 16,2-6-24-16,2-12-1 0,-4 20-97 15,-2-14-35-15,3 1-44 0,-3-3-72 0,0-9 3 16,0 13-314-16,-3-12-35 0,3-9-1 0,-2 4 109 0,-4-1-220 16,2-5 1-16,4-5-56 0,-5 6 424 0,0-3-341 15</inkml:trace>
  <inkml:trace contextRef="#ctx0" brushRef="#br0" timeOffset="182179.19">24089 9032 368 0,'-7'-10'621'0,"7"7"-191"0,0 3 109 0,-2-11-93 0,-4 3 140 16,0 3-125-16,3-3-73 0,3 5-147 0,-15-4 44 16,3 1-82-16,-10 1-5 0,15 5-87 0,-22-2 6 15,2-2-15-15,-8 4 23 0,14 4-59 0,-6-4 8 16,5 2-17-16,-2 1-16 0,6-3-19 0,-3 2-3 16,6 1-78-16,3 0-33 0,2-3-39 0,0 3-168 0,1-1-226 15,9-2-459-15,-8-2 188 0,1 2 238 0,7 0-1102 16</inkml:trace>
  <inkml:trace contextRef="#ctx0" brushRef="#br0" timeOffset="183045.87">21752 10228 162 0,'0'0'2740'0,"0"0"-1694"0,0 0-353 0,0 0 337 16,7-5-787-16,-5 0-248 0,8-1-126 0,0 4-103 16,32-7-90-16,-13 7 68 0,-2-3 89 0,14 3 11 15,15-4 67-15,9 3 88 0,-21 1 57 0,12-4 56 16,15 3 21-16,24 1 66 0,-34 0-83 0,22-1 32 15,5-3-34-15,19 4-31 0,-26-1-13 0,16 1-11 0,1-4-18 16,2 4 1-16,33-3 14 0,-57 1-24 0,27 2 3 16,1-3-29-16,-7-3-1 0,-11 5 0 0,7-5-5 15,-15 3-10-15,-8-1-13 0,-23 1-1 0,12 0-65 16,-18 5-51-16,-9-3-96 0,-11 3-27 0,-1-3-274 16,-20 3-149-16,0 0-37 0,0 0 173 0,0 0-154 15,0 0 73-15,-20-10 78 0,-1 7 204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400" units="cm"/>
          <inkml:channel name="Y" type="integer" max="15875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2208.69556" units="1/cm"/>
          <inkml:channelProperty channel="Y" name="resolution" value="2204.86108" units="1/cm"/>
          <inkml:channelProperty channel="F" name="resolution" value="0.00114" units="1/dev"/>
          <inkml:channelProperty channel="T" name="resolution" value="1" units="1/dev"/>
        </inkml:channelProperties>
      </inkml:inkSource>
      <inkml:timestamp xml:id="ts0" timeString="2026-03-01T14:02:00.24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11667 11059 477 0,'0'0'1979'0,"-3"-8"-1360"0,-3-3 219 16,3 11-14-16,-2-2-236 0,1-1-316 0,-11 1-126 16,10-1-22-16,-5 3-1 0,0 3 7 0,0 4 129 15,1-1 21-15,1 5 38 0,4-6-89 0,-7 16 60 16,-1 3 36-16,6-3-131 0,0 3-83 0,1-6-57 15,-2 21-42-15,5-2-12 0,-1 3 0 0,0-5 0 0,3 15 0 16,0 5 0-16,3 4 0 0,0-19 0 0,2 13 0 16,4-1 0-16,9-1 0 0,-9-22 0 0,8 5 0 15,5-2 0-15,0-2 0 0,0-12 0 0,-2-3 0 16,4 4 0-16,-2-8 0 0,2-1 0 0,8 1 0 16,-5-5 0-16,2-4 0 0,-5-4 0 0,3 2-1 15,-3-6-52-15,-1-5-221 0,-2-2-229 0,-9 5-70 0,6-5-486 16,-4-8-304-16,1-3 2 0,-6 10 501 0,2-4-899 15</inkml:trace>
  <inkml:trace contextRef="#ctx0" brushRef="#br0" timeOffset="189.49">11985 11443 204 0,'-20'0'3450'15,"2"3"-1844"-15,6-1-407 0,-3-2-383 0,3 2-282 16,-2 1-373-16,-6 3-59 0,1-1-52 0,-10 1 1 15,6 1-36-15,-1 4-12 0,3-1-3 0,-2 4 0 16,-4-7 0-16,3 4 0 0,7-3 0 0,-4 0 0 16,13-5 0-16,-16 2 0 0,12-3-47 0,4-2-142 15,-4 0-433-15,12 4-243 0,-18-10-289 0,14 3 244 0,-4-8-304 16,6 3-760-16</inkml:trace>
  <inkml:trace contextRef="#ctx0" brushRef="#br0" timeOffset="686.16">13122 11738 458 0,'0'0'1892'0,"0"0"-1114"0,-9 9-186 16,4-4 188-16,-7-5-232 0,-6 3-248 0,16 0-154 0,-20-3 50 15,0 2 48-15,0 0 74 0,5 2 32 0,-7 1 5 16,4 0-18-16,-4-2-36 0,7 0-111 0,-13-1 36 15,9 0-137-15,13 1-35 0,-11-3-24 0,11 0-23 16,-4 3-7-16,6-3 0 0,-5 0 0 0,11 3-21 16,-4-3-133-16,-7 2-178 0,11-2-343 0,0 0 42 15,0 3-422-15,0-3-152 0,0-3 35 0,0 6 320 0,6 7-1125 16</inkml:trace>
  <inkml:trace contextRef="#ctx0" brushRef="#br0" timeOffset="899.59">13266 11916 2309 0,'0'0'1386'0,"0"6"-502"0,3 1-20 0,-14 2-463 16,2-5-269-16,0 5-60 0,-11-2 6 0,-4 6 68 16,-6 2 162-16,6-8-14 0,4 1-55 0,-6-1 73 15,-1 2-39-15,-2-4-2 0,11-2-135 0,4 0-86 16,-4-1-17-16,6 0-30 0,-5-2-10 0,-2 0-47 15,7-2-270-15,4-3-303 0,-4-6-269 0,12 5 40 0,-5-22-657 16,8 6 306-16,5 4-515 0</inkml:trace>
  <inkml:trace contextRef="#ctx0" brushRef="#br0" timeOffset="1511.95">13656 11470 164 0,'-15'0'2185'0,"13"2"-600"15,-2-4-192-15,-7-4-307 0,11 6-430 0,0 0-270 16,-9-14-358-16,9 14-46 0,0-15-20 0,0 10 12 16,2-9-4-16,5 6 8 0,-2 0 2 0,5-5 8 15,-2 2 11-15,1 4 6 0,6-6 3 0,-13 10-3 0,16-10-1 16,3 2-1-16,-9 5-8 0,8-1 3 0,1-1 0 16,-1 3-1-16,10-4-1 0,-16 9 2 0,8 0 3 15,-12 3 3-15,9-1-3 0,-11 2-2 0,13 1-1 16,-9-3 0-16,-6 4-2 0,6-1 0 0,-4 3-13 15,-2-1-1-15,0 10-16 0,-9 4-26 0,3-8 15 16,-3 11-25-16,-6-5 17 0,6-9 29 0,-11 6 15 16,2 2 15-16,-6 0 44 0,4-1 7 0,2-7-12 0,-3 3 24 15,-5 6 9-15,13-14-23 0,-2 8-16 0,6-2 7 16,-2-3-17-16,5-5-3 0,-3 8-17 0,3-9-7 16,0-2 1-16,15 2-1 0,-10 1 0 0,5-3-1 15,7 0-20-15,-8 0-15 0,6-3-27 0,2 3-1 16,-2 0-17-16,14-2 2 0,-7 2 1 0,-2 2 23 15,0-2 15-15,1 3 45 0,-1 3 34 0,-13-4-7 0,10 3 15 16,-7 3 7-16,-5-3-6 0,0 10-9 0,-1-8-8 16,-1 22 12-16,-3-10 35 0,-3-4 10 0,-3 7 32 15,-6 2 24-15,-3 2-9 0,7-8-51 0,-9 6 7 16,-2 5-37-16,1-2-42 0,1-3-9 0,0 0-5 16,-2-6 0-16,2 1 0 0,-1 5 0 0,12-19 0 15,-5 10 0-15,4-6-4 0,2 4-52 0,-2-8-90 16,5 3-312-16,2-8-152 0,0-2-325 0,0 2 60 0,5-11-336 15,7 0 54-15,12-15-1453 0</inkml:trace>
  <inkml:trace contextRef="#ctx0" brushRef="#br0" timeOffset="1701.44">14475 11738 1316 0,'5'4'1924'16,"-5"-4"-949"-16,7 7 1 0,-4 2-107 0,-3-1-474 0,-3 8-160 15,-4 10-80-15,2-8 23 0,-4 1-24 0,3 5 67 16,-6 5 42-16,0-3-48 0,3 1-73 0,4-9-74 16,-5 6-4-16,5 8-27 0,0-9-33 0,1-4-4 15,1 3 0-15,3-15-29 0,0 17-233 0,3-19-44 16,1 3-374-16,-4-8-332 0,5 0-193 0,4 3 295 0,2-14-369 16</inkml:trace>
  <inkml:trace contextRef="#ctx0" brushRef="#br0" timeOffset="2116.33">14990 11096 2469 0,'-3'-8'1328'0,"3"6"-239"15,0-7 3-15,0 4-236 0,0 5-522 0,0-8-188 16,0-3-112-16,0 15-42 0,0-4-10 0,0-4-1 16,0 8 0-16,0-4 3 0,0 9 0 0,0 0 8 0,3 17 10 15,-6-2 8-15,3 5 6 0,0-3 10 16,0 9 37-16,0 7 34 0,0-2-21 0,0-10-12 0,-2 6 32 15,2 14 17-15,0-13-48 0,0-10-26 0,0 8 23 16,0-1-2-16,2 0-2 0,1-15-34 0,4 4 8 16,-2-4-4-16,2-10-13 0,1 6-14 0,4-4-1 15,-7-4 0-15,11 4 0 0,-1-3-21 0,-10-8-38 16,24 8-103-16,-7-8-112 0,0-3-86 0,-4-2 18 16,15-11-432-16,-10 2-65 0,3 1-87 0,-11 0 232 15,6-11-217-15,-1 1 56 0,4-3-76 0,-9 9 107 0</inkml:trace>
  <inkml:trace contextRef="#ctx0" brushRef="#br0" timeOffset="2268.92">15394 11350 1038 0,'-2'-8'1650'0,"2"8"-865"16,0 3 306-16,-7-1 15 0,2 7-147 0,2-7-513 15,-7 14-16-15,5-1-139 0,1 4-103 0,-1-1-102 0,2 6-8 16,-4 0-37-16,7 3-39 0,0-1-2 0,4-2 0 16,-1 0 0-16,0 3 0 0,-1-7 0 0,5 10 0 15,-2 1 0-15,5-4 0 0,-5-1 0 0,7 14 0 16,-2-10 0-16,0-8 0 0,0-2-23 0,-8-16-115 15,10 10-418-15,-6-4-214 0,0-7-390 0,0 5 250 16,-6-5-303-16,4-3-1837 0</inkml:trace>
  <inkml:trace contextRef="#ctx0" brushRef="#br0" timeOffset="3083.75">15942 11538 690 0,'-9'5'2780'16,"6"1"-1559"-16,3-6-243 0,0 0-352 0,0 0-426 15,0 0-117-15,0 0-68 0,0 0-12 0,0 0-7 16,-2-9-2-16,-5 5 1 0,11 4 0 0,-4 0 0 0,0-14 5 16,0 11 6-16,3-2 2 0,2 0-4 0,4-6 4 15,-3 9-3-15,3-4 6 0,-1 1-6 0,1 3-8 16,6-2 5-16,6 2 4 0,-15 2-2 0,8 0 1 15,6 2-6-15,-10 2 1 0,7 3 7 0,-5 6 2 16,-2-4-1-16,7 11 0 0,-8-1 2 0,-3-6-2 16,-4 9 2-16,2 1 3 0,-4-2 3 0,-4-5 11 15,2 8 24-15,-8-5 2 0,0 4 27 0,0-6-5 16,1-2 54-16,4 3 5 0,2-4-15 0,-4-6-31 0,-1 5 66 16,2-2-39-16,6-11-39 0,-6 7-41 0,4-3 6 15,2-4-11-15,-5-4-7 0,0-3-20 0,5-1-15 16,0 0-23-16,3-11-43 0,4-5-51 0,1 6 46 15,4-3-66-15,0 0-44 0,-3-3-41 0,-1 5 45 16,16-10-106-16,-7 8 47 0,1 0-23 0,0 6 93 16,2-5-21-16,7 2 37 0,0 2 46 0,-13 8 58 0,4-2 6 15,-1 5 34-15,-5 1 9 0,0-1 6 0,9 3 7 16,-13 2 17-16,-1 0 12 0,1 5 6 0,-1 1 30 16,-2 3 54-16,-2 11 1 0,-3-5 2 0,0 4-23 15,-3 4 82-15,-6 4 32 0,1-6-10 0,1-3-63 16,-1 4 41-16,-4 2 70 0,3-6-70 0,6-7-75 15,-2-1-3-15,1-1-24 0,-2 6 4 0,6-15-43 0,-2 11-12 16,2-8-4-16,0-3 1 0,0 0-5 0,0-3-7 16,0-8-11-16,2 1-25 0,-2 5-27 0,6-12-77 15,3-3-51-15,6-2-34 0,-6 11 34 0,3-7-88 16,8-3-27-16,1-3 39 0,-3 8 57 0,-4 3 92 16,4-5-7-16,3 1 25 0,4-3 28 0,-6 9 34 15,1 0 8-15,-3 0 13 0,-7 9 10 0,7-3 7 0,4 3 28 16,-13 2 2-16,7 4 14 0,-6-1-7 0,-3 5 56 15,3 8 52-15,-4-1 19 0,-1-9-34 0,-1 21 59 16,-3-7 20-16,-3 10 61 0,-1-14-123 0,2 8 17 16,-1 0-36-16,0 7 12 0,-3-13-62 0,6-1-47 15,0-2-9-15,0-1-38 0,4 4-78 0,-4-8-93 16,2-1-290-16,-2-4-268 0,3-3-384 0,2 9-85 16,-5-14 23-16,12-1-261 0</inkml:trace>
  <inkml:trace contextRef="#ctx0" brushRef="#br0" timeOffset="3550.5">17086 11483 480 0,'0'0'1963'0,"0"0"-1211"16,0 0-5-16,0 0-86 0,0 0-382 0,-12-4-198 16,0 8-115-16,6-2 6 0,-15 9 21 0,6-1 28 15,-2 3 54-15,-10 4 69 0,7-2 55 0,6-2-40 16,-5 1 87-16,4-1 49 0,1 0 55 0,8-11-163 15,-3 12 29-15,6-4-36 0,-3-1-16 0,6 2-92 16,0-11-51-16,9 9-8 0,-6 0-6 0,9-5-6 0,5 2-9 16,7-1-5-16,0 1 9 0,-4-3 1 0,13-1-5 15,2 0 1-15,-6 4-3 0,-14-3 3 0,12 2-2 16,-7 3-7-16,-11-6 5 0,12 7 1 0,-13-2 4 16,-1 1 30-16,4 3 15 0,-7 0 8 0,-4-4 14 15,2 9 65-15,-4-5 23 0,-10 15 43 0,5-15-100 0,2 0 26 16,-15 7-10-16,-11 3-28 0,14-8-64 0,-13 3-9 15,4-3-7-15,-4-2 0 0,-2 0 0 0,3-6 0 16,2-3 0-16,-2-2-35 0,12-2-85 0,-10-1-311 16,6-8-181-16,9-2-351 0,4-2-241 0,1 1 294 15,7-7-369-15</inkml:trace>
  <inkml:trace contextRef="#ctx0" brushRef="#br0" timeOffset="4159.87">18420 11501 968 0,'14'-5'873'0,"-14"5"-77"0,0 0 179 0,0 0-212 15,0 0-61-15,4-11-212 0,-8 5-162 0,-4 1-37 16,-10 1-30-16,-2 0-44 0,-7 4 12 0,10 0-57 0,-22 4 131 16,4 0-91-16,-1 1-49 0,7-1-71 0,-18 5 39 15,11-3-56-15,-3 2-9 0,14 0-35 0,-4 0-8 16,-5 0-10-16,22-2-4 0,2-4-3 0,-2 3-9 15,0-2-86-15,12-3-51 0,0 0-107 0,0 0-122 16,0 0-249-16,17-10-318 0,-5 6-252 0,-7 2 348 16,10-6-233-16,9 5-171 0</inkml:trace>
  <inkml:trace contextRef="#ctx0" brushRef="#br0" timeOffset="4363.34">18429 11692 398 0,'-9'15'3191'0,"6"-10"-2380"16,-6 6 283-16,-11 0-82 0,5-9-385 0,-2 4-416 16,-7-4-43-16,4 1-23 0,-7-3 1 0,6 2-45 0,9-2 7 15,-15 0-16-15,2 0-28 0,6 0-45 0,-10 0-15 16,9 0-4-16,8 0 0 0,0-2-5 0,-6-3-64 16,-3-6-155-16,13 0-95 0,5 3-244 0,-4-8-64 15,5 6-459-15,-4-4-265 0,6-1 111 0,0 2-302 16</inkml:trace>
  <inkml:trace contextRef="#ctx0" brushRef="#br0" timeOffset="4941.78">20170 10784 108 0,'15'-3'2142'0,"-15"3"-1334"0,0 0-196 0,0 0 184 16,0 0-207-16,0 0-273 0,-8-11-117 0,-4 11-128 15,-13 0 2-15,1 0 5 0,2 6 22 0,-2-4-6 16,-20 4 118-16,2 2 15 0,-7 2 45 0,16-1-51 0,-23 4 164 15,9 0-108-15,-6 0-40 0,18-3-95 16,-13 3-16-16,-1 2-45 0,5-6-56 0,17-3-25 0,-2-1-1 16,2 1-26-16,18-4-42 0,-6-2-46 0,12 3-251 15,3-3-152-15,-15-3-531 0,15 3-23 0,0 0 183 16,0-2-257-16,15-9-192 0</inkml:trace>
  <inkml:trace contextRef="#ctx0" brushRef="#br0" timeOffset="5183.13">19802 10906 570 0,'2'2'1982'16,"5"9"-913"-16,-4-6-297 0,-1 3-175 0,1 0-398 15,-3-8 2-15,9 18 38 0,-6-4-21 0,0-12-41 16,9 14 118-16,-10-2 3 0,8 12 71 0,-4-10-159 16,2 10 54-16,-1 1-29 0,-2 15 3 0,-2-16-140 0,-3 9 3 15,0 5-59-15,3-1-28 0,-6-2-11 0,3 1-3 16,0-5 0-16,0 8 0 0,3-10 0 0,-3 6 0 15,0-3 0-15,4-4 0 0,-4 7 0 0,2-21 0 16,1 2 0-16,0 3 0 0,-1-12-1 0,5 6-27 16,-4-4-133-16,-3-4-216 0,2-7-187 0,1 14-52 15,-3-14-715-15,0 0 119 0,0 0 53 0,0 0-415 16</inkml:trace>
  <inkml:trace contextRef="#ctx0" brushRef="#br0" timeOffset="6456.73">19304 12368 737 0,'0'0'2962'0,"0"0"-1945"0,0 0-128 15,-3 14 32-15,-1-14-730 0,8 0-256 0,-4 0-14 16,0 0-39-16,18 0-29 0,-9 0 34 0,11 0 42 0,0 2 43 15,21 2 54-15,1-8 7 0,-3 4 2 16,19 4 18-16,5-8 3 0,18 2 16 0,-25-3-36 0,22-4 10 16,-2 2 5-16,16-1 0 0,-19-1 2 0,-24 2-32 15,20 1-6-15,-11-1-11 0,10-1-61 0,-32 0-34 16,8 2-160-16,-9-2-241 0,-6 3-229 0,-5-3-243 16,-14 5-6-16,4-1-312 0</inkml:trace>
  <inkml:trace contextRef="#ctx0" brushRef="#br0" timeOffset="6702.07">19436 12636 400 0,'-27'8'1621'0,"7"0"-1181"16,-4-2 303-16,12-2-234 0,-2 1-292 0,-1-1-141 0,12-4 22 15,3 0 23-15,0 0 25 0,0 0-12 0,0 7 73 16,3-1 89-16,12-1-64 0,6-5-38 0,-4 2-71 15,15-2 44-15,-5 0-68 0,7 0-26 0,-9-2-36 16,16-1 21-16,1 1-14 0,2-2-2 0,-11 0-7 16,14-5 5-16,-3 4-10 0,-3 1-9 0,-9 0-11 15,7-1-68-15,5 3-136 0,-15-4-126 0,-2 3-88 16,2-4-295-16,-5 1-192 0,-7 1-231 0,-5-1 507 0,0 2-918 16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400" units="cm"/>
          <inkml:channel name="Y" type="integer" max="15875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2208.69556" units="1/cm"/>
          <inkml:channelProperty channel="Y" name="resolution" value="2204.86108" units="1/cm"/>
          <inkml:channelProperty channel="F" name="resolution" value="0.00114" units="1/dev"/>
          <inkml:channelProperty channel="T" name="resolution" value="1" units="1/dev"/>
        </inkml:channelProperties>
      </inkml:inkSource>
      <inkml:timestamp xml:id="ts0" timeString="2026-03-01T14:04:24.80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30256 1727 835 0,'-9'-7'1235'0,"-1"-2"-753"15,5 1 173-15,0-8 150 0,5 1-418 0,0 10-200 16,-4-6-7-16,4 9-11 0,0-12 36 0,4 6-103 15,-4 2-5-15,8-4-24 0,1 4-43 0,3 2-27 16,3-5-6-16,-5 7 0 0,2-1 1 0,10 3 0 16,-8 0 2-16,-2 0 1 0,15 5 0 0,-7 1-3 0,-8-6-3 15,0 5-11-15,8 3-7 0,-2 0 3 0,-14-2 3 16,16 9-7-16,-8-2 2 0,-7-4 10 0,4 6 11 16,-3-1 2-16,-2 10-2 0,-4-11 1 0,0-2 2 15,-12 4-3-15,5-4-2 0,-13 9 3 0,-7-4 4 16,13-8 2-16,-10 3 4 0,-3 0 11 0,-8-1 57 15,14-2 22-15,-11 0 68 0,0-3 18 0,-4 1 54 16,-2-3 45-16,2 1-2 0,2 5-9 0,-2-7-42 16,4 3-55-16,-4 1 27 0,13-1-83 0,-1-3-32 15,12 2-33-15,-8-4-11 0,8 0-22 0,-3 2-17 16,15-2-5-16,-14 11-4 0,11-11-6 0,-9 10 1 0,8-7-1 16,4 2-22-16,-3 8-14 0,1-2-22 0,2-3-14 15,0 0 12-15,-3 7-53 0,3-6 26 0,-3-1 13 16,3 5 32-16,-6 3-12 0,-6 8 19 0,1-9 16 15,-4-6 9-15,-3 6-1 0,-20 3 5 0,2-2 24 0,7-10 35 16,-13 1 43-16,-19 2 64 0,5-5 16 0,12 0-36 16,-12-4 34-16,3 0-16 0,-21-4-21 0,29 2-64 15,-4-5-15-15,-7-2-41 0,9-1-8 0,6-6 0 16,14 5 0-16,0-4 0 0,-9-3 0 0,19-6 0 16,9 7 0-16,-7-6 0 0,8-1 0 0,5 2 0 15,2 9 0-15,5-8 0 0,-1 11 0 0,4-3 0 0,4 0 0 16,-3 7 0-16,17-8 0 0,-17 12 0 0,12-3 0 15,0-3 0-15,-1 3-1 0,4 1-69 0,-18 4-107 16,12-2-210-16,-10 4-268 0,4 2-325 0,-3 9-509 16,-6-10 581-16,-3 21-238 0,-6-6-791 0</inkml:trace>
  <inkml:trace contextRef="#ctx0" brushRef="#br0" timeOffset="161.56">28882 2611 1298 0,'0'13'2040'0,"0"1"-913"0,0-14-118 16,7 10-334-16,-5-7-120 0,13-3-269 0,-3 0-65 16,5-3-53-16,7 0 43 0,-1 0-12 0,10-1 4 15,-12-5-126-15,8 2 3 0,4-1-40 0,2-3-38 0,1-2-45 16,-4-3-67-16,3 0-251 0,-6 3-296 0,2 0-103 16,1-11-573-16,-3 0 122 0,-5 0-357 0,-9 2-430 15</inkml:trace>
  <inkml:trace contextRef="#ctx0" brushRef="#br0" timeOffset="361.02">29817 1410 3202 0,'8'-4'1608'0,"-1"4"-394"0,-7 0 279 0,0-2-847 16,11-3-618-16,-11 5-28 0,0 0 0 0,0 0 0 0,0 0 0 15,0 0 0-15,0 0 0 0,4-11-23 0,-4 9-60 16,2 2-264-16,-2 0-151 0,-17 0-641 0,13 2 238 16,-4 7-312-16,-7 0-79 0,3-3-1256 0</inkml:trace>
  <inkml:trace contextRef="#ctx0" brushRef="#br0" timeOffset="884.62">27799 1294 3564 0,'-4'-14'1260'0,"1"4"154"16,1 7-629-16,-1-10-218 0,0 9-424 0,-1-5 9 15,4 9-69-15,4 0 17 0,-8 0-19 0,8 0-54 16,-8 2-17-16,4 16-5 0,0-2-5 0,0 19 0 15,0-9 0-15,0 14 0 0,4 18 0 0,-1 0 0 0,0-12 0 16,2 17 0-16,-1-3 0 0,1 15-1 0,1-33-5 16,3 14-24-16,-4-6-90 0,7 10-162 0,-5-25-27 15,5 2-321-15,-7 1-294 0,1-10-269 0,-2-4 25 16,-4-3 2-16</inkml:trace>
  <inkml:trace contextRef="#ctx0" brushRef="#br0" timeOffset="1452.11">27303 1198 4478 0,'-6'-8'1414'0,"1"0"-201"15,1 6-200-15,-7-4-951 0,11 6-55 0,0 0-5 16,0 0 0-16,0 0-2 0,3 3 0 0,5 4 0 15,-1-1 0-15,1 12 0 0,8 4 0 0,-6 15 0 16,-3-14 0-16,8 18 0 0,-7 1 0 0,4 11 0 16,-6-16 0-16,2 2 0 0,-1 6 0 0,-4-2 0 15,2-1-10-15,-1-2-20 0,-4 4-16 0,3-1-32 0,-3-9 0 16,0 16-95-16,0-10 15 0,-3-5-10 0,-4-9 42 16,2 6-39-16,-2 4-39 0,-5-14 67 0,4-6 50 15,-4-1-26-15,-5-4 26 0,0 0 5 0,-5-9 37 16,17-2 32-16,-22-7 5 0,3-1 8 0,0-3 29 15,4-2 54-15,0-8 93 0,-4-9 23 0,0 4 22 16,2-3 15-16,0-6 17 0,-2-1-14 0,2-9-85 16,3 7-89-16,-10-23 18 0,6 8-41 0,4-2-17 0,8 16-22 15,-7-27-3-15,7 20 0 0,2 4 0 0,2 5 0 16,4 0 0-16,-2 3 0 0,2 12 0 0,-1 7 0 16,4 4 0-16,0 11 0 0,0-5 0 0,0-3 0 15,0 8 0-15,0 0 0 0,0 0 0 0,4 2 0 16,2 7 0-16,-4 1 0 0,8 13 0 0,-1 1 0 15,-4-5 0-15,5 15 0 0,0 14 0 0,0-8 0 0,-1-8 0 16,-4 5 0-16,1 3 0 0,0 4 0 0,-6-15 0 16,0 8 0-16,-2-2 0 0,-5 9 0 0,-5-9 0 15,4-11 0-15,-9 3 0 0,-14 7 0 0,8-7 0 16,2-12 0-16,-11 9 0 0,-12 0 0 0,-3 3 0 16,14-14 0-16,-11 3 0 0,-3-3 0 0,-6-6 0 15,18-3-3-15,-3-4-58 0,-1-4-127 0,4-1-185 16,6 0-149-16,-7-5-584 0,1-4-106 0,2-1 8 0,6-2 347 15,0-1-816-15</inkml:trace>
  <inkml:trace contextRef="#ctx0" brushRef="#br0" timeOffset="2448.44">26051 1706 202 0,'0'0'3405'0,"12"-6"-1943"0,-9 6-708 16,2-2 130-16,7-6-660 0,-2 3-354 0,-2 0-37 15,-2 1 68-15,2-5 4 0,-1 0 34 0,5-1 43 16,-1 2 23-16,5-2 12 0,9-4-2 0,-4 8 1 16,-3 4-6-16,6 0 2 0,8-1-7 0,-11 0-12 15,2 0 1-15,1 3-4 0,0-2-4 0,1-3-10 0,-10 5 11 16,-3-4-1-16,9 4-2 0,-6 0-6 0,-7 0 0 16,11 0-25-16,-19 4-7 0,8 1-7 0,-4-3-6 15,-4 1 20-15,-4 10-24 0,-8 4 28 0,1-10 14 16,-8 10 19-16,-3-2 2 0,-8 6 11 0,4-5 0 15,2 0-1-15,-8 6 0 0,-2-2 2 0,-10 4 2 16,9-2-2-16,-3-4-1 0,-4 6 3 0,5-3 5 16,6-5 9-16,-25 8 20 0,19-11 6 0,1 3 11 0,9-6-6 15,-7 4 33-15,-5-4 32 0,10-2-26 0,11 0-25 16,-3-1 10-16,-2-3-18 0,-1 3-12 0,4-5-5 16,14 2-12-16,-18-4 0 0,9 0-2 0,0 0-5 15,-2 0 3-15,7 0-22 0,-4-4-35 0,-9 0-13 16,16 1 17-16,-13 1-9 0,-1-7 1 0,-2 5 9 0,6 0 35 15,-7-1 10-15,0 3 27 0,4-1 48 0,1 3-11 16,-10-6 95-16,9 6-19 0,-1-2 15 0,3 0-24 16,-4 2 3-16,10-3-55 0,-15 0-14 0,15 3-20 15,-12-5-10-15,16 2-12 0,-7 0 5 0,-3-4 1 16,12 4-8-16,-8-3-3 0,2-9-14 0,2 10-7 16,0-6-6-16,-9-5-5 0,8 0-3 0,5 0 0 15,0 8 0-15,-3-10 0 0,4 4 0 0,1 1 0 16,-2-5 0-16,4 7 0 0,-5-4 0 0,4-4 0 0,1 14 0 15,-1-14 0-15,3-2 0 0,0 4 0 0,0-5 0 16,0 0 0-16,5-4 0 0,2-1 0 0,-2 6 0 16,1 3 0-16,6-9 0 0,2-3 0 0,1 7 0 15,0 4 0-15,-1-7 0 0,13-5 0 0,-6 4 0 16,-1 10 0-16,4-3 0 0,3 1 0 0,-4 1 0 16,1 2 0-16,-3 5 0 0,4 1 0 0,-1 1 0 0,-2 7 0 15,-2 2 0-15,9 0 0 0,-8 2 0 0,-6-2 0 16,2 6 0-16,-5-1 0 0,18 8 0 0,-6 0 0 15,-10-4 0-15,4 4 0 0,-1 3 0 0,-2 3-8 16,-3-6-14-16,-7 7-32 0,-1 2-16 0,-4 13-53 16,-4-12 31-16,-1 7-44 0,-4-2 1 0,-9 4 18 15,-2 0 28-15,-1-1 14 0,-11-2 28 0,-4-1 20 0,4-2 18 16,-12 8 3-16,0-10 7 0,-4-3 4 0,10-3-1 16,-24 11 7-16,6-7 0 0,4-4 1 0,-8-2 24 15,8 2 40-15,-14 2 47 0,13-7 5 0,1 0 11 16,16-8-35-16,-23 0 67 0,20-5-70 0,1 0-54 15,12-5-23-15,-10 0-8 0,4-6-15 0,6 5-1 16,11-1 0-16,0-1 0 0,-2-6 0 0,10 10 0 0,-5-7 0 16,10 2 0-16,-4-1 0 0,0 0 0 0,6 10 0 15,-3-13 0-15,3 13 0 0,0-4-17 16,0 4-5-16,0 4-27 0,0-4-13 0,-3 0-16 0,1 9 14 16,-5-3 16-16,-8 12 0 0,-11 6 11 0,-1-4 28 15,4-5 5-15,-13 6 3 0,-10 3 9 0,-13 6 28 16,23-17 10-16,-14 7 19 0,2-1 2 0,-10 8 15 15,28-16-37-15,-8-2 10 0,6 2-23 0,2-3-29 0,6 0-3 16,7-5 0-16,5-3 0 0,0 0 0 0,1-8 0 16,7-1 0-16,4 2 0 0,7-14 0 0,10-1 0 15,5 2 0-15,3 4 0 0,8-6 0 0,2 1 0 16,4 0 0-16,10-5 0 0,-4 4 0 0,5-2 0 16,-12 9 0-16,26-12 0 0,-15 8 0 0,-3 4 0 15,-16 4 0-15,14-7-53 0,-8 7-180 0,-12 0-152 0,-7 6-34 16,0 1-407-16,3-5-547 0,-10 7 168 0,-1-2 357 15,-6 4-898-15</inkml:trace>
  <inkml:trace contextRef="#ctx0" brushRef="#br0" timeOffset="2619.98">24030 1672 196 0,'-18'-9'2588'0,"10"4"-877"0,-4-5-597 0,2-4 87 0,10 10-718 15,-2-7-329-15,2 11-108 0,2-16-22 0,5 10-21 16,-2-5 1-16,17-7-2 0,-2 8 1 0,6-6 1 15,1 8-4-15,2 0-3 0,3 2-26 0,0 2-48 16,4 4-82-16,-4 0-95 0,-2 0-136 0,6 2-154 16,-12-2 16-16,16-2-469 0,-7-1 82 0,2 0-23 0,-14-2 304 15,11 0-301-15</inkml:trace>
  <inkml:trace contextRef="#ctx0" brushRef="#br0" timeOffset="2864.34">24787 1087 171 0,'-3'-13'2264'0,"0"0"-566"0,1 0-757 0,4-1 51 16,-2 4-751-16,3-1-99 0,0 0 0 0,-1-5 25 15,-2 12-7-15,4-5 22 0,-1 3 14 0,2-3-57 0,-5 9-29 16,4 0-71-16,11-6-9 0,-12 8-30 0,14 9-2 16,-2 6 0-16,6 3-1 0,-4-1 3 0,3 10 6 15,-5-9-2-15,7 13 3 0,-5-4-1 0,3-1 1 16,-11-4-4-16,18 20-1 0,-12-8-10 0,-1-4-32 15,1-10-16-15,2 17-97 0,2 1-133 0,-2-7-148 0,-9-9 45 16,8 5-316-16,-5 1-138 0,4-3-165 0,-9-12 286 16,0-4-368-16,3 7-108 0</inkml:trace>
  <inkml:trace contextRef="#ctx0" brushRef="#br0" timeOffset="3052.83">25240 954 2765 0,'0'0'1331'0,"10"-10"-130"0,-10 10-277 0,0 0-713 16,0-6-178-16,0-1 6 0,0 7-16 0,0 0-46 16,0 0-28-16,0 0-27 0,0 0-61 0,0 0-120 0,0 0-59 15,-3 21-536-15,-4-8-61 0,-7 13-198 0,6-7-550 16</inkml:trace>
  <inkml:trace contextRef="#ctx0" brushRef="#br0" timeOffset="4180.83">19726 1002 1495 0,'0'-13'920'0,"0"10"-35"0,2-7 264 0,-2 7-269 15,0 3-335-15,0 0-205 0,0 0-78 0,-2-11-127 16,4 7-49-16,-2 4-12 0,0 0-56 0,0 0-30 16,0 0-2-16,0 4-13 0,3 16 7 0,-3 6 0 0,0-10 12 15,-3 15 1-15,1 1 13 0,-1 5 6 0,-1 10 12 16,1-17-1-16,1 15 28 0,-8 3 11 0,5-4 42 15,-4 4 21-15,1 2 14 0,-4 1 2 0,2-7-6 16,5-4-41-16,-2 23 53 0,2-12-66 0,-2 8-8 16,5-20-32-16,4 21 19 0,-4-12-17 0,4 0-7 0,-2-17-15 15,10 15-5-15,-1-6-14 0,-1-9-2 16,4-12-1-16,3-1-7 0,9 6-12 0,-7-17-25 0,4 2-54 16,-6-5-35-16,8 0-174 0,3-4-315 0,-4 0-133 15,-5-4-26-15,0-5-376 0,7-2 55 0,-1-11-1438 16</inkml:trace>
  <inkml:trace contextRef="#ctx0" brushRef="#br0" timeOffset="4371.3">19916 1738 111 0,'-2'-3'1891'0,"-8"-3"-1079"16,5 1-246-16,2 3 323 0,-6-11-224 0,6 10-416 15,-9-5-108-15,4 0 13 0,-4 0 23 0,-6 6-37 16,12 2-49-16,-18 0 28 0,2 2 25 0,-2 9 16 15,4-6-47-15,-4 3 36 0,0 2-28 0,-11 7-3 0,14-10-66 16,-2 4-36-16,2 2-51 0,1-2-84 0,8-3-173 16,2-3-4-16,10-5-339 0,-14 0-274 0,14 2-78 15,0-9 259-15,2-6-683 0</inkml:trace>
  <inkml:trace contextRef="#ctx0" brushRef="#br0" timeOffset="4711.39">20423 1960 95 0,'-8'3'1850'0,"-4"0"-1224"16,3-1-150-16,4-2 167 0,-5 2-201 0,-7 1-218 15,10 0-100-15,-3-3 42 0,-9 0 3 0,7 0 11 0,-5 0 17 16,-1 0 30-16,6 3 4 0,-8-1 7 0,-1 1-8 16,16-3-65-16,-17 6 0 0,8-6-42 0,-1 0-29 15,7 2-61-15,-7-4-40 0,11 2-51 0,-4 0-78 16,-1 0-26-16,9 0-286 0,-10-4-125 0,5 4-311 15,5 0 162-15,0 0-205 0,0-2-188 0,0-12-461 16</inkml:trace>
  <inkml:trace contextRef="#ctx0" brushRef="#br0" timeOffset="4935.79">20435 2168 653 0,'6'6'1027'0,"-2"-3"-368"16,4 8-131-16,-8-11 419 0,0 0-328 0,2-5-77 0,-2-4-102 16,4 9-79-16,-4 0 35 0,-4 0-101 0,-6-2-78 15,3 2-98-15,-5 0 19 0,-5 0-48 0,2 0-20 16,-9 0-5-16,1-4 37 0,-1 4-12 0,0 0-28 16,7 0-29-16,-3 0-50 0,-4-2-144 0,15 2-123 15,-9-5-47-15,6 3-361 0,4-4-309 0,-1-5-368 16,4 4 586-16,-2 1-1493 0</inkml:trace>
  <inkml:trace contextRef="#ctx0" brushRef="#br0" timeOffset="5861.32">20523 1616 473 0,'0'-8'1962'0,"0"8"-943"0,0 0-197 16,0 0-243-16,0-2-135 0,12-9-212 0,-2 2-183 15,-8 7-30-15,10-9 10 0,-4 4 1 0,7 1 13 16,-3-4-1-16,3 4 64 0,11-7 5 0,1 6 33 16,-10 3-58-16,7-3 22 0,0 1-8 0,-1 1-35 0,1 5-41 15,-7 0-12-15,-5 3-7 0,3-1-1 0,3 4-3 16,-6-3 2-16,-3 5-2 0,8 5-1 0,-7-6 0 15,-5-1 1-15,4 8-1 0,-6-5-1 0,0 0-1 16,-3 6 1-16,-3 1-1 0,-6 3 1 0,1 3-1 16,-2-13 1-16,-2 8-1 0,-8 1 2 0,-1 4 2 0,10-9-1 15,-8 2 2-15,-1 1 3 0,-1 3 4 16,6-9-5-16,1 3 6 0,6-7 1 0,-4 1 10 0,0 4 3 16,12-11-8-16,-10 11 4 0,10-9 1 0,0-2-4 15,0 0-10-15,0 0-4 0,7 6-4 0,1-3-2 16,-4-3 0-16,11 4-1 0,2 0 2 0,-8 1 0 15,14 3-2-15,-2-5-14 0,-1 1 12 0,4-1 3 16,-18 0 3-16,23 5 5 0,-17-6-2 0,6 2 2 16,-12-2 11-16,14 9-6 0,-10-2-5 0,-5-5-5 0,-2 6 0 15,1 0 0-15,1 4 6 0,-5-6-7 0,-3 0 1 16,1 0-1-16,-5 5 12 0,2-2 2 0,-10 10 16 16,6-11 10-16,-9 11 69 0,6-5-9 0,0-3 1 15,7-9-28-15,-16 9 40 0,12-8-25 0,-3 0-43 16,-2-2-30-16,7 0-7 0,-4-1-20 0,5 0-58 15,-6 4-14-15,12-6-137 0,-3 0-143 0,6 0-424 0,-6 0-172 16,0-10 155-16,3 4-231 0,3-4 51 0,6-3-929 16</inkml:trace>
  <inkml:trace contextRef="#ctx0" brushRef="#br0" timeOffset="6077.74">21128 2058 947 0,'0'0'1422'16,"0"0"-842"-16,0 0 254 0,0 0 151 0,2 0-573 16,8 0-162-16,-8 2 15 0,-2-2-100 0,0 0-18 15,0 0-96-15,0 11 9 0,3-6 9 0,-3 3-4 16,0 1-23-16,0 6 20 0,4-1 1 0,-4-1-16 16,0 7-20-16,0-1-13 0,-4-1-9 0,1 6-13 0,-2-4-94 15,1-7-53-15,1-6-170 0,-2 12-120 0,-2-6-410 16,5-8 163-16,-1 8-260 0,3-10 90 0,0-3-850 15</inkml:trace>
  <inkml:trace contextRef="#ctx0" brushRef="#br0" timeOffset="6480.69">21352 1603 146 0,'0'-3'1932'0,"9"-13"-663"0,-4 9-422 0,-2-6 159 16,4 2-744-16,-5 5-41 0,-2-1-110 0,0 7-26 15,0-9-19-15,0 2-36 0,0 7-19 0,0 0-3 16,0 0-3-16,0 0-2 0,0 0-5 0,-6 16-2 0,6-12 1 15,-3 12-2-15,3-3-1 0,-3 9 0 16,1 2 0-16,-5-6 5 0,4 6 0 0,-2 2 3 0,2-2 1 16,-1-2 1-16,2 9 3 0,2-2 1 0,2-3 2 15,-2-7 1-15,4 13 5 0,2-6-2 0,-4-4-2 16,1-12-4-16,4 4 2 0,-5-4-4 0,10 11-2 16,-6-13-3-16,0 3-2 0,5 0 1 0,1-6-1 15,-5-1-1-15,15 2-6 0,-7-3-7 0,12-3-14 16,-6-3-33-16,-3 1-19 0,6-9-155 0,-10 3-60 0,1-3-117 15,2-5 21-15,-2-5-250 0,0 3-42 0,-3 0 15 16,-7 5 205-16,7-1-87 0,-5 4 74 0,1-10 85 16,-8 16 83-16</inkml:trace>
  <inkml:trace contextRef="#ctx0" brushRef="#br0" timeOffset="6618.29">21661 1804 779 0,'-9'-11'700'0,"9"11"-100"16,0 0-129-16,-3 0 229 0,-9 0-110 0,12 0-228 16,-8 8-116-16,4-5-16 0,-4 10 39 0,4-5-70 0,-1 8 53 15,2-5-77-15,-3 2 41 0,6 16-16 0,0-10-32 16,0-4-50-16,0-7 30 0,0 24-32 0,4-10-31 15,-4-7-28-15,0 9 5 0,0-1-14 0,0-1-20 16,2-3-36-16,-2-1-52 0,0-10-136 0,3 10-235 16,-3-7 27-16,0-6-345 0,0-5-245 0,0-3 17 15,0 3 183-15</inkml:trace>
  <inkml:trace contextRef="#ctx0" brushRef="#br0" timeOffset="7516.89">21820 1812 68 0,'0'0'1211'15,"0"0"-630"-15,0 0 194 0,0 0 123 0,0 0-66 0,0 0-322 16,0 0-243-16,0-11-57 0,3 11-125 0,3-15-54 15,-3 15-25-15,2-9-1 0,5 2-6 0,4 1-1 16,-8 1 2-16,6 3 0 0,2-4 2 0,-2 6 1 16,-2-3 0-16,7 1 1 0,-8 0 1 0,2 2 1 15,5 4-1-15,-1 1 2 0,-7-1-2 0,13 5-2 16,-18-5 0-16,6 6-2 0,-1 0-3 0,-5 1-2 16,3-2 0-16,0 9 2 0,-4 6 1 0,-2-3 0 15,4-14 6-15,-4 13 12 0,-4-5 47 0,-1 16 48 0,0-11-7 16,1-5-20-16,-4 1 49 0,-2 3 16 0,5-6 27 15,-4 3-81-15,3-9 26 0,2 4-1 0,2-11 23 16,-4 8-56-16,6-5 47 0,0-6-7 0,0 6 50 16,0-3-63-16,0-3 41 0,0 6-7 0,0-3-30 15,3-18-32-15,-3 9-16 0,5-6-44 0,2-5-46 16,5-6-35-16,-4 16 5 0,1-6-47 0,1-2-26 0,-2 7-22 16,4-5-16-16,2-3 5 0,1 1 5 0,-3 2 8 15,0 0 50-15,5-2-1 0,-2 0 35 0,0 9 24 16,-13 7 13-16,17-7-2 0,1 5 15 0,-8 1-1 15,-4 3 2-15,4 0-3 0,-12 0 6 0,15 5 7 16,-11-3 0-16,-1 1 0 0,5 10-1 0,-4-2 2 16,1-3 0-16,-2 3-3 0,-1 2-4 0,2-2-2 0,-4-1 2 15,-4 6 1-15,2 5-2 0,-1 0 5 0,0-10 10 16,1 5 17-16,-2-3 15 0,-2 0 12 0,4 0-6 16,2-13-10-16,-12 9 13 0,9-7 9 0,3-4-29 15,0 2 0-15,0 2 26 0,0-2 4 0,0 0 54 16,0 0-45-16,0 0 20 0,0-2-10 0,8-11-29 15,-8 4-42-15,4 1-50 0,1-13-76 0,1 11-42 0,6-14-111 16,-10 19 97-16,13-25-73 0,-3 7-23 0,3 4 26 16,-1 1 17-16,1-4 31 0,4 1 42 0,1 3 19 15,-8 7 61-15,-3 0-5 0,11-5 49 0,-13 12 16 16,7 0 8-16,-3 2 11 0,-4-1 2 0,-5 3 0 16,13 5 3-16,-12 1 6 0,3 5 38 0,-3 7 34 15,-3-5-8-15,-3 6 45 0,3 8 64 0,-6-9-22 16,3 6-5-16,0-6-49 0,-3 8 22 0,0 4 1 0,4-7-42 15,-1-6-42-15,-1 3 3 0,4 6 1 0,0-20-49 16,0 10-12-16,4-8-10 0,4 6-55 0,-1-5-66 16,-5-5-72-16,4-2-190 0,3 1-242 0,-4-3-310 15,7-3 210-15,0-5-528 0,-2 1-976 0</inkml:trace>
  <inkml:trace contextRef="#ctx0" brushRef="#br0" timeOffset="7867.95">22866 1904 79 0,'2'0'1376'0,"-2"0"-627"0,0 0 133 16,0 0-351-16,0 0 103 0,-8-4-285 0,-1 4-196 15,-6 7-121-15,-2-1 3 0,-4 3 23 0,10-3 24 16,-1 2-7-16,-12 8 74 0,9-2-20 0,10-12-1 15,-10 11-43-15,6 0 19 0,0-4-51 0,3 6-10 16,4-10-25-16,-2 6 2 0,4 2-8 0,4-2-4 0,-2-4 1 16,1 4-3-16,0-5 0 0,11 5 26 0,1-4-7 15,-11-5-4-15,11 7 9 0,2-1 5 0,0-1 0 16,-7-1-21-16,2-3-8 0,8 4 0 0,-6 1 4 16,-7-5-6-16,8 5 8 0,-10-1 29 0,0-1 68 15,-5-1 7-15,0 12 32 0,0-7 18 0,-2-2 16 16,-4 3 0-16,-8 2-11 0,-1 3-48 0,-4-6-30 0,-3 4-10 15,0-6-69-15,-7 5-116 0,-6-3-49 0,-1-4-159 16,7-1-60-16,-30 1-637 0,1-4-84 0,-1 0 31 16,14 1 334-16,-14-3-1411 0</inkml:trace>
  <inkml:trace contextRef="#ctx0" brushRef="#br0" timeOffset="8413.49">19419 1909 408 0,'0'0'1701'0,"-15"-9"-966"0,10 9 11 15,-7-6 145-15,-7 3-627 0,-1 1-34 0,0 2-66 0,-7 0-2 16,6 0-13-16,-6 0 38 0,-2 2-8 0,2 1 30 16,-2-1 14-16,0-2-18 0,-1 4-59 0,6-2-46 15,10 0-40-15,-9 3 12 0,11-1-113 0,0-2-27 16,7-2-21-16,1 3-134 0,-7 5-234 0,14-8-106 16,-3 0 11-16,0 0-335 0,0 0-61 0,14-4-137 15,-6-3-473-15</inkml:trace>
  <inkml:trace contextRef="#ctx0" brushRef="#br0" timeOffset="8648.86">19534 2146 60 0,'14'7'1046'0,"-4"-1"-451"0,-5 1 229 15,-5-7-291-15,0 0 141 0,-3 0-117 0,3 11 134 16,0-11-309-16,-14 0 78 0,2 0-19 0,0 0-30 15,-11-3-34-15,2 1-40 0,-2-2-93 0,-4 2-48 16,6-3-57-16,-21 3-27 0,10 2-47 0,0 0-29 16,8 0-29-16,-22 0-3 0,10 0-26 0,9-4-99 0,4-1-134 15,-1 1-147-15,-8-2-472 0,3 1-265 16,5-1-74-16,9 1 324 0,-9 3-1096 0</inkml:trace>
  <inkml:trace contextRef="#ctx0" brushRef="#br0" timeOffset="9225.32">18258 1307 862 0,'12'0'1438'0,"-9"0"-514"0,-3 0-49 16,0 0-281-16,5 0 43 0,5 7-32 0,-10-7-188 16,0 0-121-16,0 6 61 0,-3 1-16 0,-4-3-65 15,-7-2-74-15,-1-2-84 0,-12 0 3 0,5 0-82 0,-5 0-12 16,3 3-9-16,-17-1 8 0,11 0-10 0,-2 4-14 16,5-1-2-16,-9 1 0 0,2 4 0 0,-2-4 0 15,13-4 0-15,-10 7 0 0,3-5 0 0,-4-1 0 16,12-1-3-16,12 4-31 0,-12-1-128 0,13-3-156 15,-6 7-66-15,5-3-147 0,6-4-198 0,-4 3-183 16,-2 1-146-16,10-6 291 0,3 0-344 0,-15 0 265 16,9 0-419-16</inkml:trace>
  <inkml:trace contextRef="#ctx0" brushRef="#br0" timeOffset="9516.54">18122 1397 172 0,'15'7'723'16,"-15"-7"-393"-16,9 13-15 0,-3-4 188 0,0-1-54 0,2 2-104 16,-4-4-86-16,4 7 99 0,-5 13 96 0,1-5-125 15,-1-7-141-15,-1 4 18 0,-2 6-18 0,-2 7-8 16,2-9-88-16,0 4 23 0,0 3 19 0,-3 8 34 16,3-8-44-16,0 1 13 0,-4 1-13 0,4-7-3 15,-3 11 34-15,3-15-101 0,0 7 0 0,0-3-4 16,3 2 1-16,-3-7-16 0,0 10-3 0,0-8-9 0,4-2 8 15,-4 1-5-15,0 2 5 0,0 2 13 0,0-3 7 16,0-13-13-16,0 18 23 0,3-4-23 0,-6-14-4 16,3 8-48-16,3-6-57 0,-6 6-114 0,6 2-81 15,-3-18-23-15,0 0-224 0,-3 0-169 0,6 0-471 16,-6 0 237-16,3 0 204 0,-12-11-1198 0</inkml:trace>
  <inkml:trace contextRef="#ctx0" brushRef="#br0" timeOffset="10530.85">16661 1272 883 0,'0'-11'1155'0,"-9"-7"-318"0,9 5 95 0,-3 7 9 16,1-1-541-16,-2-4 27 0,4 11 124 0,0 0-137 16,-3-2-30-16,0-9 8 0,3 11-127 0,0 0 3 15,0 0-151-15,0 0-68 0,0 0-26 0,3 11-28 0,4 2-6 16,-5 2 4-16,4 3 0 0,3 9 6 0,3-1 3 15,-4 7 4-15,4 6 7 0,3 3 2 0,-3 1 3 16,0-1-4-16,3 11 2 0,-6-5-3 0,-1-3-4 16,1-11-8-16,-1 22-11 0,2-11-28 0,-1-3-56 15,-4-11-26-15,5 17-183 0,-5-3-183 0,2-13-79 16,1-1-174-16,-8-14 61 0,6 10-344 0,-3-3-245 16,0-17 399-16,-3 4 308 0,0-3-560 0</inkml:trace>
  <inkml:trace contextRef="#ctx0" brushRef="#br0" timeOffset="11326.7">16401 1516 612 0,'-32'-42'2708'0,"12"4"-1785"0,-1-1 259 16,4 12-770-16,-7-5-113 0,-3 6-1 0,10 4-124 16,2 9-60-16,-2-5 102 0,10 13-23 0,-5-3 56 15,12 8-87-15,-8-11 36 0,8 11-33 0,0 0-59 16,0 0-80-16,0 0-16 0,0 0-15 0,5 11-3 15,-2-3 2-15,16 10-1 0,-7 4 1 0,-4-2 3 16,13 15 2-16,-13-11 2 0,11 7 0 0,-2 4 0 0,0 2 2 16,-5-8-4-16,6 3-17 0,-4-1-7 15,4 1-6-15,-4 5-11 0,-2-2-3 0,3 2-15 0,-3-2-13 16,-5-7 23-16,3 14-45 0,-3-10-6 0,-4-5-3 16,-3-6 26-16,-6 18-34 0,-3-9 38 0,-3-3 15 15,4-9 22-15,-13 10 18 0,-3 7 15 0,4-13 6 16,-7-2 6-16,0-1 3 0,-10 4-4 0,1-4 10 15,-5-3-5-15,6-5-10 0,-30 0-23 0,8-1 21 0,1-10 2 16,15 0 10-16,-23 0 17 0,1-6 11 0,14-1 30 16,10 1-3-16,-5-1 14 0,-12-10 60 0,15 4-33 15,9 0-29-15,-4-5 34 0,-5-1 6 0,6-2-9 16,14 6-52-16,1-9-8 0,-2 4-13 0,5-6-5 16,11 2-20-16,0 8-10 0,0-5 0 0,4 0-2 15,4 2 0-15,1 6 0 0,2-7 0 0,5 4 0 16,4-3 0-16,-4 3-2 0,7 3-1 0,7-3-9 0,-1 3-9 15,-4 2 0-15,10 1-5 0,0-1-6 0,3 4-15 16,-2-2-6-16,-1 7-2 0,10-4-9 0,2 3-18 16,-14 1 11-16,14 2-60 0,-9 2 4 0,0 3-4 15,-11-1 26-15,9 7-115 0,-13-2 54 0,0 4 12 16,-2 4 17-16,-8-12 49 0,1 19-51 0,-8-6 63 16,-3 1 35-16,-9-3 8 0,-5 10-20 0,-1-4 19 15,-8-2 14-15,2-4 17 0,-8 5 11 0,-15 3 8 0,6-6 8 16,5-9-6-16,-14 9 6 0,0 1-2 0,-12 5-13 15,24-11-6-15,-16 5 1 0,5-5 1 0,-10 3 18 16,18-5 5-16,-10 0 12 0,0-3 6 0,5-6 5 16,-4 1 23-16,24-1-19 0,-8-2 29 0,12-2 12 15,-2-1 11-15,9 1-17 0,6-2 39 0,1 0 1 0,-7-5-20 16,6 4-28-16,3 1-7 0,-6-10-6 0,10 4-20 16,-5 1-33-16,-1-15 3 0,4 17-6 0,1-19-3 15,1 6-10-15,2-4-1 0,0 2 0 0,0-5 2 16,0 3 0-16,0-2 1 0,-3-14 4 0,3 3-1 15,-3 0 3-15,-1 2 2 0,-1-9 3 0,0 4 9 16,-5-8 18-16,1 16-3 0,-6-26 29 0,-2 8-6 0,2-16 19 16,3 28-29-16,-2-19 18 0,-1 9-32 0,0 0 2 15,6 27-20-15,1-9-1 0,-1 4-6 0,-3 0-9 16,9 21-2-16,-7-11-2 0,5 3-8 0,-4 2-36 16,9 8-29-16,0 3-163 0,0 0-74 0,0 0-181 15,0 0 152-15,6 14-247 0,6 2-108 0,3-1-139 16,5 3-144-16,-5-5 345 0,12 4-343 0,-3-7-217 15</inkml:trace>
  <inkml:trace contextRef="#ctx0" brushRef="#br0" timeOffset="11531.16">15438 1160 1596 0,'6'6'2192'0,"-6"-6"-1001"0,0 0-281 16,0 0-548-16,0 0-337 0,-3 3-101 0,-5 10-10 15,4-5 27-15,-1 3-37 0,-7 16 63 0,9-9 24 16,3-3 1-16,0 9-1 0,0 9-6 0,5-5-14 16,2-7 1-16,-2 11-13 0,5 3 2 0,2 12-8 15,0-12 11-15,-4-9 3 0,4 11-31 0,2 0-47 16,6 3-161-16,-4-14-133 0,2 1-234 0,-6-3-158 16,-4 2-17-16,1-10 234 0,-4 5-632 0</inkml:trace>
  <inkml:trace contextRef="#ctx0" brushRef="#br0" timeOffset="12414.8">14207 1878 49 0,'-3'5'649'0,"3"6"-108"0,-4-3-106 0,2-1 138 16,-4-1 17-16,-3 1-300 0,1-3 22 0,-1-4 21 15,-3 2 54-15,-6 1-150 0,6-1 33 0,-14-2-17 0,14 0 84 16,-8-2-77-16,2-1 20 0,-3-5 6 0,16 3 6 15,-14-3-18-15,4-8-44 0,10 8-55 0,-10-2-29 16,10-3-49-16,-2-1 9 0,4 4-65 0,3 10-11 16,0-17-17-16,6 8-5 0,-2 0-8 0,10 1-5 15,-3 3-30-15,11 0-2 0,-2-1-43 0,4 6-6 16,2 6-6-16,-8-3 4 0,14 4-88 0,-8 4 47 16,2-3 6-16,-8 3 35 0,8 4-15 0,-4 1-12 15,-2 3 35-15,-8-6 41 0,-7 8-3 0,4-2 8 0,-6 7-7 16,-3-8 24-16,-3 4-1 0,-3-2 7 0,-2 0 1 15,-4-2 2-15,-3 1 5 0,-5-4 4 0,-4 1 3 16,-3 0 8-16,-5 0 20 0,-4-6 40 0,4 1 40 16,-14-5 46-16,9-4-3 0,-1 3 31 0,3-5 24 15,-6 0 1-15,2-7-31 0,0 1-30 0,10-5-10 0,0 4-32 16,6-2-28-16,-16-4 10 0,15 2-40 0,2 2-10 16,7 0-17-16,-16-1 0 0,26 5-16 0,-15-8-2 15,16 9-4-15,-7-6-1 0,2 0 1 0,9 10-1 16,0 0-2-16,0 0-4 0,-7-6-11 0,2 1-27 15,5 5-24-15,0 0 1 0,0 0-26 0,0 0-26 16,0 8 27-16,0-3 15 0,-3 3 1 0,-3 8 28 0,-5 8 29 16,2-13 6-16,-13 9-4 0,2 2 1 0,-12 4 29 15,8-13-13-15,-5 1 0 0,-10 1 3 0,2-4 8 16,6-3 3-16,-4-3 25 0,-1 0 42 0,-13 1 50 16,20-4-40-16,-10-2 32 0,7-2-3 0,-4-4 5 15,7-4-45-15,9 2-54 0,-4 0-6 0,4-2-17 16,8 4-3-16,-6-5 0 0,9 6 0 0,-3-1 0 15,12 4 0-15,-3-11 0 0,3 13 0 0,10-16 0 16,-5 8 0-16,12-8 0 0,1 3 0 0,3 2 0 0,8 2 0 16,-5-2 0-16,23-8 0 0,-8 8 0 0,-2 1 0 15,-4-1 0-15,19-4-3 0,-10 2-56 0,-4 4-89 16,-11 4-93-16,12-1-153 0,2-4-402 0,-11 2-178 16,-10 5-197-16,-3-2 315 0,4-3-210 0,-3-2-456 15</inkml:trace>
  <inkml:trace contextRef="#ctx0" brushRef="#br0" timeOffset="12601.29">13198 1772 1106 0,'-10'0'1373'0,"-5"-6"-641"0,6 2 15 16,-1-5 50-16,2 4-603 0,4 3-51 0,-4-4 16 0,6 1 19 15,2 8-42-15,-7-12 27 0,4 2-42 0,3 5-16 16,6-9-55-16,0 5-11 0,6-1-39 0,15-7-39 15,-10 8-27-15,7-3-77 0,2-2-122 0,0 0-175 16,10-2-386-16,-13 2 170 0,11 0-198 0,-2-2-21 16,4 2-901-16</inkml:trace>
  <inkml:trace contextRef="#ctx0" brushRef="#br0" timeOffset="12812.73">13847 1434 368 0,'-3'0'1830'16,"6"0"-907"-16,-3 0-188 0,0 0 281 0,-3 0-177 16,6 0-154-16,-3 0-415 0,4-13-32 0,-2 13-73 0,6-15-111 15,-1 11-37-15,13-10-1 0,1 4-16 0,2-1-19 16,-4 6 3-16,3 0-22 0,2-1-26 0,6 4-84 16,-9-1 5-16,-1 3-185 0,10-2-367 0,-18 2-122 15,8 0-165-15,-14-4 245 0,6 4-188 0,-12-2-897 16</inkml:trace>
  <inkml:trace contextRef="#ctx0" brushRef="#br0" timeOffset="13343.31">11997 1720 156 0,'6'-17'2075'0,"-3"7"-641"0,0-9-138 16,-1-1-280-16,-2 14-552 0,4-10-37 0,-4-3-148 16,0 6-12-16,3 5-121 0,-3 8-28 0,0-13-48 0,0 13-30 15,0 0-17-15,0 0-10 0,0 0-13 0,0 0-19 16,8 11 5-16,1 2-2 0,1 8 16 0,-2 0-2 16,1 1 3-16,3 9 6 0,3 6 3 0,-1 0-1 15,4-3-9-15,-6-10-4 0,8 11-26 0,1 0-63 16,6 4-115-16,-13-12-2 0,6 10-128 0,-2-6-111 15,0 4-213-15,-3-9-175 0,-7-2-143 0,4-3-7 0,-9 0 111 16,1-14-349-16</inkml:trace>
  <inkml:trace contextRef="#ctx0" brushRef="#br0" timeOffset="13645.52">11664 1841 625 0,'-21'-13'2173'0,"1"-3"-1185"0,-4 0 47 0,16 8-169 16,-1 0-625-16,-1 0-24 0,-4-2-12 0,14 7 47 16,-8-8-103-16,8 11-59 0,0 0 3 0,0 0-22 15,0 0-39-15,2 9-30 0,4 0-29 0,11 8-6 16,4 4-1-16,-1-6 31 0,2 2 16 0,4 1-6 16,4 8 8-16,-10-2 12 0,6 0-1 0,-4 0-6 0,-2 0-37 15,-3-1-12-15,-5-1 7 0,-3-1 0 0,-3 0-9 16,-6-2 10-16,-3 5-10 0,-2-1 20 0,-5-2 4 15,-2-3 1-15,-8 12 1 0,-6-12 8 0,-1 2 0 16,-12-2 2-16,7-8 3 0,-21 6-3 0,6-3-2 16,-3-4-10-16,15-5-28 0,-13-1-112 0,-13 0-110 15,17-6-11-15,8 0-11 0,-14-7-354 0,6-4-279 0,-15-6-262 16,29 7 538-16,-8-6-1400 0</inkml:trace>
  <inkml:trace contextRef="#ctx0" brushRef="#br0" timeOffset="14728.62">10860 1645 494 0,'0'-15'1750'0,"-3"4"-793"0,3 0 89 0,-4 0 31 15,4 11-567-15,-5-11-165 0,5 9-114 0,-3 2-17 16,3 0-128-16,3 0-26 0,-3 0-51 0,-12 13-12 16,9-4-1-16,1 22 0 0,-5-10 1 0,4 8 3 15,1 6 0-15,-5 0-1 0,2 4-5 0,2 1-2 16,-6 0 3-16,3-7 0 0,-3 7 25 0,4-5-11 15,-7-3-3-15,5-14 11 0,-1 11-7 0,5-10-12 0,-1-1-12 16,2-12-30-16,-1 7-28 0,6 0-32 0,-3-5 14 16,6 0 27-16,-3-6-31 0,12 3-4 0,9-7-6 15,-7 2 37-15,6-5-7 0,1-3 2 0,5 3-8 16,4-4 14-16,2 2 14 0,1 1 36 0,-1 1 5 16,-3 3 5-16,-8 2 6 0,14 2 16 0,-11 3 4 15,-10 1-4-15,1 1-12 0,-4 4-2 0,-4-6 0 16,7 12 0-16,-14-8-4 0,-3 13-4 0,-3-3-2 0,-6 2-1 15,-6-2 3-15,-2 4-2 0,-3 1-1 0,-7-3 5 16,6-5 8-16,-14 5 28 0,2-7 9 0,-2-1 24 16,-4-6 38-16,10-1 22 0,-20-1 104 0,7-2-20 15,-2-6 27-15,6-2-50 0,-16-6 113 0,10 3-78 16,0-5-32-16,12-1-52 0,-9-6 10 0,-13-6-23 16,18 6-47-16,10 0-30 0,-12-10-18 0,5-4-21 15,-7-9-8-15,13 20 0 0,-6-16 0 0,1 2 0 0,0-14 0 16,5 14 0-16,-2-3 0 0,2-2 0 0,3-3 0 15,7 5 0-15,-10 5 0 0,7 2 0 0,2-4 0 16,-5-3 0-16,11 14 0 0,-3-1 0 0,1 1 0 16,-1 4 0-16,8 9 0 0,-1 0 0 0,6 8 0 15,-5-6 0-15,7 11 0 0,-3-3 0 0,-2-5 0 0,5 8 0 16,0 0 0-16,0 0 0 0,15 14 0 0,-1 1-1 16,-6-2-10-16,10 3-33 0,3 14-25 0,3-1-6 15,-9-11 10-15,2 12-41 0,-2-1-21 0,9 15-66 16,-7-12 48-16,-2-5 24 0,-1 4-78 0,6 4-68 15,2 2-1-15,-10-13 97 0,0 7-32 0,-4-2-4 16,1 3-5-16,-6 2 58 0,-1-2 38 0,-4 0 11 16,-1-6 23-16,0-7 29 0,-6 16-2 0,-3-19 40 0,0 2 8 15,4-8 17-15,-13 4 22 0,3-6 33 0,1-6 27 16,-4 3-7-16,-6-2 57 0,0 0 22 0,2-6 4 16,-11-7 27-16,19 4-70 0,-7-5 50 0,-6-7-28 15,1 0 24-15,11 5-63 0,-3-6 34 0,1 3-4 16,-1 5-33-16,1-2-26 0,13 8-5 0,-8-5-28 15,5 1-29-15,3 4-16 0,-1-5-5 0,8 10-2 0,-4-5-3 16,-4-1 1-16,8 6-5 0,0 0-3 0,0 0 4 16,0 0 4-16,0-3-15 0,5 12-17 0,2-2 8 15,-4 1 11-15,-1 0-18 0,4 2-23 0,-6 10-49 16,0-11 11-16,0 2 21 0,-6 2-27 0,4-2 3 16,-8 8-7-16,-2-3 68 0,7-5 7 0,-7 4 29 15,-5-4 8-15,7-9 1 0,-10 9 18 0,-4-11 44 0,0 0 12 16,10 0-9-16,-13-8 120 0,7 3-20 0,0-3 5 15,5 3-55-15,-11-8 21 0,-1-4-18 0,8 4-49 16,17 10-44-16,-21-15 3 0,14 10-5 0,-9-10-25 16,16 12 1-16,-5-1 10 0,2-7 1 0,1 6-8 15,1 0 5-15,3 8 3 0,0-3 12 0,0-8-11 16,0 11-12-16,0-2-3 0,12-5-5 0,-12 7-9 0,9 0-10 16,3 0-10-16,-12 0-51 0,15 5-14 15,-15-3-4-15,8 6-17 0,-5-3-15 0,1 4 9 0,-2 1 50 16,-8-2 27-16,0 0 2 0,1-1 31 0,-14 6 27 15,9-7 11-15,-17 5-12 0,6-6-2 0,-2 1 29 16,-4-1 1-16,3-5 7 0,-5 2 49 0,2-2 3 16,3-2 18-16,4-1-17 0,-9-5 75 0,5 3-53 0,6-3-20 15,12 5-40-15,-12-5 23 0,16 8-12 16,-13-7-26-16,12 7-17 0,3 0 5 0,-6-11-5 0,6 9-10 16,0-4-7-16,6-8-6 0,12-1-4 0,6-3 0 15,-4 9 0-15,9-6 0 0,4 2-17 0,17-9-57 16,-9 6-25-16,-9 3-11 0,12 0-150 0,7 0-148 15,-2 0-209-15,-15 2 74 0,4-2-358 0,-3-1-178 16,-3 1 29-16,-11 5 346 0,6-10-1514 0</inkml:trace>
  <inkml:trace contextRef="#ctx0" brushRef="#br0" timeOffset="14898.15">9124 1915 127 0,'-29'-2'2156'0,"10"2"-1520"0,-10-4 303 0,21 2-233 15,-9-3-419-15,7-1-97 0,-4 1 30 0,-1-3-30 0,15 8-13 16,-9-10-63-16,9 7 1 0,0 3 2 0,0-5-52 16,0-6-59-16,9 11-49 0,-1-2-103 0,13 2-169 15,3-3-63-15,-6 3 32 0,4 0-206 0,0 3-69 16,2-1-218-16,-4 0 199 0,4 4-7 0,-4 2 79 16,4 5-331-16</inkml:trace>
  <inkml:trace contextRef="#ctx0" brushRef="#br0" timeOffset="15089.64">9661 2704 1144 0,'0'7'746'0,"2"7"-236"0,-2-17 0 0,3 9-131 16,6 4-236-16,-9-10-16 0,18 0 141 0,-6-3-53 15,12-2 39-15,-10 3-57 0,9-9 54 0,6-2 32 0,-5 2-136 16,0 0-68-16,8 0-15 0,-2-2-52 0,-1 0-128 15,-5 6-141-15,-6-2-67 0,3 2-265 0,-10-1-196 16,3-1-197-16,-4 2 130 0</inkml:trace>
  <inkml:trace contextRef="#ctx0" brushRef="#br0" timeOffset="16228.6">8447 2225 946 0,'5'0'639'0,"-5"0"78"0,7 0 99 16,-2-3 90-16,-5 3-147 0,3-8-81 0,-3 0-144 16,-6-6-41-16,0 10-171 0,-2-7 42 0,-19-7-28 0,10 5-131 15,2 2-69-15,-9-5-5 0,-3 3-48 0,-5-9-23 16,8 7-39-16,-5-2-2 0,0-3-5 0,-7-7-3 15,4 6-10-15,9 3-1 0,-10-6 0 0,6 0 0 16,-10-8 0-16,18 16 0 0,-4-5 0 0,9-3 0 16,-1 5 0-16,8 3 0 0,2 3 0 0,2-5 0 15,6 7 0-15,-3-2 0 0,8 2 0 0,-1 7 0 0,7 0 0 16,-2 2 0-16,18-1 0 0,-1 3 0 0,-2 0-18 16,-10 0-19-16,15 3-24 0,9 3-54 0,-5-2-15 15,-4 10-13-15,-8-1 33 0,11 6-44 0,4 1 10 16,-13 2-11-16,-8-4 49 0,6 4-21 0,-4 2 5 15,4 0-31-15,-12-6 61 0,2 6-15 0,-6 2 27 16,2 0 11-16,-8 6 8 0,-2-8 4 0,0 6 3 16,-5-8 8-16,-2-2 19 0,-7 6 2 0,-1-2 10 0,-5-6 8 15,3-7 3-15,-14 4 6 0,2-1 4 0,-13-4 25 16,10-5 42-16,6-1 16 0,-6-4 74 0,-7 5 76 16,7-10-17-16,12 5-41 0,-13-6 60 0,1-5-23 15,-7-2 22-15,19 3-128 0,-1-7 20 0,-2-3-29 16,-4-4-12-16,18 8-49 0,-3 0-16 0,4-2-22 15,-1 2-3-15,9 8 1 0,-3-14-1 0,11 12-1 0,-1-3-5 16,5 0-6-16,10-6-30 0,0 6-29 0,-2 5-21 16,-2 2 8-16,2 2-64 0,7-2-74 0,-3 3 10 15,-7 3-5-15,-14 3 54 0,21-3-54 0,-12 6-25 16,-7-6 77-16,-2 2 59 0,12 9 5 0,-18-11 24 16,3 18 29-16,-5-12 29 0,-2 3-5 0,-13 11 12 15,-4-7 3-15,7-6 7 0,-22 12 30 0,7-6 4 0,-9 3 9 16,9-5 2-16,-14 0 23 0,-3 4 52 0,5-2 9 15,10-4-33-15,-10 0 52 0,-8-3 34 0,7 5 20 16,4-6-5-16,9-3-61 0,-7 4 12 0,-5 2 2 16,17-5-53-16,10-3-37 0,0 3-8 0,5-1-33 15,-3 0-15-15,15-2-4 0,0 0-9 0,0 0-10 16,0 0-45-16,0 0 2 0,0 3-35 0,5 8-18 0,5-5-50 16,-4-4-26-16,26 9-80 0,-12 2 26 15,7 0-3-15,-10-2 48 0,7 2-99 0,8 5-55 16,-8 4 79-16,-12-7 49 0,8 1-94 0,-8 6-1 15,0 6-51-15,0-6 109 0,-12-4 69 0,0 4-16 0,-6-2 82 16,-5 4 113-16,-1-11 70 0,-9-2 94 0,-6 2 89 16,-5-2 89-16,-3 2 81 0,-6-2 30 0,-12-1 13 0,-3-2 40 15,12 0-26-15,-22-3 99 0,8-5-128 16,-1-2-79-16,15-1-131 0,-19-5 62 0,11 0-179 0,4-6-80 16,16 5-27-16,-9-2-1 0,-1-5 0 0,13 3 0 15,2 2 0-15,13-2 0 0,-4 0 0 0,-3-6 0 16,13 12 0-16,1-4 0 0,-1 0 0 0,6-7 0 15,7 7-61-15,-5 9-136 0,17-11-187 0,5 2-149 16,0 2-387-16,0 1-10 0,4 3-277 0,4 0 55 16,-4 5-79-16,-8 3-235 0</inkml:trace>
  <inkml:trace contextRef="#ctx0" brushRef="#br0" timeOffset="16414.09">7382 3116 1241 0,'10'3'1778'16,"-4"-3"-1133"-16,5-3 217 0,-4-3-76 0,1-1-375 16,1-1-347-16,0 1-48 0,-1-2-14 0,7-9 2 15,-3 5 0-15,3-9 3 0,-1 7-2 0,5-4-15 16,-2-2-1-16,-2 4-60 0,2-1-181 0,-2-1-191 16,-3 1-224-16,-3 3 27 0,-1 1-214 0,-8 1-260 15</inkml:trace>
  <inkml:trace contextRef="#ctx0" brushRef="#br0" timeOffset="18932.37">1567 2161 979 0,'8'0'1279'0,"-8"-2"-473"0,0 4 21 16,0-2 16-16,10-6-330 0,-8 4-200 0,-2 2-107 16,0 0-25-16,0 0 36 0,0 0 145 0,0 0-24 15,0 0-1-15,0 0-100 0,0 0 55 0,0 0-3 16,0 0-171-16,0 0-81 0,0 0-20 0,-12 0-17 0,10 0 0 15,-16 2 0-15,14-2 0 0,-18 4 0 0,10-2 0 16,-18 5 0-16,16-3 0 0,-10-2 0 0,-3 1 0 16,0-1 0-16,13 4 0 0,-9-6 0 0,2 3 0 15,-6-6 0-15,12 3 0 0,-2 0 0 0,8 0 0 16,-14-6 0-16,14 4 0 0,-3-1 0 0,-6 1 0 16,9 2 0-16,1 0 0 0,5 0 0 0,-9 0 0 0,12 0 0 15,-9-6 0-15,1 4 0 0,8-1 0 0,-4 3 0 16,-1-8 0-16,2 8 0 0,6 0 0 0,-3 0 0 15,-3 0 0-15,3 0 0 0,-9-7 0 0,9 3 0 16,0 8 0-16,0-4 0 0,0 0 0 0,0 0 0 16,0 0 0-16,0 0 0 0,0-4 0 0,0 8 0 15,0-8 0-15,0 8 0 0,2 5 0 0,-2-5 0 0,0-4 0 16,7 13 0-16,-7-13 0 0,8 13 0 0,-1 0 0 16,-5-5 0-16,8 8 0 0,-8-8 0 0,13 16 0 15,-10-3 0-15,2-8 0 0,-2 5 0 0,1 2 0 16,0 8 0-16,0-7 0 0,-2 3 0 0,6 0 0 15,-3 5 0-15,1 1 0 0,-1-2 0 0,1 4 0 16,-4-6 0-16,1-2 0 0,0 8 0 0,-1-3 0 0,-1 0 0 16,0-7 0-16,-1 6 0 0,2 7 0 0,2-6 0 15,-4-5 0-15,1-8 0 0,4 10 0 0,-5-10 0 16,-2-8 0-16,6 5 0 0,-2-4 0 0,1 0 0 16,0 0 0-16,-5-9 0 0,10 10 0 0,-10-7 0 15,0-6 0-15,0 3 0 0,0 3 0 0,0-6 0 16,0 6 0-16,0-3 0 0,0 0 0 0,12 0 0 15,-10 2 0-15,-2-2 0 0,12-5 0 0,-2 5 0 0,0-2 0 16,5-2 0-16,-6 2 0 0,13 0 0 0,-2-3 0 16,-3 1 0-16,-5 4 0 0,12-7 0 0,-4 5 0 15,7-4 0-15,-10 3 0 0,7 1-2 0,-4-4-9 16,4 1-45-16,-17 3-22 0,18-9-120 0,-6 8-160 16,-11 1-169-16,7-6-25 0,-6 3-697 0,0 1 108 15,2-3 29-15,-11 1 366 0,4-1-1011 0</inkml:trace>
  <inkml:trace contextRef="#ctx0" brushRef="#br0" timeOffset="19138.81">1663 2624 98 0,'-8'-16'1968'0,"6"13"-1186"0,-5-4-195 0,4 3 189 0,-6 2-131 16,-3 2-276-16,-3 2-263 0,5 4-56 0,-17 5-3 15,8-4 27-15,5 2-15 0,-6 2 30 0,-10 2 36 16,6 2-34-16,10-4-27 0,-9 5 12 0,4-5-27 16,-10 4-13-16,14-6-32 0,7-5-35 0,-8 7-84 15,6-6-122-15,6-1-152 0,-4-2-321 0,1 5-140 16,7-7-42-16,0 0 244 0,4-7-721 0</inkml:trace>
  <inkml:trace contextRef="#ctx0" brushRef="#br0" timeOffset="19544.74">2224 2820 1329 0,'5'-2'986'0,"7"-4"-421"0,-5-2 249 0,-2 5-27 15,2-2-115-15,-5 0-391 0,-2 5 63 0,0 0-11 0,0 0 17 16,0 0-29-16,0 0-41 0,0 0-34 0,0 0-27 15,-9 0-48-15,-3 0-115 0,-8 5-29 0,-1 0-20 16,1 3-3-16,5-3-2 0,-14 6-1 0,2 0 5 16,3-3-5-16,7 3 2 0,-15 2-4 0,2 0-4 15,4-3-12-15,7 1-20 0,-1-3-85 0,3 3-147 16,5-6-73-16,0-1 45 0,9-4-247 0,-9 0-243 16,12 4-151-16,-3-8-60 0,-6-5 96 0,12-2 53 0,-3 5-538 15</inkml:trace>
  <inkml:trace contextRef="#ctx0" brushRef="#br0" timeOffset="19718.27">2080 2796 1576 0,'12'0'1055'0,"0"2"-496"0,-2 1 193 0,-3-3-59 15,-2 3-407-15,10 5-148 0,-6-2-80 0,-6 1-1 0,6 6 1 16,-1 0 9-16,-4-4-9 0,2 12 43 0,-1 0 10 16,2 0-5-16,-5-8-28 0,8 11 17 0,-5 5 4 15,4-2-27-15,-6-6-39 0,5 6-7 0,-1-1-18 16,2 11-15-16,-6-14-16 0,2 7-79 0,2-4-46 15,-5 3-53-15,4-7-97 0,0 7-471 0,-6-11-66 16,3-12-23-16,-3 7 267 0,3-11-772 0</inkml:trace>
  <inkml:trace contextRef="#ctx0" brushRef="#br0" timeOffset="20135.15">3043 2429 1404 0,'2'2'1017'0,"-2"-2"-3"0,-2 0-110 16,-16 5-48-16,16-3-414 0,-13-2-108 0,-6 4-114 15,-3 1-18-15,4 0-9 0,5 1-34 0,-6 1 84 0,1 1 16 16,-12 3 56-16,17-4-151 0,-9 2-22 0,-3-1-28 15,7-1-26-15,-1-1-47 0,-11 1-1 0,11 2-31 16,10-7-26-16,-1 1-11 0,0 0-80 0,0 2-147 16,12-5-72-16,0 0 32 0,0 0-196 0,0 0-117 15,0 0-371-15,0 0 348 0,0 0-238 0,9-8-15 0,-6 8 81 16,6-3-356-16</inkml:trace>
  <inkml:trace contextRef="#ctx0" brushRef="#br0" timeOffset="20346.59">3175 2629 960 0,'9'6'1436'0,"1"-6"-851"0,-8 0 433 0,-2 0-274 0,0 0-249 15,0 0-146-15,0 0-139 0,0 0 30 0,-5 0-38 16,-7 0-41-16,-3 0-22 0,6 3 39 0,-26-1 33 16,17 0-36-16,0 1-50 0,-6 0 38 0,1-3-17 15,-1 5-70-15,4-2-55 0,-1-1-32 0,1 2-99 16,-4-2-116-16,9 0 7 0,3-2-411 0,-8 0-220 15,6-2-217-15,7 2 242 0,-5-6-195 0,9-1-604 0</inkml:trace>
  <inkml:trace contextRef="#ctx0" brushRef="#br0" timeOffset="20944">3718 1900 130 0,'24'-9'2210'0,"-16"4"-1307"0,1-1-299 0,3 2 193 0,-9 1-173 15,-3 3-508-15,0 0-97 0,-3 0-33 0,-9-6-6 16,-5 9 2-16,-2 3 8 0,-1 1 6 0,-7 1 16 16,1 1 16-16,6-2-4 0,-16 4 44 0,4 2 11 15,0-2 13-15,8-7-15 0,-3 7 29 0,-9 2 59 16,4-2-3-16,5 0 26 0,10-4-16 0,-3 2 76 0,-7-1 94 16,6-3-69-16,13 0-79 0,-7-2 33 0,11-3-22 15,-6 3-111-15,6-3-40 0,4 2-23 0,0-2-18 16,0 0-13-16,0 0 0 0,0 0 0 0,0-2 0 15,0 4 0-15,12 0 0 0,-3 1 0 0,-6 0 0 16,17 5 0-16,-8 0 0 0,-6-3 0 0,17 14 0 16,-8-6 0-16,11 11 0 0,-14-8 0 0,6 8 0 0,0 0 0 15,0 5 0-15,-6-3 0 0,2 11 0 16,-2-6 0-16,-4 4 0 0,2-11 0 0,2 21 0 0,-7-8 0 16,7-2 0-16,-7-9 0 0,2 11 0 0,1 3 0 15,1-9-1-15,1-9 0 0,-5-2 1 0,10 6 0 16,-3-9 0-16,-10-14 0 0,16 18 0 0,-9-14 1 15,0 2 0-15,-3-2-1 0,-6-3 0 0,0-4 0 16,9 0 0-16,3 2 0 0,-4-8 0 0,-1 4 0 0,10-3 0 16,-2-6 0-16,-10 9 0 0,19-18 0 0,-9 7 0 15,12-2 0-15,-10 4 0 0,7-5 0 0,5 1 0 16,10-1 0-16,-19 5 0 0,7-2 0 0,5 2 0 16,1-2 0-16,-13 5 0 0,7-3-4 0,-7 1-40 15,1-1-67-15,-6 1-88 0,2-4-479 0,-8 12-27 0,9-4-313 16,-6-1-173-16,-7 3 321 0,7-1-489 0,-12 5-289 15</inkml:trace>
  <inkml:trace contextRef="#ctx0" brushRef="#br0" timeOffset="21168.39">4033 2230 136 0,'-12'-5'2680'15,"12"2"-1676"-15,-15-3-216 0,12 4 262 0,-6 0-230 16,-6-1-353-16,1 3-315 0,3 3 10 0,-1-1-28 16,-15 9-37-16,3-4 18 0,-2 1 2 0,6 1-17 15,-4-2 0-15,6-1-31 0,-14 7 19 0,11 0-35 0,1-2-38 16,13-6-78-16,-20 11-99 0,19-10-168 0,-6 3-110 16,4-3-182-16,1-3-9 0,-2 1-467 0,11-4-39 15,-18-7-241-15,15 5-410 0</inkml:trace>
  <inkml:trace contextRef="#ctx0" brushRef="#br0" timeOffset="21778.76">4508 2471 356 0,'12'7'1480'0,"-12"-7"-837"0,0 0 67 16,0 0 10-16,5 4-296 0,0 0-77 0,-5-4-83 16,0 0-1-16,0 0-129 0,0 0-14 0,0 0-48 15,0 0-33-15,0 0-21 0,4 14 3 0,-4-14-8 16,0 0-4-16,0 2-3 0,6 9-3 0,-9-11-2 16,6 0 0-16,6 6 4 0,-9-4-4 0,3-2 3 0,-3 0 2 15,12 0 3-15,-4-2-3 0,4 2 1 0,-3-4 0 16,3-1 0-16,0 1-5 0,-1-2-7 0,3 1-4 15,5-8 5-15,-8 2 21 0,5-8 10 0,-14 9 0 16,13-3 5-16,-12 0-1 0,-1-9 29 0,1 9 33 16,-3 0-24-16,0 4-16 0,-3 2 26 0,1-4 13 15,-13 0 26-15,6 7-27 0,1 0-39 0,-7-3 4 0,6 7 7 16,-18-3-7-16,10 3-12 0,7 0 3 0,-7 5 4 16,-7 6 4-16,9-6-13 0,-5 8 4 0,-1 6 25 15,6-3-17-15,7-1-23 0,-4 5 15 0,0 0 6 16,7 12 40-16,5-11-29 0,3 9 28 0,-1 1 7 15,8-5 9-15,-2-4-32 0,10 12 38 0,0-13-44 16,4-8-17-16,-3-2-25 0,8 0 0 0,10 2-11 16,-4-3-4-16,-1-7-5 0,-5 2-9 0,8-5-24 0,3-2-44 15,-6-1-84-15,-10-3-98 0,0-1-178 0,-7 4-274 16,1-13-518-16,-13 9 199 0,5-6-108 0,-11-4-1347 16</inkml:trace>
  <inkml:trace contextRef="#ctx0" brushRef="#br0" timeOffset="23962.92">29690 3722 607 0,'8'-26'2460'16,"-1"-9"-1328"-16,-2 20-409 0,5-9 98 0,-10 0-355 16,5-5 34-16,-2 10-219 0,0-2 63 0,-3 2-39 15,4 9-65-15,-2-6-72 0,-2 8-89 0,3-5-32 16,-3 13-29-16,0 0-18 0,0 0 0 0,0 0 0 15,0 0 0-15,3 7 0 0,3-1 0 0,-3 15 0 16,0 0 0-16,-3 8 0 0,2 0 0 0,-2 14 0 0,0-6 0 16,0 5 0-16,0-4 0 0,-2 22 0 0,-1-12 0 15,-6 4 0-15,1-12 0 0,-7 19 0 0,-4-2 0 16,-4-4 0-16,2-16 0 0,-14 14 0 0,-6 5 0 0,5-14 0 16,7-11-1-16,-9 9-13 0,-3-5-48 15,2-4-91-15,7-9-25 0,8-7 22 0,0-2-122 0,-5-2-208 16,9-5 9-16,5-9 64 0,1-5-222 0,-1-5-117 15,0-8-353-15,9 5 446 0,-4-13-153 0,5-6 105 16,5 1-136-16</inkml:trace>
  <inkml:trace contextRef="#ctx0" brushRef="#br0" timeOffset="24225.21">29296 3958 604 0,'2'0'2464'0,"6"-9"-1418"0,-4 7-226 0,-4 2-85 0,-4 0-358 15,8 2-180-15,4 7-122 0,-5-9-24 0,6 13 24 16,-6-13 14-16,4 8-4 0,5 2 50 0,13 11 26 15,-6-5-3-15,1-5-58 0,16 13 23 0,-10-3-47 16,12-3-13-16,-9-4-17 0,10 7-5 0,7 0-1 16,-7-2-5-16,-3-6-4 0,-10 0-11 0,12 11 6 15,-11-11-10-15,-6 1-8 0,-10-4-10 0,-2-2-10 0,3 5-14 16,0 2 16-16,-9-9-11 0,-3 2-6 0,3 11-2 16,-15-8 10-16,9-4 17 0,-17 12 13 0,-4-8-11 15,-15-2 15-15,15-3-12 0,-11 2-2 0,-1-2-5 16,-16-2-28-16,16-4-20 0,-5 3-31 0,-3-6-34 15,3 3-102-15,-3-4-123 0,0-2-132 0,8-2-180 0,6-5-230 16,-4 0-137-16,12 0 269 0,-10-11-416 0,8 5-512 16</inkml:trace>
  <inkml:trace contextRef="#ctx0" brushRef="#br0" timeOffset="24481.53">29109 3373 154 0,'-11'-17'2909'0,"5"8"-2143"15,6 5-25-15,-6 2-298 0,-3-3-366 0,6 5-191 16,-9-2-6-16,3-2 39 0,1 4-6 0,-7 4 26 16,8-2 33-16,-3 0 24 0,0 3 7 0,4 1 5 0,0 1 4 15,1 10-4-15,1-6-2 0,4-1 3 16,-3 6-4-16,3-6-1 0,0-2-2 0,0 6-5 0,0-6-13 15,3-3-44-15,-6-5-59 0,1 21-140 0,-1-13-113 16,-6 2-228-16,1-1 137 0,-7-4-206 0,-6 3 41 16,3-3-38-16,12-3-76 0</inkml:trace>
  <inkml:trace contextRef="#ctx0" brushRef="#br0" timeOffset="24993.16">28591 4052 131 0,'0'-4'2211'0,"0"4"-1436"16,0 0-107-16,0 0-201 0,0 0-276 0,0 0-194 16,0 0-39-16,0 0 3 0,0 0-21 0,0 0 10 15,0 0 32-15,0 0 11 0,-4 10 9 0,4 4 21 16,0 6 16-16,4-1-5 0,-1-3-9 0,6 5 16 15,-3 6 28-15,3-3-14 0,-6-9-13 0,2 6 14 16,2 3-7-16,-7 6-8 0,0-12-17 0,2 6-7 0,-2 0-10 16,-2 0-3-16,-5-6 1 0,2 3 18 0,-7-3 18 15,0 0 9-15,-6 2 20 0,-3-5 15 0,1-4 16 16,-1 2 15-16,-2-4 1 0,-9-2 120 0,-1-1 15 16,1-6 46-16,0 0 26 0,7-4-67 0,-21-3 199 0,12-1-156 15,0 0-52-15,7-5-80 0,-12-19-6 0,7 10-76 16,3 2-47-16,12 1-35 0,-14-15-4 0,11 2 0 15,3 5 0-15,5 7 0 0,6-15 0 0,-3-11-36 16,6 10-104-16,6 10-57 0,0-9-229 0,3 3-255 16,2-8-639-16,-1 22 411 0,4-6-270 0,1 0-822 15</inkml:trace>
  <inkml:trace contextRef="#ctx0" brushRef="#br0" timeOffset="25138.77">28208 3788 2063 0,'-4'-2'2776'0,"-6"-6"-1643"16,10 8-30-16,0 0-642 0,-7-14-479 0,7 14-51 16,0 0-10-16,0 0-38 0,0 0 40 0,0 0-42 0,0 0-221 15,0 0-144-15,0 0 1 0,0 0-716 0,0 0 156 16,-12 5-61-16,7-1-774 0</inkml:trace>
  <inkml:trace contextRef="#ctx0" brushRef="#br0" timeOffset="25566.63">27100 3677 3184 0,'-3'-7'1686'0,"-3"-13"-440"0,3 5-216 16,3 10-823-16,0 5-205 0,0-8-63 0,0 3-24 16,0 5 6-16,0 0 19 0,7 15 12 0,1 3 14 15,1 6 14-15,0 0 9 0,-3 0 6 0,6 14 13 16,2 12 30-16,1-8-6 0,-6-5-9 0,2 14 4 0,4 17-1 16,-3-18-8-16,-6-16-26 0,2 16-38 0,2-4-106 15,2 1-60-15,-7-10-20 0,2-2-140 0,-5 0-208 16,-2-4-246-16,3-7 82 0,-6 5-161 0,-3-8-500 15</inkml:trace>
  <inkml:trace contextRef="#ctx0" brushRef="#br0" timeOffset="26009.47">26746 3716 429 0,'-17'-26'2988'0,"-4"-5"-1773"0,3 2-125 15,-2 5-79-15,-6-2-567 0,11 15-375 0,-6 0-17 0,3 6-36 16,-2 2-1-16,4 0-24 0,6 3 2 0,0 0 21 16,-7 3 23-16,8 5-9 0,-6 14 0 0,6 4 3 15,3 0-9-15,4 1-13 0,-1 23-2 0,-1 1-16 16,4-9 16-16,0-5-7 0,0 20-8 0,4 18 3 16,-4-16 9-16,3-17 5 0,2 15 12 0,2 9-16 15,1-9-19-15,-2-13-5 0,2-12-13 0,7 10-56 16,0-2-76-16,9 2-81 0,-7-23 79 0,7 8-66 0,3-7-32 15,-1-3 4-15,4-8 15 0,-4-3 30 16,-3-3-24-16,4-3 0 0,-9-3 65 0,5-10-72 0,-6 2 81 16,-7-4 42-16,-4-1 54 0,2-10 64 0,-10 4 80 15,-4 3 38-15,2 3-4 0,-8-4 66 0,-10-4 52 16,-10 5 55-16,10 6-92 0,-10-3 72 0,-18 3 68 16,6 8-81-16,-6-1 13 0,17 6-63 0,-14 0 25 0,-18 2 30 15,13 4-51-15,7-3-55 0,-12 5 33 0,-13 2-18 16,11 1-62-16,18-5-43 0,-11 7-2 0,1-2-37 15,-8 4-17-15,27-10-2 0,-6 3 0 0,2 0 0 16,-2-2 0-16,20-4 0 0,-5-2 0 0,4 0-6 16,11 0-74-16,-4-2-204 0,-2-7-262 0,4-2-359 15,2-15-265-15,2 2-45 0,0 4 311 0,0-20-1657 0</inkml:trace>
  <inkml:trace contextRef="#ctx0" brushRef="#br0" timeOffset="26957.91">25647 3582 1983 0,'0'-8'2725'0,"3"-13"-1689"0,1 10 289 16,-4 1-535-16,3 12-727 0,-3-2-99 0,-3-2-34 0,6 4-26 15,-3-2-10-15,0 0 29 0,0 0-13 0,0 0 26 16,-3-2 18-16,6 4 15 0,-3 17 30 0,0 8 24 16,-3 1-2-16,-1-4-9 0,-1 8-11 0,-5 7-24 15,5-4 10-15,-4-9 18 0,-4 9-6 0,3 2-3 16,-2 5 3-16,2-13 21 0,-2 6 13 0,4 5-18 0,-1-3-11 15,0-8 1-15,6-11-6 0,-2 8-20 16,2-4-20-16,3-9-5 0,0 0 20 0,0-7-17 0,5 1-6 16,1 2 2-16,6-7 24 0,2 0-4 0,10-2-18 15,13-2-22-15,-15 2 23 0,14-2-17 0,-4-1 2 16,4 0 9-16,-1-2 2 0,-3 7 22 0,-3-2 12 16,-2 0 12-16,-3 6 2 0,8-3 3 0,-15-1 4 15,-7 0 1-15,7 9-5 0,-5 0-6 0,-9 0-4 16,3 2-1-16,-8 5-1 0,-2 4 0 0,-7-4-5 15,-4-3 4-15,-6 4 2 0,6-3 1 0,-11 6 1 0,-13-2-3 16,4-3 0-16,9-4 0 0,-13 3-1 0,-10-3 3 16,1 0 14-16,16-2 17 0,-10-4 48 0,1 1 25 15,-15-3 47-15,21-1-46 0,-6-4 73 0,-6-4 19 16,-4-3 29-16,13-4-67 0,11 3-46 0,-5-8 23 16,0 3-26-16,0-5-25 0,13 5-55 0,2-4-5 0,-3-1-16 15,1 2-2-15,17 10 0 0,-6-9 0 0,4 6 0 16,-4-6 0-16,4 4 0 0,4 9 0 0,0-6 0 15,-3 0 0-15,3 8 0 0,0 0 0 0,0 0 0 16,0 0 0-16,0 0 0 0,0 0 0 0,0 0 0 16,0 0 0-16,0 0 0 0,0 18 0 0,0-7 0 15,0-3 0-15,-5 10-1 0,-2-5-6 0,-8 9 0 0,7-6-1 16,-10-1-2-16,7-4 2 0,-16 8-6 0,10-3 5 16,-7-3 4-16,2-2 0 0,-19 4-3 0,9-1 4 15,-3-4 1-15,6 1 1 0,-16-4-1 0,-5 4 3 16,12-6 5-16,8 1-1 0,-8-6 3 0,-6 0 0 15,14-6 2-15,8 6-5 0,-9-5-3 0,-1-3-5 16,8 1 2-16,1-7-1 0,6 8 0 0,-2-9-3 16,-1 2 8-16,14 10 7 0,-9-10 0 0,4 5 2 0,-5-6 3 15,5-1-3-15,7 12-2 0,-6-10-2 0,-5-6-4 16,8 6-3-16,2 6 0 0,-4-10 0 0,6 10 0 16,-6-22 0-16,6 23 0 0,0-12 0 0,3 5 0 15,0-1 0-15,0-2 0 0,0 8 0 0,3 0 0 16,0-5 0-16,6 2 0 0,-6 9 0 0,6-12 0 15,3 10 0-15,-1-2 0 0,3 1 0 0,-2 2 0 0,1 1-1 16,11 2-9-16,-12 0-12 0,10 2-25 0,-3 3-16 16,-2 4-32-16,1 4-39 0,3-6-4 0,-1 6 6 15,-5 0-5-15,-13-7 30 0,16 8-23 0,-6-1 54 16,-8-2 21-16,-2 9 15 0,-4 4-26 0,-8-2 35 16,-4-4 7-16,2-3 11 0,-15 15-2 0,-12-6 5 15,-2-3 8-15,-3 0 3 0,6-3 5 0,-36 15 29 0,12-18 13 16,-3 1 52-16,13-3 17 0,-25-2 95 15,-6 0 10-15,10-9-40 0,19 0-55 0,-16-2 24 0,-16-2-38 16,25-3-80-16,14-3-32 0,-6-1-1 0,-1-9 0 16,8-3 0-16,16 8 0 0,1-8 0 0,-4-5 0 15,13-4 0-15,8 12 0 0,0-9 0 0,0-7 0 16,9 2 0-16,3 0 0 0,3 9 0 0,11-12 0 0,5 7 0 16,-2 1 0-16,1 8 0 0,6-5 0 0,8 0-8 15,-3 4-81-15,-12 9-72 0,17-5-223 0,0 3-243 16,2 2-276-16,-13 0 102 0,10 3-405 0,-3-5 81 15,4 3-645-15</inkml:trace>
  <inkml:trace contextRef="#ctx0" brushRef="#br0" timeOffset="27556.31">24072 3852 2026 0,'0'0'3088'16,"0"0"-1875"-16,0 0-23 0,0 0-627 0,0 5-452 15,2 3-111-15,-2-8 0 0,0 0 0 0,0 0 0 0,0 0 0 16,-6 13 0-16,6-13 0 0,0 0-2 0,0 0-78 16,0 0-127-16,0 0-39 0,0 0-218 0,4 5-262 15,-2 4-483-15,-2-9 159 0,0 0-89 0,0 0 63 16,0 0-808-16</inkml:trace>
  <inkml:trace contextRef="#ctx0" brushRef="#br0" timeOffset="27916.35">24881 3899 3107 0,'0'3'1567'0,"0"-3"-736"0,0 0 254 15,0 0-484-15,0 0-385 0,0 0-157 0,0 0-43 16,0 0-12-16,0 0-13 0,12-3 2 0,-9 3-35 0,9-3-19 15,0 1-39-15,3 0-9 0,0-1-83 0,11-5-68 16,-3 3-62-16,-4-1 115 0,-2 1-55 0,6-1 30 16,-5-1 49-16,0 1 53 0,-13 4 41 0,16-3 53 15,-9-1 10-15,-6 6 13 0,11-5-2 0,-8 3 1 16,-3 2-2-16,0-6-33 0,2 3-42 0,-8 3-241 16,0 0-241-16,-2 0-115 0,2 0 125 0,2 0-193 0,-2 0 35 15,-17-11-525-15</inkml:trace>
  <inkml:trace contextRef="#ctx0" brushRef="#br0" timeOffset="28078.91">24987 3659 1724 0,'-3'-16'1304'0,"1"16"-543"0,2 0-193 0,0-13 13 0,0 13-417 16,0 0-148-16,0 0-19 0,0 0-1 0,0 0-12 15,0 0-23-15,0 0-46 0,0 0-135 0,0 0-82 16,0 0-113-16,0 0-7 0,0 0-281 0,-12 10-21 15,12-7-106-15,-3 10-451 0</inkml:trace>
  <inkml:trace contextRef="#ctx0" brushRef="#br0" timeOffset="29239.81">22630 4619 890 0,'0'2'3096'0,"0"11"-1711"0,0-13 132 15,0 6-510-15,-3 2-735 0,3-8-252 0,0 0-16 16,0 0-4-16,0 0 0 0,0 0 0 0,0 0 0 0,12-8-4 16,-12 8-46-16,9-8-53 0,-1-3-97 0,14-7-43 15,-2 3-192-15,-6 4 149 0,8-2-119 0,-5-1 31 16,0 1 67-16,-13 11 116 0,11-9 30 0,-7 0 81 16,-5 9 31-16,-3-1 33 0,9-10 2 0,-9 13 7 15,0 0 3-15,0 0 2 0,0 0 2 0,0 0 9 16,12-3 5-16,-9 6 10 0,-1 0 6 0,5 10 18 0,-7-13 9 15,8 15-6-15,-4-6-23 0,-1-2 3 0,2 9-14 16,-2-8-31-16,-3-2-78 0,0-4-183 0,6 12-211 16,-6-14-250-16,0 0 119 0,-2 0-203 0,-10 0-1261 15</inkml:trace>
  <inkml:trace contextRef="#ctx0" brushRef="#br0" timeOffset="29541">22539 4166 1727 0,'0'-4'1133'15,"-3"-7"-338"-15,3 6 218 0,-2-6-527 0,2 11-267 16,0-3-159-16,0 6-15 0,0-3-9 0,0-3-31 16,0 6-14-16,0-3 4 0,0 0 2 0,0-3 1 0,-4 11 1 15,4 0 7-15,4 3 0 0,-4-6 0 0,5 8-4 16,-8 3 1-16,1-8 1 0,-5 5 40 0,-8 3 30 15,-5 0 26-15,6-8-8 0,-16 8 74 0,0-3-16 16,0 0 15-16,-7-2-39 0,4 0-35 0,-14 4 3 16,6-6-25-16,-4 0-17 0,13-5-24 0,-21 1-29 15,14-3-8-15,5-2-3 0,7 0-4 0,-5-2-8 0,-1-3-21 16,10-4-52-16,8 5-32 0,9-2-166 0,-12-5-250 16,6-10-413-16,3 6 102 0,6-4-116 0,3 1 1 15,3-2-776-15</inkml:trace>
  <inkml:trace contextRef="#ctx0" brushRef="#br0" timeOffset="30209.22">21685 3984 138 0,'-4'-2'2365'0,"4"-1"-1518"0,-8-5 214 0,4 5 316 16,-4-10-515-16,8 13-518 0,-6-11-42 0,6 9-26 16,0 2-137-16,0 0-76 0,0 0-23 0,0 0-18 15,0 0-8-15,0 0-21 0,0 0-22 0,0 0-8 16,12 7-14-16,6-1-14 0,-12-3 5 0,20 7-78 16,-3-5-27-16,10 1-52 0,-15-1 69 0,6-3-63 15,-4 4-4-15,6-3-72 0,-8-3 148 0,-12 2-30 0,17 1 15 16,-11-3 12-16,3 2 10 0,2-2 20 0,-13 0 46 15,8 0 8-15,-9 0 3 0,-3 0-12 16,0 0 20-16,0 0 14 0,-3 0 10 0,-6 4-3 0,-13 3-2 16,12-1 19-16,-12 1 6 0,2 1 1 0,-6 3 7 15,2 2 3-15,4-2 4 0,-2-4 3 0,0 9 10 16,-12 3 10-16,12-3 3 0,0-3-9 0,-2 0 17 0,-5 11 12 16,9-8-21-16,5-5-10 0,-2 4 6 0,-2 4-12 15,2 5-2-15,2-8-11 0,-2 4-3 0,-5 2-1 16,5 0-3-16,-10-4 1 0,5 1 1 0,-2-4 11 15,0 1 33-15,6-5 10 0,-8 4 74 0,6-4-6 16,1 0 11-16,2-6 25 0,-3 1 24 0,13-6 22 16,-16 2-3-16,11-4-25 0,0 2-44 0,-9-9 100 15,13 7-51-15,-4-6-31 0,0 3-76 0,-3-4 27 16,3 1-27-16,0-2-17 0,10 4-24 0,-10 2-15 0,9-2-13 16,0-4-3-16,3 10-1 0,-2 0 3 0,-1-13-4 15,3 13-2-15,0 0-1 0,0 0-1 0,0 0-2 16,0 0-2-16,0 9 2 0,3 2 1 0,-3 5-2 15,2 5 2-15,-2-5 0 0,0 1 1 0,0 6 2 16,-2 9-2-16,-1-8-1 0,-1-4 2 0,-4 10-1 16,-4 4 3-16,3 1-4 0,-3-11 0 0,-6 9-1 0,-2 2 0 15,-6 5-4-15,8-14 2 0,-15 9-1 0,1-4 3 16,-9-1 8-16,11-9 28 0,-6 5 12 0,-4-4 1 16,7-7 2-16,3-2-3 0,-2-2-1 0,3-2-8 15,2-5-34-15,-2-4-2 0,8 3 0 0,1-8-3 16,-4-3-74-16,6-6-115 0,-2-1-209 0,2-1-239 15,3-14-323-15,3 4-240 0,7 5 295 0,-5-11-581 0</inkml:trace>
  <inkml:trace contextRef="#ctx0" brushRef="#br0" timeOffset="30720.85">21673 3439 212 0,'15'-11'3244'0,"-10"7"-1515"0,2-5-516 16,-7 7-91-16,5-9-666 0,-2 11-257 0,-3 0-184 15,0 0-14-15,0 0-1 0,0 0 0 0,0 0 0 16,-3 0 0-16,-9-2-6 0,12 2-77 0,0 0-119 15,-14 4-77-15,2 5-288 0,6-7 19 0,-8 9-380 0,-1-6-537 16,-14 6 369-16,10-3 267 0,-1-1-1240 0</inkml:trace>
  <inkml:trace contextRef="#ctx0" brushRef="#br0" timeOffset="30928.29">20904 3896 232 0,'-12'3'3916'0,"-3"0"-2524"16,0-9-180-16,15 6-96 0,-5-7-1011 0,-2 4 6 15,5-2-34-15,-4-4-51 0,6 9-22 0,0 0-4 16,0 0 0-16,-2-2-12 0,-2-5-52 0,4 3-185 16,0 4-123-16,0 0-175 0,0 0-17 0,9 6-371 0,-4-3-491 15,-5-3 332-15,4 8 367 0,-1-1-155 0,-3-7-367 16</inkml:trace>
  <inkml:trace contextRef="#ctx0" brushRef="#br0" timeOffset="31276.36">20365 4135 1439 0,'0'5'608'0,"0"-5"-78"16,0 0-2-16,0 2-246 0,5 9-175 0,-5-11-17 16,12 13-72-16,-5-4-48 0,-5-2 0 0,4 4-11 0,0 0-4 15,0-1 14-15,0 4 11 0,-3-7 29 0,0 12 27 16,-1 3 31-16,-2-18-28 0,-2 23 23 0,-8-9 13 16,-4 1 53-16,-1-3 26 0,0-3-18 0,-5 0 82 15,-9-2 54-15,-4 2 104 0,6-2-31 0,-2-4 88 16,-3 1-9-16,-7-5 33 0,1 3-28 0,-3-6-58 15,2-6-80-15,5 1-83 0,-8-6-70 0,6 3-38 0,7-5-82 16,2-1-18-16,3 1 0 0,-5-2 0 0,9-1 0 16,3-3 0-16,2 6 0 0,0-14 0 0,9 4-4 15,-2-1-43-15,4 5-76 0,4-5-234 0,4-5-426 16,-2 9-145-16,4-4-247 0,-4 7 268 0,8-3-260 16,4-4-1248-16</inkml:trace>
  <inkml:trace contextRef="#ctx0" brushRef="#br0" timeOffset="31402.03">19928 3936 227 0,'0'-2'3834'0,"7"-9"-2746"0,-7 11 125 16,0-5 171-16,-4-6-1018 0,4 11-292 0,-3 0-69 0,6-8-5 16,-3 1 0-16,0 7 0 0,0-3 0 0,7-8 0 15,-7 11 0-15,0 0-16 0,2-6-78 0,1-1-256 16,0 10-161-16,-3-3-277 0,-3-3-327 0,6 6-99 0,3 1 16 16,-3 5-1159-16</inkml:trace>
  <inkml:trace contextRef="#ctx0" brushRef="#br0" timeOffset="31825.91">19460 3953 946 0,'-15'-22'3760'15,"-2"-2"-2413"-15,5 0 0 0,5 11-803 0,2-5-416 0,0 5-116 16,5 10-11-16,0-7 0 0,0 4 1 0,0 6 4 16,0 0 2-16,2 0-4 0,16 3 0 0,-9 7-4 15,6 3-1-15,5 9-3 0,-11-1-1 0,11 8-3 16,2 8 3-16,-2 8-1 0,-3-6 2 0,2 12-6 16,1 1-2-16,-6-4-17 0,4 5-40 0,-6 0-44 15,2 0-37-15,-2-3-104 0,-5-15-17 0,1 20-327 16,-1-9-79-16,-2-7-137 0,-2-18 43 0,-1 3-274 15,2 2-181-15,-4-20-700 0</inkml:trace>
  <inkml:trace contextRef="#ctx0" brushRef="#br0" timeOffset="32523.03">19097 3886 1497 0,'-20'-18'1830'0,"-12"-4"-934"0,6 2 19 15,4 4-200-15,0-3-524 0,3 6-133 0,14 8 0 16,-10-6-17-16,6 5-21 0,1-1-20 0,4 7-5 16,8 0-2-16,-4 0-2 0,-4 7 3 0,4-1-5 15,12 28-3-15,-3-13 9 0,-1 1 1 0,4 4-2 0,3 8 2 16,6 7 2-16,-6-10 4 0,5 4 3 16,-2-7-1-16,0 1-2 0,-10-2 0 0,16 15-1 0,-7-12-3 15,-5-4-1-15,0-6-2 0,0 7-2 0,5 8-18 16,-7-9-20-16,-2-2-15 0,-4-8 15 0,1 8-20 15,-5 4-10-15,-3-6-2 0,-6-6 29 0,-3 5 5 16,-8-5 17-16,-1-1 5 0,-6-1 7 0,-5-4 6 16,-7 1 7-16,2-2 15 0,4-7 7 0,-17 0 39 0,-3-4 25 15,-3 2 22-15,17-6 7 0,-8 1 86 0,-11-8 105 16,7 5-24-16,14-2-75 0,-2-3 52 0,-2-9 52 16,11 3-114-16,4 3-46 0,8 3-67 0,4-5-18 15,2-3-11-15,6 10-39 0,0-2-19 0,0-14-12 16,12 9-3-16,6-1-25 0,0 9 5 0,5-3-24 15,7-1-16-15,8 1-30 0,-3 5-17 0,3-2-29 16,4 5 8-16,6-6-54 0,-16 11 44 0,24-6-98 0,-12 4 56 16,-3 2 23-16,-4 0 33 0,4 0-66 0,-3 2 46 15,-6 4 13-15,-8-1 9 0,-9 1 51 0,6 7-25 16,-3 5-12-16,-10-2 33 0,-2 3 45 0,-5 1 2 16,-7 7-4-16,0-6 17 0,-5-3 18 0,-7 6 5 15,-6 3 5-15,-8-3 2 0,5-5 7 0,-5 1 44 16,-9 2 64-16,0 2 48 0,-3-6 30 0,-4 1 62 15,2-1 66-15,-4 1 18 0,18-6-109 0,-30 3 127 0,12-3-82 16,6-2-4-16,12-9-99 0,-18 6 43 0,14-2-70 16,1-6-19-16,9 0-47 0,14 0-39 0,-8 0-8 15,11-3-26-15,0 3-2 0,1-6 0 0,14 6 0 16,-15-11 0-16,11 11 0 0,1-4 0 0,-2-7 0 16,8 13 0-16,-6-9 0 0,-1-1 0 0,4 8 0 0,0 0 0 15,0 0 0-15,0 0 0 0,0 0 0 0,0 0 0 16,0 0 0-16,0 0 0 0,4-5 0 0,-4-1 0 15,0 6 0-15,0 0 0 0,0 0 0 0,0 0-5 16,0 0-25-16,0-5-16 0,3-6-3 0,-1 11-60 16,-2-2-56-16,0-11-150 0,0 13-46 0,0 0-176 15,0-14-96-15,0 14-215 0,-2-13-174 0,2 7-34 0,0-3 134 16,-3-5-771-16</inkml:trace>
  <inkml:trace contextRef="#ctx0" brushRef="#br0" timeOffset="32747.43">18129 3926 106 0,'8'-27'2071'16,"1"4"-1322"-16,-6 6-140 0,6-3 239 0,-3 1-182 16,-4 9-209-16,8-4-161 0,-8 4-102 0,5 4 20 15,-7 6-70-15,8-7-48 0,-5 7-74 0,-3 2-5 16,12 9-11-16,0 5-13 0,0 2-1 0,2 3 0 15,4 3 2-15,3 7-2 0,-1 4-1 0,1 2 3 0,-1 1-12 16,-5 1-66-16,-6-8-9 0,6 25-142 0,-3-13-66 16,-4-4-149-16,1-10 40 0,-3 6-302 0,3 7-361 15,-4-13 263-15,2-5-557 0</inkml:trace>
  <inkml:trace contextRef="#ctx0" brushRef="#br0" timeOffset="33644.04">17754 3850 139 0,'-17'-24'2362'0,"2"-3"-1447"0,-6 6-69 16,3-1-75-16,1 4-465 0,2 2-151 0,-6-8 54 15,10 14-53-15,-5-4-55 0,11 10-39 0,-7-10 15 0,12 14-8 16,-8-10 5-16,8 10-33 0,0 0 2 0,0 0-21 16,5 13-18-16,1-2-4 0,3 9-1 0,6 4-2 15,-1 2-1-15,1 7 1 0,2 0 7 0,7 11 1 16,-9-5-1-16,9 8 2 0,-7-12 6 0,5 15 5 15,3 8 5-15,-1-8-10 0,-9-13 1 0,2 11 3 16,-2 0-6-16,-1 8-13 0,-4-25-4 0,-1 8-20 16,-1-1-24-16,-1-6-40 0,-2-6-13 0,4 16-109 15,-6-13-45-15,-3 1-129 0,3-14-22 0,-3-3-342 0,-3 11-334 16,-2-11 267-16,-2-6-1003 0</inkml:trace>
  <inkml:trace contextRef="#ctx0" brushRef="#br0" timeOffset="34538.64">17445 4315 242 0,'9'0'1012'0,"-9"0"-564"0,12 0-43 0,-9 3 101 0,-3-3-243 16,0 0-113-16,0 0-57 0,0 0 4 0,0 0 9 16,0 0-2-16,-7 4-15 0,2 5 29 0,-7-2 7 15,-11 1 30-15,1 1-34 0,8-2-36 0,-10 1 36 16,1-3-6-16,-4 4 55 0,6-9-61 0,-6 2 41 15,2-2 40-15,1 0 7 0,9-2-59 0,-17-3 90 16,11-1-70-16,4-5-18 0,10 11-40 0,-10-13-4 16,2 0-11-16,7 5-40 0,1-5-14 0,2 5 5 0,-2-1-13 15,10-4-31-15,1 8-17 0,-1-3-19 0,6 1-5 16,-1-2-10-16,16 5-23 0,-19 1 13 0,22 3-12 16,-10 3 6-16,7-1 6 0,-4 0 18 0,11 7-39 15,-11 2 24-15,4-2 2 0,-9 0 17 0,2 1-14 16,-2 8-14-16,-13 2 21 0,1-7 19 0,1 5-5 15,-4 3 4-15,-4 3 10 0,-1-3 6 0,-1 0-1 0,-6 1 2 16,-5-2 4-16,2 2 8 0,-18 7 7 0,4-5 11 16,-6-6 19-16,-4 1 11 0,7-8 13 0,-21 9 68 15,2-11 12-15,-1-2 20 0,14-1-21 0,-16-1 68 16,-11-3 79-16,18-2-60 0,8-5-44 0,-5 3 73 16,-5-7 91-16,10 5-103 0,10-5-84 0,0 2 35 15,2-4-22-15,-2-4-25 0,14 4-93 0,-2-5-25 0,5 3-3 16,2 2-4-16,2 0-15 0,2-2-6 15,3 11-20-15,6-9-30 0,-3-2-75 0,6 2-49 0,2 9-13 16,-5-4-17-16,6 3-89 0,-3 3 112 0,-6-2-47 16,4 4 34-16,6 7 16 0,-10-2 12 0,0 1 20 15,-5 8 36-15,-4-1 33 0,3 2 37 0,-11 4 39 16,-2-2 29-16,-1-6 5 0,3-2-2 0,-7 2 38 16,-8 3 63-16,8-9 48 0,7-1-22 0,-7-4 98 0,1 1 107 15,2-3-71-15,9 0-78 0,0 0 44 0,-6-5-65 16,-8-4-6-16,14 5-101 0,4-2-33 0,-4-10 2 15,9 5-24-15,0 2-8 0,6-8-13 0,9-1-3 16,5-1-2-16,1-2 0 0,3 10 0 0,11-4 0 16,7-7-1-16,2 2-25 0,-12 5-7 0,13-3-32 15,2 3-33-15,5-7-107 0,-20 11-24 0,13 2-125 16,-4 0-100-16,-8 1-134 0,-6 3-77 0,-2 3-433 0,-12 2 58 16,10-4 139-16,-16 4-590 0</inkml:trace>
  <inkml:trace contextRef="#ctx0" brushRef="#br0" timeOffset="34731.12">16089 4243 430 0,'-5'-13'1745'0,"5"8"-1261"0,3-3 175 15,2-8 65-15,4 1-474 0,-6 11-170 0,12-16-19 16,-3 9-29-16,9-8-25 0,-6 11-19 0,5 0-6 15,-6 1-6-15,10-2-5 0,-6 7 6 0,8-4-50 0,1 1-115 16,0 5-129-16,-7-2-9 0,6-1-266 0,1-3-45 16,2 2-203-16,-5-5-477 0</inkml:trace>
  <inkml:trace contextRef="#ctx0" brushRef="#br0" timeOffset="34941.58">16840 3992 148 0,'0'3'2858'0,"-2"-3"-1944"0,2 0-218 0,0 5 155 15,0 3-444-15,0-8-90 0,0 0-217 0,9-6-26 16,-4-1-24-16,13 1-10 0,0 1-14 0,12-8-11 16,-4 4-7-16,6 2 1 0,-12 1-34 0,22-7-99 0,-9 8-76 15,-4 0-156-15,-11 2-78 0,-1 0-405 0,4 1-357 16,-15 2 302-16,-6 0-602 0</inkml:trace>
  <inkml:trace contextRef="#ctx0" brushRef="#br0" timeOffset="36608.12">15365 4037 167 0,'-3'-5'2205'0,"-6"-19"-819"15,3 8-514-15,0 3 86 0,-6 0-867 0,4 2-35 16,-2 3-23-16,-7-3-31 0,5 6-27 0,3 0-19 0,-6 2-4 16,15 3 3-16,0 0 23 0,-3 0 14 0,-9 0-3 15,10 0-1-15,-1 13 3 0,0 4 5 0,-3 6-1 16,3 1-1-16,-2 2 1 0,1 0 2 0,-4 20 2 16,1-12 0-16,2 0 3 0,-1-5-2 0,-6 19 4 15,-2-11 2-15,4-5 0 0,1-8-1 0,-2 8 4 16,-3 5 3-16,4-10 5 0,8-12-5 0,-5 7 1 0,4-7 1 15,-2 1 1-15,5-11-4 0,0-2-3 0,-4 7-5 16,4-10 0-16,0 0-3 0,0 0-3 0,12 0-4 16,0 0-1-16,17-5-9 0,-14 3 0 0,14-4-18 15,5 1-9-15,10 3-9 0,-7-4 4 0,8 3-9 16,-7 3-3-16,1 0 8 0,-10 3 23 0,15 0-9 16,-15 2 16-16,-2 3 6 0,-12-5 7 0,3 8-3 15,-10-4-6-15,2 1 0 0,-5 5 6 0,-2-2-7 0,-6 13-3 16,-2-8 1-16,-5 2 6 0,-2-5 7 0,-2 6-4 15,-9 8 2-15,-4-7 5 0,1-7 6 0,-13 6 10 16,4 2 19-16,-18-2 84 0,14-8-17 0,-10-4 46 16,-5 1 61-16,-14 1 88 0,30-7-81 0,-18-4 103 15,9-7-23-15,-9 5-19 0,7-7-11 0,1 0-45 0,6-5-9 16,5-8-44-16,1 9-64 0,-8-9 5 0,8-9-24 16,10 2-17-16,-4-8-22 0,-2-5-13 0,2 0-14 15,6-9-8-15,-2-2-5 0,8 7 0 0,-2-7 0 16,3-4 0-16,5 4 0 0,0-4 0 0,-5 1 0 15,5 8 0-15,0 2 0 0,2 17 0 0,-2-17 0 16,7 19 0-16,0 5 0 0,-2 11 0 0,4-3 0 16,1 5 0-16,-1 1 0 0,3 10-5 0,0 0-29 15,0 0-49-15,0 0 5 0,0 0-13 0,0 0 23 0,15 21-46 16,-10-5 37-16,10 5 39 0,-6 0 8 0,6 11-20 16,2 8-31-16,-2-9 2 0,-10-5 11 0,7 9-51 15,7 16-53-15,-9-14 35 0,0-11 37 0,4 8-39 16,-4 5-48-16,4 9-51 0,-8-21 97 0,0 8-56 15,0-4 7-15,-4 12-42 0,1-20 126 0,-3 9-1 0,-3-1 13 16,-2-1 26-16,-2-12 33 0,-3 17-5 0,-9-14 20 16,4-2 15-16,-2-8 16 0,2-4 31 0,-14 1 30 15,2-3 35-15,1-5 64 0,2 0-15 0,-16-2 141 16,4-1-45-16,4-3-6 0,8 1-66 0,-18-8 94 16,10 5-111-16,6 1-35 0,2-2-58 0,-3-2 2 15,-2 1-3-15,21 5-57 0,-4 0-28 0,-1-1-22 0,-1-1-13 16,-1-2 19-16,12 9 11 0,1-2-8 0,-8-4 18 15,10 6 45-15,0 0 3 0,0 0-14 0,-12 4-16 16,10-2 10-16,-1-2-1 0,3 13-28 0,0-6-23 16,-4 2-8-16,4 10 31 0,-3-17 20 0,1 12-23 15,-4-1 8-15,0-2 36 0,3-7 0 0,-9 1 10 16,7-1-12-16,-14 1 4 0,2-3-7 0,9-2-2 16,-11 0-7-16,-1 0-7 0,8-2-5 0,-3-1-1 15,-2-8-1-15,5 7 2 0,-9-18 33 0,13 11 3 0,1 6 29 16,-4-19 0-16,5 11 9 0,-2-2-16 0,4 4-2 15,-2-2-20-15,6-7-20 0,3 11-11 0,0-2-1 16,3-2 0-16,-3 2 0 0,-3 3-3 0,5-6 1 16,-1 14-1-16,-1-10-4 0,0 5 0 0,-3 5-8 15,2-9 0-15,-2 7-1 0,0 2 1 0,0-2-8 16,12-7 7-16,-12 9 3 0,6-2-4 0,6-3-17 0,0 5 8 16,0-6 20-16,-7 6 2 0,-1-2-1 0,11-3 7 15,-5-4 16-15,-6 9 4 0,2-4-15 0,-1-2-6 16,2 1-5-16,-5-4-4 0,-2 9-2 0,15-13-8 15,-3 8-3-15,-7 3-2 0,7-4 3 0,-2 6-10 16,-1-2-7-16,8 4-1 0,-9-2 9 0,2 2-28 16,7 4-6-16,-2-3-6 0,-9-1 40 0,14 7 2 0,-8-5 1 15,3 5 10-15,7 2 28 0,-12-2-7 0,0 0 3 16,7 6-16-16,-5 2-3 0,-9-12 1 0,9 10 0 16,-6-4 0-16,0 0 2 0,-4 5 0 0,1-6-8 15,1 1-8-15,-8 20-11 0,-1-15 9 0,-5 3-7 16,2-3 10-16,-4 3-1 0,-9-3 9 0,4 4 13 15,-3-1-6-15,-5-3-8 0,8-1 0 0,-12 7-16 16,5-6 7-16,0 3 21 0,6-6-3 0,-6-8 21 0,4 6 9 16,6-7-3-16,-8 5 0 0,14-9-8 0,-13 0-14 15,4-6 1-15,7 1 16 0,5 3 1 0,-10-14 26 16,10 10-5-16,-4-7 1 0,-1 6-13 0,5-7 11 16,-7-5-26-16,9-2-11 0,3 3-1 0,0-6-1 15,3-3 1-15,4 9-2 0,-5 1-3 0,4-3-2 16,3 1-1-16,-4 6-2 0,2 3 3 0,-2-7-1 0,-2 10-2 15,6-12 7-15,-3 8 2 0,-4 6-9 0,5-3-3 16,-4 5-33-16,9 1-29 0,-12 2 1 0,0-2-41 16,14 2-41-16,-16 0 26 0,4 0 33 0,8 10-11 15,-8-2 18-15,1-2 3 0,-3-2 41 0,0 12-11 16,-3-3 4-16,-3 6-4 0,3-5 4 0,-5 6 9 16,-4-1-14-16,0 2 1 0,0-5 18 0,-15 11-10 0,7-12 21 15,-1-1 10-15,-2 1 11 0,-3 1 25 0,-4-5 5 16,1-3 2-16,2 0 7 0,3-5 21 0,-22-1 87 15,12 1-16-15,2-6 22 0,6 1-27 0,-18-1 103 16,11-7-42-16,0-1-31 0,13 0-46 0,-7-5 31 16,-7-10 8-16,10 2-52 0,9 6-35 0,-9-12 1 15,-5-12-26-15,5 7-23 0,6 6-6 0,4-8-5 0,-4-2-1 16,4-12 0-16,2 12 0 0,2 12 0 0,5-15 0 16,-7-8 0-16,9 13 0 0,1 10 0 0,2-8 0 15,0 4 0-15,2-8 0 0,-2 17 0 0,3 4 0 16,4-8-1-16,-2 12-43 0,-2 1-37 0,-1 2-99 15,8 1-87-15,2 7-119 0,-7 1-97 0,14 2-104 16,-9 5-127-16,9 10-111 0,-11-4 101 0,16 11-439 0,-15-7 287 16,6 7-882-16</inkml:trace>
  <inkml:trace contextRef="#ctx0" brushRef="#br0" timeOffset="37390.03">13232 4585 22 0,'-12'3'387'0,"0"10"-147"0,-6-8-6 15,-6 3 20-15,16-3-9 0,-4 1-100 0,-2-1-15 16,-5-3 41-16,2-4-4 0,11 2-21 0,-12-5 114 16,10 1 40-16,-4-1 97 0,-3 1-158 0,3-2 26 0,4 1 17 15,-13-6 28-15,6 3-134 0,12 5-56 0,-11-8 38 16,7 9-19-16,2 0 4 0,2-1-80 0,-9-5 16 15,9 5-5-15,-9-5-9 0,12 8-7 0,-12-7 1 16,10 3-9-16,2 4-1 0,-7-5 3 0,4 1 53 16,3 4-22-16,-2 0-5 0,2 0-23 0,2 0 28 15,10-9-34-15,-9 9-42 0,0-2-10 0,9 2-19 0,2 0-44 16,-4 0 6-16,-1 0-3 0,2 5 17 0,-2-5-19 16,6 8-23-16,-1-3 49 0,-7-3 10 0,4 4-13 15,1 5-13-15,-3-4-27 0,-6 2 20 0,2-1-15 16,-1-1 4-16,-1 6-3 0,-3-2 38 0,0-2-2 15,-7 0 26-15,-1 2 14 0,-1-5 2 0,-6 7 0 16,-2-6 0-16,-7 7 1 0,6-6 2 0,-11 3 32 16,5-4 17-16,-5-1 19 0,5-1-2 0,-8 1 63 15,-3-4 22-15,2-2 15 0,1 3 4 0,12-1-53 0,-14-2 68 16,12 2-51-16,7 2 0 0,3-4-29 0,-3-4 26 16,-4 4-21-16,19-2-17 0,-10 0-30 0,6 2 7 15,4 0-8-15,-6 0-42 0,-3-3-18 0,9 3-4 16,0 0-7-16,0 0-2 0,0 0-4 0,0 0-2 15,0 0-5-15,9 7-15 0,-6-7 9 0,6 14-22 0,-6-6-15 16,2 3-4-16,-1 2-9 0,-1-6 26 0,-3 2-7 16,0 10 9-16,-7-4 14 0,5-10 20 0,-13 17-2 15,-2-7 4-15,-7-1 2 0,4-4 4 0,-16 4 0 16,1-10 45-16,-1 5 45 0,4-4-8 0,-19 3 117 16,7-6-7-16,0 1 25 0,12-6-36 0,-21-4 43 15,6-1-44-15,6-3-55 0,14 3-58 0,-11-10 0 0,-4 0-26 16,10-2-28-16,12 2-9 0,1 3-1 0,-1-7 0 15,8 11 0-15,3-4 0 0,6 12 0 0,-2-10-8 16,2 13-45-16,6-6-89 0,2-5-35 0,7 11-200 16,3-2-133-16,29 2-175 0,-23 2 119 0,9 4-320 15,-3-1-145-15,-1 6 81 0,-3 2 56 0,4 5-914 16</inkml:trace>
  <inkml:trace contextRef="#ctx0" brushRef="#br0" timeOffset="37543.6">12415 5352 1781 0,'18'16'1134'0,"-6"-14"-325"0,0 4-193 0,12-8-124 16,5-9-161-16,-12 0-132 0,3 3-97 0,7-6-28 15,0-1-60-15,5-9-13 0,-11 11-1 0,3-8-4 16,-4 0-4-16,10-3-13 0,-9 6-49 0,-10 1-28 0,7-4-138 16,0 2-178-16,-1-5-208 0,-5 6-63 0,-7-6-120 15,2 0-16-15,-7 6-851 0</inkml:trace>
  <inkml:trace contextRef="#ctx0" brushRef="#br0" timeOffset="37717.14">12574 4357 1240 0,'-5'-6'1685'0,"-7"-12"-961"0,6 10 13 0,-3 1-347 15,4-7-302-15,-2 8-46 0,4-1-22 0,3 7-8 16,0 0-53-16,0 0-81 0,0 0 4 0,0 0-70 15,0 0-138-15,0 0-14 0,0 0-4 0,3 11-254 0,0-4-17 16,1 9-101-16,-4 1-520 0</inkml:trace>
  <inkml:trace contextRef="#ctx0" brushRef="#br0" timeOffset="39556.23">10648 5082 430 0,'-3'-2'665'0,"6"-9"-285"0,-3 6-86 0,8-17 116 16,4 1-9-16,-3 0-333 0,3 2-54 0,-1-1-8 15,8-2-5-15,-2-2-13 0,-5 11-22 0,-9 8 9 0,11-8 33 16,-4 2 2-16,-2 3-3 0,-4 3-17 0,-4 5-19 16,5-13-9-16,-2 13-5 0,-3 0 1 0,0-13-100 15,2 13-147-15,-4 0-61 0,-1-14 75 0,-2 6-83 16,-5-3-274-16</inkml:trace>
  <inkml:trace contextRef="#ctx0" brushRef="#br0" timeOffset="40638.33">11211 4511 382 0,'-12'7'624'0,"9"-3"-246"0,3-4-88 0,0 0 163 15,-12 7-41-15,12-7-60 0,-7 8-88 0,7-3 131 16,-5 1 67-16,-4-1 52 0,1 0-116 0,-2-5 60 16,1 0-27-16,-8-5-52 0,7 2-38 0,-4-3-62 0,-6-3-46 15,8 3-68-15,-8-7-20 0,10 8-63 0,-10-11-12 16,14 10-29-16,-9-12-14 0,10 7-22 0,-5-2-15 16,1-6-3-16,4 12-3 0,2-2 6 0,-4-6 0 15,7 15 3-15,-5-13 4 0,5 10 3 0,3-5-4 16,-1 3 2-16,2 3-5 0,7-7-5 0,1 7-4 15,0-7-4-15,5 5 1 0,-5 0-11 0,12-3-32 16,6 4-24-16,-10 0 1 0,1 3-12 0,-6 3 22 16,9 0-37-16,-7 4-1 0,-5-1 42 0,0 1 23 0,3 2 1 15,-7-1 10-15,6 5-6 0,-2 0 23 0,-5-2-9 16,1 12-2-16,-8-4-7 0,0-1 4 0,-8 4-6 16,-1 2 8-16,-6 0 2 0,0 2-1 0,-6 1-4 15,1-1 9-15,-7 0 10 0,10-8 9 0,-19 12 2 16,7-9 10-16,2-6 11 0,7-1 0 0,-4-4-2 15,-5 1 6-15,5-2-2 0,4-7 2 0,2 0-2 0,-6-2 9 16,0-2 5-16,4-6 3 0,18 8 9 0,-20-11 20 16,10-5 9-16,7 1-23 0,2 12-14 0,-3-23 7 15,6 15-8-15,0-21-31 0,4 16-8 0,1-4-1 16,0 0-1-16,7-6-2 0,-2 10 1 0,2-3-2 16,2-1-10-16,-2 1-22 0,-4 3 6 0,7 0-5 15,-3 3 0-15,-3 7-12 0,6-7-37 0,-3 8 31 0,-7 3-28 16,7-1-24-16,-12 3-28 0,12 3-13 0,-9-3-33 15,-3 0 41-15,0 2 23 0,0 9 48 0,0-9-16 16,-12 14 55-16,3-8 34 0,-9 6 3 0,-2 1 7 16,-1 4 2-16,-6-3-2 0,7-3-1 0,-6 3 4 15,-18 8 35-15,12-6 14 0,1-7 3 0,-4 4 82 16,-3 2 31-16,-12 1 89 0,9-2-44 0,14-6-70 16,-14 4 56-16,5-1-8 0,-8-2-9 0,17-7-98 0,-5 2 9 15,0-6 3-15,3-2-2 0,17-4-57 0,-8 1 1 16,10 5 0-16,-11-11 11 0,4 7-26 0,9 0 10 15,-7-3-14-15,3-4 1 0,8 11-14 0,-1-8-6 16,-5 3-1-16,10-1-4 0,-5-1-2 0,5 7 1 16,0 0 0-16,0 0-2 0,0 0-4 0,0 0-11 15,0 0-15-15,0 0-13 0,0 0-4 0,0 0-8 0,0 0 1 16,0 0 7-16,5 4 8 0,2 5 19 0,5 12 2 16,-4-5 8-16,4 2 7 0,-5-2 0 0,3 14 0 15,-3-6 1-15,-2 2-1 0,-2-6 2 0,1 9 1 16,-4 4 3-16,-4-7-4 0,1-4 1 0,-2 6-1 15,-2 4-1-15,2-8-3 0,0-5-8 0,-7 4-6 16,2-2 2-16,5-10-8 0,-7 5-15 0,3-8 5 0,1-1-63 16,-4-3-280-16,-3-10-230 0,3-7-66 15,0-5-394-15,0-4-7 0,0-13-78 0,1 2-893 0</inkml:trace>
  <inkml:trace contextRef="#ctx0" brushRef="#br0" timeOffset="40784.94">10078 4076 174 0,'0'-2'2929'0,"-5"-3"-1877"0,2-3-136 16,-3 8-94-16,-2-5-592 0,8 5-271 0,-3 0-74 15,-9 2-45-15,12-2-19 0,-9 14 18 0,6-10-110 16,-4 12-91-16,2 8 34 0,2-11 15 0,1 9-232 16,-2 2-152-16,-4 2-161 0,5-10 394 0,-9 5-853 0</inkml:trace>
  <inkml:trace contextRef="#ctx0" brushRef="#br0" timeOffset="41073.17">9558 4794 998 0,'-19'11'1461'0,"11"-9"-718"0,-13 5 179 0,4-1-447 16,5-1-223-16,-6 4-150 0,4 4-60 0,-1 5-41 0,3 1-4 15,0 1 4-15,0 4 3 0,4-8 1 0,-1 14 12 16,3-7 0-16,6 1 1 0,-4-5-5 0,4 5 7 15,7 2 2-15,-4-10-5 0,-1-11-1 0,5 14 12 16,-2-14 21-16,7 3 87 0,0-8 26 0,0 0 121 16,-1-2 15-16,22-26 91 0,-15 8-65 0,-9 1-92 15,8-13 24-15,-2 1-110 0,0-14-39 0,-6 23-52 0,-1-9-2 16,-1 2-25-16,-2-6-12 0,-2 17-10 0,-3-6-1 16,-3 5-15-16,-2 1-45 0,-2 10-109 0,-5-6-109 15,0 10-115-15,-11 1-158 0,2 6-30 0,-2 7-383 16,-6 4-42-16,-2 1 54 0,6-2 303 0,-11 5-680 15</inkml:trace>
  <inkml:trace contextRef="#ctx0" brushRef="#br0" timeOffset="41505.01">8700 4030 783 0,'-2'-22'3115'16,"-5"3"-1985"-16,4 9 4 0,1-1-712 0,-1 11-321 15,-6-13-38-15,9 13-32 0,0 0-52 0,0 0-7 16,0 0-9-16,0 0-6 0,-3 3-55 0,3 10-5 0,3 2 8 16,2 7 11-16,4 7 3 0,1-8 24 0,0 19-22 15,9 2 68-15,-4 0 14 0,-7-10 0 0,4 16 3 16,0-3-2-16,2 16 1 0,-8-21-3 0,6 10 1 15,-3 3-8-15,0-3-13 0,-1 1-28 0,7-5-54 16,0 2-76-16,-1 0-91 0,-2-16-33 0,0 13-299 16,3-3-134-16,-3-15-63 0,-9-3 13 0,-3-14 247 0,-3 0-526 15</inkml:trace>
  <inkml:trace contextRef="#ctx0" brushRef="#br0" timeOffset="42054.54">8515 4320 1215 0,'-36'-37'1747'0,"9"10"-1105"16,-2-1 100-16,-3 1-344 0,2 1-292 0,9 2-15 16,1 8 12-16,8 3-11 0,0 5 17 0,4 3-7 0,-7-4 50 15,15 9-9-15,0 0-31 0,0 0-38 0,0 0 5 16,-4 0-46-16,8 22-38 0,2-9 1 0,6 5-2 16,5 11-1-16,7 3 5 0,-7-11 3 0,10 11 1 15,0-1 0-15,7 13-3 0,-12-18 3 0,4 8-1 16,0 3-2-16,-8-2-2 0,9 7 3 0,-12-16 1 15,2 11 2-15,-2-2 0 0,0 2 2 0,-3-3 0 0,0-2 2 16,-7 2 0-16,0-4-1 0,-5-4-2 0,-5 3-2 16,0-5-3-16,-7-6 0 0,2-5-2 0,-7 6-1 15,-12-5 1-15,5-10 5 0,3 2 4 0,-8-6 6 16,-10-8 18-16,3-5 19 0,10 0 0 0,-18-11 22 16,6-5 8-16,-10-17 25 0,11 4-19 0,10 7-17 15,-11-11 0-15,-1-18 1 0,12 8-10 0,5 14-8 0,-12-11 33 16,5 0 0-16,-6-13 19 0,14 31-41 0,-4-9 14 15,1 7-9-15,0-9-17 0,12 26-37 0,-6-7-8 16,3 8 3-16,6 12 2 0,1-10-2 0,1 12-6 16,-1 0-2-16,8 5 9 0,0 0-6 0,0 0-8 15,0 0-3-15,0 3-1 0,0 10 4 0,12 5 0 16,-1 8-6-16,4-2-17 0,6 9-25 0,-1-10 3 16,2 7-26-16,2 1-11 0,-2 4-6 0,5-9 4 0,-6 5 15 15,2 2 21-15,-2-2 7 0,-6-10 21 0,2 11 2 16,-2-6 7-16,-6 6 6 0,-3-10 3 0,-1 7 3 15,-5 8 4-15,-3-6 3 0,-2-7 1 0,-10 11 0 16,-11-4-1-16,-1 2-5 0,0-13-1 0,-7 6 5 16,-8 1 16-16,-14 8 23 0,12-11 7 0,5-6-12 15,-5 3 16-15,-6-3 14 0,0 1-56 0,17-11-30 0,-2 2-34 16,3-7-22-16,-4 3-93 0,22-6-12 0,-4 0-195 16,6-3-178-16,0-3-256 0,4-1 107 0,-1-4-477 15,0-10 241-15,3-3-744 0</inkml:trace>
  <inkml:trace contextRef="#ctx0" brushRef="#br0" timeOffset="42905.27">7174 4728 2144 0,'-27'-4'1284'0,"13"4"-462"0,-1-2-16 0,8 0-464 16,-5-1-244-16,10 3-46 0,-6-6-37 0,4 6-10 15,4 0-13-15,4-5-5 0,1-5 3 0,7 5-3 16,8-12 4-16,9 1 0 0,-2 3-3 0,-5 2 1 0,12-4-23 15,2 4-33-15,8-2-66 0,-9 0 3 0,4 3-56 16,-1-1-20-16,-3 0-6 0,-8 9 60 0,9-9-59 16,-10 11 90-16,-6 0 30 0,-14 0 49 0,10 7 2 15,-14-7 9-15,4 14 13 0,-6-8 6 0,-15 18 1 16,0 2 2-16,-5-2 5 0,6-1 13 0,-13 9 23 16,-9 5 29-16,-11 8 49 0,6-8 35 0,12-5-28 15,-19 8 60-15,-4 0 21 0,-16 10 58 0,26-21-87 16,-9 6 45-16,2-7-32 0,-10 12 69 0,26-18-108 0,-7 4 25 15,4-6 3-15,4 2-9 0,-1-6 1 0,7-1 3 16,5-4-18-16,9-9 4 0,-5 4-28 0,2-6 20 16,6 0-44-16,-9-6-19 0,13 2-35 0,-7-5 7 15,5-4-25-15,2 6-7 0,0-4-15 0,-2-2-3 16,4 2-5-16,1 0-1 0,-8 0 1 0,8 9-1 16,-10-5-5-16,-3-2 2 0,6 7 2 0,-2 0 2 0,-13-7-2 15,0 1-1-15,4 1 0 0,5-4 3 0,-9 2-1 16,4-4 0-16,-1 0-1 0,3 2 3 0,1-4 0 15,-10-3-1-15,1 1-3 0,11 1 1 0,-9-2 1 16,-3-6-1-16,7 9-7 0,6-1 0 0,-1-6-4 16,3 1-6-16,-3-6-1 0,9 7 6 0,0 1 3 15,1-3 5-15,5-9-1 0,3 9 8 0,-1 7 1 0,4-6-3 16,6-3-1-16,6-6-3 0,-3 15-10 0,8-6-5 16,1 0-4-16,14-3-28 0,-15 8 6 0,10-8-31 15,-1 9-20-15,0 1-26 0,1 1-24 0,-3 5-9 16,-4 5-10-16,-2 3 11 0,-7 5 16 0,4 4-47 15,-15-7 60-15,15 20 16 0,-16-4 18 0,2 3 27 16,-11 6 13-16,-1 4 27 0,-10 1 28 0,6-5 2 0,-18 21 7 16,0-12-1-16,-2 7-3 0,6-12-3 0,-16 9 2 15,-22 16 63-15,13-14 31 0,13-8-6 16,-15 6 53-16,-14 7 50 0,13-14-25 0,19-9-27 0,-7 2 10 16,1-8-12-16,-12 4 20 0,24-15-80 0,-4 1 22 15,1-1-6-15,0 2 3 0,7-12-40 0,8 3-36 16,8-2 1-16,-6-6 0 0,0-3 14 0,10 6-32 15,-1-8-22-15,-1-3 6 0,8-3 3 0,1 1-1 0,-2 1-6 16,1 10-20-16,4-12 2 0,1 3 8 0,-9 11-33 16,3-3-43-16,2 3-12 0,-5 5 15 0,-5 5-28 15,0 3 21-15,-14 16 17 0,11-8 39 0,-19 8 36 16,-2 5 13-16,2 0 13 0,3-5 2 0,-17 10 11 16,-6 4-6-16,6-7 16 0,5-2 26 0,6-10-12 15,-14 14 47-15,12-13 13 0,6-7 21 0,8-6-13 0,6-3 80 16,-5 0-55-16,5-6 0 0,9 2-44 15,-1-8 25-15,4-3-53 0,10-12-36 0,2 6-23 0,12-16-5 16,5-2-1-16,0 6-3 0,-2 3-5 0,20-25-2 16,-6 14-26-16,3 0-54 0,-8 10-22 0,23-15-155 15,-13 14-36-15,5 4-46 0,-1 0-84 0,-18 10 78 16,16-7-331-16,-14 10 59 0,-4 1-148 0,-12 4 114 16,-3-1-216-16,0 4-158 0,-10 3-563 0</inkml:trace>
  <inkml:trace contextRef="#ctx0" brushRef="#br0" timeOffset="43084.79">5621 4924 1284 0,'-21'-6'722'15,"9"1"-41"-15,-13-8 30 0,13 7 86 0,-3-8-580 0,6 7 49 16,-1-4-26-16,2-2-36 0,8 5-130 0,0 1 4 16,6-9-29-16,3 5-14 0,-4 0-18 0,22-8-4 15,2 1-5-15,-2 0-3 0,0 1-1 0,14-1-5 16,0 3-44-16,1-2-91 0,-10 4-33 0,15-8-342 15,-6 8-50-15,-2-2-164 0,-5-5-69 0,-3 5 235 16,9-12-689-16</inkml:trace>
  <inkml:trace contextRef="#ctx0" brushRef="#br0" timeOffset="43326.15">6160 4024 100 0,'0'-3'1320'15,"-9"-12"-227"-15,1 4-433 0,4 2-8 0,-4 2-297 0,5-1-189 16,-1 5-5-16,4 3-62 0,0 0-55 0,0 0 0 16,0 0-14-16,0 0-14 0,0 0-8 0,0 16 0 15,7 0-1-15,8 5 1 0,-3 1-4 0,5 7-2 16,0-3-3-16,5 3 5 0,-5 3 1 0,7-1 5 16,-1 4-2-16,1-4 3 0,0 2 4 0,-4-4-1 15,6 8 0-15,4-6-18 0,-6-2-36 0,-7-12-81 16,7 5-136-16,2 6-313 0,-5-15-142 0,-12-8 169 0,9 3-238 15,-13-5-947-15</inkml:trace>
  <inkml:trace contextRef="#ctx0" brushRef="#br0" timeOffset="43523.65">6646 3947 996 0,'0'-11'1197'0,"4"4"-657"15,-8 1 9-15,4-1-180 0,0 7-339 0,0 0-9 16,-8 0-6-16,1 0 7 0,7 0-3 0,-5 7-10 16,-2 4-10-16,7 2-50 0,0-5-19 0,0 3-20 15,-2 5-225-15,2-3-139 0,-3-2-104 0,-2 4 143 0,1-6-313 16</inkml:trace>
  <inkml:trace contextRef="#ctx0" brushRef="#br0" timeOffset="46138.62">29328 6635 429 0,'-12'2'1770'15,"-12"-2"-867"-15,9-2-175 0,3-1-196 0,1-7-157 16,2 5-223-16,0-8-53 0,6-1-42 0,3 4 11 15,3-14-4-15,3 6 6 0,9-4-5 0,-7 11-31 16,13-4-13-16,3 4-18 0,2 0-7 0,-2 6-2 16,0 5-10-16,-2 0-2 0,0 0 1 0,-2 5 5 0,10 6-1 15,-4 0 4-15,0 4 3 0,-4 1 4 0,15 11 1 16,-6-4 1-16,-2 4 5 0,-12-8 0 0,7 10 12 16,-6 8 61-16,-1-6 55 0,-7-12 2 0,-2 12 63 15,-6 4 94-15,-4-4-28 0,-4-1 7 0,4-9-95 16,-13 11 50-16,-12 2-17 0,0-4-29 0,6-10-48 15,-8 4 29-15,-21 3 3 0,9-8-52 0,5-6-47 16,-11 0-8-16,-3 0-16 0,-2-2-37 0,16-6-4 16,-6 0-17-16,5-2-60 0,-4-6-207 0,14 0-69 0,-6-7-454 15,7-4-298-15,-4 1-107 0,15 4 316 0,-11-19-1326 16</inkml:trace>
  <inkml:trace contextRef="#ctx0" brushRef="#br0" timeOffset="47056.17">28641 6485 576 0,'-6'-11'2334'15,"-6"-5"-1479"-15,7 10 4 0,-4-1-115 0,-3-1-416 16,2 5-248-16,0-3-61 0,-2 6-9 0,5 4-10 16,-8 1-9-16,1 6-5 0,2-4 4 0,-3 10 2 15,4 3-2-15,-7 9-1 0,7 3 2 0,2-10 5 16,-3 9 1-16,2 0 0 0,0 10-2 0,0-18 2 16,5 7-1-16,1-1 1 0,4-5 0 0,0-6-4 0,0 6-8 15,0-14 2-15,7 8-3 0,-5-12 6 0,8 5-5 16,0-4-4-16,-10-4-5 0,12-8-4 0,0 3-9 15,-2-9 0-15,2-11-6 0,2 4 14 0,-8 3 11 16,3-7 15-16,2-7 19 0,-2-3 2 0,-2 14-4 16,-5-15 3-16,4 5-5 0,-4-4-3 0,-2 0 5 15,-2 3 28-15,2-3 53 0,-6 3 14 0,4 5 4 0,-5-5 57 16,-2 8-3-16,1 7-8 0,5 10-60 0,-1-10 1 16,-1 14-37-16,-7-2-25 0,12 2-25 0,-20 11-13 15,10-2-6-15,-7 13-1 0,8-3-1 0,1-6 5 16,-11 19-4-16,7-4 4 0,4-4 1 0,-1-2 1 15,1 9 1-15,-4 4 3 0,-3-6 0 0,5-10 2 16,-4 4 2-16,-6 14 6 0,-2-13 1 0,10-8-6 0,-5 3-5 16,-3-4 8-16,-1 3-1 0,6-7-9 0,-9-2 2 15,4-5 4-15,-7 5 15 0,7-9-5 0,6 0 49 16,-1-3 12-16,-16-7 61 0,14-1 18 0,2 0-51 16,1-5 39-16,-1-2-6 0,0-8-17 0,6 13-51 15,1-9-19-15,5 3-13 0,3-4-7 0,0 10-15 16,0 0-6-16,0-9-16 0,0 7-13 0,3 4 9 0,2-2 2 15,-2 2 2-15,1 11 0 0,1-5 1 0,1-1 11 16,0 4-10-16,2 2-9 0,-8 0-1 0,10 8-13 16,-4-3 1-16,-6 10 1 0,0-6 4 0,0 15-7 15,-9 0-7-15,2-4 4 0,-3 2-1 0,0-11 7 16,-10 11-15-16,2-2 17 0,0-7 8 0,4 0 7 16,-16-2 3-16,-6 0 10 0,7-2 16 0,6-5-3 15,-10-2 15-15,-11-2 44 0,12 0-3 0,8-2-6 16,-3-7 23-16,4 1-12 0,-13-2 13 0,19 2-50 0,2-8-11 15,-2 3-10-15,8 0-19 0,-3-6-3 0,0 1 0 16,9-6 0-16,0 8 0 0,3-8 0 0,0 13 0 16,0 1 0-16,3-4 0 0,4-1 0 0,-5 6 0 15,4 2 0-15,-4 5 0 0,8-9-8 0,-10 11-9 16,0 2-10-16,0-2-6 0,0 0-11 0,0 14 3 16,-6-4-14-16,-8 11-2 0,-1-2 13 0,-9 5 0 0,-8 0 11 15,-4-1 6-15,1 3 2 0,2-9 13 0,-35 7 8 16,19-6 9-16,-5 0 28 0,16-7 5 0,-18 4 45 15,12-6-11-15,9-1-1 0,11-5-5 0,6-3-18 16,6-3-4-16,0-3-33 0,7-1-11 0,5 1 0 16,5-23 0-16,5 8 0 0,7 3 0 0,-2-2 0 15,14-2 0-15,22-8 0 0,-4 7 0 0,-11 6 0 0,16-3 0 16,18-10 0-16,-14 9 0 0,-14 8-6 0,6-6-88 16,4 3-141-16,8-2-271 0,-26 7-2 0,8 3-439 15,-4 1-212-15,-3-4-38 0,-8 5 113 0,-6-1-909 16</inkml:trace>
  <inkml:trace contextRef="#ctx0" brushRef="#br0" timeOffset="47270.6">27975 6178 2052 0,'-3'0'2804'0,"3"0"-1903"0,3 0 306 16,-12-3-324-16,-6-3-634 0,4 6-237 0,-3 0-1 16,-13-2-15-16,12 4-11 0,1-2-11 0,-13 3-49 15,20 0-98-15,-10 7-119 0,-7 7-223 0,9-10-146 16,-2 10-364-16,-3-4-144 0,-4-4 62 0,3 2-34 16</inkml:trace>
  <inkml:trace contextRef="#ctx0" brushRef="#br0" timeOffset="47461.09">26281 6953 1740 0,'-10'2'2319'0,"5"-2"-1747"0,-7-2 12 16,0-1-698-16,4-3-417 0,-1-1-114 0,6-4 92 15,-4-15-398-15,7 2 316 0,0-2 73 0,7 4 197 16,-2-7-448-16</inkml:trace>
  <inkml:trace contextRef="#ctx0" brushRef="#br0" timeOffset="47589.75">26293 6577 676 0,'2'-8'2786'0,"-2"1"-1950"16,0 3 447-16,-2-6-130 0,-1 7-629 0,-6-2-263 0,3 3 48 16,-6-4-85-16,-2 1-131 0,7 5-50 0,-1-3-40 15,5 0-3-15,-9 3 0 0,12 0 0 0,0 0-1 16,0 0-23-16,0 0-181 0,-14 6-149 0,14-6-36 15,0 0-424-15,-7 13-311 0,7-11-86 0,-8 4 35 16,-1-1-1168-16</inkml:trace>
  <inkml:trace contextRef="#ctx0" brushRef="#br0" timeOffset="49036.57">12427 6608 479 0,'0'0'1960'16,"15"0"-1197"-16,-12 0 236 0,-3 0-417 0,0 0-90 16,0 0-255-16,0 0-74 0,0 0 25 0,0 0-32 15,0 0-7-15,0 0-62 0,-15-4-7 0,12 1-13 16,-11 0 72-16,-10 6-8 0,9 0 29 0,-5-1-37 16,-13 0 72-16,1 7 4 0,0-4-31 0,8 1-63 15,-8-2 6-15,-16 7-31 0,13-8-29 0,8-1 4 0,-2 6 9 16,-12-5-13-16,5-1-3 0,13-2-16 0,-4 4 9 15,3-4-7-15,-3 0-32 0,10 0-2 0,14-4 0 16,-18 2 0-16,1-1 0 0,8 3 0 0,0-2 0 16,0-4 0-16,9 6 0 0,-2-5 0 0,-4 3 0 15,11 2 0-15,-10-9 0 0,6 7 0 0,2 2 0 16,0 0 0-16,-4 0 0 0,8 0 0 0,-4 0 0 16,-10-8 0-16,8 5 0 0,2 3 0 0,0 0 0 0,0 0 0 15,0 0 0-15,0 0 0 0,0 0 0 0,0 0 0 16,0 0 0-16,0 0 0 0,0 0 0 0,0 0 0 15,0 0 0-15,0 0 0 0,0 0 0 0,0 0 0 16,0 0 0-16,0 0 0 0,0 0 0 0,0 0 0 16,0 0 0-16,0 0 0 0,0 0 0 0,0 0 0 15,0 0 0-15,0 0 0 0,0 0-52 0,0 0-67 0,0 0-160 16,0 0-155-16,0 0-254 0,0 0 15 0,0 0-279 16,-3 11-142-16,6-9 55 0,-3-2 146 0,-3-2-705 15</inkml:trace>
  <inkml:trace contextRef="#ctx0" brushRef="#br0" timeOffset="49652.92">11782 6725 871 0,'0'-5'716'0,"-6"-1"-283"15,6 6 165-15,-4-2 87 0,-1-9-97 0,5 11-297 0,0 0 41 16,-3-3-75-16,3-7 23 0,0 10 28 0,0 0-48 15,0 0-57-15,0 0-28 0,-2-5 53 0,-5 0-95 16,7 5-6-16,0 0-34 0,0 0-6 0,0 0-21 16,0 0-30-16,0 0-23 0,0 0-16 0,0 0-4 15,0 0-6-15,12 5 6 0,-7-5 5 0,-5 5 7 16,10 8 6-16,-8 0 0 0,5-2-3 0,-4 8-3 16,2 1-2-16,4 2 0 0,-6 0 0 0,0-7-1 0,3 12 5 15,0 7 0-15,-4-2-7 0,5-1 1 0,-7 1-1 16,0 16-2-16,3 5-17 0,-3-6-10 0,-3-12 10 15,3 17 21-15,-3 12 9 0,3-18-2 0,-4-15 1 16,4 13 15-16,-2 4 14 0,-1 0-17 0,3-21-25 16,0 4 9-16,0 4 2 0,-3 4-1 0,3-20-2 15,3 2-3-15,-3 0 7 0,-3-13-1 0,6 13-8 0,-3-10-11 16,0 0-7-16,5 0 14 0,-5-11 5 0,0 0 17 16,15 7-4-16,-11-5 0 0,8-7 18 0,-7 5 1 15,10-4-6-15,0-2-10 0,-6 3 4 0,8-8 2 16,3-2 18-16,2 0-20 0,-5-3-3 0,-2 6-6 15,9-8 32-15,3 4-2 0,-7 4-11 0,1 1-2 16,8-2 13-16,3-2 17 0,-5 6-21 0,-7-1-30 16,7-6-6-16,5 4-44 0,-6-1-27 0,-7 6-36 0,1-3-123 15,4 3-136-15,-4 0-315 0,-3 1-80 16,-10 0 75-16,8-1-346 0,-1-1 78 0,-2 1-706 0</inkml:trace>
  <inkml:trace contextRef="#ctx0" brushRef="#br0" timeOffset="49910.23">12359 7117 1019 0,'-9'-3'1484'16,"-6"3"-715"-16,7 0 31 0,-4 0-35 0,-12 3-408 15,7 0-175-15,-7 1-67 0,1 2-8 0,2-3-36 16,-18 4 73-16,7 1 8 0,6-3 25 0,3 4-32 16,-4-1 52-16,-9-1 51 0,10-1-79 0,8-3-73 15,-2 1-24-15,-1-4-48 0,9 0-58 0,-6-2-45 16,9 2-145-16,4-2-186 0,2 2-246 0,-6-6 14 0,9 6-376 16,-6-16-116-16,6 9 73 0,3 1-22 0</inkml:trace>
  <inkml:trace contextRef="#ctx0" brushRef="#br0" timeOffset="50255.33">12913 7548 636 0,'12'0'1154'0,"-7"-2"-523"0,7-4-138 16,-12 6 148-16,0-3-148 0,10-8-99 0,-10 11-228 16,0 4 50-16,0-4-3 0,0 0 55 0,0 0-51 15,0 0 55-15,0-4-9 0,0 8-18 0,-10-8-18 16,2 4-41-16,-4 6-31 0,3-1-16 0,-8 4-59 15,-13-2 23-15,13-1-19 0,-10-1 2 0,6 1-20 0,-14-2 33 16,6 1-46-16,2 1-18 0,3-3-18 0,4-3-67 16,-4 0-128-16,7 2-294 0,-1-4-136 0,9 2-29 15,-3-11-452-15,7 6-32 0,-5-6-235 0,8-2-636 16</inkml:trace>
  <inkml:trace contextRef="#ctx0" brushRef="#br0" timeOffset="50608.36">12966 7517 269 0,'0'0'2185'0,"0"-4"-1366"0,0 4-205 16,3 0 191-16,9-2-247 0,-12 2-328 0,0 0-189 15,0 0-31-15,0 11-11 0,-3 2-3 0,1-8 1 0,-5 8-2 16,7-5 6-16,-3 5 3 0,3 11 28 0,0-19 22 16,0 19 49-16,0-5 41 0,0 8 75 0,0-12-87 15,3 6 39-15,-3 3-19 0,0 6-44 0,0-4-22 16,0-3-43-16,-3 1-22 0,3 0 2 0,0 0-5 15,3 0-2-15,-3-8-14 0,0-6-49 0,7 6-58 16,-5-5-134-16,1 2-319 0,0-2-185 0,-3-11 37 0,-3 0-303 16,6 0 43-16,-3-3-1082 0</inkml:trace>
  <inkml:trace contextRef="#ctx0" brushRef="#br0" timeOffset="50969.4">13868 7366 296 0,'0'-3'1431'0,"0"3"-919"16,0 3 196-16,0-3-14 0,0-3-132 0,0 6-256 16,-9-6-85-16,1 3-68 0,-7-3-43 0,8 3-6 15,-10 0 114-15,-7 0 22 0,12 0 32 0,1 3-60 16,-13 0 107-16,0 1-8 0,4 2-51 0,8-3-89 16,-9 2-6-16,-2 5-22 0,14-7-66 0,-8 5-42 15,5-5-28-15,0-1-58 0,-3 4-150 0,12-6-88 0,-9 2-19 16,10-2-274-16,2 0-262 0,0 0-303 0,0 0 232 15,0 0-34-15,0 0 70 0,0 0-411 0</inkml:trace>
  <inkml:trace contextRef="#ctx0" brushRef="#br0" timeOffset="51171.87">14012 7556 1532 0,'3'3'1104'0,"4"4"-471"15,-5-3 288-15,-2-4 138 0,-9 2-616 0,6 3-158 16,-12-5-19-16,1 2-12 0,-13-2-126 0,12 4-63 16,-5-4 3-16,-4 2-12 0,-5 1-14 0,5-1-25 0,7 0-20 15,-10-2-5-15,0 6-34 0,-2-3-101 0,9-3 10 16,-4 0-166-16,0 2-179 0,1-2-278 0,2 3-55 16,13-3-145-16,-16-3 57 0,12 3-167 0,-12-2-124 15</inkml:trace>
  <inkml:trace contextRef="#ctx0" brushRef="#br0" timeOffset="51494.99">13269 7583 72 0,'4'2'962'15,"-1"1"-66"-15,-6-6 35 0,6 1-164 0,-3-7-217 16,0 9 19-16,-3-10-235 0,3 7-172 0,-7-5-92 0,5 3 27 16,-1 5-17-16,-9-8 3 0,12 8 30 15,-20-3-19-15,8 1 24 0,0 2-12 0,-9 2 22 0,6 4 9 16,0-1 0-16,-14 3-21 0,6-3-12 0,9 0-38 15,-2-1 25-15,-10 3-59 0,5-5-13 0,9 2-19 16,7-2-8-16,-17 1-49 0,2-3-94 0,15 0-32 16,-10 0-218-16,-3-9-354 0,10 2-352 0,1-1 356 15,-8-8-303-15,10 3-1183 0</inkml:trace>
  <inkml:trace contextRef="#ctx0" brushRef="#br0" timeOffset="52570.14">15221 6580 1274 0,'-10'0'801'16,"-7"0"-410"-16,-4-3 145 0,-9 3-16 0,1 0-463 0,5 3-29 16,-11-1 18-16,-3 4 6 0,-9-1 102 0,15-3-21 15,-13 7 78-15,7-5 47 0,-3 5 110 0,5-4-52 16,4 1 75-16,0-2-47 0,8 1-44 0,12-1-28 16,-8-2-59-16,8-2-67 0,0 3-50 0,12-3-53 15,-18 2 34-15,18 2-49 0,0-8-21 0,0 4 15 16,0 4 10-16,0-8-39 0,0 8-13 0,0-4-10 0,0 0 40 15,3 15 32-15,-3-15-42 0,9 16 34 0,-3-3 7 16,3 5 29-16,-1 8-23 0,-1-2-28 0,-5-2-11 16,4 15 9-16,-2-6-11 0,-4 2-10 0,0-4 0 15,-4 15-5-15,1-1 2 0,-2-6-18 0,-2-8-4 16,-4 16-6-16,-5 11 25 0,8-19 3 0,-4-6 2 16,0 7 4-16,-2 4 29 0,6-5 12 0,1-11-18 15,2-2-13-15,-2-2 4 0,4 4 0 0,3-16-12 0,0 7 0 16,0-8 2-16,3 0 1 0,4-5 5 0,-2 5 0 15,7-9 10-15,0-3 21 0,20-3 32 0,-15 6-28 16,7-4 25-16,6-5 14 0,9 2 15 0,-10-1-16 16,3-3-8-16,0-2-13 0,4-1-1 0,3 1-14 15,-2-2-16-15,4 1-9 0,-2 1-13 0,5 0-3 0,-12 5-6 16,4 0-9-16,-4-2-13 0,-3 1-10 0,5 2-37 16,-8-1-42-16,-3 3-89 0,4-1-146 0,-10 1 26 15,-5 5-426-15,5-2-29 0,-5 2-181 0,-9 0 162 16,4 0-213-16,5 0-51 0,-9 0 198 0,-3 0 60 15</inkml:trace>
  <inkml:trace contextRef="#ctx0" brushRef="#br0" timeOffset="52792.52">15285 6984 516 0,'-30'4'2121'0,"10"-4"-1281"0,2 0-76 15,-12 0 227-15,10 0-453 0,-1 0-337 0,-8 4-65 0,2-4-19 16,-2 5-9-16,-1 4-26 0,1-5-16 0,6 5-6 16,-13 2 53-16,10-7-3 0,2 7 3 0,9-6-30 15,4 1 26-15,-10 1-55 0,9-1-54 0,4-6-74 16,-4 3-90-16,0-1-150 0,7-4-102 0,5 2-57 16,0 2-285-16,-10-4-166 0,5-1-11 0,5 3 159 15,5-6-131-15,5-1-229 0</inkml:trace>
  <inkml:trace contextRef="#ctx0" brushRef="#br0" timeOffset="53236.34">15692 7304 497 0,'-6'6'2026'0,"0"-1"-1458"16,3-5 286-16,-12 5-86 0,15-7-448 0,-12 2-255 0,10 2-58 15,2-4-12-15,0 4-3 0,0-2 0 16,0 0 1-16,0-2-3 0,5-1-1 0,4-2-1 0,11-3 0 16,4-3-5-16,-2 3-9 0,3-5-55 0,-10 5 3 15,11 0-31-15,-2-5-7 0,-6 6-2 0,-1-4 1 16,-1 0 15-16,-8 6 42 0,4-6 42 0,-9 1 23 15,-1-4 44-15,5 6 36 0,-10-5 11 0,3 10-20 16,-6-10 32-16,-2 2 49 0,1 7-36 0,-10-5 9 16,5 7-18-16,-15-9 72 0,12 11 30 0,-11 0 29 15,8 2-45-15,4 2 64 0,-6 3-5 0,-2 6 22 0,8-4-109 16,2 4 32-16,-3 0-50 0,3 11-2 0,7-11-48 16,-7 5 37-16,9 4-8 0,3 2-22 0,0-1-15 15,3-4-13-15,6 3-15 0,-4-2-38 0,5-1-27 16,7-3-1-16,-2-3 0 0,2-2 0 0,7 0 0 15,0-7 0-15,8 1 0 0,-5-1-1 0,2-2-93 0,-9-4-117 16,4-2-303-16,-4-3-179 0,-1-1-309 0,-14 5 100 16,22-12-310-16,-7-2-527 0</inkml:trace>
  <inkml:trace contextRef="#ctx0" brushRef="#br0" timeOffset="53510.6">16784 6947 104 0,'4'0'1622'0,"-4"0"-494"0,0 0-212 0,11 6 43 0,-11-4-271 15,0-2-14-15,-15 9-153 0,7-9-207 0,-1 2-113 16,-8-2 47-16,-16 2 29 0,4 1-123 0,8-3-63 15,-11 6-3-15,0-4-9 0,-4 3 11 0,12-1-65 16,1 0-13-16,2-1-12 0,6-1 0 0,7 2 0 16,-8 1-20-16,11-5-114 0,-7 4-153 0,12-6-145 15,0 4-210-15,0-2-219 0,0-2-256 0,0 4-59 0,0-2 136 16,0 0-970-16</inkml:trace>
  <inkml:trace contextRef="#ctx0" brushRef="#br0" timeOffset="53702.09">16864 7201 481 0,'3'6'2010'0,"4"-1"-1018"0,-7-5 96 0,0 0-362 15,-19 2-70-15,11-2-254 0,-24 0-42 16,13 0-171-16,-1 0 48 0,-4-2-69 0,-5 2-16 0,11-2-44 16,-6 2-1-16,-5-3-22 0,5 0-31 0,4 0-22 15,-4 1-21-15,-3 2-72 0,5-3-182 0,7-3-76 16,0 4-458-16,1-3-214 0,-8-6-172 0,20 9 299 0,-8-11-611 15</inkml:trace>
  <inkml:trace contextRef="#ctx0" brushRef="#br0" timeOffset="54219.71">17371 6781 113 0,'-3'3'1929'0,"-3"7"-1082"0,6-10 19 0,0 0-202 16,0 0-119-16,0-3-285 0,0 6-64 0,0-3-77 16,0 0 48-16,14-3 42 0,-4-2-42 0,-1 5-51 15,6-11 9-15,2 4-42 0,7-10-6 0,-9 10-29 16,8-10 15-16,1 2-8 0,-4-3-15 0,4-2-13 15,8 0 3-15,-8-4-15 0,0 2-12 0,-4 7 1 16,1-9 2-16,6-5 7 0,-10 7 28 0,-2 2 22 16,-7 3 2-16,1 2 78 0,-2-1-14 0,-7 8 7 0,0-2-35 15,0 10 5-15,-10-11 7 0,10 11-37 0,0 0-29 16,0 0 2-16,-6-3 1 0,-2 3-16 0,1 10-10 16,7-1 4-16,-5 20-22 0,-1 3-4 0,2-12 1 15,2 18-1-15,-1 4-4 0,-2 3-5 0,5-16-4 16,-7 13-10-16,7 4-52 0,-3-7-140 0,1 14-260 15,2-21 35-15,0 2-366 0,2 1-276 0,1-6-77 0,0-3 72 16,3-4-1054-16</inkml:trace>
  <inkml:trace contextRef="#ctx0" brushRef="#br0" timeOffset="54442.11">18063 7225 1276 0,'12'0'1866'0,"-9"0"-923"0,-3 0 3 16,0 0-184-16,-3 0-386 0,-6 0-206 0,1 0-110 16,-4 0-17-16,-17 0 14 0,5 3 27 0,6-1 7 15,-8 2 38-15,-16 0 68 0,4 1-12 0,6 1-47 16,-12 1 38-16,-10 2-5 0,-2-1-46 0,7-3-28 0,13 0-57 16,-5-2-19-16,-3 0-32 0,12-3-68 15,8 0-91-15,4-3-273 0,10 3-147 0,-11 0-558 0,13-3 277 16,-2 3-283-16,13 0 54 0,-3 0-413 0</inkml:trace>
  <inkml:trace contextRef="#ctx0" brushRef="#br0" timeOffset="54920.85">17846 7543 433 0,'-4'18'1803'15,"-1"0"-1034"-15,-7 1 36 0,6-1 23 0,2-12-366 16,-16 12 19-16,6-2-182 0,-10-3-1 0,12-4-57 15,-8 4 153-15,-4-2-100 0,-3-4-36 0,7-1-88 16,-7-4 47-16,-5 1-20 0,8-3-88 0,-2-3-27 16,11 3-49-16,3-5-15 0,4-1-18 0,-7-4 0 0,13 5 0 15,-8-8 0-15,8-3 0 0,2 5 0 0,0 0 0 16,5-7 0-16,4-6 0 0,3 9 0 0,-4 4 0 16,7-5 0-16,9 6 0 0,3-1 0 0,-10 6 0 15,4 1 0-15,2 2 0 0,9 2 0 0,-11 0 0 16,-1 2 0-16,4 4 0 0,0 2-4 0,3 5-8 15,-16-2 3-15,3 2-2 0,-4 8 1 0,-4 8-5 0,-6-10 6 16,-6 10 2-16,-6 2 5 0,-8 7 2 0,-4 1-1 16,-3 7-1-16,-2-2 2 0,-3 7 3 0,2-9 4 15,-6 16 1-15,4-10 2 0,0-3 2 0,8-10-3 16,-14 15 5-16,11-16-6 0,2-6-3 0,10-8-1 16,-4 1-2-16,11-11-2 0,-1 1 0 0,6-5 0 15,3-6 0-15,0-4 0 0,0 8 0 0,-7-15 0 0,5 2 0 16,8-4 0-16,0 0 0 0,8-9 0 0,-2 9 0 15,3-5 0-15,9-6 0 0,-1 9 0 0,-4 1 0 16,6 6 0-16,-1 1 0 0,5 3 0 0,-7 4 0 16,7 0 0-16,-2 4 0 0,7 1 0 0,-7-3 0 15,5 2 0-15,-3-2 0 0,5 0 0 0,-8-2 0 16,4-2 0-16,2 0-33 0,-8-2-80 0,5-1-310 16,-9-3-31-16,4-5-453 0,-7-3-294 0,-2-2-10 15,6-4-59-15</inkml:trace>
  <inkml:trace contextRef="#ctx0" brushRef="#br0" timeOffset="55321.76">18817 6786 888 0,'-2'-5'1163'16,"-1"-3"-430"-16,-2 5 2 0,-5-7 171 0,-2-1-509 15,4 8-143-15,-16-7-115 0,3 7 3 0,1 1-1 16,-7 2 66-16,-2 2-4 0,-3 1 44 0,2 5 73 15,-6 3 2-15,7 2 12 0,0 3-21 0,-1 8-30 0,9-9-96 16,-8 16 5-16,9 2-129 0,2-2-42 0,6-5-20 16,0 12-1-16,-2 10 0 0,7-9 0 0,4-8 0 15,6 15 0-15,12 7 0 0,-3-11 0 0,6-10 0 16,5 5 0-16,10-1 0 0,5 4 0 0,-12-21 0 16,16 5 0-16,-1-6 0 0,10 1 0 0,-14-5 0 15,-8-10-6-15,15 1-135 0,-2 1-200 0,-1-14-355 16,-7 5-142-16,-2-5-364 0,0-2-11 0,0-3-397 0,-8 2-384 15</inkml:trace>
  <inkml:trace contextRef="#ctx0" brushRef="#br0" timeOffset="55841.37">19790 7085 438 0,'0'0'1885'0,"0"0"-1181"16,0 0 481-16,0 0-247 0,0 0-222 0,0 0-428 15,-15 13-96-15,10-7-130 0,-5 1-44 0,-4 9-6 16,-1 1 4-16,0-2 4 0,1 6 6 0,-4 3 3 16,1 2 10-16,2-2 1 0,3 0-7 0,0 0-3 15,3-8-10-15,1 12-8 0,1-8-28 0,5-5-49 0,-1-10-59 16,-4 14-93-16,5-6-152 0,2-10-137 0,0-3 63 15,-3-3-264-15,6 6-177 0,-3-3 60 0,-3-7 247 16,3-10-251-16,5 1 75 0</inkml:trace>
  <inkml:trace contextRef="#ctx0" brushRef="#br0" timeOffset="56002.95">19622 7122 1235 0,'0'-16'817'0,"4"8"35"0,-4-5 267 0,0 13-251 15,0 0-370-15,0 0-105 0,0 0-187 0,0 0-64 0,8 6-60 16,-2-4 56-16,9 5 23 0,-7 2 44 0,13 6-2 15,-1 1-2-15,2 3-10 0,-2 2-65 0,-3-2-64 16,14 2-35-16,-11-3-43 0,4-2-21 0,-7-8-72 16,10 3-125-16,-1 5-148 0,1-3-313 0,-4 0-293 15,-9-4 161-15,10-2-254 0,-4 4-809 0</inkml:trace>
  <inkml:trace contextRef="#ctx0" brushRef="#br0" timeOffset="57474.01">20623 6714 730 0,'0'-13'1336'0,"0"0"-620"0,0 3-154 15,0-3 205-15,0-24-88 0,0 13-326 0,0 8-107 16,-2-6 57-16,2-2 3 0,0-4 52 0,0 14-158 15,-3 1 54-15,0-11 4 0,3-2 24 0,-2 21-91 16,2-12-57-16,0 6 27 0,0 2-18 0,-4-13-31 16,4 22-71-16,-3-8-5 0,0 3-19 0,3 5-12 0,0 0-4 15,0 0-1-15,0 0 0 0,0 5 0 0,-2 1 0 16,2 20 0-16,0-2 0 0,-4 3 0 0,1-1 0 16,0 11 0-16,1-3 0 0,-8 9 0 0,2-1 0 15,2 2 0-15,-2 2 0 0,1 7 0 0,2 4 0 16,-2-16 0-16,4 8 0 0,-2-3 0 0,1 9 0 15,1-26 0-15,3 12 0 0,3-8 0 0,-3 5 0 0,4-6 0 16,1-9 0-16,5 1 0 0,-2-5 0 0,-2-14 0 16,6 8 0-16,-1-8 0 0,8 1 0 0,-7-6 0 15,5-6 0-15,3-4-4 0,-1-3-31 0,1-6-31 16,6 1-45-16,1-4-49 0,2-9-61 0,6-1-59 16,-14 8 74-16,9-8-49 0,-3-2 24 0,-1-11-10 15,-11 16 122-15,5-5-17 0,-5-4 48 0,-1-4 26 16,-2 12 26-16,0-1-3 0,-2 0 22 0,0-1 10 0,0 3 8 15,-5 5 9-15,2 6 8 0,-2 7 38 0,-5 0 21 16,3 0 57-16,-3 11-29 0,0 0-6 0,0 0-16 16,0 0 15-16,0 0-62 0,0 0-33 0,-3 5-3 15,-9 6 0-15,7 15 0 0,-1-2 18 0,2 9 54 16,-1-9 11-16,2 12 38 0,-3-1 27 0,6 2 9 16,0 0 10-16,0 0-28 0,0 3-36 0,0-7-29 15,-3 0-29-15,3-2-20 0,0 1-10 0,0-3-9 0,0-11-2 16,0-5-7-16,0 4-13 0,0-6-107 0,3 7-107 15,-6-7-119-15,6-6-177 0,-3-5-254 0,6 6 14 16,2-4-506-16,4-13 140 0,3-2-951 0</inkml:trace>
  <inkml:trace contextRef="#ctx0" brushRef="#br0" timeOffset="57805.12">21366 7098 117 0,'-9'-7'2312'0,"9"7"-1464"16,-15 0-198-16,10 0 225 0,-4 0-210 0,-11 0-308 15,13 0-211-15,-8 2-14 0,1 1 7 0,6-1 20 0,-4 6-16 16,0 0 102-16,9 0-57 0,-6 8-13 0,6-6-38 16,-2 14 61-16,1-10-50 0,4-1-38 0,0 11-32 15,0 2 10-15,6-8-12 0,2 4-12 0,2-9-34 16,4 5 8-16,-4-1-15 0,12-8-18 0,-3-3-11 16,-11-6-31-16,16 3-108 0,-4-6-150 0,7-5-235 15,-6 1-200-15,2-4-362 0,-5-5-107 0,2 3 55 0,-8-1 5 16</inkml:trace>
  <inkml:trace contextRef="#ctx0" brushRef="#br0" timeOffset="58343.68">21903 6611 452 0,'5'-7'2081'0,"-1"-2"-1237"0,4 2 50 15,-8 7-213-15,7-13-8 0,-5 9-245 0,-4 4-123 16,4 0-85-16,1-13 31 0,-3 13 6 0,0 0-104 0,0 0-73 16,0 0-1-16,-12 11-26 0,7 2-25 0,-2 9-2 15,2 4 11-15,-5 5 57 0,5 17 39 0,-2-13-54 16,5 7 25-16,-4 0-7 0,0 6-9 0,6-4-34 16,0-11-54-16,0 4 0 0,4 0 0 0,1 5 0 15,-2-18 0-15,6 5 0 0,0 0 0 0,2-5 0 16,-2-9 0-16,3 5-6 0,-6-16-40 0,11 7-105 0,-5-2-154 15,-3-5-226-15,15-4-223 0,-16-2-284 0,4 0 136 16,6-15-406-16,3 1 142 0,-13-2-457 0</inkml:trace>
  <inkml:trace contextRef="#ctx0" brushRef="#br0" timeOffset="58517.22">22139 6916 154 0,'-12'-3'2957'0,"2"3"-2264"16,-7-2 248-16,8 2-56 0,-9 0-441 0,-6 0-147 15,10 0-95-15,-18 0-26 0,12 0-17 0,1 2-28 16,-4 1 2-16,2-1-32 0,1 0-30 0,8 2-13 16,-9-2-15-16,3 1-23 0,6-3-15 0,4 0-49 15,-6-3-72-15,10 3-299 0,-7-10-104 0,11 10-262 0,-4-5 37 16,4-6-354-16,9 0-89 0,1 3-472 0</inkml:trace>
  <inkml:trace contextRef="#ctx0" brushRef="#br0" timeOffset="58807.44">22604 6931 1140 0,'0'-2'1713'0,"8"7"-556"0,-1-2-221 0,-7-3-291 16,-7 0-170-16,-7 0-229 0,-4-3-106 0,13 3-54 16,-11 0 39-16,-7 0 6 0,-1 3 46 0,10 0-70 15,-6-3 35-15,-2 4-26 0,0-1-31 0,-2 0-22 16,2 0-25-16,12 2-24 0,-9 1-48 0,7-2-65 16,4 2-39-16,8-6-174 0,-12 8-166 0,12-8-220 15,0 0 11-15,0 6-601 0,-3 3 255 0,3-9 117 0,0 0 286 16,0 0-529-16</inkml:trace>
  <inkml:trace contextRef="#ctx0" brushRef="#br0" timeOffset="58998.93">22554 7146 937 0,'0'-2'1441'0,"0"4"-377"0,0-4-183 15,0 2-279-15,0 2-113 0,-3-13-127 0,3 3-25 0,0 8-179 16,-12-5 18-16,3 0-10 0,-9 2 26 0,6 0-77 15,-2 1 34-15,-6 2-36 0,8-5-29 0,-6 1-3 16,0 2-41-16,18 2-4 0,-15-2-72 0,12 2-161 16,-5 2-29-16,-1-2-229 0,9 0-234 0,-9-2-296 0,3-1 167 15,4 1-355-15,2-15-613 0</inkml:trace>
  <inkml:trace contextRef="#ctx0" brushRef="#br0" timeOffset="60416.14">23126 6606 647 0,'0'0'458'0,"15"-2"64"0,-15-1 163 0,10-3-129 16,-6 6-153-16,2-2 12 0,3-3-35 0,-4-1-57 0,2 1-93 15,-7 5 137-15,11-11 30 0,-11 11 77 0,0 0-193 16,9-10 108-16,-6 10-26 0,-6-3-40 0,3-8-130 15,0 11-25-15,-15-7-35 0,6 4-38 0,-14-5-59 16,-1 5-9-16,0 6-4 0,-2-3-5 0,-9 3-6 16,8 2-5-16,-2 3 0 0,2-6 1 0,-2 7-1 15,2-7-4-15,3 3-8 0,4 1-15 0,3-1-15 0,10-5-41 16,-16 6-181-16,23-6-153 0,-12 5-69 16,10-5 23-16,2 0-364 0,0 0-485 0,-4-3 265 15,4-5 333-15,4 3-710 0</inkml:trace>
  <inkml:trace contextRef="#ctx0" brushRef="#br0" timeOffset="60647.52">22975 6503 1420 0,'10'13'800'0,"-8"-11"-160"0,6 7-77 0,-1-4-248 0,-2 3-205 16,7 3 13-16,-9-6-18 0,4 5 21 0,-2 1-21 15,7 7 71-15,0 4 2 0,-4-4-24 0,-1 3-6 16,1-5-49-16,1 19 41 0,-6-9-47 0,-1 1-20 15,2-9-26-15,-4 6 3 0,3 15-9 0,-3-12 0 0,0-8-12 16,0 5 6-16,-3 5-5 0,-1 2 4 16,4-12-13-16,-2-6-4 0,-1 5-13 0,-2 9-5 0,1-19 0 15,-2 5-41-15,4-4-98 0,-5 0-150 0,7 0-56 16,-3-5-492-16,3-4 6 0,-2 0-10 0,4 0 60 16,-2 0 107-16</inkml:trace>
  <inkml:trace contextRef="#ctx0" brushRef="#br0" timeOffset="61022.54">23397 6358 575 0,'12'-16'2567'0,"-2"-1"-1679"0,-6 12-222 15,4-8 138-15,-1 0-419 0,-4 13-291 0,2-11-89 16,-1 6-6-16,-4 5-1 0,0 0 1 0,0 0 10 16,0 0-2-16,0 0 3 0,0 0 1 0,11 16 2 0,-11-11-3 15,6 30 2-15,-3-11-9 0,2 2-4 16,-1 0 2-16,-1 6 2 0,2 13 1 0,2-11 19 16,-2-10 10-16,1 11 22 0,3 7 5 0,-2-5 6 15,-2-5-20-15,4 8 8 0,-3-3-18 0,3 3-23 16,-4-1-14-16,1-5 1 0,-2 1 8 0,-1 2 2 0,-6-8-1 15,-4-1-4-15,-5 7 4 0,-3-2 0 0,5-2-18 16,-6-7-14-16,-4 5-29 0,-10 5-77 0,6-5 14 16,4-13 2-16,-9 8-90 0,2-6-38 0,-11-1-132 0,18-10 38 15,-14 4-219-15,2-3-125 0,-6-6-97 0,15-2 212 16,-30 0-309-16,6-2-315 0</inkml:trace>
  <inkml:trace contextRef="#ctx0" brushRef="#br0" timeOffset="61752.59">21581 6628 293 0,'0'0'205'16,"0"0"48"-16,10-6 44 0,-5 3 4 0,-5 3 34 15,0 0-168-15,0-2 81 0,12-7 7 0,-12 9-25 16,0 0-16-16,0 0 75 0,5-10 12 0,-1 7 22 0,-4 3-119 15,-4 0 110-15,4-2-40 0,0-9-23 0,0 11-50 16,0 0 106-16,-2-5-5 0,-1-3-36 0,3 8-98 16,0 0 18-16,0 0 8 0,0 0-108 0,0 0-51 15,0 0-19-15,0 0-19 0,0 0-3 0,0 0 1 16,0 0 0-16,-5 19-1 0,1-6 7 0,1 21 13 16,0-13 0-16,1 11 22 0,2 7 34 0,0 12 51 15,2-17-35-15,1 6 44 0,0 2-1 0,6 4 6 16,-4-2-27-16,5-1-26 0,2 2-25 0,0 7-34 0,-4-6-13 15,4 4-28-15,6-3 6 0,-7-7 4 0,10-1-8 16,-6-1-8-16,5-6 10 0,-5-8-53 0,-1-8-29 16,5 2-161-16,-4-5-199 0,-1 0-191 0,-6-7-221 15,4-6 63-15,-2-4-232 0,2 0-468 0</inkml:trace>
  <inkml:trace contextRef="#ctx0" brushRef="#br0" timeOffset="63567.72">21466 5923 248 0,'3'0'1070'0,"-3"0"-520"0,0 0-124 15,0 0 152-15,0 0-51 0,0 0-149 0,-8 3-207 16,-1 3-55-16,-11-6 41 0,-4 2 13 0,0 3 47 16,9-2-67-16,-8 0 63 0,-1-3 22 0,0 2-9 15,4-2-9-15,6 0 119 0,-8-2-33 0,10-1-35 16,-2-3-78-16,-4-1 102 0,13 1-86 0,-4-1-82 0,3 1-71 15,0-1 6-15,0-4-4 0,4-2-20 16,2 9-17-16,0-14 3 0,5 7-8 0,-2-2-5 0,6 0-6 16,-4 2-1-16,2 2 1 0,8-5-3 0,-1 4 3 15,-8 7 1-15,8-5 1 0,-4 5-8 0,4 0-20 16,1 6 3-16,-6 0-20 0,-1-1 10 0,10 11-10 16,-12-2 3-16,2 7 19 0,-1 1-7 0,-4 5 4 0,-3-6 7 15,-3 15-34-15,3-7 17 0,-9 1 16 0,3-7-19 16,-6 15-1-16,-2-11 25 0,2 7 20 0,-3-7 12 15,-5 11-14-15,-13 4-17 0,10-7 35 0,-4 2-22 16,10-10-20-16,-7 3-11 0,-3-1-17 0,15-13 28 16,10-10 14-16,-10 8-33 0,12-11 24 0,0 0 0 15,0 0-28-15,-3 0-67 0,6 0-47 0,-6-9-38 16,3 0-31-16,12-19-13 0,0 8-5 0,-1-4 44 0,1 8 89 16,5-8-23-16,-1 2 71 0,-5 7 25 15,-7 10 18-15,13-8 9 0,-5 2 5 0,-1 5 0 16,-2 4 5-16,-9 2 2 0,15 2 6 0,-15-2 5 0,9 11 13 15,-9-3-2-15,5 13 26 0,-2-2 40 0,1-1 11 16,-1-5-28-16,2 9 77 0,-2-4 13 0,3-8 38 16,0-1-39-16,0 2 72 0,6 4 16 0,-1-4 10 0,-7-6-67 15,11 6 26-15,-1-3 7 0,-6-6-91 0,7 1-52 16,-3-3 7-16,3-3-42 0,9 1-31 0,-15-2-11 16,8 0-5-16,3 4-6 0,4-9-114 0,-6 7-168 15,-12-3-175-15,17-3-282 0,-8-3-285 0,0-2-442 16,-6 5 565-16,3-11-196 0,0 4 0 0</inkml:trace>
  <inkml:trace contextRef="#ctx0" brushRef="#br0" timeOffset="66334.35">29835 9588 484 0,'5'-13'2218'0,"-2"-9"-1357"0,3 9 77 0,-3 2-227 15,0-4 18-15,-1 7-269 0,-2 2-91 0,0 2 5 16,0-5-115-16,0 9 73 0,0 0-133 0,0 0-66 16,0 0-66-16,0 0-14 0,4 9-49 0,-4-2-4 15,6 4 0-15,-4 2 0 0,10 22 0 0,-5-7 0 16,-2-6 0-16,5 12 0 0,-8 9 0 0,1 4 0 16,0-15 0-16,-1 8 0 0,2 2 0 0,-4 14 0 0,3-27 0 15,0 8-17-15,-1-3-115 0,1 5-217 0,1-4-191 16,-4-17-10-16,3 4-446 0,-3-1-192 0,2-8 13 15,-2-5 374-15,0 2-1528 0</inkml:trace>
  <inkml:trace contextRef="#ctx0" brushRef="#br0" timeOffset="66570.67">29840 9140 1386 0,'-8'-26'1977'16,"1"8"-1289"-16,2 2 89 0,2 10-370 0,-9-14-414 0,6 14-50 16,0-5-2-16,-8 6-6 0,14 5 0 0,-7-2 24 15,2-4-5-15,5 6 32 0,-12 2 11 0,9 2-1 16,0-2 6-16,-6 12 3 0,4 4-2 0,-2-5 0 16,2-2-1-16,-8 13-4 0,4-6 0 0,-2 1 1 15,5-8-5-15,-4-7-18 0,-12 23-145 0,0-14-103 16,12-5-54-16,-12 6-262 0,-2-10-134 0,2 5 6 15,-5-2-538-15</inkml:trace>
  <inkml:trace contextRef="#ctx0" brushRef="#br0" timeOffset="67001.55">29109 9874 1326 0,'-5'10'900'0,"5"-7"-264"0,-18-1 153 16,16-2-417-16,-14-2-195 0,-2-1-84 0,-9-3-20 16,13 4-15-16,-6 0 49 0,-2 2 21 0,0 0 16 15,10 0-33-15,-3 2 71 0,-2 6-53 0,-7 0-44 16,9 0-41-16,-6 11-1 0,6-6-24 0,4 3-2 0,2-5-7 16,0 7 0-16,3 6 2 0,9-3-5 0,0-5-1 15,1 2 1-15,6 6-3 0,2-8-2 0,6 5-2 16,-4-5 2-16,5-3 1 0,8 6-7 0,-2 2-5 15,-4-8 5-15,3 6-2 0,-4-3-1 0,-2-1 3 16,-9-4 4-16,-4-3 10 0,5 10 3 0,-10 0 0 16,-3-12-1-16,-12 12 1 0,-6-4-3 0,-6-4-4 15,-2 1-5-15,-12-2 4 0,-3-2 24 0,-6-1 38 16,12-4 36-16,-33 1 143 0,12-6-3 0,-3 1 49 0,18-4-43 16,-27-5 184-16,12 1-129 0,3-9-72 0,3 4-53 15,18-1-74-15,-16-14 14 0,14 4-82 0,8-3-29 16,10 7-8-16,-1-11 0 0,11 0 0 0,1 4 0 15,8 8 0-15,0-6 0 0,8-6-7 0,4 9-50 16,-3 5-37-16,8 1-184 0,10 0-291 0,-10 4-100 16,-2 8 2-16,0 2-451 0,-1 4-36 0,-4 0 81 0,2 4 149 15</inkml:trace>
  <inkml:trace contextRef="#ctx0" brushRef="#br0" timeOffset="67164.1">27978 10704 191 0,'0'24'3242'0,"6"-5"-2018"0,2-1 123 0,2-13-498 16,7 3-605-16,0-5-214 0,14 0-113 0,-6-6 9 15,-3 0 17-15,4 1-14 0,4-6 2 0,8-3-12 16,-15 4 16-16,10-4-83 0,-7 0-110 0,3-2-316 16,-10 2 54-16,1-5-365 0,-3-4-63 0,-2 1 38 15,-6 3-446-15</inkml:trace>
  <inkml:trace contextRef="#ctx0" brushRef="#br0" timeOffset="68045.74">27592 9884 3202 0,'-3'-2'1606'0,"-9"-6"-153"0,10 8-341 0,4 0-551 16,-4-3-596-16,-2-5-49 0,4 8-9 0,0 0 18 15,0 0 61-15,0 0 16 0,0 0 5 0,0 0 3 16,-6-11 1-16,6 9-1 0,0 2-3 0,0 0-5 0,0 0-3 15,6 19-3-15,-2-10-2 0,-2 0 0 0,4 6 1 16,-2-4 2-16,4 18 6 0,-6-7 2 0,5-4 1 16,-4-5-1-16,-1 8 3 0,1 6 3 0,1-3-2 15,-1-9-4-15,-1 9-3 0,-2 0-4 0,3 5-11 16,-3-13 4-16,-3 10-6 0,1-4-6 0,-1-1 0 16,-4-5 4-16,-5 10-10 0,2-4 15 0,-6-4 3 15,1-5 4-15,-8 3 1 0,-6-8 5 0,2 3 5 16,6-9 0-16,-11-2-1 0,-3-2 4 0,-10-4 53 15,4 4 22-15,15-3-16 0,-19-8 46 0,5-7-23 0,4 0-2 16,4 1-31-16,-7-8-24 0,-7-12-26 0,12 4-8 16,11 12 0-16,-15-20 0 0,6 3 0 0,8 1 0 15,6 12 0-15,1-10 0 0,-7-5 0 0,12 11 0 16,3 9 0-16,6-4 0 0,-2-3 0 0,2 10 0 16,3 14 0-16,0-16 0 0,0 7 0 0,0 4 0 0,3 2 0 15,-3 5 0-15,5-7 0 0,-2 7 0 0,-3 3 0 16,6 0 0-16,2 0 0 0,-1 3 0 0,2 2 0 15,-9-3 0-15,18 9 0 0,-13-2 0 0,-2-5 0 16,6 10 0-16,-9-14 0 0,5 15 0 0,-1-11 0 16,-4 5 0-16,3-3 0 0,-3-6 0 0,-3 0 0 15,6 0 0-15,-3 0 0 0,-3 0 0 0,6 0 0 0,-3 0 0 16,-3 0 0-16,6 0 0 0,-3 0 0 0,-3 11 0 16,3-11 0-16,0 0 0 0,0 0 0 0,0 0 0 15,0 0 0-15,0 0 0 0,0 0 0 0,0 0 0 16,0 0 0-16,0 0 0 0,0 0 0 0,0 0 0 15,0 0 0-15,0 0 0 0,0 0 0 0,0 0 0 16,0 0 0-16,0 0 0 0,0 0 0 0,0 0 0 16,0 0 0-16,0 0 0 0,-4 7 0 0,2-1-18 0,2-6-8 15,0 0-5-15,0 0-26 0,0 0-91 0,0 0-79 16,0 0 18-16,0 3-93 0,0 8-44 0,0-11-192 16,0 0 137-16,0 0-168 0,0 0-69 0,0 0-113 15,0 0-126-15,0 0 55 0,0 0-150 0</inkml:trace>
  <inkml:trace contextRef="#ctx0" brushRef="#br0" timeOffset="70532.09">27177 9770 1431 0,'-4'3'2192'0,"-1"8"-1322"15,5-11-218-15,-12 4-132 0,3 2-335 0,1-3-161 16,-4 5-19-16,6-5 14 0,-8 7 6 0,2-2 17 0,5 0-6 16,2-3-8-16,5-5 11 0,-3 0-10 0,-4 11-12 15,7-11-14-15,0 0-33 0,0 0-109 0,0 0-141 16,0 0-58-16,0 0-231 0,0 0-182 0,0 0-137 16,-5 0 237-16,-4 0-116 0,6-14-858 0</inkml:trace>
  <inkml:trace contextRef="#ctx0" brushRef="#br0" timeOffset="71285.08">27712 9556 144 0,'0'0'531'0,"0"0"-117"0,0 0 35 0,0 0 56 15,0 0-11-15,0 0-92 0,0 0-106 0,0 0-99 16,10-5-84-16,-4 2-3 0,-6 3-51 0,3-10-3 16,0 10 0-16,-3 0-3 0,2-9 53 0,5 4 54 0,-7 5-20 15,0-10-33-15,0 5 42 0,0 5 6 0,-4-9 16 16,4 5-77-16,0 4 35 0,0 0-1 0,-3-11-8 16,3 8-22-16,0 3 22 0,-2-2-18 0,-4-6-7 15,6 8-30-15,0 0 22 0,0-6 5 0,0-4-36 16,0 10-20-16,0 0 9 0,0-13-16 0,0 13-11 15,0 0-15-15,0-6-3 0,6-1-1 0,-6 3-2 0,0 8-8 16,0-4 4-16,0-4-2 0,0 8-3 0,0-4-1 16,0 0 5-16,0 0 0 0,5 4 9 0,4-1 4 15,-6 8 1-15,0-3 7 0,1 18 6 0,-2-8-3 16,1-4-3-16,-3 10 2 0,3 0-2 0,-1 10 38 16,2-13-12-16,-1 11 15 0,6-1 22 0,-6 4 14 15,0-8-18-15,2 19 63 0,-1-8-35 0,-1-1 13 0,2 0 15 16,-2 5-11-16,3-5 14 0,0 0 3 0,-4 1-11 15,2-12-45-15,4 16 29 0,-5-7-48 0,1-9-12 16,1 1-32-16,2 5-6 0,-4-12-5 0,-1 4-5 16,-2-10-4-16,3 7-4 0,0-16-17 0,1 11-18 15,-4-16-3-15,0 8-61 0,0-3-178 0,0-5-38 16,0 0 15-16,0 0-277 0,-4-7-256 0,-2-7-337 0,1-5 29 16,-2 6 472-16,-5-13-1182 0</inkml:trace>
  <inkml:trace contextRef="#ctx0" brushRef="#br0" timeOffset="71689.99">27934 8951 190 0,'-12'0'792'16,"-8"0"-537"-16,-4 0 85 0,1 2 80 0,-1 1-174 15,9-1-199-15,-2 4-36 0,5-4 1 0,-9 3 2 16,13-2-4-16,-4 5 2 0,9-8 2 0,-6 5 5 15,9-2-2-15,0-3-6 0,0 3 5 0,5 8 3 0,4-2-1 16,-6-3-4-16,6 5 4 0,3-4 12 0,0 2 38 16,-1 4 10-16,-2-5 21 0,-3-5 13 0,6 4 10 15,-12-7 7-15,6 13 127 0,-3-2 4 0,-3-5-20 16,0-6-65-16,0 18 56 0,-7-5 44 0,2-5-136 16,-7 6-73-16,4-7-13 0,-16 12-15 0,9-3-25 15,-2-6-32-15,5 1-62 0,-7-1-162 0,5 1-174 0,-9 2-402 16,8-7 275-16,-4-1-177 0,2 3-922 0</inkml:trace>
  <inkml:trace contextRef="#ctx0" brushRef="#br0" timeOffset="72539.72">26320 10078 596 0,'-3'10'2395'0,"-1"4"-1468"0,1 4-1 15,3-18-515-15,-5 13-191 0,5-11-152 0,-3 4-75 16,-1-1-8-16,4-5-59 0,-8 6-95 0,1-4-127 16,7-2-49-16,0 0-311 0,0 0-353 0,-12-10 211 15,12 10-19-15</inkml:trace>
  <inkml:trace contextRef="#ctx0" brushRef="#br0" timeOffset="72717.25">26328 9898 824 0,'-15'2'3337'16,"15"-2"-2427"-16,-3 0 455 0,-12 0-206 0,13-2-712 16,-8 2-352-16,8 0-57 0,2 0-22 0,-6-3-16 15,0-3 0-15,6 6 0 0,0 0 0 0,0 0 0 0,-3 0 0 16,3 0-5-16,3 0-93 0,-6 0-264 0,6 0-161 15,-3 0 29-15,0 0-454 0,-3 0-211 16,0 0-37-16,-9 0 100 0,-5 0-790 0</inkml:trace>
  <inkml:trace contextRef="#ctx0" brushRef="#br0" timeOffset="74849.57">8544 9842 651 0,'3'0'642'16,"-3"0"-49"-16,0 0 62 0,3 0 57 0,6-6 8 16,-9 6-150-16,0 0-169 0,0 0 99 0,0 0-52 15,-9-10-46-15,9 10-139 0,0 0 30 0,-13-10-10 16,13 10-120-16,0 0-79 0,-8-11-13 0,8 9-14 0,-4 2 14 16,4 0-33-16,-2-4 9 0,-4-3-7 0,4 3-6 15,-13 4-6-15,6-2 0 0,-1 2-18 0,-10 0-15 16,14 0-2-16,-17 2 3 0,-4 2 0 0,3 1-3 15,2 1 1-15,7-1 7 0,-12 5 5 0,-9 1-1 16,10-4 3-16,8 2 1 0,-6-2 8 0,2-1 3 16,-2-4 12-16,12-2 4 0,-3 3 22 0,-5-3-7 0,8 2-3 15,0-2-14-15,-3 0 19 0,15 0-20 0,-17-2-24 16,13 2-9-16,8 0 0 0,-8 0 0 0,-7 0 0 16,11 0 0-16,0 0 0 0,0 0 0 0,0 0 0 15,0 0 0-15,-4 0 0 0,8 0 0 0,-16 0 0 16,10 2 0-16,2-2 0 0,0 0 0 0,0 0 0 15,0 0 0-15,0 0 0 0,0 0 0 0,17 6 0 0,-17-6 0 16,12 7 0-16,-7 2 0 0,7 4 0 0,0 3 0 16,-9-8 0-16,12 16 0 0,-10-6 0 0,2 4 0 15,-5-2 0-15,1 4 0 0,1 8 0 0,-4-3 0 16,0-2 0-16,0 12 0 0,0 1 0 0,-4-3 0 16,1-2 0-16,1-9 0 0,-1 16 0 0,-1-13 0 15,1 6 0-15,3-11 0 0,0 5 0 0,0-1 0 16,-2-4 0-16,2-8 0 0,2 3 0 0,-2-1 0 0,0-5 0 15,0 4 0-15,0-7 0 0,3 1 0 0,1 2 0 16,-4-5 0-16,3-1 0 0,2 4 0 0,4 0 0 16,-6-11 0-16,6 11 0 0,-9-9 0 0,15 4 0 15,-3-3 0-15,-4-3 0 0,7 0 0 0,-6 0 0 16,6 0 0-16,2-3 0 0,-8 3 0 0,15-3 0 16,-6-5 0-16,-10 2 0 0,25-7 0 0,-13 2 0 0,4 2 0 15,-9 0 0-15,9-4 0 0,-4 8 0 0,4-1-6 16,-10 4-28-16,13-3-129 0,-4 2-140 0,-2 0-77 15,-6 1 22-15,8-7-267 0,-11 7-186 0,9-11-377 16,-16 10 422-16,10-5-173 0,2-3 42 0,-10 9-731 16</inkml:trace>
  <inkml:trace contextRef="#ctx0" brushRef="#br0" timeOffset="75072.95">8544 10291 1154 0,'-12'-2'1467'0,"-3"-5"-621"0,6 3 20 16,-23-1 133-16,17 3-691 0,-6 2-163 0,4 0-94 0,-15 2-6 15,8 1-18-15,-6 3-8 0,4-2-7 0,3-1 0 16,2 3-4-16,1-1 3 0,-7-3-1 0,18 0-5 16,3 2-2-16,-8 1-1 0,10-5-6 0,4 0-12 15,0 0-72-15,0 0-10 0,0 0-63 0,0 0-110 16,0 0-235-16,0 0-267 0,0 0-75 0,4-3 38 0,4 1 57 15,-8 2-216-15</inkml:trace>
  <inkml:trace contextRef="#ctx0" brushRef="#br0" timeOffset="75427">9254 10594 916 0,'5'2'1461'0,"-5"-2"-802"0,0 0 465 0,12 2-213 0,-5-2-287 15,-7 0-369-15,0 0-38 0,0 0-100 0,0 0-17 16,-12 0-55-16,5-2 1 0,7 2 7 0,-10 0 33 15,0 0-1-15,8 0 82 0,-16 5 33 0,2-2-22 16,11-3-42-16,-19 5 46 0,13-2-39 0,-20 3 12 16,14-2-67-16,0-1-35 0,-5-1 17 0,0 2-17 15,-5 1-10-15,12-3-25 0,-2-2-12 0,-2 2-6 0,-1 2-3 16,18-4-34-16,-22 2-104 0,9-4-85 0,10 2-140 16,-7-4-18-16,12 4-310 0,-12-9-192 0,9 5-446 15,0-3 523-15,3-1-179 0,-4 5 142 0,4-10-124 16</inkml:trace>
  <inkml:trace contextRef="#ctx0" brushRef="#br0" timeOffset="75614.5">9012 10591 848 0,'15'5'1321'0,"-3"-3"-578"0,-7-2-48 15,-5 3-267-15,12 3-76 0,-12-4-136 0,12 11-5 16,-12-10-105-16,6 12 5 0,-4-1-37 0,2-6 8 16,-4 5-30-16,3 0 23 0,-3-2-7 0,0 5 19 15,-3-1 12-15,-1 5-26 0,4 6 28 0,-2-8-32 16,-1 4-6-16,0-7-21 0,3 9-9 0,-2-6-13 15,2-1-3-15,-4-4-12 0,4 8-5 0,4-11-71 0,-2 17-125 16,1-16-64-16,0 10-455 0,3-8-88 16,-3-2-80-16,6-1 224 0,-6-4-405 0</inkml:trace>
  <inkml:trace contextRef="#ctx0" brushRef="#br0" timeOffset="75986.5">10032 10291 292 0,'0'0'1273'0,"0"0"-586"15,0 13 40-15,0-13 13 0,-15 6-81 0,6-3-111 16,-2 5-138-16,-1-8-147 0,0 3 151 0,-12-1 86 0,7 3-83 16,-1-2-152-16,-3 2 50 0,1-5 28 0,-4 3-128 15,9 0-127-15,-2 0-56 0,7-1-29 0,-10 0-3 16,11-2 0-16,-3 0 0 0,-3 0 0 0,3 0 0 15,10 3 0-15,-4-3 0 0,-6 0 0 0,12 0-75 16,0 0-209-16,0 0-27 0,0 0-229 0,0 0-303 16,0 0-222-16,0 0 155 0,0 0-497 0,0 0-299 0</inkml:trace>
  <inkml:trace contextRef="#ctx0" brushRef="#br0" timeOffset="76183">10044 10508 720 0,'12'9'965'0,"0"-4"-285"0,-7-3 47 0,7 6 62 16,-12-8-248-16,0 0 195 0,0 0-172 0,-3 0-22 16,3 0-152-16,-14-2 208 0,2-6-208 0,2 8-86 15,-7-5-163-15,-4 2-75 0,-5-3-29 0,2 4-36 16,0 0-1-16,7-1 0 0,-13 0 0 0,6-2 0 16,4 2-24-16,8 3-62 0,-2-2-172 0,-1-2-257 15,-2 2-267-15,7-5 1 0,1 1-416 0,4-7 7 16,5 4 100-16,0-6-241 0</inkml:trace>
  <inkml:trace contextRef="#ctx0" brushRef="#br0" timeOffset="76732.55">10641 9926 188 0,'-5'3'3157'0,"-4"8"-2085"0,9-11 81 16,0 0-605-16,-6 6-459 0,0-2-74 0,6-4-18 16,0 0 0-16,0 0 1 0,0 0 4 0,9 0 0 15,3 0 2-15,3-2 0 0,9-4 3 0,-2-4 0 16,2 2-4-16,-9-3-3 0,9-2-1 0,-4 0 1 0,9-11-8 15,-14 11-8-15,6-5-11 0,-3-4 2 16,-1 0-2-16,-5 7 9 0,5-9 1 0,-5 1 29 0,-2 1 30 16,-8 7 8-16,4-2 78 0,-6 7 37 0,0-6 86 15,0 2-95-15,0 14 70 0,-6-13 14 0,6 11-18 16,0 2-27-16,0 0-104 0,0 0 2 0,0 0-21 16,0 0-39-16,0 0-23 0,-2 21-4 0,2-3 2 15,0 4 0-15,0 0-2 0,0 11 4 0,0 9 7 16,0 4-9-16,0-17-12 0,0 8-12 0,2 5-27 0,1 6-101 15,4-22-24-15,-5 9-205 0,1-4-195 0,0 2-283 16,-1-13 2-16,2 6-314 0,2 1-299 0,-1-10-913 16</inkml:trace>
  <inkml:trace contextRef="#ctx0" brushRef="#br0" timeOffset="76975.86">11343 10379 1221 0,'0'2'998'0,"0"-2"-171"0,0-2 34 0,-5 2-53 16,-10 0-158-16,6-3-260 0,-6 1 117 0,-9 2-147 0,-3 0-3 16,7 0-101-16,-9 5 55 0,-13-3 14 0,6 4-158 15,4-1-96-15,-6 3-12 0,-6-3-37 0,0 4-21 16,5-7-1-16,12 0 0 0,-5-2 0 0,6 3-1 15,8 0-36-15,13 0-109 0,-16-3-265 0,6 0-133 16,12 0-324-16,-6-3-290 0,4 0-55 0,5 3 37 16,0 0-481-16</inkml:trace>
  <inkml:trace contextRef="#ctx0" brushRef="#br0" timeOffset="77535.37">11204 10754 279 0,'-5'11'1229'0,"2"-11"-525"0,-6 5 25 15,-1-1 18-15,2-4-80 0,-6 2-210 0,4 0-80 16,-4-2-100-16,-8 3-43 0,8 3 133 0,-9-4-34 16,2 3-11-16,9-5-74 0,-8 4 55 0,8-4 11 15,-8-4-76-15,8 2-130 0,-3-3 4 0,-2-4-21 0,10 1-44 16,2 3-39-16,-2-10-8 0,4 6 0 15,3-4 0-15,0 0 0 0,10 0 0 0,-8-1-4 0,13-1-10 16,-10 10-2-16,17-6-19 0,-5 0-13 0,10 3-26 16,-7 6 1-16,-4 2 15 0,6 0-29 0,2 2-6 15,0 0-11-15,-6 4 24 0,-1 5-6 0,4 5 10 16,-10 2 23-16,-2-1 26 0,1 3-6 0,-5 15 11 0,0-9 29 16,-5 1 2-16,-2 1 5 0,-1 5-12 15,-6 11 7-15,1-17 3 0,-7 12 1 0,-6-4-12 0,1 0 6 16,-2 1 4-16,-7 12 22 0,-3-11 57 0,3-8 23 15,11-3-12-15,-8 9 34 0,-4-6 25 0,9-10-38 16,13-14-31-16,-1 6-63 0,3-7-4 0,-3 5-23 16,9-9-1-16,0 0 0 0,0 0 0 0,-3-13 0 15,3 2 0-15,0 0 0 0,6-9-3 0,3-4-4 16,-1-3-5-16,1 12-3 0,6-15-28 0,0 6-2 0,2 6-3 16,-8 2 14-16,9 3-9 0,-6 4 2 0,8-1 24 15,-14 7 17-15,9-2 6 0,2 5-3 0,-2 3-2 16,-3 2-4-16,3 5 3 0,-6 1-7 0,11 11-2 15,-8 1 2-15,-3-4 11 0,6-1 2 0,-7-1 0 16,7 1 2-16,-6-3 2 0,11 7 27 0,-4-11-5 16,1 2-1-16,-11-8-7 0,15 5 17 0,-3-5-3 15,-9-5-18-15,8 0-13 0,-5 0-23 0,11 0-50 0,4-13-246 16,-13 6-33-16,8-10-363 0,-8 1-379 0,1-10-117 16,0 0 30-16,-3-6-1426 0</inkml:trace>
  <inkml:trace contextRef="#ctx0" brushRef="#br0" timeOffset="78102.85">12082 10258 1657 0,'9'-3'981'16,"-3"0"-235"-16,-6 3-172 0,14-5 103 0,-14 5-346 16,0 0 17-16,0 0-179 0,0 0 43 0,0 0 7 15,0 0-21-15,0 0-65 0,0 0 44 0,-2 0-88 0,-10-3-28 16,6 8-28-16,-3 1 5 0,-11 15 25 0,5-2 1 16,-2 1-8-16,8-4-11 0,-9 5 20 0,4 3 2 15,-1 5-27-15,3-13-33 0,-3 5-5 0,3 1 4 16,0-4-23-16,3 1-10 0,1 2-12 0,5-11-55 0,-4 6-108 15,5-10-36-15,-1 10-199 0,0-3-352 0,3-8-9 16,0-5 63-16,0 0-214 0,0 0 116 0,0-3-56 16,-6-10-52-16</inkml:trace>
  <inkml:trace contextRef="#ctx0" brushRef="#br0" timeOffset="78282.38">11899 10339 562 0,'4'-15'2279'0,"-4"-5"-1175"15,-4 16-170-15,4-5-359 0,0 9-65 0,-3-13-17 16,1 11-141-16,2 2-113 0,2 2 20 0,-2-2-34 0,0 0-31 15,0 0-129-15,12 8-10 0,0 1 7 0,0-2 1 16,15 12-1-16,-9-6-12 0,2 1-8 0,1 4-3 16,-4 8-13-16,1-10-25 0,-4 8-1 0,5-3 0 15,-2 6-19-15,-2-6-87 0,0-3-121 0,2 0-171 16,-5 4-202-16,0-11-14 0,-4 4-447 0,-1-4-413 16,-2 0 400-16,2-4 280 0,-5-1-932 0</inkml:trace>
  <inkml:trace contextRef="#ctx0" brushRef="#br0" timeOffset="80781.7">19124 6437 131 0,'12'2'573'0,"-12"-2"-267"0,17 0 11 0,-17 3 8 16,0-3-108-16,15-3 58 0,-15 3-102 0,0 0 30 16,0-2 32-16,12-1 56 0,-12 3 31 0,0 0 5 15,0 0 17-15,7-6-104 0,-2 2 124 0,-5 4-87 16,0 0-50-16,0-3-62 0,15-5 127 0,-15 8-23 16,0 0 13-16,0 0-71 0,0 0 107 0,0 0-79 15,0 0-22-15,0 0-77 0,0 0 0 0,0 0-43 0,0 0-44 16,0 0-17-16,0 0 14 0,0 0-23 0,0 0-9 15,0 0-11-15,-3 11-3 0,3-3-3 0,-7 2 3 16,-1 6 0-16,6-8 0 0,-14 24 5 0,5-12 0 16,2 4-5-16,-3 9-5 0,-3-4-5 0,3-3-15 15,-5 3-108-15,5-10-83 0,-8 7-331 0,10-12-193 16,-4-1-295-16,8-11 178 0,-12 11-273 0,18-10-179 16,-15 5-383-16</inkml:trace>
  <inkml:trace contextRef="#ctx0" brushRef="#br0" timeOffset="98461.42">13288 10130 906 0,'0'0'1382'0,"0"-4"-566"0,0-7-161 0,0 11 203 0,-3-17-39 16,3 17-268-16,-7-7-167 0,5-4 71 0,-8 0-58 15,2 0 14-15,4 7-197 0,-6-10-7 0,0 6-111 16,1 1-63-16,-8-4-26 0,5 5-7 0,-6-4 0 15,1 7 0-15,2 0 0 0,-6 3 0 0,1-2 0 16,8 4 0-16,-17 4 0 0,14-3 0 0,-9 8 0 16,0-4 0-16,1 6 0 0,11-2 0 0,-8 4 0 0,2 5 0 15,6-2 0-15,4 1 0 0,-4 1 0 0,6 4 0 16,-3 0 0-16,6-2 0 0,1 7 0 0,2-8 0 16,2 2 0-16,1 1 0 0,2-5 0 15,2-1 0-15,1 1 0 0,-1-11 0 0,7 5 0 0,-2-2 0 16,8 2 0-16,-10-11 0 0,12 7 0 0,9-7 0 15,-11 0 0-15,4-4 0 0,-7-3 0 0,10-3 0 16,2-3 0-16,-5-5 0 0,-6 3 0 0,2-2 0 16,9-12 0-16,-5 1 0 0,-9 7 0 0,-1-5 0 0,-2-3 0 15,-6 1 0-15,0-1 0 0,-6 9 0 0,-2-6 0 16,-8-8 0-16,1 9 0 0,4 4 0 0,-7-1 0 16,-3-2 0-16,-5 6 0 0,8 10 0 0,-12-1 0 15,0 1 0-15,4 9 0 0,3 0 0 0,-5 4-4 16,2 4-55-16,-4 5-191 0,12-3-83 0,-2 9-217 15,2-4-238-15,6 3-211 0,1-3 103 0,5 4-528 0,3-7 156 16</inkml:trace>
  <inkml:trace contextRef="#ctx0" brushRef="#br0" timeOffset="98688.81">13659 10212 1770 0,'9'6'2528'0,"-6"-6"-1618"0,-1 0 305 16,-4 0-52-16,4 0-740 0,-2 2-278 0,0 12-108 15,-9-4-37-15,4 1 0 0,-7 7 0 0,4-2 0 16,-4 5 0-16,-3 3 0 0,6-6 0 0,-3 6 0 0,6 3 0 16,-6 2 0-16,3-5 0 0,4 0 0 0,2-3-37 15,-4 0-237-15,5-8-79 0,2 0-659 0,0 6-159 16,0-12-42-16,-3 2-104 0,3-9-883 0</inkml:trace>
  <inkml:trace contextRef="#ctx0" brushRef="#br0" timeOffset="99882.61">14263 9770 1211 0,'3'-4'981'16,"9"-5"-164"-16,-12 9 37 0,0 0-203 0,8-11 149 15,-8 11-494-15,0 0-112 0,-6 0-98 0,-6-2-13 16,-2 2-27-16,-4 2-3 0,1 4-23 0,8-3 9 0,-18 8 29 15,10-4 37-15,-5 1 35 0,2-1 55 0,0 2 51 16,-1-1 0-16,6-3 72 0,1-3-145 0,2 4 30 16,-8 2-44-16,10-2-76 0,-5-2-43 0,1-1-8 15,4 3-20-15,0-4-12 0,0 1 0 0,8-3 0 16,-8 0 0-16,5 0 0 0,5 0 0 0,0 0 0 16,0 0 0-16,0 0 0 0,-7-3 0 0,2 1 0 15,5 2 0-15,-3 0 0 0,3 0 0 0,3 5 0 16,0 5 0-16,-1 4 0 0,1-10 0 0,6 10 0 0,-6 10 0 15,4 0 0-15,-2 0 0 0,-5-9 0 0,7 9 0 16,-5 9 0-16,1-11 0 0,-3 0 0 0,0 2 0 16,0 2 0-16,0 3 0 0,0-13 0 0,0 5 0 15,0 1 0-15,-3 2 0 0,1-11 0 0,4-6 0 16,-2 9 0-16,0 3 0 0,0-16 0 0,0 10 0 0,0-16 0 16,3 11 0-16,-3 0 0 0,0-8 0 0,0 0 0 15,0 0 0-15,15-11 0 0,-13 9 0 0,5-7 0 16,-2-6 0-16,5-1 0 0,-5 5 0 0,1-9 0 15,6-2 0-15,0 1 0 0,0 5 0 0,-7 8 0 16,16-10 0-16,-6 7 0 0,-3 4 0 0,0 3 0 16,-4 2 0-16,13-1 0 0,-15 1 0 0,15 2 0 15,-1 2 0-15,-5 1 0 0,-1 5 0 0,4 3 0 16,-6-4 0-16,0 4 0 0,8 7 0 0,-14-7 0 16,4 10 0-16,-5-3 0 0,0 4 0 0,-1-9 0 0,-4 11 0 15,0 0 0-15,-6-6 0 0,0 1 0 0,-3-1 0 16,-6 9 0-16,-2-6 0 0,2-5 0 0,-6 8 0 15,-2-6 0-15,-1 4 0 0,7-12 0 0,-2-2 0 16,5 0 0-16,3-3 0 0,-4-5-2 0,6 0-50 16,-3-3-220-16,3-7-363 0,3 5-164 0,1-17-400 0,5 11-14 15,3-11 5-15,9 2-566 0</inkml:trace>
  <inkml:trace contextRef="#ctx0" brushRef="#br0" timeOffset="100088.06">14702 10162 476 0,'3'0'3788'0,"6"3"-2878"0,-4 2 304 16,-2-5-92-16,-6 0-562 0,3 0-479 0,3 0-43 15,-6 5-36-15,3 6-2 0,-2-11 0 0,-10 13 0 16,0-2 0-16,3 2 0 0,-5 2 0 0,2 5 0 16,0 0 0-16,-3 2 0 0,3 2 0 0,0-3 0 15,-3 2 0-15,3 1 0 0,2-8 0 0,-2 5 0 16,2-5-6-16,8-8-79 0,-10 8-76 0,6-5-335 0,6-9-113 15,0-2-253-15,-4 0-265 0,4 0 223 0,4 0-487 16,-8 0-678-16</inkml:trace>
  <inkml:trace contextRef="#ctx0" brushRef="#br0" timeOffset="100281.56">14502 10162 719 0,'0'-3'3188'0,"8"3"-2346"0,1 0 329 16,3 6-168-16,3 1-437 0,-10-1-334 0,7 8-34 15,3 1-41-15,6 6-62 0,-13-7-77 0,7 2-16 16,-3 2-2-16,5-3 0 0,2 2 0 0,-2-1 0 16,-2-1 0-16,2-4 0 0,1-3-11 0,6 2-109 15,-7-2-115-15,-8-5-230 0,15 5-97 0,-13-3-513 0,13-5-290 16,-12 0 43-16,0-2-1131 0</inkml:trace>
  <inkml:trace contextRef="#ctx0" brushRef="#br0" timeOffset="100743.31">15217 10135 3194 0,'0'0'1151'0,"0"9"-383"0,4-5 259 15,-4-4-286-15,0 0-425 0,0 0-139 0,0 0 36 16,0 0-13-16,8-9 30 0,-6 3-126 0,8-5-46 16,-1-7-46-16,-4-1-12 0,5 3 0 0,-5-4 0 15,2-2 0-15,-2-2 0 0,0 6 0 0,2-3 0 16,-2-3 0-16,5-3 0 0,2-2 0 0,-7 10 0 0,2-4 0 15,1-3 0-15,-2 13 0 0,-3-6 0 0,0 8 0 16,6-7 0-16,-4 2 0 0,-2 13 0 0,9-5 0 16,-12 8 0-16,15-8 0 0,-15 8 0 0,12 11 0 15,-9-6 0-15,9 16 0 0,-7-5 0 0,7 14 0 16,-3-1 0-16,1 2 0 0,-2-7 0 0,4 26 0 16,-7-10 0-16,4-1 0 0,-9-4 0 0,6 7 0 0,-6 13 0 15,4-11 0-15,-2-2 0 0,1-14 0 0,-3 14 0 16,3-12 0-16,3-6 0 0,-3-8 0 0,2 2 0 15,-1-7-100-15,2 2-104 0,3-8-40 0,-4 3-232 16,10-5-414-16,0-6-46 0,-13 1 101 0,25-9-269 16,-10 0 94-16,-2-7 145 0,1 5 186 0</inkml:trace>
  <inkml:trace contextRef="#ctx0" brushRef="#br0" timeOffset="101046.5">15865 10056 156 0,'12'-24'3101'0,"-5"8"-2194"0,-2 1 307 16,-2 6-14-16,3-9-241 0,-3-1-509 0,-3 4-302 15,0 4-96-15,-3 4-48 0,3 4-4 0,-6-10 0 16,3 9 0-16,3 4 0 0,-12-2 0 0,0 10 0 0,7-3 0 16,-13 22 0-16,4-6 0 0,2 0 0 0,0 11 0 15,2 3 0-15,5 9 0 0,2-15 0 0,-1 8 0 16,4 3 0-16,7 8 0 0,-4-19 0 0,9 3 0 16,2-1 0-16,1-4 0 0,0-8 0 0,-1-1 0 15,4-5 0-15,3-5 0 0,-9-3 0 0,11 4 0 16,1-9 0-16,2-4 0 0,-8-3 0 0,6-4 0 15,-2-7 0-15,0-6 0 0,-7 2 0 0,2-6 0 0,0-5 0 16,-1 4 0-16,-5-5 0 0,-2 2 0 0,-3 1 0 16,-2-8 0-16,-8 1 0 0,-2 6 0 0,-3-10 0 15,-8 5 0-15,2-3 0 0,0 14 0 0,-11-11 0 16,8 8 0-16,-3 5-5 0,6 8-48 0,-5-1-205 16,-4 4-405-16,4 6-131 0,13 7-24 0,-13-11-386 15,8 11-4-15,-2-2-440 0,2-4 215 0</inkml:trace>
  <inkml:trace contextRef="#ctx0" brushRef="#br0" timeOffset="101383.6">16163 9416 1676 0,'4'0'1197'0,"-4"0"-273"0,5-13 83 0,-2 10-117 16,-3 3-379-16,-3 0-124 0,-2-8-164 0,1 6 74 15,-11 2-129-15,4 0-80 0,-5 0-37 0,-1 0 20 16,-12 7 23-16,4-4 7 0,8 3-35 0,-10-2 31 15,1 7-1-15,0-2-9 0,5-5-35 0,-8 7 8 16,5-4-29-16,-3-1-16 0,16-6-14 0,2 3-29 16,-11-3-117-16,-1 0-147 0,11-3-231 0,5 1-58 0,2 2-475 15,-6-17-143-15,12 10 25 0,1-4 19 0,4-4-773 16</inkml:trace>
  <inkml:trace contextRef="#ctx0" brushRef="#br0" timeOffset="101848.38">16599 8964 416 0,'6'-8'1760'0,"0"3"-948"0,-6 5 286 0,-3-6-424 0,0-1 37 15,3 7-300-15,-6-6-175 0,-2 3-32 0,4 1 3 16,-7 2-47-16,-4 2-5 0,9 1-27 0,-9 3 20 16,0 1-16-16,6-1 3 0,-8 7 1 0,2 0-21 15,3 5-23-15,4 0-9 0,-1-1-32 0,3 14 34 16,0-2-33-16,0 1-7 0,4-6-14 0,-2 18 15 16,4-11-14-16,0 4-12 0,6 0-7 0,0-9-10 0,6 10-3 15,0-1 0-15,2-6 0 0,-2-8 0 0,8 14 0 16,-2-14 0-16,6 3 0 0,-12-11 0 0,8 6 0 15,4-6 0-15,-7-3 0 0,2-7-4 0,-2 2-6 16,-2-5-9-16,-3 3-1 0,5-6 2 0,-5 3-7 16,6 0 3-16,-4-11 12 0,-11 9 14 0,9-6 11 15,-3-6 6-15,-6 1 9 0,0 6-6 0,-3-6-10 0,-3 4 1 16,-6-4-10-16,-9-11-5 0,4 13 0 16,-4-2 0-16,-3 0 0 0,-9 3 0 0,13 4 0 0,-3 2 0 15,-4 1 0-15,0 6 0 0,1 1 0 0,2 2 0 16,9-3 0-16,-8 4 0 0,5 1-2 0,3-3-46 15,0 1-188-15,0 5-221 0,10-9-66 0,-8 9-495 16,0-4-500-16,10-3 312 0,0-4-610 0</inkml:trace>
  <inkml:trace contextRef="#ctx0" brushRef="#br0" timeOffset="102669.16">17300 10249 627 0,'-5'-11'987'0,"5"9"-507"0,0 2 204 15,-4 0 193-15,-4-13-278 0,8 13-286 0,0 0-79 16,-12 0 85-16,9 0 14 0,-11 0-77 0,10 0-39 0,-14 2 46 15,10 1-34-15,-1 5-2 0,-6 0-42 0,3 0 36 16,-8 8-3-16,6-2-31 0,4-5-48 0,-7 10 68 16,-2-3-70-16,2 3-45 0,5-3-49 0,-5 2-4 15,2 1-22-15,3-3-17 0,9-12-10 0,-11 12-45 16,8-3-187-16,0-7-89 0,0 5-1 0,6-9-206 0,-6 3-161 16,3 1-423-16,3-8 131 0,0 2 272 15,0 2-158-15,-3-10 124 0,1-3-443 0</inkml:trace>
  <inkml:trace contextRef="#ctx0" brushRef="#br0" timeOffset="102846.69">17000 10339 459 0,'0'-13'1917'0,"0"0"-1050"0,3 10 40 16,-3-5 5-16,0-3-272 0,0 9-200 0,3-9 60 15,-3 11-104-15,0 0-62 0,0 0-38 0,12-2-47 16,-10 2-84-16,-2 0-82 0,12 0-60 0,-9 2-20 0,9 2-3 16,-3 3 0-16,9-1 0 0,-13-1 0 0,10 5 0 15,3 11 0-15,-7-2 0 0,-2-8 0 0,3 7 0 16,0 3 0-16,-4-3 0 0,4-7 0 0,0 0-12 15,-2 0-128-15,4 2-311 0,-2 0 3 0,-4-6-504 16,4 2-216-16,12-1-46 0,-9-5 28 0,2-9-947 16</inkml:trace>
  <inkml:trace contextRef="#ctx0" brushRef="#br0" timeOffset="104632.91">18709 9808 940 0,'5'-11'1403'0,"5"-5"-843"0,-5 5 214 16,4-15 15-16,-3 2-252 0,-4 4-226 0,2 0 10 15,-4-1 13-15,3 3 69 0,-3 7 18 0,0-9-13 16,0 9-59-16,0-2-73 0,-3 4-122 0,-1-4 8 15,4 2-119-15,-2 9-37 0,2-11-6 0,0 13 0 16,-6-11 0-16,6 8 0 0,0 3 0 0,0 0 0 16,-6-2 0-16,-2-4 0 0,8 6 0 0,-12 11 0 0,0 0 0 15,-3 10 0-15,0-3 0 0,3 1 0 0,-5 13 0 16,-4 7 0-16,1-2 0 0,8-8 0 0,-12 13 0 16,6 17 0-16,4-17 0 0,2-7 0 0,1 7 0 15,-1 6 0-15,3 2 0 0,6-13 0 0,-4 1 0 16,5 1 0-16,2-3 0 0,9 5 0 0,-6-23 0 15,9 4 0-15,0-2 0 0,2-4 0 0,-2-6 0 0,-1-4 0 16,8 2 0-16,-2-2 0 0,-2-6 0 0,-1 0 0 16,16-9 0-16,-9 1 0 0,-6 3 0 0,7-13 0 15,0 5 0-15,-2-4 0 0,-8 4 0 0,2-8 0 16,-2 0 0-16,-2 5 0 0,-7 3 0 0,-1 2 0 16,-4-13 0-16,-5 13 0 0,4 2 0 0,-9-2 0 15,0 3 0-15,-3-1 0 0,-5 4 0 0,11 3 0 16,-23 2 0-16,0 2 0 0,3 7 0 0,7-4 0 0,-7 1 0 15,-6 9 0-15,6-2 0 0,10-5 0 0,-1 5 0 16,-1 6 0-16,16-6 0 0,-1-10-4 0,-3 12-25 16,9-15-80-16,-3 17-114 0,3-17-38 0,12 2-266 15,-4-2-309-15,4 0-265 0,0-8 215 0,18-5-504 16,-6 2-352-16</inkml:trace>
  <inkml:trace contextRef="#ctx0" brushRef="#br0" timeOffset="104869.28">19083 10133 517 0,'0'0'1838'0,"0"0"-807"16,0-3-52-16,0 6 237 0,9-3-710 0,-4 6-157 16,-5-6-137-16,0 0-77 0,0 0 7 0,10 9 10 15,-8-9 24-15,5 17 7 0,-4-10-12 0,-1 9 48 16,1 3-59-16,0 2-47 0,1-2-57 0,-4 2-34 15,-4 0-9-15,1 0-12 0,0 3-6 0,-2-6-31 16,1-4-81-16,1 1-119 0,1 4-194 0,2-8 83 0,-3 2-299 16,6-8-263-16,-6 0-148 0,3 3 239 0,0-8-386 15,0 0-268-15</inkml:trace>
  <inkml:trace contextRef="#ctx0" brushRef="#br0" timeOffset="105420.8">19572 9617 65 0,'3'-5'865'16,"2"-11"-109"-16,-1 10-105 0,-1-1 27 0,0-4-85 0,-3 11 2 15,0-16-220-15,0 8-73 0,0-2-100 0,0 1 24 16,2 4 46-16,2-3-78 0,-1 3-52 0,-3 3 56 16,5-1 74-16,2-3-42 0,-7 6-38 0,0 0 53 15,0 0-5-15,0 0 19 0,0 0-77 0,0 0-34 16,0 0-36-16,0 0-39 0,0 0-2 0,0 0-44 16,0 0-2-16,-7 3-24 0,-1 5-1 0,-8 8 0 0,6-1 0 15,-5 7 0-15,0 0 0 0,1 6 0 0,-2-1 0 16,1 4 0-16,4 4 0 0,2-9 0 0,-6 20 0 15,3-7 0-15,0 1 0 0,7-11 0 0,-5 24 0 16,8-16 0-16,2 0 0 0,0-13 0 0,2 10 0 16,5-4 0-16,1-10 0 0,-1 2 0 0,-2-7 0 15,2-2 0-15,1 1 0 0,4-1 0 0,-3-7 0 0,2-1 0 16,-2-3 0-16,6-2 0 0,0-2 0 0,-9-1 0 16,12-3 0-16,-6-3-3 0,-4 3-6 0,6-15-13 15,-4 4-3-15,-1 4-9 0,-1-2 13 0,1-3-9 16,-6-2 3-16,0 2 10 0,-3 8 11 0,0-14 12 15,0 10 16-15,-3-10 11 0,-2 11 1 0,1 6-11 16,-7-6 6-16,4 4-2 0,-10 1-8 0,0 3-18 0,7 3-1 16,-7-1 0-16,-12 3 0 0,7 3 0 0,10-1 0 15,-13 7 0-15,1 4 0 0,9-6 0 0,-9 4-19 16,4 2-51-16,1 3-155 0,17-14-43 0,-16 12-156 16,9-9-140-16,4 0-294 0,5-5 13 0,0 0-271 15,0-2 98-15,2 2-146 0,10-11-343 0</inkml:trace>
  <inkml:trace contextRef="#ctx0" brushRef="#br0" timeOffset="105745.94">19860 9371 1100 0,'-2'-7'1410'0,"2"-4"-560"16,0 7 38-16,0-5 9 0,0 9-410 0,0 0-90 15,0-9-101-15,0 4-80 0,0 5-75 0,0 0 16 16,9 3-40-16,-4-1-34 0,2 3-74 0,1 8-4 16,4 4-1-16,3-1 0 0,-3 5 8 0,0 2 8 15,0 7 0-15,2 1 9 0,4 2 24 0,-9 0-2 16,6 15 11-16,-5-8-8 0,2-1-4 0,-2-6-17 0,2 11 6 16,-4 9-36-16,-2-7-8 0,-3-15-1 0,-3 11-13 15,0 14-9-15,-3-11 2 0,3-13-4 0,-6 12-17 16,-6 4-3-16,-6 3-34 0,4-12-61 0,-4 12-65 15,-6-4-43-15,4-4-20 0,-4-14 29 0,-2 21-292 16,-1-13 4-16,4-3-5 0,5-15 63 0,-5-1-235 16,-4-2-68-16,-5 0-101 0,6-11 134 0,4-5-75 15</inkml:trace>
  <inkml:trace contextRef="#ctx0" brushRef="#br0" timeOffset="106295.47">18108 9586 587 0,'0'-9'944'0,"0"7"-396"16,2-11 215-16,2 2-48 0,-4 8-108 0,0-3-252 16,6-3 184-16,-6 9-94 0,0 0-65 0,0 0-129 0,0 0 59 15,0 0-58-15,0 0-73 0,0-4-104 0,-21 4-28 16,12 9 22-16,-20 12 79 0,14-5-53 0,-2 10 42 15,-5 14 43-15,5 8-8 0,2-15-62 0,3 20-4 16,0 8-38-16,3 16 8 0,4-13-44 0,2-14-31 16,6 16-1-16,-1 6 0 0,8-3 0 0,-1-27 0 15,2 13 0-15,7-1 0 0,8 3 0 0,-8-24-2 0,9 6-39 16,-2-5-82-16,9 3-168 0,-5-15-76 0,6-2-219 16,4-3-245-16,5-4-261 0,-8-8 223 0,10-3-223 15,8-6-357-15</inkml:trace>
  <inkml:trace contextRef="#ctx0" brushRef="#br0" timeOffset="106993.61">20389 9017 53 0,'-7'0'933'0,"-5"0"-387"0,12 0-150 0,0 0 275 16,0 0-156-16,-11 2-193 0,7-2-159 0,4 0 24 16,-10 0-62-16,3 0 7 0,4-2-14 0,-14-2 46 15,-4 2 49-15,13 2-36 0,-4-3 4 0,-3 1-26 16,6 2 90-16,-6-2 72 0,3-2-36 0,12 4-82 16,-8-2 43-16,1-1 16 0,7 3-55 0,-8-5-106 0,2 2 21 15,6-4-15-15,0-2-34 0,2 2-24 0,5-1-8 16,1-1-5-16,4-4-10 0,-9 11-23 0,11-1-3 15,1-3 0-15,-3 6-4 0,0 0 3 0,3 4 1 16,-3-2 2-16,5 1 0 0,4 3-1 0,-15-2 0 16,8 1-1-16,1-1 1 0,-6 5-26 0,-3-3 9 15,0 8-5-15,-3-7-6 0,0 6-3 0,-9 9 0 16,0-7 1-16,3-4 15 0,-12 8 1 0,3-6 3 0,-2 5 5 16,-4-2 4-16,4 0 1 0,-1-6-6 0,-9 14-7 15,7-8 23-15,-1 1 4 0,4-8-1 16,-1 8 20-16,6-10 9 0,-1 4 6 0,2 2-4 0,8-10-24 15,-6 8 1-15,6-5-5 0,0-6-12 0,2 7 0 16,5-1 1-16,2-4-1 0,2 1 6 0,4-1-2 16,11 4-17-16,-7-4-7 0,4 1-2 0,-9 2 6 0,10-2-2 15,3 4-2-15,-7 2 8 0,-5-4 12 0,3 1 6 16,5 1 0-16,-14-5-4 0,3 4-4 0,-4-3-5 16,11 3-2-16,-8-4-4 0,-5-2 9 0,6 0-2 15,-1-2-9-15,1-4 4 0,0 1 27 0,3-4 4 16,-3 5 6-16,2-7-20 0,1-8-1 0,-8 16 2 15,1-10-17-15,1 2-62 0,-6 9-159 0,-1-3 9 0,8-3-196 16,-10 8-206-16,5-5-270 0,-2-1 123 0,-3 6-452 16,0 0-388-16</inkml:trace>
  <inkml:trace contextRef="#ctx0" brushRef="#br0" timeOffset="108431.07">10200 12718 1422 0,'-6'2'2020'0,"6"-2"-1271"16,0 0 324-16,-4 6-153 0,2 1-224 0,2-7-391 16,0 0 18-16,-3 0-49 0,6 0-69 0,-3 0-80 0,-3 0-55 15,3-5-61-15,0-8-9 0,0 5 0 0,0-2 0 16,0-3 0-16,3 0 0 0,-3 9 0 0,9-9 0 15,-6 3 0-15,2 2 0 0,4-5 0 0,1 4 0 16,-2-4 0-16,10 2 0 0,-7 2 0 0,-4 3 0 16,10-1 0-16,7 1 0 0,-16 6 0 0,11 0 0 15,-5 0 0-15,16 2 0 0,-10 4 0 0,-6-1 0 0,4 3 0 16,-9-3 0-16,18 11 0 0,-7-6 0 0,-8-1 0 16,0 2 0-16,-3-1 0 0,3 4 0 0,-1-5 0 15,-2-3 0-15,3 1 0 0,-9-3 0 0,9 3 0 16,3-4 0-16,-10 0 0 0,4 0 0 0,-6-3 0 15,14 0 0-15,-17-3 0 0,19-3 0 0,-16 4 0 16,9-3 0-16,0-8 0 0,-4 4 0 0,1 1 0 0,3-2 0 16,3-3 0-16,-7 5 0 0,6-1 0 0,-7 5 0 15,5-5 0-15,-12 4 0 0,8-3 0 0,-8 8 0 16,0 0-75-16,0 0-209 0,0 0-220 0,0 0-266 16,0 0-258-16,0 0-178 0,0 0-3 0,0 0 290 15,12 8-1159-15</inkml:trace>
  <inkml:trace contextRef="#ctx0" brushRef="#br0" timeOffset="108695.37">10485 13054 121 0,'-8'2'2073'0,"-11"9"-943"0,9-8-478 16,0 0 220-16,-2-1-229 0,10-2-263 0,-13 0-128 15,15 0 71-15,0 0 19 0,-15 5-18 0,15-5-93 16,0 0 134-16,0 0-132 0,0 0-88 0,0 0-92 15,0 0-15-15,0 0-26 0,12 4-10 0,-9-4-2 0,12-4 0 16,-3 4 0-16,-7 0 0 0,7 0 0 0,-3 0 0 16,-3 0 0-16,11 0 0 0,-5 4 0 0,-9-2 0 15,15 0 0-15,-7 1 0 0,8-1 0 0,3 4 0 16,3-3 0-16,-1-3 0 0,-2 2 0 0,5-2 0 16,-3-2 0-16,0-1-10 0,-13-3-74 0,3 4-41 0,13-5-404 15,-3-2-144-15,-19 4-188 0,17-1 7 0,4-4-346 16,-14 7 70-16,11-10-134 0,-8 8-110 0</inkml:trace>
  <inkml:trace contextRef="#ctx0" brushRef="#br0" timeOffset="109826.36">8750 12524 66 0,'-3'0'1166'0,"-6"-2"-491"0,6 2-1 15,-12 0 25-15,7-2-54 0,-4 2-125 0,-2 0-246 16,-5 2 91-16,-10-2-101 0,6 2-15 0,8 2-59 15,-11 1 66-15,-13 0 99 0,9 1-52 0,4-4-83 0,-9 0 70 16,-1 4-16-16,-13-1 16 0,22-2-151 0,-9-1-9 16,7 2-50-16,2-2-26 0,4-2-42 0,11 2-11 15,-9-4-1-15,13 2 0 0,-11 0 0 0,5 0 0 16,6-2 0-16,-4 2 0 0,9-4 0 0,-12 4 0 16,11 0 0-16,4-2 0 0,0 4 0 0,0-2 0 15,0-2 0-15,0 4 0 0,0-2 0 0,0 0 0 16,0 0 0-16,0 0 0 0,0 0 0 0,4 11 0 0,-1-3 0 15,9 5 0-15,0 5 0 0,-9-12 0 0,17 18 0 16,-11-3 0-16,6 5 0 0,-3 1 0 0,-7-8 0 16,4 10 0-16,-1-1 0 0,2 12 0 0,-8-14 0 15,5 9 0-15,-4 5 0 0,2 19 0 0,-5-26 0 16,0 15 0-16,0 0 0 0,3-1 0 0,-6-7 0 16,3-1 0-16,3-2 0 0,1-4 0 0,-2-9 0 0,4 12 0 15,-4-9 0-15,5-4 0 0,-2-6 0 0,2-4 0 16,-2 8 0-16,2-8 0 0,-4-2 0 0,5-3 0 15,1-1 0-15,-4-3 0 0,10-2 0 0,-8 1 0 16,7-3 0-16,6-9 0 0,-5 7 0 0,-3-5 0 16,9-4 0-16,2 0 0 0,4-5 0 0,-13 8 0 15,8-3 0-15,4 0 0 0,4 2 0 0,-7 0 0 0,1 1 0 16,-3-2 0-16,2 2 0 0,-6 0 0 16,14-3 0-16,-9 4 0 0,2-2 0 0,-9 7-46 0,12-7-149 15,2 2-213-15,-12 1 5 0,-7 4-190 0,7-5-76 16,-2 1-432-16,-3-2-32 0,2-5-72 0,-8 2-178 15</inkml:trace>
  <inkml:trace contextRef="#ctx0" brushRef="#br0" timeOffset="110047.75">8674 13120 161 0,'-7'-3'2126'16,"-16"1"-687"-16,6-7-219 0,5 9-296 0,-12-4-529 0,7-1 19 15,-10-1-116-15,5 1-41 0,2 5-9 0,-4-6-11 16,2 6-39-16,-5-2-73 0,12-1-68 0,-11 3 5 16,-4 3-37-16,6-1-20 0,7-2-5 0,-12 4 0 15,5 3 0-15,-3-1 0 0,7-1 0 0,5-1-3 16,6-4-31-16,-8 6-87 0,17-3-59 0,-15-8-212 16,12 7-128-16,3-2-162 0,6-10-192 0,-4 7 40 15,16-3-259-15,3 1 60 0,3-3-1278 0</inkml:trace>
  <inkml:trace contextRef="#ctx0" brushRef="#br0" timeOffset="110346.95">9549 13139 922 0,'0'0'1399'0,"0"0"-608"0,0 0 71 15,0 0-22-15,-3 2-306 0,3 9-92 0,0-11-164 16,-15 0 41-16,3 2 75 0,-2 1-102 0,-8-1-103 0,0 7 54 16,-5-7-33-16,-6 4-27 0,10-1-62 0,-6 1-29 15,-5-1-48-15,5-1-15 0,0 7-22 0,2-5-8 16,0 1-31-16,7-1-47 0,11-3-68 0,-9 4-32 15,6-3-298-15,4-2-120 0,8-2-255 0,0 0 118 16,0 0-342-16,0 0 10 0,0 0-112 0,0 0 130 16</inkml:trace>
  <inkml:trace contextRef="#ctx0" brushRef="#br0" timeOffset="110559.38">9398 13258 1714 0,'0'2'940'16,"9"11"-130"-16,-6-10 39 0,-8 11-30 0,5-12-462 15,-7 6-83-15,2 2 7 0,2 12-7 0,3-11-8 0,-4-2 14 16,4 11-6-16,4-5-8 0,-4 4-85 0,3 10 57 16,2-5-87-16,4-1-37 0,-3-1-64 0,3 2-9 15,3 10-29-15,0-5-12 0,-4-2 0 0,-1-6 0 16,1 6 0-16,1 4 0 0,-4-2 0 0,2-13 0 16,-2 7 0-16,-2-4-23 0,4 2-149 0,-5-8-57 15,1 1-237-15,-6-14-315 0,3 16-296 0,0-16 172 16,0 0-571-16,-2 0 101 0</inkml:trace>
  <inkml:trace contextRef="#ctx0" brushRef="#br0" timeOffset="140538.47">11628 12620 1103 0,'-12'0'761'0,"12"0"-187"0,0-3 317 0,0 6 79 15,0-6-49-15,0 3-434 0,0 3 190 0,0-3-60 16,0-3-187-16,0 6-172 0,0-3-40 0,0-3-58 0,0 6-74 16,0-3-53-16,0-3-28 0,0 6-5 0,0-3 0 15,0 0 0-15,-2 11 0 0,2-8 0 0,0-6 0 16,0 6 0-16,2 10 0 0,-2-13 0 0,0 0 0 16,0 0 0-16,0 0 0 0,0 0 0 0,0 0 0 15,10 5 0-15,-8-5 0 0,8-3 0 0,-2-2 0 16,8-3 0-16,-11 3 0 0,19-14 0 0,-9 3 0 0,5 1 0 15,-6-2 0-15,13-9 0 0,-3 2 0 0,-1-3 0 16,-5 4 0-16,14-14 0 0,-8 5 0 0,6-5 0 16,-13 10 0-16,13-6 0 0,-1-13 0 0,-2 12 0 15,-13 10 0-15,6-8 0 0,2 6 0 0,-10 8 0 16,-10 9 0-16,10-2 0 0,-9 11 0 0,-3-4 0 16,5-5 0-16,-5 9 0 0,0 0 0 0,-5 13 0 15,2 1 0-15,1 2 0 0,-5 5 0 0,4 8 0 16,-2 11 0-16,5-11 0 0,-4 16 0 0,-1 3 0 0,5 9 0 15,0-20 0-15,0 11 0 0,0 3 0 0,0-7 0 16,0-4 0-16,2 1 0 0,1 1 0 0,4-9 0 16,-5 0 0-16,1-5 0 0,4-1 0 0,-2-6 0 15,-2-7 0-15,-1-4-5 0,5 4-90 0,1-4-152 16,-8-10-170-16,16 5-20 0,-11-2-353 0,7-8-572 16,3-11 171-16,-3 5 358 0,-4-8-895 0</inkml:trace>
  <inkml:trace contextRef="#ctx0" brushRef="#br0" timeOffset="140906.46">12654 12260 131 0,'12'-21'2246'0,"3"3"-1193"0,-10 7 205 16,7-5-501-16,-12 8 17 0,3-3-356 0,-6 4-67 16,1 1-183-16,-10 1-6 0,6 5-31 0,-6 0-5 15,-2 5 14-15,4 1-27 0,-14 12-23 0,7 4-9 16,2 17 12-16,3-15-38 0,-3 10-20 0,7 9-26 15,2-1-9-15,0 8 0 0,4-8 0 0,2 4 0 16,0 1 0-16,5-18 0 0,0 25 0 0,5-15 0 0,-5-8 0 16,4-4 0-16,6 2 0 0,9-3 0 0,-7-7 0 15,1-12 0-15,9 4 0 0,11-2 0 0,-11-12 0 16,-4 1 0-16,6-4 0 0,4-5-7 0,5-5-25 16,-5-2 3-16,-10 2 7 0,3-11-6 0,8-6-4 15,-14-2 14-15,-6 11 20 0,-2-13 23 0,3-1 4 16,-6-11 7-16,-3 19-15 0,-6-9 4 0,0-1-6 15,-6-8-8-15,-3 19-11 0,-6-8 0 0,-9 8 0 0,7 5 0 16,-10 0 0-16,-2 6 0 0,0 7 0 0,-1 1 0 16,6 7 0-16,-8 1 0 0,6 2-15 0,6 0-62 15,5 0-89-15,3 2-196 0,-9 1-326 0,15 3-154 16,-3-2-289-16,9-4 235 0,-5 14-241 0,5-12-621 16</inkml:trace>
  <inkml:trace contextRef="#ctx0" brushRef="#br0" timeOffset="141369.22">13761 12434 1203 0,'0'0'1798'0,"10"-9"-801"16,-8 9 57-16,-2 0-282 0,0 0 139 0,0 0-488 0,-2-4-96 15,2 4-123-15,5-2 58 0,2-5-118 0,-7 9-70 16,0-2-53-16,0 0-20 0,0 0-1 0,0 0 0 16,-3 11 0-16,-1-6 0 0,4 21 0 0,0-8 0 15,-3 6 0-15,3-2 0 0,-2 9 0 0,-8 8 0 16,5-1 0-16,-4-12 0 0,-6 17 0 0,0 8 0 15,1-12 0-15,6-12 0 0,-4 12 0 0,2-5 0 0,1-2-15 16,4-16-47-16,5-5-93 0,-3 2-197 0,3-8-190 16,0-5-285-16,0 0-311 0,0-5-62 0,0-17 84 15,3 2-1137-15</inkml:trace>
  <inkml:trace contextRef="#ctx0" brushRef="#br0" timeOffset="143168.41">14778 11914 287 0,'9'-9'1248'0,"-3"4"-552"0,3-5 76 0,-4 5 71 16,-1-1 5-16,-1 6-406 0,0-16 160 0,-3 16-105 15,0 0-52-15,0-2-144 0,-3-9 49 0,0 9-47 16,-3-12-53-16,6 14-128 0,-6-10-34 0,6 10-37 16,0 0-20-16,-9-5-19 0,4 5-9 0,-5 7-3 0,-2-1 0 15,0 7 0-15,-5 8 0 0,-3 3 0 0,-1 0 0 16,3 2 0-16,1-2 0 0,-5 5 0 0,0 16 0 16,0-5 0-16,8-9 0 0,-1 11 0 0,3 4 0 15,-3 4 0-15,10-19 0 0,-2 7 0 0,2-1 0 16,5 2 0-16,-3-15 0 0,6 3 0 0,-3 2 0 15,3-5 0-15,3-9 0 0,0 9 0 0,6-8 0 0,-4 1 0 16,-4-15-5-16,16 16-14 0,-3-10-14 0,-5-3-26 16,5-2 0-16,-5 3-49 0,3-6-90 0,4 0 22 15,1-9-9-15,-17 9 11 0,21-11-53 0,-12 7 10 16,8-12 4-16,-14 10 109 0,9-7-18 0,-7-3 30 16,-4 9 65-16,-1-10 21 0,-6 2 12 0,-1 6 8 15,-1-6 8-15,-5 1 5 0,-7-10 20 0,2 6 7 16,-2-3 20-16,2 10-6 0,-6-9 41 0,-9-7 81 0,4 8-22 15,6 1-40-15,-2-4 46 0,0-2-8 0,-5-2 24 16,3 8-58-16,15 0-60 0,1-6 6 0,-4 2-3 16,-3-4 2-16,12 8-40 0,-3-4 4 0,6-2-11 15,0-4-8-15,4 14-11 0,-2-7-1 0,1 14-8 16,17-21-2-16,-1 10 0 0,-2 2 0 0,-2 1 0 16,9-2 0-16,-7 4 0 0,18-5 0 0,-14 2 0 0,-1-1 0 15,1 8 0-15,6-2 0 0,-4-2 0 0,-4 2 0 16,-2 3 0-16,-14 5 0 0,21-4 0 0,-7 1 0 15,-8 6 0-15,9-2 0 0,-4 2 0 0,1 0 0 16,0 4 0-16,-6 0 0 0,-1 1 0 0,7 13 0 16,-3 1 0-16,-10-17 0 0,10 22 0 0,-2-6 0 15,-2-4 0-15,-4-6-10 0,4 8-51 0,-2-8-106 0,0-3-223 16,0 8 33-16,0-2-602 0,-4-9-164 16,-2-2-68-16,3 9 330 0,1-5-257 0,-1-4-731 0</inkml:trace>
  <inkml:trace contextRef="#ctx0" brushRef="#br0" timeOffset="143720.95">15318 11940 1079 0,'5'-2'1570'0,"-2"2"-869"0,9-9 209 0,-15 9-208 16,6-5-357-16,0-3-203 0,-1 8-21 0,-12-13-2 16,3 10-17-16,-1 3-37 0,-11-2 19 0,-1 2-4 15,-1 5-19-15,1-3 13 0,-4 9 8 0,1 2 2 16,-1 0 6-16,7 1-12 0,-12 12 52 0,5-2-54 0,6 5-17 15,6-10-23-15,0 12 8 0,0 4-1 0,10-6-24 16,2-3-8-16,2-13-7 0,-2 7 1 0,10-2-4 16,-8-12-3-16,10 7-2 0,0-6-4 0,3-5 3 15,14 7-26-15,-14-9-16 0,2 0-23 0,3-9-27 16,2 2-5-16,-8-6-2 0,1-6 2 0,2 3 25 16,-5-8 49-16,-2 9 17 0,7-20 51 0,-8 12 28 0,-1-1 44 15,2 7 11-15,-1-6 78 0,-1-7 80 0,-5 23-39 16,3-8 6-16,-3 9-81 0,6-5 56 0,-9 8-112 15,8-5-30-15,-5 8-46 0,6 0-8 0,6 4-24 16,-3 9-3-16,-2-2 0 0,7 9 0 0,0 12 0 16,-2-3 0-16,-3-7 0 0,3 9 0 0,-1-2 0 15,6 14 0-15,-4-14 0 0,4 10 0 0,-5 3 0 16,9 9 0-16,-12-27 0 0,-1 15 0 0,1 1 0 0,-3 0 0 16,-6-1 0-16,-3 1 0 0,-6-1 0 0,-3 5 0 15,-8 0 0-15,5-20 0 0,-15 7 0 0,7-7 0 16,-7-8 0-16,-6-3-3 0,4-2-61 0,-3-5-126 15,0-10-251-15,10 2-30 0,-7-14-599 0,6 1-87 16,4-5-48-16,5 0 352 0,6-10-842 0</inkml:trace>
  <inkml:trace contextRef="#ctx0" brushRef="#br0" timeOffset="144108.89">16591 12085 309 0,'0'0'2534'0,"2"-13"-1530"16,1 11 11-16,-3 2-269 0,0 0 114 0,-3 0-581 15,-9-3-195-15,12 3-63 0,-20 7 24 0,11 4 13 16,0-5-7-16,-6 10-7 0,0-1 51 0,-2 12 83 0,2-6-24 16,3-3-49-16,-5 9 26 0,-4 5 16 0,3 2-10 15,6-10-77-15,-2 6 1 0,-4 1-32 0,4 4-14 16,2-11-14-16,0-6-12 0,4 0-53 0,-4 1-73 15,2-6-116-15,8-6 21 0,-4 4-205 0,0 0-141 16,6-9-214-16,0-2-222 0,0-7-64 0,-6-4 94 16,6-10 101-16,0 0 288 0,0 0-452 0</inkml:trace>
  <inkml:trace contextRef="#ctx0" brushRef="#br0" timeOffset="144271.46">16260 12115 1460 0,'-3'-8'2175'0,"3"5"-1010"0,0 3 8 0,0 0-133 0,0 0-565 16,0 0-198-16,7 5-130 0,1 4-20 0,4 4-83 15,3 2-4-15,-1 1-14 0,4 8 7 0,3-2-24 16,2 2-9-16,-5-9 0 0,14 16 0 0,-5-9 0 16,2 2 0-16,-11-11 0 0,14 8 0 0,-6-2 0 0,-2-1 0 15,-9-5-6-15,12 0-126 0,-10 0-210 0,0 1-677 16,-5-6-181-16,3-3 290 0,-3-2-432 0,-3-3-1719 16</inkml:trace>
  <inkml:trace contextRef="#ctx0" brushRef="#br0" timeOffset="145201.97">17362 12260 1048 0,'0'0'1368'0,"-3"0"-497"0,3 16 268 16,0-16-271-16,0 0-465 0,0 0 21 0,0 0-59 16,0 0 34-16,0 0-160 0,0 0 50 0,0 0-19 15,0 2-52-15,-8 4-75 0,4-6-61 0,8 0-35 16,-4 0-36-16,0 0-6 0,0 0-3 0,0 0-2 0,-4 0 0 15,11-3 0-15,5-2 0 0,-2-3 0 0,0 5 0 16,10-10 0-16,-4 8 0 0,7-16 0 0,1 3 0 16,0-2 0-16,-2 5 0 0,14-22 0 0,-6 8 0 15,2-4 0-15,-8 11 0 0,8-11 0 0,0-11 0 16,-6 9 0-16,-8 9 0 0,-2-16 0 0,4-4 0 16,-8 15 0-16,-7 9 0 0,7-2 0 0,-3 4 0 0,-6 9 0 15,6-2 0-15,-9 13 0 0,6-13 0 0,-4 10 0 16,-4 3 0-16,4 0 0 0,-2-13 0 0,3 13 0 15,-3 0 0-15,-3 2 0 0,3 9 0 0,-2 5 0 16,-1 8 0-16,0-6 0 0,-1 11 0 0,2 5 0 16,2 4 0-16,-6 1 0 0,2 3 0 0,-1 0 0 15,0 4 0-15,1-9 0 0,1 13 0 0,-2-5 0 0,2-2 0 16,3-7 0-16,-4 1 0 0,4-2 0 0,0-4 0 16,4-4 0-16,-1-11-4 0,-1 5-46 15,4-4-100-15,-2-13-153 0,6 5-56 0,2-4-471 0,-2-5-93 16,7 0-248-16,-8-9 305 0,11-4-197 0,2-3-584 15</inkml:trace>
  <inkml:trace contextRef="#ctx0" brushRef="#br0" timeOffset="145540.07">18385 11916 1551 0,'5'-13'1946'0,"2"6"-886"0,1-10 25 15,-8 10-196-15,0 1-466 0,-3-8-181 0,-6 12-66 16,4-3-65-16,-7-1-33 0,-3 4 5 0,3-1-2 15,-15 6-3-15,10 2-29 0,-7 11 27 0,4 2-13 0,3 6-3 16,5-2-24-16,-6 14 4 0,4 10-8 0,2-7-14 16,5 3-7-16,4-12-9 0,-2 28-1 0,5-19-1 15,5 1 0-15,2-11 0 0,1 12 0 0,9-5 0 16,-5-6 0-16,3-12 0 0,4 3 0 0,3-3 0 16,2-7-1-16,-9-6 0 0,9 1-2 0,3-12-11 15,2 1-6-15,-9-3 7 0,1-6-5 0,5-1 7 16,3-14 2-16,-10 10 10 0,1-2 14 0,1-5 2 0,-4-9 3 15,-2-2-1-15,-12 13-11 0,3-10 1 0,-3 0-8 16,-6-14-1-16,-1 19 0 0,-1-8 0 0,-4-3 0 16,-6 0 0-16,3 12 0 0,-3 1 0 0,-5 1 0 15,-6-1 0-15,-1 6 0 0,0 3 0 0,5 7-5 16,-5 3-42-16,6 0-36 0,-6 2-222 0,10 9-169 0,9-3-320 16,-11 3-37-16,11 0-370 0,-7 2-246 0,11-5 87 15</inkml:trace>
  <inkml:trace contextRef="#ctx0" brushRef="#br0" timeOffset="145864.2">18948 11440 2161 0,'0'0'971'0,"-9"3"-289"0,-3 2 248 0,-8-3 28 16,1 4-550-16,2-3-169 0,-1-1 49 0,-11 1 8 15,-10 3 74-15,15-2-170 0,-5-1 33 0,-3 3-40 16,-12-1-9-16,17-5-126 0,0 2-39 0,10 0-18 15,0-2-1-15,-17 0 0 0,17 0 0 0,9 0-22 0,-4 0-95 16,-3 0-227-16,15 0-19 0,0 0-321 0,0 0-240 16,-4-7-232-16,4 1 267 0,10-7-466 0,2 8-128 15</inkml:trace>
  <inkml:trace contextRef="#ctx0" brushRef="#br0" timeOffset="146370.85">19424 11014 489 0,'9'-10'2024'0,"-9"6"-1193"15,0-9 61-15,3 13-8 0,-6-13-261 0,1 8-261 16,2-6-71-16,0 11-87 0,-10-15 122 0,10 15-126 16,-8-9-50-16,4 7-70 0,-6 2-5 0,0 0-51 15,-11 2-10-15,18 1-9 0,-19 14-2 0,0 1 0 0,8 0 3 16,-1 3 1-16,3 1 2 0,-8 11 13 0,1-3-2 16,2 2 1-16,5-6-2 0,-5 11 11 15,-3 9 13-15,8-7-15 0,5-7-7 0,-1 5 9 0,5 13 8 16,3-19-16-16,0-7-10 0,6 5-1 0,-1 4-2 15,7 1-3-15,0-16-7 0,0 4-6 0,5-2 0 16,7 7 0-16,-9-14 4 0,2 0 1 0,7-2-5 0,-4 0 6 16,2-6 6-16,-2-2-1 0,-3 0-1 0,7-6-4 15,3-3 5-15,-15-1 1 0,5 1-2 0,5-5-3 16,0-2-1-16,-10 2 3 0,0 2 0 0,-6-2-2 16,0-2-3-16,-3-7 3 0,-3 7 9 0,0 0 8 15,-9-11 8-15,-3 11 3 0,-6 3 3 0,1-1 7 16,-3 5 10-16,1 2-17 0,-10 1 14 0,6 6-17 0,-4-1-2 15,6 0-8-15,-8 7 0 0,5-7-28 16,1 7-22-16,2-2-55 0,6 1-48 0,-8-3-438 0,14 1-123 16,0-1-167-16,-6 3 15 0,10-5-333 0,-5 5-294 15,10-8-685-15</inkml:trace>
  <inkml:trace contextRef="#ctx0" brushRef="#br0" timeOffset="147455.95">20046 12162 455 0,'-8'13'1876'0,"8"-13"-1012"0,-10 11-184 0,10-11 21 0,0 0-280 15,0 0-244-15,0 0-112 0,0 0 19 0,0 0-6 16,0 0 4-16,0 0-13 0,0 0 26 0,7 6 34 16,-4 1-12-16,-3-7-26 0,5 0 18 0,10 3 6 15,-1-3 28-15,-7-3-61 0,20 3 26 0,-10-5-15 16,7-3-16-16,-4 0-24 0,-2 0-20 0,3-5 28 0,-1 0 37 15,9-9 39-15,-14 12-38 0,12-8 32 0,-1-4-6 16,4-4 25-16,-16 5-78 0,10-11-9 0,-6-3-12 16,-1-1-20-16,2-1 7 0,-9 2 12 0,2 0 9 15,-2 9-10-15,-8 5-6 0,5-3 8 0,-7 16-9 16,0-12-13-16,0 11-15 0,0-9-13 0,-4-1-1 16,1 14 0-16,3-3 0 0,0 5 0 0,-5-7 0 15,5 10 0-15,0 0 0 0,0 0 0 0,-9 13 0 0,6-5 0 16,0 5 0-16,-1 1 0 0,2 19 0 0,2 0 0 15,0-5 0-15,2-1 0 0,8 21 0 0,-4-9 0 16,2 1 0-16,2-11 0 0,2 6 0 0,8 4 0 16,-6-4 0-16,-2-11 0 0,0 5 0 0,8 10 0 15,-5-7 0-15,-6-2 0 0,3 6 0 0,0-2 0 16,-1 12 0-16,1-10 0 0,-5-4 0 0,-2 8 0 16,2 4 0-16,-7-3 0 0,0-12 0 0,0 13 0 0,-4-2 0 15,-8 2 0-15,6-16 0 0,-6 9 0 0,0-3 0 16,-2 4 0-16,2-14 0 0,-3 7 0 0,7-3 0 15,-4 4 0-15,-5-6 0 0,-5-1 0 0,5 1 0 16,-7-5 0-16,-3-6 0 0,-5-3 0 0,3-2 0 16,-3-5 0-16,0-1 0 0,-1-4 0 0,3-1 0 0,1-2 0 15,-3-5 0-15,11 1 0 0,1-4 0 0,-2-3 0 16,2 1 0-16,5-4 0 0,3 1 0 0,0-4 0 16,7-2 0-16,-4 8 0 0,9-15 0 0,0 5 0 15,0 2 0-15,2 5 0 0,8-13 0 0,-1 6 0 16,2 2 0-16,1 6 0 0,6-6 0 0,5-5 0 15,1 10 0-15,-6 3 0 0,6-5 0 0,5-6 0 0,-2 9 0 16,-1-1 0-16,-6 6 0 0,7-11 0 0,5 1 0 16,-5 4 0-16,-6 6 0 0,2-5 0 0,13-4 0 15,-7 4 0-15,-9 7 0 0,7-4 0 0,-1-2 0 16,4-9 0-16,-13 10 0 0,7-8 0 0,-7 4 0 16,5-7-5-16,-10 10-9 0,-4-7-42 0,4 6-55 15,-6-8-147-15,0 10 46 0,-4-5-103 0,1-1-111 16,-3 4-137-16,0 3-331 0,-3 4 213 0,-2-2-299 0,-4-5 52 15,-1 7 52-15,2-8-212 0</inkml:trace>
  <inkml:trace contextRef="#ctx0" brushRef="#br0" timeOffset="147658.4">20683 11220 728 0,'0'0'2997'0,"0"0"-1788"0,0 0 5 0,0 0-110 16,0 0-488-16,0 0-415 0,0 0-103 0,0 0-76 16,0 0-20-16,0 0-2 0,0 0 0 0,0 0 0 15,0 0 0-15,0 0 0 0,0 0-6 0,0 0-90 0,0-2-118 16,-14-1-179-16,14 3-44 0,0 0-406 0,0 0-587 16,0 0 241-16,0 5 355 0,0 1-1394 0</inkml:trace>
  <inkml:trace contextRef="#ctx0" brushRef="#br0" timeOffset="149757.79">21369 11845 71 0,'0'5'946'0,"0"-5"76"0,0 0-258 15,0 0 46-15,0 0-222 0,12 8 79 0,-12-8 52 16,0 0-137-16,0 0-196 0,0 0 64 0,0 0 34 16,0 0-170-16,0 0-124 0,0 0-31 0,0 0-123 15,0 0-33-15,0-6-3 0,-3-4 0 0,3 10 0 16,6-16 0-16,-6 16 0 0,6-13 0 0,-3 6 0 16,2-4 0-16,2-8 0 0,-4 16 0 0,9-10 0 0,0-3 0 15,2 3 0-15,-6 5 0 0,7-5 0 0,-6 5 0 16,3 0 0-16,-4-3 0 0,-1 11 0 0,1-5 0 15,-1 3 0-15,-4 2 0 0,9 2 0 0,-12-2 0 16,14 5 0-16,-14-5 0 0,6 9 0 0,0 4 0 16,0-2 0-16,-4-4 0 0,2 4 0 0,4 7 0 15,-1-8 0-15,-2 1 0 0,5 2 0 0,-2-4 0 0,4 2 0 16,0-2 0-16,-7 0 0 0,7-7 0 0,-9-2 0 16,11 6 0-16,2-6 0 0,-8 0 0 0,4-4 0 15,3-5 0-15,-10 5 0 0,10-1 0 0,-3-5 0 16,-8 2 0-16,7 0 0 0,-5-3 0 0,-3 4 0 15,0-4 0-15,-3 0 0 0,2-4 0 0,-2 4 0 16,-2 0 0-16,2 9 0 0,0-7 0 0,0 2-25 16,0 7-97-16,0 0-223 0,0 0-92 0,0 0-421 0,0 0-12 15,0 0-204-15,0 0 198 0,-6 16-215 0,4-9 222 16,2 1-679-16</inkml:trace>
  <inkml:trace contextRef="#ctx0" brushRef="#br0" timeOffset="150023.07">21817 12102 328 0,'0'0'1169'0,"0"0"-506"0,0 0-44 16,0 0 179-16,0 0-419 0,-9 7-58 0,6-4-83 16,3-3 7-16,-12 3 49 0,12-3 28 0,-12 5 11 15,2-3-21-15,-2-2 68 0,2 3-157 0,-2 0 46 16,-10 2-35-16,0-2-26 0,-2-3-1 0,2 2-14 15,-8 2-45-15,1-2-34 0,2-2-43 0,-6 2 1 0,1-2-27 16,2 0-39-16,10 0-6 0,-13-2 0 0,6 2 0 16,5 0 0-16,15 0 0 0,-16 0 0 0,11 0-7 15,3-2-83-15,9 2-67 0,-5 0-308 0,-7-4-418 16,12 4-238-16,-3-7-91 0,3-2 308 0,0 9-294 0,5-15-840 16</inkml:trace>
  <inkml:trace contextRef="#ctx0" brushRef="#br0" timeOffset="151684.64">22507 11890 1384 0,'0'0'655'0,"0"0"-15"0,0 0 55 16,0 0-70-16,0 0-328 0,0 0 72 0,0 0-77 16,0 0-4-16,0 0-88 0,0 0 45 0,8 13 58 15,-8-16-56-15,0 3-71 0,0 3 71 0,0-3-23 16,0 0 28-16,0 0-121 0,0 0 21 0,0-3-34 16,0 6-30-16,0-6-50 0,0 3-8 0,0 3 7 15,0-3-5-15,0 0 1 0,0 0 0 0,7-5 6 0,-2 3-5 16,10-4-7-16,-3 1-4 0,9-4-3 0,-1-1-4 15,0 2-16-15,-1-2-3 0,7-12-3 0,-3 9 1 16,-2-8 0-16,-3 5-1 0,8-8 4 0,-8-3 8 16,3 7 2-16,-6 1 0 0,5-8 4 0,1-2 6 15,-4 5 0-15,-5-2-7 0,-1 8-5 0,1-14 1 16,-2 5-3-16,2 3 4 0,-10 9-3 0,4-6-3 0,0-6 4 16,-3 11-1-16,0 11 2 0,-3-8 4 0,2 11 0 15,-2-12 0-15,0 11-3 0,0 3 3 0,0 0 0 16,0 0-2-16,0 0-7 0,0 0-4 0,0 0-2 15,4 17-1-15,-8-8 3 0,2 15-1 0,2-2 0 16,0 2 3-16,-3 2 2 0,3 3-2 0,0 0-1 16,-3 3-1-16,3 2 3 0,-2-10 1 0,2 6 1 15,0 1-3-15,-4 4 0 0,1-12 2 0,0 7 1 16,1-2-4-16,-8 1-15 0,8-5-8 0,-5 0-67 16,4 0-83-16,1 0-41 0,2-3-131 0,-3-13-153 0,3 10-166 15,0-7-219-15,0 0 120 0,0-3-269 0,3-3-193 16,-3-8-577-16</inkml:trace>
  <inkml:trace contextRef="#ctx0" brushRef="#br0" timeOffset="152286.03">23414 11599 861 0,'3'-8'1129'0,"-3"-1"-235"0,-3 2-169 16,-2-1-24-16,5 8-328 0,-12-18-135 0,-3 7-83 15,6 5-1-15,-9 1 10 0,6 0-36 0,-12-1 46 16,10 4 11-16,-1 0-73 0,0 2-55 0,7 0-13 16,-6 2-16-16,-5 0-14 0,11 1-11 0,-4 8 1 0,-5 2 1 15,-2 6 3-15,7-8 9 0,1 15 10 0,2-3-3 16,-3 5 3-16,7-8-5 0,-5 12 10 0,5 8 3 15,-2-11-11-15,7-8-7 0,0 13 7 0,4 1 3 16,2 2-5-16,-1-13-13 0,4 2-1 0,1 1-7 16,0-3-2-16,9-1-15 0,-4-13 3 0,2 4 4 15,7-6 9-15,-1-3-4 0,-5-3-2 0,12-2-2 0,-8-2 4 16,0-1 1-16,-5-1 1 0,7-7-9 0,-1-5 3 16,1-3 4-16,-10 6 3 0,4-11-2 0,3-3-1 15,-4-6 2-15,-11 11 8 0,6-7 4 0,-3-1 4 16,-4-1 4-16,-1 7 1 0,-1-7 16 0,-3-1 21 15,0 5 17-15,-3-2 21 0,-3 1 11 0,-2 6 9 16,-4 0 11-16,0 4-5 0,0 5-37 0,-3-2 4 0,10 9-37 16,-10-8-13-16,11 12-18 0,-8-9-14 0,16 14-36 15,-13-3-75-15,-1 3-18 0,5 4-91 0,-4 4-181 16,6-6-75-16,-9 9-26 0,9-6-281 0,-5 5-130 16,-1 0-140-16,6-7 290 0,-1 4-552 0</inkml:trace>
  <inkml:trace contextRef="#ctx0" brushRef="#br0" timeOffset="152534.37">23818 11837 153 0,'0'0'2595'0,"11"0"-1322"0,-7 2-547 0,-4-2 166 15,0 0-440-15,0 0-156 0,0 0-175 0,3 13-35 0,-3-13-23 16,0 3-41-16,-3 8-12 0,-1-5 15 0,4 4 1 16,-5 13 0-16,2-10-8 0,-4 9 9 0,2 2-1 15,-4 5-7-15,1-3-16 0,1-10 0 0,-1 8-32 16,1 2-89-16,-1-4-153 0,-1 2-199 0,6-17-225 16,-6 15-279-16,6-9-42 0,1-5 284 0,2-8-1335 0</inkml:trace>
  <inkml:trace contextRef="#ctx0" brushRef="#br0" timeOffset="153267.41">24375 11266 810 0,'0'-14'1192'15,"-3"-7"-571"-15,3 10 27 0,-3-2-23 0,-1-8-272 16,4 8-125-16,-5-11 14 0,2 18-48 0,-3-9 84 16,-9-3 0-16,10 7-15 0,-5 0-12 0,-7-2-29 15,8 4-7-15,-11 2-23 0,10 1-95 0,-5 1 33 0,-5 1-42 16,-4 4-25-16,16 0-31 0,-22 4-13 0,4 5-18 15,5 0 2-15,4 2-1 0,-7 11-7 0,-6 7-3 16,6-1 6-16,14-4 5 0,-12 5 5 0,2 12 1 16,8-10-6-16,6-7 6 0,0 5-25 0,4 0-19 15,2 8-21-15,2-11 6 0,4-9 11 0,0-7-1 16,6 9 14-16,6-8 59 0,-13-6-4 0,22-1 16 0,-13 0 14 16,13-4-21-16,-10 0-12 0,5-6-5 15,-2-1-29-15,-2-6-2 0,-7 4 7 0,4-6 0 0,-1-5 3 16,-2 0 8-16,-2 7 3 0,-5-4 11 0,4 7-3 15,-3-16 0-15,0 9 2 0,-3 2 27 0,0 6 52 16,-1-9 13-16,2 5 39 0,-4 8-56 0,0 8 42 16,6-12-5-16,-4 4-26 0,-2 5-72 0,7 3-6 15,1-1-6-15,7 7-9 0,-6 1-8 0,11 6-1 16,-1 0 0-16,-2-1-1 0,-2-2 1 0,9 11 11 0,-4-2-6 16,1 2-8-16,-3-6-4 0,11 8-2 0,-9 1 2 15,-5-1-6-15,-1-7 2 0,5 10-2 0,-7 6 5 16,-4-6 0-16,-5 2 0 0,-3-5 4 0,0 9 4 15,-8-4-1-15,-2 2 1 0,-2-12-2 0,-8 15 8 16,-1-3-2-16,-4-2-4 0,9-7-5 0,-14 2 0 16,1 1-21-16,-3-8-41 0,8-3-25 0,-3-1-96 0,-5-4-277 15,8-9-177-15,7-2 90 0,2 0-466 0,-2-7-135 16,7 1 62-16,-2-12-701 0</inkml:trace>
  <inkml:trace contextRef="#ctx0" brushRef="#br0" timeOffset="154520.06">25320 11342 1823 0,'12'-13'1013'0,"-9"2"-259"0,0 5-192 0,-1-9 42 15,5 4-210-15,-7 4-139 0,3-4-52 0,-1 0 97 0,-2 4 66 16,0-4 20-16,0 3-146 0,0 1 23 0,0 3-71 16,0-9-12-16,0 13-104 0,0 0-6 0,0 0-26 15,0 0-4-15,0 0-15 0,0 0-19 0,0 0-8 16,7 17-4-16,-2-2 1 0,-2-10 2 0,1 21-4 15,1-6-5-15,-5 0 1 0,3 4 4 0,0-2-3 16,-9 4 6-16,4-2 2 0,-1 0 6 0,-1 5 5 16,4-5 0-16,-5 2 1 0,-1-8-2 0,-3 11-2 0,0-3-9 15,1-6-6-15,1-7 6 0,-5-2 5 0,-3 2 0 16,10-8 1-16,-4 3 2 0,1-3 10 0,-2-3 15 16,-2 2-11-16,12-8-1 0,-14 4-4 0,2-7 6 15,4 1-7-15,-11-12-3 0,11 7-1 0,-1-7-1 16,-6-6 0-16,3 3-2 0,9-1-2 0,-2-4 4 15,-2-6 0-15,2 6 3 0,2 8 12 0,-1-4 12 0,2 1 0 16,-1 10 8-16,3-5-19 0,-3 6 7 0,3 2-4 16,0 0-25-16,3 1-2 0,-3 7 0 0,0 0 0 15,0 0 0-15,0 0 0 0,0 0 0 0,3 7 0 16,-1 1 0-16,-2 21 0 0,4-13 0 0,-4 10 0 16,-4 4 0-16,4 4 0 0,-2-13 0 0,-1 11 0 15,3 2 0-15,-3 4 0 0,1-12 0 0,-5 11 0 16,-1-3 0-16,1 5 0 0,-1-4 0 0,-6 0 0 15,4 2 0-15,-2 0 0 0,3-14 0 0,-2 17 0 0,2-14 0 16,0 4 0-16,6-12 0 0,-2-2 0 0,-2-3 0 16,4-5-24-16,-2 6-79 0,5-14-40 0,-9 8-315 15,9-6-130-15,-3-4-315 0,-6 2 29 0,3-4-317 16,0-9-277-16,0-10-838 0</inkml:trace>
  <inkml:trace contextRef="#ctx0" brushRef="#br0" timeOffset="155586.21">25735 11416 44 0,'-2'6'601'0,"2"-6"62"16,0 0 215-16,0 0-113 0,0 0-190 0,0 0 108 0,6-11-64 15,-6 8-149-15,6-5-229 0,0-3 14 0,-3-2 31 16,2 0 83-16,-5 6-69 0,3-7-112 0,4 4 59 15,-2-14 27-15,2 6-49 0,-5 12-116 0,1-12 20 16,-3 4-22-16,5-18-7 0,-1 30-70 0,-1-20-4 0,2 12-19 16,-2-3-7-16,1-4 0 0,-1 17 0 0,2-9 0 15,-1 5 0-15,-4 4 0 0,0 0 0 0,0 0 0 16,5 4 0-16,1-2 0 0,0 9 0 0,2-1 0 16,-1 16 0-16,-2-2 0 0,2 2 0 0,-2 12 0 15,5 1 0-15,-2-2 0 0,-2-8 0 0,2 19 0 16,7-2 0-16,-6 3 0 0,-3-14 0 0,6 24 0 15,-6-15 0-15,6 9 0 0,-9-14 0 0,5 12 0 16,4 10 0-16,-3-11 0 0,-6-8 0 0,2 17 0 0,-1-1 0 16,-1-8 0-16,-3-13 0 0,3 11 0 0,-3-3 0 15,-3 0 0-15,0-3 0 0,-1-18 0 0,-4 10 0 16,2-2 0-16,-9-8 0 0,4-6 0 0,-5 0 0 16,-13 6 0-16,6-10 0 0,-1-4 0 0,-5 4 0 15,-7-6 0-15,1 3 0 0,6-6 0 0,-7-1 0 16,1 0 0-16,-11-10 0 0,15 1 0 0,-7-3 0 0,5-3 0 15,-4-15 0-15,10 5 0 0,3-5 0 0,7-1 0 16,5 1 0-16,0-6 0 0,6-3 0 0,6 6 0 16,6 0 0-16,3-16 0 0,3 11 0 0,8-3 0 15,4 0 0-15,5-1 0 0,1 5 0 0,2 0 0 16,4 5 0-16,-1 1 0 0,-9 8 0 0,18-15 0 16,-5 10 0-16,-7 0 0 0,-3 3 0 0,17-16 0 0,-12 8-20 15,-2 0-28-15,-5 7-18 0,9-4-86 0,5-14-154 16,-11 14-84-16,-10 2 40 0,4-10-229 0,-4-11-404 15,-14 5-45-15,0-4 16 0,-6 11 298 0,-3-9-819 16</inkml:trace>
  <inkml:trace contextRef="#ctx0" brushRef="#br0" timeOffset="155770.71">25995 10684 168 0,'-14'0'2846'15,"14"0"-1793"-15,-18-3-123 0,18 3-162 0,0 0-349 16,-4 0-306-16,8 0-74 0,-4 0-16 0,0 0 5 16,0 0-7-16,0 0-20 0,0 0-20 0,-4 0-27 0,8 0-14 15,-8 0-118-15,4 0-17 0,4 13-226 0,-4-10-248 16,-4 12-189-16,2-12 181 0,-8 16-435 0,-4-3-651 16</inkml:trace>
  <inkml:trace contextRef="#ctx0" brushRef="#br0" timeOffset="156145.71">24757 12744 93 0,'3'4'1608'16,"4"5"-774"-16,-7-9 3 0,0 4-62 0,8 9 131 0,-8-13-372 16,12 10-119-16,-10-7-116 0,10 4 204 0,15 4-143 15,-10 0-44-15,2-6-105 0,8 1 44 0,5-1-98 16,-3-1-79-16,-9 0-68 0,16-2-10 0,14 3 0 15,-9-5 0-15,7 0 0 0,-11-2 0 0,17-1 0 16,4-3 0-16,-14-1 0 0,-10 1 0 0,10 4 0 16,0-3 0-16,-15-1 0 0,-8 4 0 0,2-1 0 15,1-2-54-15,-4-3-178 0,-11 3-79 0,3-6-303 16,-6 5-282-16,9-14-264 0,-11 14-51 0,1-14 63 0,-2 9-468 16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400" units="cm"/>
          <inkml:channel name="Y" type="integer" max="15875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2208.69556" units="1/cm"/>
          <inkml:channelProperty channel="Y" name="resolution" value="2204.86108" units="1/cm"/>
          <inkml:channelProperty channel="F" name="resolution" value="0.00114" units="1/dev"/>
          <inkml:channelProperty channel="T" name="resolution" value="1" units="1/dev"/>
        </inkml:channelProperties>
      </inkml:inkSource>
      <inkml:timestamp xml:id="ts0" timeString="2026-03-01T14:07:48.08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31390 10932 168 0,'0'0'602'0,"-15"-2"-177"0,13 2-81 15,-5-3 4-15,-1 3-137 0,8-3 30 0,-15 0 152 0,15 3-30 16,0 0-72-16,0 0 117 0,0 0 15 0,0 0 73 15,0 0-161-15,0 0-43 0,0 0-56 0,0 0-6 16,0 0 84-16,0 0-123 0,0 0 29 0,-4-5 4 16,2-3 37-16,2 8-73 0,0 0 1 0,0 0-77 15,0-2-30-15,6-9 0 0,-6 11-29 0,3-3-20 16,5-7-11-16,-8 10-16 0,15-9 2 0,-3 7-16 0,0-1 0 16,9-1 1-16,2-2-1 0,-9 3 10 0,16-2 3 15,-16 2 13-15,-2 0 6 0,12 1 4 0,-6 2 5 16,-4 2-21-16,1 1 0 0,-3-3-3 0,3 6-20 15,-1-4 2-15,-11 1 3 0,4-1-1 0,1 4 13 16,-4-1-8-16,1 6 4 0,-5-3 1 0,3-1 0 16,-6 6 5-16,0 4-8 0,1-10-3 0,-2 9-2 15,-14 3 2-15,6-8-5 0,-2 2-7 0,8-8 3 16,-18 11 12-16,4-3 5 0,11-7-1 0,-11 9-3 0,8-6 8 16,-12 0 0-16,19-3-7 0,-10 2-11 0,12-8-3 15,-13 6-1-15,16-6 6 0,-2 0-4 0,4 0 2 16,-2 0-3-16,-2 0 0 0,4 0 9 0,-2 7-2 15,0-1-1-15,4-4 3 0,11 7 4 0,-3-2 8 16,-4-4 2-16,7 5-9 0,3 2-2 0,0 1 0 16,-6-6-4-16,2 3-1 0,-3 0-3 0,8 8 0 0,-7-6 5 15,-10-4 3-15,13 10-1 0,-7-1 3 0,-4-6-1 16,4 4 1-16,-8-13-1 0,7 15 0 0,-7-1 1 16,0-8-1-16,-4 7-4 0,4-8 2 0,-6 10 1 15,-3 2 1-15,6-15-1 0,-5 14-1 0,-10-3 2 16,7-4 5-16,-1-2-4 0,-12 6 6 0,19-11 34 15,-31 12 25-15,21-8-21 0,10-4 15 0,-25 4-2 0,6-1 7 16,7-3-26-16,5 1-27 0,-5-6-6 0,5 3-6 16,-10-5-1-16,8 3 0 0,6-2 0 0,-4 0 0 15,2-7-70-15,8 6-89 0,-1-3-243 0,3-6-216 16,3 1-302-16,-1 5 23 0,8-10-616 0,2-4-21 16</inkml:trace>
  <inkml:trace contextRef="#ctx0" brushRef="#br0" timeOffset="574.44">32085 11393 875 0,'0'0'959'0,"0"0"-410"0,0 0 231 0,0 0-24 15,0 0-128-15,0 0-157 0,0 0-121 0,-8-6-72 16,-1 3-31-16,6 1-44 0,-12-6 44 0,3 3-2 16,6 2-38-16,-5-3-24 0,-8 6-36 0,11 0-33 15,-6 3-61-15,14-3-30 0,-15 6-16 0,15-4-11 16,-12 1-10-16,9-1-4 0,3-2-37 0,-4 0-86 0,-6 6-65 15,10-4-2-15,0-2-273 0,0 0-173 0,0 0-169 16,0-2-107-16,10-4 238 0,-3 6-391 0,-7 0 280 16,12-5-343-16</inkml:trace>
  <inkml:trace contextRef="#ctx0" brushRef="#br0" timeOffset="1224.7">32126 11380 129 0,'0'0'561'0,"0"0"-326"0,-12-4 100 0,10 4 74 16,-1 0-145-16,3 0-124 0,3 0-3 0,-13 0-71 0,5 0-15 16,0 4-16-16,-5-2 3 0,-2 3 70 0,4-3 74 15,-1 4-30-15,9-6-37 0,-15 7 28 0,15-7-4 16,0 0-15-16,0 0-91 0,-6 6-8 0,0-1-6 16,6-5 0-16,0 0 6 0,0 0 3 0,-9 11 9 15,9-9 5-15,0-2-6 0,0 0 34 0,0 0 21 0,0-2 10 16,0 2-11-16,0 2 93 0,0-4-23 15,0 4-5-15,0-2-17 0,0 0-54 0,12-10 42 0,-9 10-54 16,3-5-9-16,-3 2-4 0,2-3 45 0,-1 2-12 16,-1 4-7-16,-3-5-24 0,12-1 18 0,-12 6 2 15,0 0-40-15,0 0-17 0,0 0-2 0,0 0 2 16,-12-11-1-16,9 9-9 0,6 2-12 0,-15 2-3 0,7-2-4 16,5 0 1-16,-10 6-9 0,5-1-4 0,-2 1 1 15,5 1 10-15,-1-7 0 0,3 2 4 0,-3 9 1 16,3-11 3-16,0 0 1 0,-6 13 0 0,6-15-1 15,0 4-3-15,0-2-2 0,-3 9 0 0,6-4 2 16,-3-5-3-16,-3-3-2 0,6 6-11 0,-3-3-37 16,-3-3-90-16,6 6-163 0,3-11-328 0,-3 6-117 15,0-2-69-15,9-6 212 0,-12 10-167 0,12-14-551 16</inkml:trace>
  <inkml:trace contextRef="#ctx0" brushRef="#br0" timeOffset="1699.44">32497 11183 448 0,'-8'3'1831'0,"2"0"-1300"0,6-3 183 0,0 0-37 15,-11 7-208-15,7-3-333 0,4-4-66 0,0 0-27 16,-8 7 4-16,8-5-10 0,0-2 10 0,0 0-7 16,3 0-1-16,11 9-2 0,4-12-5 0,-9 3-6 15,11 0-8-15,-5-2-15 0,14-7-3 0,-2-1-3 0,-9-1-2 16,-7 4 0-16,8-7 2 0,3-5 11 15,-7 4 19-15,4-6 67 0,-9 10-7 0,9-8 81 16,-4 6 5-16,-3 2 142 0,-4 4-115 0,1-1 98 0,3-3-21 16,-12 11-6-16,11-5-72 0,-11 5-40 0,0 0-34 15,0-2-40-15,0 2-53 0,0 2-18 0,4 6-4 16,-8 2 1-16,1-4-5 0,-5 14 6 0,-1 4 0 16,3-2 0-16,0-6-6 0,-2 16 4 0,-2-12-5 0,5 2-2 15,-4 0-3-15,-3-4-2 0,2 0-37 0,2 1-86 16,6-14-119-16,-8 14-61 0,8-6-222 0,2-6-108 15,0 10-162-15,0-15 126 0,0 9-529 0,0-6 320 16,5 6 101-16,-5-11 275 0,9 7-586 0</inkml:trace>
  <inkml:trace contextRef="#ctx0" brushRef="#br0" timeOffset="1857.01">32875 11453 157 0,'0'0'1143'0,"0"8"-412"0,0-3 217 16,0-5-128-16,0 0-73 0,-6 0-5 0,-6 0-255 15,0 0-68-15,7-2-131 0,-31-1 127 0,12 1-145 16,1 2-52-16,6-3-119 0,-19-3-16 0,-3 4-49 0,10 0-40 16,9-1-8-16,-4 0-46 0,-11-2-322 0,9 0-216 15,14 1-265-15,0 0 73 0,-15-10-321 0,7 6 7 16,-7 1-1125-16</inkml:trace>
  <inkml:trace contextRef="#ctx0" brushRef="#br0" timeOffset="2605.01">30462 11371 189 0,'2'0'3223'16,"-2"0"-1929"-16,0 0-137 0,0 11-89 0,4-9-497 15,-4-2-305-15,-4 3-227 0,-1 8-27 0,5-11-5 16,-9 8-7-16,9-8-4 0,-3 0-4 0,0 2-10 16,-2 3-18-16,5-5-35 0,0 0-252 0,0 0-200 15,0 0-304-15,0-11 10 0,0 7-325 0,3-7-352 16,-1-2-929-16</inkml:trace>
  <inkml:trace contextRef="#ctx0" brushRef="#br0" timeOffset="2750.62">30454 11194 2458 0,'0'2'1523'16,"0"-4"-251"-16,0 2-529 0,0 2-202 0,-12 9-282 16,9-11-169-16,-6 6-48 0,9-6-5 0,0 0-20 0,-12 7-21 15,12-7-65-15,-3 0-81 0,0 13-161 16,3-9-248-16,0-4-280 0,0 0-38 0,0 0-256 0,0 0 190 16,0 0-89-16,-4-4 40 0</inkml:trace>
  <inkml:trace contextRef="#ctx0" brushRef="#br0" timeOffset="10085.01">30073 11299 270 0,'11'6'527'15,"5"-1"-212"-15,-16-5-71 0,-4-2 145 0,-4 4 115 16,-7 4-196-16,-6-6-82 0,-6 2 112 0,-2 1 30 15,-18-3 117-15,21 2-254 0,-9-2 41 0,-10 0-18 16,-2 0-50-16,-18 4 8 0,27-2-84 0,-13 3 35 16,2 1-3-16,-16-1 9 0,18 0-41 0,-6 3 15 0,2 0-39 15,-1 0-54-15,4 0-17 0,1 3-11 0,1 2-8 16,4-3-9-16,16-2-9 0,-18 3-6 0,5 2-2 16,3-5 8-16,10-3 7 0,0-2 22 0,-13 3 61 15,7-6 16-15,8 0-12 0,-5-4 37 0,-3 2 39 16,-2-3 3-16,8-4-70 0,-4-1 12 0,5 0-6 15,-11-9 49-15,1 1-15 0,11 1-48 0,-8-1 25 16,-1-8 7-16,-2-1-10 0,11 6-56 0,-2-6-14 0,3 3-26 16,-1-9-6-16,9 11-5 0,1-7-4 0,1 5-2 15,4-8 0-15,6 14 0 0,-2-6 0 0,5-3 0 16,5 1 0-16,-2 21 0 0,9-16 0 0,0-1 0 16,6 9 0-16,-1-3 0 0,2 5 0 0,3 4 0 15,2-4 0-15,6 7 0 0,-13 0 0 0,10 2 0 0,2 2 0 16,0 2 0-16,5 2 0 0,-2 0 0 0,4 5 0 15,-4-2 0-15,-8 1 0 0,8 6 0 0,-6-4 0 16,-6 8 0-16,-8-4 0 0,6 7 0 0,-9-3 0 16,0 1 0-16,-6-3 0 0,-3 2 0 0,0-5 0 15,-7 11 0-15,2-11 0 0,-7 3 0 0,-8 8 0 16,-1-8 0-16,-3 5 0 0,1-8 0 0,-10 7 0 16,-2-5 0-16,-1-2 0 0,11-5 0 0,-17 5 0 0,-8-2 0 15,6 2 0-15,12-5 0 0,-12 3 0 0,-7-4 0 16,4 4 0-16,18-5 0 0,-13 1 0 0,6 2 0 15,-2-5 0-15,18-1 0 0,-7-3 0 0,3 6 0 16,13-9 0-16,-7 0 0 0,7 0 0 16,2 3 0-16,-6-4 0 0,8-5 0 0,5 4 0 0,-1 3 0 15,-6-9 0-15,-2 0 0 0,11 5 0 0,-4-1 0 16,-1-6 0-16,2 5 0 0,3-6 0 0,-3-1 0 0,3 6 0 16,0-9 0-16,0 5 0 0,3-16 0 0,5 13 0 15,1-2 0-15,-3 2 0 0,8-6 0 0,-2 7 0 16,0-1 0-16,-2 10 0 0,2-5 0 0,2 2 0 15,4 0 0-15,-6 7 0 0,14-6 0 0,0 8 0 16,-14 0 0-16,14 2 0 0,-8 2 0 0,6 3 0 0,0 4 0 16,-2-1 0-16,-7-5 0 0,6 6 0 0,4-3 0 15,-8 3 0-15,-9-8 0 0,8 12 0 0,-11-10 0 16,5 8 0-16,-10 0 0 0,0-2 0 0,-4 0 0 16,-7 2 0-16,2-8 0 0,-18 12 0 0,3-6 0 15,-6 2 0-15,-4-4 0 0,-8 2 0 0,1 2 0 16,-6-2 0-16,-9 0 0 0,18-6 0 0,-16 1 0 15,5 1 0-15,-7 1 0 0,0-3 0 0,3 1 0 16,-1-1 0-16,5 1 0 0,10-1 0 0,-8-3 0 16,9 4 0-16,6-6 0 0,5 3 0 0,-6-3 0 0,13 0 0 15,8 2 0-15,2-4 0 0,2 2 0 0,2 0 0 16,-5-3 0-16,11 3 0 0,0 3 0 0,0-6 0 16,0 6 0-16,0-3 0 0,0-11 0 0,3 2 0 15,-3 2 0-15,0 1 0 0,0 4 0 0,2-16 0 16,-2 5 0-16,0 4 0 0,0-6 0 0,0 4 0 0,-2-18 0 15,2 7 0-15,0 4 0 0,-3-8 0 0,3-6 0 16,0-13 0-16,-4 15 0 0,1-12 0 0,1 5 0 16,-4-13 0-16,2 14 0 0,-4-12 0 0,-1 2 0 15,4 2 0-15,-5 4 0 0,1-6 0 0,-2 7 0 16,5 8 0-16,-2-2 0 0,-2 13 0 0,4-2 0 16,-2 1 0-16,1 7 0 0,4 7 0 0,1-6 0 0,2 11 0 15,0 2 0-15,-10-11 0 0,10 7 0 0,0 4 0 16,0 0-5-16,0 0-40 0,0 0-118 0,12 15-170 15,-9-8-164-15,9 8-27 0,3 5-432 0,3 0-472 16,-3 2 292-16,0-7 349 0,7 4-136 0,2-1-397 16</inkml:trace>
  <inkml:trace contextRef="#ctx0" brushRef="#br0" timeOffset="11063.41">29613 11180 993 0,'-15'-13'1667'0,"10"11"-855"0,-4-1-172 0,6 3 241 16,-9-8-326-16,12 8-54 0,0 0-149 0,-3-2 96 0,-3-7 44 16,6 9-145-16,0 0-128 0,0 0-30 0,0 0-97 15,0 0-89-15,9-2-3 0,0 2 0 0,14 6 0 16,-4-6 0-16,-5 2 0 0,12 1 0 0,7 1 0 16,-6 2 0-16,2-1 0 0,-11-5 0 0,6 9 0 15,5-5 0-15,-2 2 0 0,-10-3 0 0,18-1 0 0,-11-2 0 16,-4 3 0-16,-2-3 0 0,-6 0 0 0,8 2 0 15,-10-2 0-15,-5 4 0 0,-5-4 0 0,0 0 0 16,12 0 0-16,-9 0 0 0,-3 0 0 0,0 0 0 16,0 0 0-16,0 0 0 0,0 0 0 0,0 0 0 15,-10 2 0-15,2 3 0 0,-6 6 0 0,-1-5 0 16,-9 9 0-16,4-4 0 0,5-4 0 0,-6 12 0 16,-3-3 0-16,4 0 0 0,5-3 0 0,-5 6 0 0,2-3 0 15,-2 2 0-15,8-5 0 0,-3 0 0 0,-2 0-3 16,2-4-62-16,3-5-76 0,-6 5-342 0,9-4-158 15,-3 3-338-15,7-6 91 0,-5 1-323 0,5-3 62 16,-7 0-1046-16</inkml:trace>
  <inkml:trace contextRef="#ctx0" brushRef="#br0" timeOffset="11234.94">29610 11644 1713 0,'0'0'2420'0,"-6"13"-1272"0,6-11-282 0,0-4 236 16,0 4-689-16,0-2-257 0,0 0-89 0,0 0 22 0,-11 6-24 16,11-6-17-16,0 0-43 0,0 0-97 0,0 0-256 15,-4-6-650-15,-1-3 106 0,-1 0-317 0,2 3-126 16,-4-9-1706-16</inkml:trace>
  <inkml:trace contextRef="#ctx0" brushRef="#br0" timeOffset="11945.04">26882 11239 120 0,'3'3'2035'15,"0"5"-1263"-15,-1-3-84 0,-2 6-182 0,0 7-79 0,-2 6-300 16,-1-3-30-16,3-3-8 0,0 15 91 16,0 9 91-16,0-3-24 0,-3-10-46 0,-1 8 49 0,-1 18 36 15,0-7-90-15,1-10-68 0,-7 6 16 0,-1 4 0 16,-9 5 26-16,6-18-65 0,-2 4 73 0,-10-4 6 16,-5 9 24-16,5-15-65 0,6-7-57 0,-2 4 18 15,-3-2-29-15,-10-2-46 0,10-9-28 0,-4-3-1 0,-5 0 0 16,-1-1 0-16,11-7-2 0,-6-4-53 0,6-7-130 15,3 2-250-15,5-10-245 0,0-7-288 0,5-2-235 16,0-3-5-16,6 5 256 0</inkml:trace>
  <inkml:trace contextRef="#ctx0" brushRef="#br0" timeOffset="12089.65">26534 11044 726 0,'12'-22'2917'0,"-4"4"-2164"0,-8 10 395 0,12-8-199 16,-8 8-651-16,-1 5-218 0,-3 3-11 0,-9-11 1 15,9 11-33-15,-6-2-26 0,-3 2-9 0,4 0-46 16,-10 5-39-16,15-5-19 0,-12 11-160 0,3-7-230 16,-11 13-244-16,8-12-484 0,-3 8 473 0,3-2-233 15,-8 2-962-15</inkml:trace>
  <inkml:trace contextRef="#ctx0" brushRef="#br0" timeOffset="12532.47">25847 10840 161 0,'4'-22'3137'0,"-4"9"-2351"0,0 6 287 0,0 7-52 15,0-9-481-15,0 1-264 0,0 8 44 0,0 0-173 16,0 0-79-16,0 0-39 0,6 13-23 0,-1 4 1 16,-1 6 6-16,-1 1 1 0,2 8 9 0,2 12 11 15,1-2-5-15,-2 4-5 0,-3-11-10 0,6 20 5 16,-1-15-16-16,-1-1-3 0,-4-6-3 0,5 9-11 16,4 0-34-16,-3-5-150 0,-4-13-61 0,-1 2-176 0,-1 9-429 15,0-15-147-15,-3-6 173 0,0-6-265 0,0 10 151 16,0-7-687-16</inkml:trace>
  <inkml:trace contextRef="#ctx0" brushRef="#br0" timeOffset="13510.85">25464 10760 171 0,'-17'-19'2258'0,"0"-5"-821"0,5 4-529 16,-6 7-19-16,14 7-508 0,-1-10-300 0,-4 3-46 15,9 10 5-15,0 3 0 0,0 0-7 0,0 0 21 16,0 0-13-16,-3 0-3 0,6 0-24 0,-3 22 0 0,12 1-3 16,-3 1-9-16,0-5-2 0,2 10 4 0,4 0 7 15,6 10 10-15,-9-15-4 0,5 5 5 0,-2 6 1 16,2 0-2-16,1-2-5 0,-2 0-12 0,-2-5-28 16,-3 1-6-16,1-5 8 0,3 13-21 0,-6-8-5 15,-3-2-8-15,0-3 2 0,-3-3 22 0,0 10-27 16,-6-4-8-16,-2-6 11 0,-2-5 25 0,-5 3-7 15,-3 2 11-15,-14 0 3 0,9-10 19 0,-7-1 2 16,-5 0 1-16,-9 4 0 0,2-4 0 0,-2-4 1 0,-3-1 1 16,-4-2 1-16,8-1 5 0,-23-2 4 0,10 0-1 15,-3-5 1-15,18 0 7 0,-15-3 19 0,6-3 24 16,-13-4 77-16,13-1-1 0,15-1-9 0,-12-1 77 16,-4-8 70-16,7 4-19 0,18 7-83 0,-10-7 35 15,10 2-20-15,-3-7-11 0,14 14-94 0,-3-6-2 16,6 3-48-16,3 1-21 0,6 4-9 0,-2-16-2 0,2 9 0 15,8 2 0-15,-2-2 0 0,6 2 0 0,3-1 0 16,2-3 0-16,-2 7 0 0,5 2 0 0,4-2 0 16,0 2 0-16,5 0 0 0,-2-2 0 0,5 6 0 15,-3-2 0-15,3 1 0 0,-8 3 0 0,0-3-3 16,3 5-9-16,-4 1-8 0,3 2-14 0,-8 2-9 16,-9 1-4-16,9 5 1 0,-6-6 14 0,2 4-8 0,-2 2 18 15,-9 2 15-15,0-7 7 0,1 12-3 0,-2 2-2 16,-2-6 3-16,-6 7 2 0,6 4-3 0,-15-2 0 15,0-1 3-15,1-6 4 0,-4 5 5 0,-9 4-2 16,-2-4-5-16,2-5 1 0,7 0-2 0,-4 3 1 16,-14 6-3-16,12-9-1 0,2-5 0 0,-12 5 1 15,-10 3-3-15,7-5 1 0,12-6 1 0,-13 3 1 16,-10 3 3-16,11-4 2 0,12-1 6 0,-5-1 11 0,-6 1 20 16,0-1 9-16,14-3-17 0,-5-4 11 0,2-1-3 15,-8-3-3-15,17 1-23 0,-9-5-5 0,7-1-9 16,-4-2-1-16,7-5 0 0,7 7 0 0,-4-5 0 15,-1-3 0-15,3-1 0 0,7 6 0 0,-5 1 0 16,8 2 0-16,-10-15 0 0,12 15 0 0,-3-2 0 0,0 0 0 16,1-6 0-16,-1 11 0 0,-1 0 0 0,4 3 0 15,0-6 0-15,0 11 0 0,0 0 0 0,0 0 0 16,0 0 0-16,0 0 0 0,-5 14 0 0,2-1 0 16,3-5 0-16,-7 13 0 0,5 3 0 0,-8 2 0 15,2-7 0-15,2 2 0 0,-2-2 0 0,-2 1 0 16,-2-1 0-16,4-3 0 0,-1-3 0 0,-3 3 0 15,7-8 0-15,-10 8 0 0,6-10 0 0,-6 1 0 0,-14 4 0 16,19-9 0-16,-7-2 0 0,5 3 0 16,-15-6 0-16,7 1 0 0,15-1 0 0,-19-10 0 0,7 0 0 15,-2-6 0-15,8 3 0 0,-5-8 0 0,2-2 0 16,-6-11 0-16,2 5 0 0,12 8 0 0,-6-10 0 16,-3-11 0-16,4 0 0 0,2 13 0 0,-3-13 0 15,4 0 0-15,-11-13 0 0,11 26 0 0,-4-7 0 0,0-1 0 16,3-10 0-16,1 17 0 0,-2 2 0 0,1 0 0 15,4-1 0-15,2 14 0 0,0 9 0 0,3-9 0 16,0 10 0-16,-4-3 0 0,8-2 0 0,-4 13 0 16,0-11 0-16,3 9 0 0,-3 2 0 0,-3 0 0 15,6 0-10-15,-3 0-50 0,-3 0-73 0,6 0-123 16,-3 0-160-16,5 13-216 0,-2-11-4 0,13 20-709 0,-5-9 205 16,3 5 88-16,1-7 64 0</inkml:trace>
  <inkml:trace contextRef="#ctx0" brushRef="#br0" timeOffset="13744.23">24118 11850 1211 0,'6'19'1623'15,"0"-12"-954"-15,2 4-146 0,-4 0-32 0,4-6-303 16,-8-5 89-16,3 13 9 0,1-11-61 0,1-2 112 15,13 0-17-15,-4-2 26 0,-7 0-201 0,20-7-3 16,-10 2-41-16,7-4-24 0,-9 6-61 0,2-5-2 16,3 1-7-16,2 1-9 0,-2 1-10 0,-3 1-14 0,-5 1-71 15,-3 0-69-15,9-1-50 0,-9 1-295 0,6-3-500 16,-1-5 11-16,-11 8 245 0,4-6-185 0,-7-11-894 16</inkml:trace>
  <inkml:trace contextRef="#ctx0" brushRef="#br0" timeOffset="14016.5">23163 10985 108 0,'-5'-11'1858'16,"-4"-2"-987"-16,1 0 4 0,4 8-73 0,-2-6-17 0,-3 0-313 15,9 11-44-15,-3-5-155 0,-2-8 94 0,5 13-158 16,-3-6-42-16,-1-1-59 0,4 7-28 0,0 0-70 16,0 0-23-16,0 0-26 0,0 0-44 0,0 0-170 15,0 0-58-15,0 0-88 0,0 0 29 0,0 2-280 16,0 9-198-16,0-11-48 0,10 7 254 0,-8 2-150 16,5-1-494-16</inkml:trace>
  <inkml:trace contextRef="#ctx0" brushRef="#br0" timeOffset="15161.46">23293 11244 200 0,'0'6'838'0,"0"1"-464"0,0-7-91 0,0 9 185 0,0-5-226 16,0-1-163-16,0-3-47 0,0 0-37 0,9 11-26 16,-6-11-5-16,-3 0 12 0,0 10-3 0,0-7-1 15,-3 10 25-15,3-7 15 0,-3 5 33 0,3-9 7 16,-9 11 25-16,9-10 18 0,-5 5-16 0,-5-1 53 15,-2 4 59-15,-2-2 89 0,6-7-80 0,-7 9 88 16,0-6 39-16,1-1 28 0,-10 2-24 0,9-3 87 0,-12-6-37 16,3 1-8-16,7 2-103 0,-12-6 153 0,5 1-121 15,1-3-62-15,4 3-82 0,-1-6 49 0,11 3-71 16,-8 1-21-16,7 1-40 0,-4-4 26 0,6-1-34 16,1 5-26-16,-1 1-8 0,8 5-15 0,-12-10-11 15,12 10-7-15,0 0 0 0,0 0 0 0,0 0 0 16,0 0 0-16,0 0 0 0,0 0 0 0,0 0 0 15,5 10 0-15,-2-1 0 0,-3-2 0 0,4 4 0 16,-1 2 0-16,-1-8 0 0,-2 12 0 0,3-8 0 0,-3 4 0 16,-5 7 0-16,2-16 0 0,-4 10 0 0,-8-4 0 15,-11 4 0-15,11-6 0 0,-5-1 0 0,-1-1 0 16,-5-1 0-16,-10-3 0 0,19-2 0 0,-4 4 0 16,-9-10 0-16,4 1 0 0,8-1 0 0,-6-1 0 15,7-4 0-15,-10-4 0 0,13 4 0 0,-1-2 0 16,10 2 0-16,-10-13 0 0,6 8 0 0,3 5 0 0,0-7 0 15,6 10 0-15,-3-8 0 0,3 1 0 0,0 9 0 16,-3-1 0-16,3 1 0 0,0 6 0 0,0 0 0 16,0-14 0-16,3 12 0 0,-3 2 0 0,0 0 0 15,0 0 0-15,0 0 0 0,0 0 0 0,0 0 0 16,5 2 0-16,2 1 0 0,-7-3 0 0,0 3 0 16,0-6 0-16,0 6 0 0,0-3 0 0,3 5 0 15,-1 0 0-15,-2-5 0 0,0 0 0 0,0 0 0 0,0 0 0 16,0 0 0-16,0 0 0 0,0 0 0 0,0 0 0 15,0 0 0-15,0 0 0 0,0 0 0 0,0 0 0 16,0 0 0-16,0 0 0 0,0 0 0 0,0 0 0 16,7-10 0-16,-4 10 0 0,-3 0 0 0,0 0 0 15,0 0 0-15,0 0 0 0,0 0 0 0,-3-3 0 16,6 6 0-16,-6-6 0 0,3 3 0 0,3 3 0 0,-3-3 0 16,0 0 0-16,0 0 0 0,0 0 0 0,-3-3 0 15,6 6 0-15,-3-3 0 0,-3-3 0 0,6 6 0 16,-3-3 0-16,0 0 0 0,0 0 0 0,0 0 0 15,-3-3 0-15,6 6 0 0,-3-3 0 0,-3-3 0 16,6 6 0-16,-3-3 0 0,0 0 0 0,0 0 0 16,0 0 0-16,0-3 0 0,12 0 0 0,-10 3 0 0,-2 0 0 15,0 0 0-15,0 0 0 0,0 0 0 0,0 0 0 16,0 0 0-16,0 0 0 0,0 0 0 0,0 0 0 16,0 0 0-16,0 0 0 0,0 0 0 0,0 0 0 15,0 0 0-15,0 0 0 0,0 0 0 0,0 0 0 16,0 0 0-16,0 0 0 0,0 0 0 0,0 0 0 15,0 0 0-15,0 0 0 0,0 0 0 0,0 0 0 0,0 0 0 16,0 0 0-16,0 0 0 0,0 0 0 0,0 0 0 16,0 0 0-16,0 0 0 0,0 0 0 0,0 0 0 15,0 0 0-15,0 0 0 0,0 0 0 0,0 0 0 16,0 0 0-16,6-7 0 0,-2 4 0 0,-4 3 0 16,0 0 0-16,14-5 0 0,-11 5 0 0,2-3 0 15,5-3 0-15,7 6 0 0,-8-2 0 0,-1 0 0 0,4-1 0 16,-2 1 0-16,-5-2 0 0,-2 2 0 0,15-1 0 15,-18 1 0-15,8 0 0 0,-4 2 0 0,-4 0 0 16,0 0 0-16,3-4 0 0,9 4 0 0,-12 0 0 16,0 0 0-16,0 0 0 0,0 0 0 0,0 0 0 15,0 0 0-15,0 0 0 0,0 0 0 0,0 0 0 16,0 0 0-16,0 0 0 0,0 0 0 0,0 0 0 0,0 0 0 16,0 0 0-16,0 0 0 0,0 0 0 0,0 0 0 15,0 0 0-15,0 0 0 0,0 0 0 0,0 0 0 16,0 0 0-16,0 0 0 0,0 0 0 0,0 0 0 15,0 0 0-15,0 0 0 0,0 0 0 0,0 0 0 16,0 0 0-16,0 0 0 0,0 0 0 0,0 0 0 16,0 0 0-16,0 0 0 0,8 6 0 0,-1-1 0 15,-2-5 0-15,4 6 0 0,3-4 0 0,-4 1 0 16,2-3 0-16,7 0 0 0,-5 0-5 0,-3 2-33 0,11-2-65 16,-10-2-80-16,0-1-165 0,12 1-211 0,-10-2-246 15,-4 2-235-15,10-3-105 0,-10 3 49 0,-1 2 36 16,-7 0-652-16</inkml:trace>
  <inkml:trace contextRef="#ctx0" brushRef="#br0" timeOffset="15464.63">22634 10864 1625 0,'-12'0'1283'15,"12"0"-494"-15,0 0-41 0,0 0-371 0,-10-6-45 16,2 6-166-16,8 0-19 0,0 0-46 0,-4-3 36 16,8 6-1-16,-8-6 37 0,4 3-70 0,4 3 19 15,-4-3-42-15,0 0-38 0,0 0-29 0,0 0-6 0,0-3-10 16,11-2-6-16,-7 5-4 0,7 0 0 0,-5 3 26 15,4-3 10-15,0 2-18 0,-10-2-27 0,12 5-21 16,-12-5-63-16,0 0-42 0,15 8-195 0,-15-8-371 16,3 0-21-16,13 0-168 0,-16 0 235 0,14-2-228 15</inkml:trace>
  <inkml:trace contextRef="#ctx0" brushRef="#br0" timeOffset="16808.04">21823 11927 1962 0,'0'11'2722'0,"-3"-4"-1508"0,3 1-304 0,0-5 97 16,0-3-649-16,0 0-340 0,0 0-18 0,0 0-3 15,0 0-85-15,0-3-133 0,7-5-69 0,-2 3-223 16,4-3-194-16,6-6-288 0,-10 12 139 0,22-14-172 15,-22 12 66-15,19-13 156 0,-9 10 293 0,-6 1-104 0,14-8 56 16</inkml:trace>
  <inkml:trace contextRef="#ctx0" brushRef="#br0" timeOffset="16915.75">22015 11850 70 0,'5'8'941'0,"2"-3"-102"15,1 4-110-15,-8-7 270 0,6 9-269 0,-6-11-256 0,8 11 48 16,-4-4-57-16,-1 4-145 0,0-1-109 0,-3-2 22 16,2 5-37-16,1-2-50 0,-3-9-89 0,0-2-26 15,9 11-80-15,-6-9-163 0,-3-2-65 0,0-2-319 16,3 2-263-16,9-13-162 0,-12 5 268 0,-3-2-505 0</inkml:trace>
  <inkml:trace contextRef="#ctx0" brushRef="#br0" timeOffset="17762.49">21723 11416 1361 0,'-12'-8'1915'0,"6"2"-1028"0,-3 2-222 0,4-1 68 15,-1-1-400-15,6 6-246 0,-6-5-82 0,0-1-2 16,6 6-3-16,0 0-1 0,0 0 0 0,0 0-1 16,-6 6-1-16,0-1-2 0,4-3 2 0,-2 11 0 15,-2-4 0-15,1-4 3 0,-2 9 0 0,-5-1 0 16,4-8 0-16,-13 11-12 0,6-8-13 0,-14 3-13 0,-6 4-1 16,-1-7 5-16,9 2 18 0,-7 1 4 0,-17-2 32 15,10-2 16-15,6-1 19 0,6-4 20 0,-19 1 131 16,4-3 33-16,2-5 8 0,16-1-41 0,-9-1 92 15,-12-10 74-15,17 1-138 0,10 3-121 0,-4-11 20 16,-6-2-36-16,1-1-47 0,14 9-36 0,1-6-10 0,-6 0-4 16,1-2 0-16,11 10 0 0,-4-5 0 0,5 3 0 15,2-2 0-15,5 13 0 0,-3-8 0 0,3 4 0 16,0 7 0-16,0 2 0 0,5-5 0 0,-2 7 0 16,-3 0 0-16,19-4 0 0,-17 4 0 0,10 0 0 15,6 4 0-15,-1-2 0 0,7-2 0 0,3 2 0 16,2 1 0-16,1 3 0 0,-1-6 0 0,-2 2 0 15,-1 1 0-15,-2-3-5 0,-6 2-5 0,-1-2-18 16,0 0-19-16,-7 0-12 0,4 0 8 0,-11 0-56 0,12 0 19 16,-15 4 0-16,0-4 13 0,0 0 35 0,-3 13 4 15,-9-6 8-15,7-5 19 0,-17 9 0 0,2 0 23 16,-1 0 0-16,-6 0-23 0,5-2 1 0,-10 8 18 16,-4 1-3-16,9-5-2 0,0 0-7 0,-2 7-14 15,-6 0 24-15,6-1-11 0,7-6-10 0,-7 5-7 16,-10 4-3-16,7-4 5 0,12-7 8 0,-13 4-15 0,1 5 6 15,0-7 25-15,11-6 5 0,-6 6 4 0,-2 0-2 16,-6 1 4-16,8-6-19 0,3-6-1 0,-8 4-13 16,-6-3-11-16,8-1 20 0,4-2 8 0,-9 0 10 15,-1-2 18-15,-8-4 8 0,17 3-15 0,-8 3 13 16,-3-4 2-16,-4-5 25 0,18 7-9 0,-8-7 22 16,3 7 10-16,5-5 3 0,-3 1-2 0,5 1-19 0,-2-3-21 15,4 3-23-15,5-1-10 0,-4 1-5 0,9-1-5 16,-12-7-3-16,13 8 0 0,1-6 0 0,-1 0 0 15,6 2 0-15,-2-2 0 0,1-5 0 0,8 3 0 16,-4 2 0-16,2 1 0 0,4 1 0 0,3-2 0 16,6 2 0-16,-1 5 0 0,4-3 0 0,8 1 0 15,1 4 0-15,-7 2 0 0,-1 0 0 0,3 0 0 16,5 6 0-16,-3 1 0 0,-7-1 0 0,5 3 0 0,0 11 0 16,0 1 0-16,-2 0 0 0,-6-2 0 0,4 17 0 15,-4-4 0-15,2 3 0 0,-5-9 0 0,4 6 0 16,-3 13 0-16,0-11 0 0,-7-10 0 0,5 11 0 15,-4 7 0-15,-3-14 0 0,-3-6 0 0,0 7 0 16,-7-3 0-16,-5 11 0 0,-2-21 0 0,-7 8 0 16,-3-2 0-16,-17 6 0 0,12-14 0 0,-9-4 0 0,-3 4 0 15,2-4 0-15,-2-2 0 0,0-8 0 0,-1 0 0 16,-2-5-91-16,-9-8-274 0,21 4-47 0,-9-9-367 16,-1-3-380-16,4 0-54 0,8 2 302 0,-7-16-1999 15</inkml:trace>
  <inkml:trace contextRef="#ctx0" brushRef="#br0" timeOffset="18832.62">19227 11527 610 0,'-6'3'878'16,"-3"7"-356"-16,6-10-97 0,-9 6-169 0,7-3-168 0,-4-1-51 16,3-2-7-16,-8 3-18 0,4-1 63 0,5 2 36 15,-16-2 46-15,10 3 61 0,-5-5 57 0,-4 2 44 16,-4 2 36-16,4-4 28 0,-1 0-58 0,1-4 64 15,-4 2-6-15,4-3-23 0,-7-1-39 0,0-1-5 16,1-4-5-16,6 0-39 0,5 0-99 0,-12-7 49 16,10-1-86-16,5-1-11 0,2 4-68 0,5-5-14 15,1-1-36-15,1 2-7 0,3 3 0 0,10-10 0 16,-1 9 0-16,6-3 0 0,-4 8 0 0,10-11 0 16,6 8 0-16,-1 3 0 0,0 2 0 0,-5 6 0 0,11-8 0 15,1 5 0-15,-1 0 0 0,-8 2 0 0,11 2 0 16,1 1 0-16,-7 3 0 0,-9 5 0 0,7-3-7 15,0 7-9-15,-7-2-2 0,-11 1 3 0,0 3-5 16,6 11-4-16,-10-2-5 0,-5-7 13 0,-5 9-1 16,-4-2-3-16,-6 8-3 0,0-12 10 0,-2 4-4 0,-4 2 7 15,-9 2 0-15,4 0 8 0,6-11 3 0,-14 5 1 16,5 6 0-16,-8 0 3 0,13-11 0 0,-12 5 7 16,4 4 4-16,-7-1 20 0,10-5-5 0,-6 2 5 15,-1-1-1-15,4-2-4 0,2-2-6 0,-2 1-8 16,3-4-14-16,8-2-3 0,3-6 0 0,-8 6 0 15,6-5 0-15,10-3 0 0,-11 2 0 0,6-4 0 16,5 2 0-16,-9-11 0 0,11 9 0 0,-1-6 0 0,-9-2 0 16,9 1 0-16,1-2 0 0,-7-2 0 0,9 6 0 15,0-1 0-15,-3-6 0 0,9 14 0 0,-5-13 0 16,5 11 0-16,0-1 0 0,0 3 0 0,0 3 0 16,0-3 0-16,0 0 0 0,0 0 0 0,0 0 0 15,0-3 0-15,0 6 0 0,0-3 0 0,0-3 0 16,0 6 0-16,0-3 0 0,8 2 0 0,-2 1 0 0,-6-3 0 15,8 8 0-15,-8-6 0 0,0-2 0 0,0 0 0 16,12 9 0-16,-12-9 0 0,0 0 0 0,0 0 0 16,0 0 0-16,0 0 0 0,0 0 0 0,0 0 0 15,0 0 0-15,0 0 0 0,0 0 0 0,0 0 0 16,0 0 0-16,0 0 0 0,0 0 0 0,0 0 0 16,0 0 0-16,0 0 0 0,0 0 0 0,0 0 0 15,0 0 0-15,0 0 0 0,0 0 0 0,0 0 0 0,0 0 0 16,0 0 0-16,0 0 0 0,0 0 0 0,0 0 0 15,0 0 0-15,0 0 0 0,3-9 0 0,-3 1 0 16,0 8 0-16,-3-10 0 0,3 4 0 0,0 9 0 16,0-6 0-16,0 6 0 0,0-3 0 0,0-3 0 15,0 6 0-15,0-3 0 0,0 0 0 0,0 0 0 16,0 0 0-16,0-3 0 0,0 3 0 0,3 0 0 16,9 0 0-16,3 9 0 0,-3-4 0 0,-3 3 0 0,14 5 0 15,-9 0 0-15,5 1 0 0,-8-4 0 0,1 6 0 16,2 6 0-16,1-2 0 0,-3-7 0 0,0 6-1 15,-3 5-7-15,3-3-26 0,-6-8 5 0,-6 6-16 16,-3 2-4-16,-6 9-18 0,1-15 23 0,-2 6-8 0,-11 3 17 16,1 2 4-16,-1-9 9 0,-5 1 5 0,-7-3 6 15,1-1 6-15,-9-1 23 0,14-5 22 0,-14-3 28 16,-1-3 1-16,-2-2 7 0,3-2-19 0,4-3 7 16,-5-6-17-16,6-2-36 0,1-2-11 0,-1-7 0 15,7-2 0-15,2-2 0 0,10 5 0 0,-10-22 0 16,10 3 0-16,2 1 0 0,6 5 0 0,4-20 0 15,2 12-2-15,6-6-44 0,-3 17-66 0,8-9-218 16,4-10-372-16,0 13-150 0,0 8 27 0,8-8-387 0,6 2 44 16,13-1-1274-16</inkml:trace>
  <inkml:trace contextRef="#ctx0" brushRef="#br0" timeOffset="18999.18">18541 10969 2261 0,'0'-6'1357'0,"5"-3"-484"0,-5 5-21 0,0 2-459 15,7-12-249-15,-7 14-4 0,0 0-19 0,0-7 16 16,-4 1 4-16,8 6 4 0,-4 0-14 0,-4 0-39 16,8 0-51-16,-4 0-68 0,0 0-36 0,0 0-94 15,0 0-43-15,-4 0-104 0,4 0-11 0,-3 0-276 16,-5 13-423-16,4-13 111 0,-4 14 242 0,2-6-162 16,0-3-620-16</inkml:trace>
  <inkml:trace contextRef="#ctx0" brushRef="#br0" timeOffset="20130.16">17374 11011 142 0,'2'-24'2415'0,"-2"6"-1648"0,4-6 119 16,-8 0 83-16,2 4-432 0,-1 7-408 0,3 4-5 15,0-12 3-15,0 21-36 0,-5-14-4 0,5 12 4 16,0 2-4-16,0 0-6 0,0 0-38 0,0 0-6 16,0 0-30-16,0 0-6 0,-4 2-6 0,-2 7 2 0,6 6-1 15,3-1 4-15,0 14 5 0,1-6-3 0,-2 4 6 16,6 3-4-16,4 11-2 0,-5-16-5 0,1 11 1 15,4-4 13-15,3 6 9 0,0 3 7 0,-3-3 16 16,2 0 22-16,1 3 4 0,-3-14-15 0,0 11 8 16,0-2-13-16,-7-6-32 0,1-5-27 0,3 9-58 15,-6-3-122-15,3 2-203 0,-3-13 59 0,0 1-267 0,-6-11-156 16,6 9-137-16,-9-8-47 0,2-1 96 16,-4-2 128-16,8-3-125 0</inkml:trace>
  <inkml:trace contextRef="#ctx0" brushRef="#br0" timeOffset="20911.07">16976 10897 2146 0,'-14'-20'1107'0,"-4"-4"-239"16,0 8 1-16,7-3-265 0,2 8-399 0,-1 2-47 15,2 0-16-15,-1-2-11 0,9 11-34 0,0-2 67 16,0 4-46-16,0-2-28 0,0 0-50 0,7 14-22 15,-5 1-1-15,6 9 7 0,-1-5-11 0,5 4 4 16,3 7 10-16,-1-1-1 0,4 0 5 0,-4-10-15 0,1 7-3 16,9 12 17-16,-7-7-20 0,-2-5-20 0,-3 3-12 15,5 1-9-15,-2 6-10 0,-8-14 8 0,-2 6-22 16,0-1 3-16,-1-3-21 0,-1 2-32 0,-6-2-11 16,-6 3-3-16,0-6 1 0,3-5 30 0,-6 5-33 15,-5 3 54-15,-7-6 47 0,9-7 11 0,-9 2 2 16,-8 1 6-16,-12 1 6 0,3-4 4 0,9-6-2 0,-16 1 19 15,-13-1 31-15,11-3 12 0,14 2 32 0,-20-8 67 16,9 2 30-16,-9-1 81 0,15-5-64 0,-10 1 47 16,7-2-12-16,0-2-56 0,3 4-29 0,0-6-42 15,2 2-48-15,7 0-24 0,9 3-31 0,-10-5 3 16,16 3-22-16,7 2-1 0,0-1 0 0,3-1 0 16,4 2 0-16,6-11 0 0,-3 17 0 0,12-11 0 0,8-5 0 15,4 4 0-15,3 1 0 0,-7 7 0 0,30-7 0 16,-15 2 0-16,6 4 0 0,-7 1 0 0,10 1-5 15,2-3-47-15,5 5-40 0,-22 3 25 0,13 0-59 16,-8 0-52-16,8 0-82 0,-21 3 103 0,4 5-57 16,-13-3 10-16,7 6 2 0,-11-5 61 0,4 12 11 15,-7-3 38-15,-5-4 17 0,0 5 56 0,-2 1 0 16,-6 9 6-16,-7-10 7 0,-4 2 7 0,7-8 0 16,-13 10 2-16,-2-5 3 0,-6 3 5 0,10-7-3 0,-13 5 3 15,-8 3 6-15,3-1 22 0,9-7 4 0,-12 4 47 16,5-4 23-16,-14 5 52 0,24-8-55 0,-6 3 35 15,-4 0-15-15,1-4-14 0,8-1-52 0,-2-1 19 16,0-3 8-16,3 0 29 0,7-2-26 0,-7-2 73 16,5-5-34-16,16 3-15 0,-11-11-26 0,5-7-39 0,-4-1-31 15,1-3-16-15,2-1-6 0,3 8 0 0,-5-23 0 16,5 7 0-16,3 4 0 0,6 5 0 0,-6-17 0 16,3 1 0-16,4-6 0 0,-1 19 0 0,-1-11 0 15,-1-17 0-15,2 6 0 0,0 14 0 0,-3-11 0 16,0-2 0-16,4-10 0 0,-5 19 0 0,4-12 0 15,1 6 0-15,-5 2 0 0,4 0 0 0,1 8 0 0,-5 2 0 16,2 4 0-16,-5-1 0 0,5 16 0 0,-4-6 0 16,3 7 0-16,1 8 0 0,-2-4 0 15,5-2 0-15,2 13 0 0,0 0 0 0,0 0 0 0,0 0 0 16,0 0 0-16,0 0-3 0,0 2-23 0,2 11-203 16,5 9-78-16,4-4-137 0,-2-5-31 0,8 5-397 15,1 4-227-15,8 2-333 0,-2-14 697 0,12 1-427 0</inkml:trace>
  <inkml:trace contextRef="#ctx0" brushRef="#br0" timeOffset="21079.62">16252 10734 510 0,'0'0'2073'16,"-4"2"-1096"-16,-4 9-189 0,8-11-286 0,-3 0-164 0,-9 13-243 16,3-5-25-16,6 0 3 0,-6 10-20 0,6 1 20 15,1-1-1-15,-1 9 39 0,6-8-42 0,-1 7 47 16,5 1-6-16,1-1-13 0,1-8-27 0,6 19 42 15,0-2-48-15,-6-4-9 0,-1-7-78 0,1 9-161 16,-1 11-469-16,-1-15-229 0,-4-10 168 0,-3 10-240 16,2-5-68-16,-2-9-866 0</inkml:trace>
  <inkml:trace contextRef="#ctx0" brushRef="#br0" timeOffset="21878.49">14746 11334 443 0,'-12'0'1842'0,"7"0"-959"0,5 0-196 0,-12 0 75 16,2-5-329-16,-2-1-174 0,4 4-95 0,-1-1-54 0,-14-10 93 15,14 7-16-15,-9-7 14 0,14 11-49 0,-13-12 70 16,0-1-73-16,11 4-13 0,-3-2-45 0,4 6 32 16,-2-4 4-16,4 0-24 0,3 11-37 0,-2-11 18 15,2 9-21-15,0 2-15 0,0-3-13 0,8-5-12 16,-8 8-5-16,14 0-13 0,-7 0-7 0,20 8-3 16,-10-3 3-16,0 6-6 0,1 2 4 0,-4-2 1 0,8 5 3 15,-2 2 3-15,-5 1-6 0,-6-6-3 16,6 5-4-16,-1 6-5 0,-7-11-10 0,-4 3 0 0,-3 3-8 15,-3-1 1-15,-6 6-2 0,-1-13 16 0,-4 4-4 16,-4 7 12-16,4-4-8 0,-4-5 1 0,-18 9 20 16,7-7 1-16,-1 1 3 0,6-5 1 0,-20 2 27 15,10-5 45-15,-5-3 37 0,7-2 2 0,5-3-30 0,-11-5 42 16,-1-4-9-16,10 0-32 0,9 0-47 0,-7-6-30 16,7-2-13-16,1 1 0 0,5 6 0 0,2-6 0 15,6 5 0-15,-8-2 0 0,11 6 0 0,-4-4 0 16,2-5 0-16,5 16 0 0,-3-10 0 0,6 4 0 15,-3 6 0-15,0 0 0 0,0-3 0 0,5-4 0 16,-5 7 0-16,0 0 0 0,0 0 0 0,0 7 0 0,0 2 0 16,0 1 0-16,-12 8 0 0,4-4 0 0,-6 5 0 15,-8-6 0-15,-4 7 0 0,6-9 0 0,-12 0 0 16,-5 2 0-16,3-2 0 0,-8-4 0 0,4 4 0 16,-4-9 0-16,1 4 0 0,12-6 0 0,-6-2 0 15,2-2 0-15,10 0 0 0,8-1 0 0,1-1 0 16,-8-5 0-16,17 4 0 0,-4-2 0 0,6-4 0 15,6 2 0-15,2-2 0 0,22-13 0 0,-9 13 0 16,8-3 0-16,4 0 0 0,5 0 0 0,1 2 0 0,-1 1 0 16,6 4 0-16,-2-2 0 0,-7 2 0 0,12-4 0 15,-8 6-2-15,-1 1-59 0,-11 1-81 16,8-1-267-16,-6 1-190 0,-14 5-325 0,3-2 78 0,-3-4-365 16,5 6-206-16,-17-2-676 0</inkml:trace>
  <inkml:trace contextRef="#ctx0" brushRef="#br0" timeOffset="22070.97">13679 11180 1482 0,'-20'-4'1850'0,"10"-2"-695"16,-7 1 38-16,17 5-450 0,-5-13-419 0,-2 8-1 16,2-6-10-16,5-2-128 0,2 4-62 0,1 5-43 0,4-10 12 15,1 8-62-15,1-1-23 0,8 1-13 0,13-5-11 16,-9 4-2-16,-4 1-29 0,-2 1-34 0,9 1-146 15,-1 0-109-15,3 2-196 0,-11-3 29 0,12-1-326 16,2 1-130-16,-2-6-76 0,5 0 116 0,4 1-168 16</inkml:trace>
  <inkml:trace contextRef="#ctx0" brushRef="#br0" timeOffset="22261.47">14458 10798 538 0,'0'-11'2469'0,"0"5"-1725"0,0-7 286 16,0 13-23-16,0-11-300 0,2 8-460 0,-2 3-66 16,8-10-19-16,-1 7-73 0,8-8-23 0,-10 9-33 0,16-5 9 15,-9 1-16-15,14-1-22 0,-14 3-12 0,2 4-25 16,5-2-71-16,6 2-152 0,-3 2-237 0,-13 2-296 16,11-4-257-16,-11 2-29 0,2 0 285 0,-11-2-1437 15</inkml:trace>
  <inkml:trace contextRef="#ctx0" brushRef="#br0" timeOffset="22779.07">11935 10741 2057 0,'-15'-13'1204'0,"9"8"-640"0,-9-8 374 15,7 2-606-15,8 11-144 0,-7-5-64 0,2-1 36 16,5 6 1-16,0 0 35 0,-15 6-89 0,15-3 9 15,-2 2-48-15,-5 3 3 0,7-1-18 0,-3 10 37 16,3 6-18-16,0-2 0 0,0 6-20 0,0-6-32 16,0 17 1-16,7-1-5 0,-4-4-8 0,-1-9-2 0,1 14-2 15,6-4-5-15,-3 13 5 0,0-23 0 0,2 11 1 16,2-4 3-16,2 2 0 0,-7-13-4 0,10 20-16 16,-3-10-42-16,3-4-103 0,-3-8-84 0,0 4-252 15,0-4-216-15,-7-5-485 0,10-2 465 0,-10-7-213 16,7 5-437-16</inkml:trace>
  <inkml:trace contextRef="#ctx0" brushRef="#br0" timeOffset="23459.25">11602 10702 953 0,'-15'-29'1415'0,"3"16"-829"0,7 4 278 15,-10-15-6-15,3 17-93 0,-3-6-452 0,7 7 33 16,-4-1-47-16,-2 1-52 0,4 3-91 0,1 3-69 16,-6 6-31-16,10 4-40 0,-4 7-7 0,3 3 7 15,-3 12-12-15,4-3 28 0,5-5-8 0,-3 10 9 16,3 3 9-16,0 13 5 0,0-4-23 0,3-15-16 16,-3 17-13-16,5-6-2 0,4 17 8 0,-3-22 4 0,3 5 7 15,3-2 5-15,0-3 5 0,-1-3-3 0,7 11 1 16,-6-14-10-16,8-1-5 0,-8-9-2 0,6 5-1 15,6 4 0-15,-7-9 0 0,-5-8-1 0,5 0-2 16,1-2-7-16,6 0-31 0,-19-11-11 0,22 4-58 16,-3-4-29-16,-7-2-31 0,-10 2 14 0,13-5-49 15,-6-6 38-15,-4 3 38 0,2-5 41 0,-10 0 38 0,-2-11 3 16,-12 6-4-16,-2-4-16 0,4 9 18 16,-10-5-16-16,-1 2 3 0,-11-1 5 0,5 10 18 0,1-1 15 15,-1 3 43-15,-2-1 37 0,6 6-1 0,-18 0 47 16,14 6-17-16,0 1-3 0,3-3-20 0,-8 5 18 15,-9 5-21-15,12-4-22 0,11 1-8 0,-11 5 10 16,0-5 8-16,-8 2 16 0,11 0 66 0,8-7-10 0,-2 1 48 16,-1 2 2-16,9-7 66 0,-5 0-79 0,5 1 54 15,-6-3-49-15,1-3-47 0,8 1-27 0,-18-6 13 16,7-2-41-16,1-4-31 0,9 6-19 0,-12-13-6 16,5 3-5-16,2 2 0 0,3-1 0 0,0-1 0 15,0-1 0-15,7 12 0 0,-4-9 0 0,3 10 0 16,4-7 0-16,-2 11 0 0,1-11 0 0,3 13 0 15,0 0 0-15,0 0 0 0,0 0 0 0,0 0 0 16,0 0 0-16,0 0 0 0,0 18 0 0,3-12 0 0,1 7 0 16,-4 0 0-16,0 3 0 0,0-6 0 0,-4 8 0 15,4 2 0-15,-3-2 0 0,-2-3 0 0,-7 4 0 16,0-1 0-16,-8-4 0 0,1-4 0 0,-4 4 0 16,-3-4 0-16,-4 1 0 0,6 0 0 0,-17-1 0 15,14-2 0-15,-2 0 0 0,-1-3 0 0,13-2 0 16,2-3 0-16,-6 0 0 0,13 0 0 0,-4-3 0 0,12 3 0 15,-21-8-126-15,21 8-292 0,0-10-77 0,0-1-474 16,9-13-207-16,12 0-340 0,-10 14 609 0,13-6-400 16</inkml:trace>
  <inkml:trace contextRef="#ctx0" brushRef="#br0" timeOffset="23601.87">11028 11644 154 0,'3'21'2599'0,"-3"-16"-1842"0,0 14 121 15,0-1 2-15,2-9-468 0,-2 0-264 0,0-9-21 16,0 4-25-16,3 9-41 0,-3-13-37 0,0-4-13 16,0 8-8-16,0-8-37 0,0 4-83 0,0 4-268 15,0-4-341-15,-3-17-188 0,1 12 1 0,-5-13-173 16</inkml:trace>
  <inkml:trace contextRef="#ctx0" brushRef="#br0" timeOffset="23978.87">10194 11321 1688 0,'-26'-11'2392'0,"4"6"-1244"0,2-3 28 0,-1-3-328 16,1 4-460-16,3-2-190 0,-2-4-26 0,14 11-92 15,-10-9-19-15,0-2-35 0,13 8-17 0,-5-3-4 0,2-3-5 16,5 8 0-16,2-5 0 0,1 1 0 0,9-2 0 16,3 2 0-16,11 1 0 0,-8 6 0 0,15 0 0 15,4 0 0-15,-3 6 0 0,-12 1 0 0,17-4 0 16,0 5 0-16,-5 3 0 0,-7-6 0 0,5 3 0 16,1 3 0-16,-7 0 0 0,-5-2 0 0,-1 2 0 15,-5 0 0-15,-3 5 0 0,0-3 0 0,-6 0 0 16,-6 0 0-16,-4 6 0 0,-1-1 0 0,-12-2 0 0,-7 1 0 15,-3 1 0-15,-5-3 0 0,-4 2 0 0,-11 1-15 16,3-5-46-16,6-2-88 0,11-4-56 0,-10-1-169 16,-14-1-386-16,12-5-170 0,13-2 94 0,-6-3-317 15,0-3 89-15,5-1-557 0</inkml:trace>
  <inkml:trace contextRef="#ctx0" brushRef="#br0" timeOffset="24410.73">9431 11207 280 0,'0'0'1204'0,"-9"-5"-743"16,2 3 256-16,-1-4 47 0,2 1-174 0,6 5-300 0,-8-16-27 15,8 16-18-15,0-13 76 0,0 13-135 0,0 0 24 16,0-11-29-16,0 9-38 0,0 2-51 0,14-6 8 16,-6 6-78-16,4 0-12 0,0 2-2 0,0-2 1 15,18 9 0-15,-13-1-5 0,-2-3-3 0,3 6-2 16,0-1-5-16,6 4-2 0,-4-1-2 0,-8-2 12 15,2-2 13-15,1 8 2 0,-6-10 5 0,2 12 5 0,-2-1 2 16,-6-4 9-16,4 1-7 0,-7-9-12 0,-4 25 28 16,-4-15 0-16,-2 3 4 0,2-8-4 0,-10 7 10 15,-5 4 1-15,-4-2 1 0,10-3-25 0,-14-2 4 16,2 3-6-16,0-2-15 0,-6-2-2 0,6-4-12 16,-1 1-54-16,0-3-10 0,4-3-51 0,8-5-76 15,-9 0-416-15,10-2-176 0,5-3-197 0,-3-1 265 16,0-5-321-16,10 6-1115 0</inkml:trace>
  <inkml:trace contextRef="#ctx0" brushRef="#br0" timeOffset="24814.63">9042 11363 2919 0,'-20'-3'1039'0,"1"3"-325"0,-1 0 254 15,-9 0-380-15,5 0-370 0,9 0-75 0,-9 3 30 16,4 3-14-16,-12-4-22 0,11 3-81 0,1 3 3 15,-4 1-16-15,0 4-23 0,4 3-5 0,2 2-6 16,4-2 7-16,2 5 18 0,5-8-5 0,2 11 22 16,5-6-12-16,2 1-6 0,8-3 1 0,-2-5-14 15,13 4-11-15,-6-4-7 0,11-9-5 0,-8 1-8 0,18-3-32 16,-4-3-23-16,0-7-94 0,-11 2-5 16,11-7-87-16,0-7-129 0,-8 1 57 0,-12 5 73 0,3-6-92 15,-10 0 28-15,-2-2-137 0,-6 10 124 0,-2-5-122 16,-14 1 13-16,2 3 26 0,-3 1 128 0,-19-5-73 15,7 6 245-15,-7 2 219 0,-5-2 99 0,15 2 9 16,-24-4 239-16,11 1-31 0,4 1 9 0,8 6-140 0,-2-10 74 16,0 4 82-16,8 0-113 0,12 8-90 0,7-3 58 15,-7-6-14-15,9-1 27 0,3 10-175 0,8-19 1 16,1 8-51-16,11-3-61 0,-1 8-29 0,4-7-11 16,6 3-11-16,7-2 4 0,-1 1 6 0,4 3 0 15,-1 0 3-15,-6 2 12 0,2 0 4 0,0 7 12 16,-2-7-2-16,-2 8-2 0,-6 3-53 0,-7 0-73 15,4 0-239-15,-9 3-157 0,-1-3-246 0,-11 2-13 16,12 7-313-16,-9-9 53 0,-18 8-1475 0</inkml:trace>
  <inkml:trace contextRef="#ctx0" brushRef="#br0" timeOffset="25382.31">7704 11800 1011 0,'0'0'3994'0,"0"0"-3093"0,-8 10 245 16,8-7-373-16,0-3-1286 0,0 0-93 0,-4 0-453 16,-4 11-148-16,8-14 11 0,-18-3-255 0,14 4-217 15</inkml:trace>
  <inkml:trace contextRef="#ctx0" brushRef="#br0" timeOffset="25896.93">7442 11180 1976 0,'-4'-10'1205'0,"4"7"-170"15,-8-4-120-15,8 1-150 0,0 6-524 0,0 0-193 16,0 0-46-16,-2 11-10 0,2-6 2 0,0-5 0 16,0 19 0-16,0-6 5 0,0 0 6 0,2 5-3 0,-2-5 0 15,0 9 1-15,3-6-3 0,-3-10 2 16,0 14 0-16,-3 4-2 0,3-8 4 0,-2-3 1 0,-10 6 3 16,-3 1 0-16,-9 8-1 0,9-12-1 0,-9 2 1 15,-2-3-2-15,0 2 0 0,5-4 0 0,-14 0 34 16,6-5 46-16,-2 0 30 0,8-3-8 0,-6-2 92 15,-10 0 69-15,7-6 24 0,6-3-53 0,4 2-87 16,0-5 24-16,-5-12-14 0,10 3-92 0,5 2-39 16,-10-6-11-16,8-2-20 0,-4-13 0 0,9 19 0 0,-2-11 0 15,-1 8 0-15,3-6 0 0,6 6 0 0,-9-8 0 16,12 18 0-16,-5-4 0 0,1 10 0 0,1-14 0 16,1 16 0-16,-1-8 0 0,3 11 0 0,0 0 0 15,0 0 0-15,-7 9 0 0,-1 9 0 0,2-1 0 16,-2 3 0-16,1 6 0 0,-5 9 0 0,7-13 0 15,2 9 0-15,-4-5 0 0,7 3 0 0,0-5 0 0,7 0 0 16,-4-8 0-16,2-5 0 0,2 2 0 0,1 0 0 16,4-8 0-16,-3 1 0 0,6-1 0 0,-3-5 0 15,10 0 0-15,2-5 0 0,-9-4 0 0,2 2 0 16,-2-10-38-16,-3 2-77 0,0-1-117 0,-9 8-162 16,6-15-196-16,-4 12-231 0,-13-8-244 0,-1 6 203 15,1 0-497-15,-11-3 359 0,-1 5-623 0</inkml:trace>
  <inkml:trace contextRef="#ctx0" brushRef="#br0" timeOffset="26101.38">6667 11382 84 0,'-6'5'1115'0,"-2"8"-242"16,5-5-214-16,-1 0 102 0,1 2-211 0,3-10-173 15,-2 14-157-15,-1-8-89 0,-4 4-28 0,2 0-16 16,2-4-24-16,-1 5-44 0,2-11-2 0,-6 9-13 16,4-3-1-16,-11-1 14 0,7 1 8 0,-4-1-6 0,0-3 8 15,-12 4 2-15,1-3 2 0,5-1-11 0,-8-2 0 16,-1 0-5-16,-2 0 12 0,-7-5 6 0,4 2 40 15,-4 0 21-15,1 1 4 0,9 0-26 0,-16-1 44 16,10-3-34-16,6 4-14 0,11 2-44 0,3-3-19 16,-3 1-49-16,3 2-143 0,12-4-247 0,0 4-65 15,-2 0-354-15,-5-7-30 0,11 5-529 0,4-4-122 16</inkml:trace>
  <inkml:trace contextRef="#ctx0" brushRef="#br0" timeOffset="27393.93">6043 11268 24 0,'-24'-13'439'0,"15"4"-69"0,-11-4 73 0,8 4-55 0,0 0 306 15,2-2-81-15,0-4-27 0,6 12-212 0,-4-7 133 16,-7-4 54-16,6 6-10 0,3 1-202 0,-6-2 62 16,6 5-44-16,-9-5 20 0,4-2-194 0,5 9 7 15,-2-6-54-15,-4-3-17 0,5 4-12 0,4-2-62 16,1-2 0-16,2 9-17 0,0-3-8 0,0-3-19 16,0 3 4-16,9-3-6 0,-1 5-3 0,-1 1-3 0,7-1 1 15,4 0-3-15,6 0 1 0,-14 3-2 0,2 0-9 16,12 3 0-16,3 5 4 0,-12-3-2 0,7 3-4 15,-7 1 1-15,6 0 4 0,-1 8 12 0,-1-1-8 16,1-1 0-16,-11-1 6 0,3 5 2 0,-4 1-3 16,-5 2-6-16,1 2-2 0,-8 0-1 0,-1-4-1 15,-5 7-5-15,0 7-4 0,-5-7 6 0,3-12 6 0,-7 14-4 16,-3 6-2-16,-2-9 4 0,6-4 2 0,-3 4 0 16,-6-2-3-16,-10 8-1 0,16-17 5 0,-6 4 0 15,2-1 3-15,-2-2 4 0,0-5 1 0,-12 6 5 16,13-8-3-16,-1 0 2 0,0-5-1 0,5 0-5 15,-14 1-2-15,13-3 0 0,-4-4 3 0,13-1 3 16,-13-3 12-16,6 2 14 0,10 1 2 0,-8-8-10 0,-1 1 7 16,3-1-3-16,-7-7-2 0,9 7-17 0,1-7-8 15,-8-1-2-15,0-10 0 0,7 13 0 0,-6-8 0 16,1 3 0-16,1 0 0 0,8 5 0 0,-7-11 0 16,-2 12 0-16,2-7 0 0,4 6 0 0,-8-8 0 15,2 9 0-15,1-1 0 0,9 8 0 0,0-3 0 16,-4-5 0-16,8 6 0 0,-3 2 0 0,6 6 0 15,3-6 0-15,-6-1 0 0,6 9 0 0,0 0 0 0,0 0 0 16,0 0 0-16,9-5 0 0,-4 1 0 0,7-2 0 16,15 3 0-16,-3-3 0 0,-6 4 0 0,8-3 0 15,9 3 0-15,9-4 0 0,-17 3 0 0,6-2 0 16,-1-1 0-16,9 4 0 0,-11-6 0 0,-6 5 0 16,-2 1 0-16,0-1 0 0,-8 3-4 0,1-2-14 15,-7 2-26-15,-1-6-4 0,-5 8-9 0,-2-2-2 16,-5 11 0-16,-2-5 4 0,-5 12 27 0,-2-5 23 15,-16 7 3-15,8-2 8 0,-5-3 2 0,8 1-5 0,-13 8 3 16,3-5-6-16,9-6-1 0,11 0 0 0,-9 5 0 16,-3 9 1-16,6-8 3 0,7-9-1 0,2 9 2 15,-2 5 0-15,1-17-1 0,2 17-2 0,5-11 2 16,0 0 0-16,-3 14 2 0,3-6 5 0,0-16 6 0,-4 14 5 16,4-3-3-16,-3-5-6 0,1 4-4 0,-1-6-1 15,-4 4-5-15,-7 5-14 0,11-12 10 0,-9 12-1 16,-3-10 4-16,-2 2 6 0,0 1 1 0,-5-5 4 15,2-6 9-15,-7 2 16 0,6-2-9 0,-16-2 16 16,7-2-12-16,-6 2-3 0,4-9-5 0,3 4-13 16,-4-4-11-16,3 0 0 0,-2 0 0 0,8 4 0 15,-10-12 0-15,10 8 0 0,0 4 0 0,6-1 0 16,-4-6 0-16,7 4 0 0,6 5 0 0,-3-6 0 16,2 0 0-16,0 4 0 0,-2-1 0 0,9 0 0 0,-1 0 0 15,1-3 0-15,1 0 0 0,2 7 0 0,2-7 0 16,5 6 0-16,4-6 0 0,-2 3 0 0,0 5 0 15,-1-1 0-15,22-2 0 0,-9 3 0 0,-6 1 0 16,11 4 0-16,4 1 0 0,11 7 0 0,-14-5 0 16,7 8 0-16,2-2 0 0,6 16 0 0,-17-14 0 0,8 8 0 15,-3 3 0-15,-1 3 0 0,-5-3 0 0,-1 5 0 16,1-1 0-16,-4 5 0 0,-6-13 0 0,8 23 0 16,-10-7 0-16,3 5 0 0,-10-7 0 0,2 16 0 15,-2 14 0-15,-8-9 0 0,1-7 0 0,-2-8 0 16,-2 21 0-16,-6-17 0 0,4-4 0 0,-4-8 0 15,-2 5 0-15,-5 5 0 0,-1-10 0 0,2-11 0 0,-6 6 0 16,-8 1 0-16,3-6 0 0,5-9 0 0,-8 0 0 16,5-2 0-16,-14-6 0 0,14-5 0 0,-5-2 0 15,3-9 0-15,-10-2 0 0,18 2 0 0,-8-10-9 16,2-3-131-16,4-2-199 0,-1-9-323 0,7 2-142 16,0-11-369-16,-5 0-40 0,10-6 24 0,4 15 113 15</inkml:trace>
  <inkml:trace contextRef="#ctx0" brushRef="#br0" timeOffset="27574.45">5509 10850 1692 0,'-2'3'1086'0,"2"-3"-169"0,0 0-375 0,-15 2-48 16,15 1-299-16,-4-3-163 0,-1 8-24 0,5-6-3 15,-3 7-5-15,3-4-47 0,0-5-58 0,3 6-166 16,-3 1-189-16,0-7-231 0,9 8-47 0,-6-8 188 16,-3 3-367-16</inkml:trace>
  <inkml:trace contextRef="#ctx0" brushRef="#br0" timeOffset="28242.66">3370 11101 135 0,'-15'-18'2281'0,"3"1"-1439"0,1 4-255 15,-1-7 204-15,-2 1-371 0,2 3-230 0,9 14-67 16,-9-14 47-16,5 8-13 0,2 3-5 0,8 5-31 16,-3 0 20-16,-3-4 5 0,-6-3 21 0,9 7-52 0,0 0 16 15,0 0-28-15,0 0-35 0,4 2-21 0,4 1-14 16,4 12-29-16,2 2 0 0,1-4-2 0,2 8 1 15,5 3 0-15,-2 2-2 0,13 9 1 0,-16-17-3 16,10 12-3-16,0 4 4 0,-2 3-9 0,-4-11 9 16,18 20 17-16,-10-7-3 0,-2 6 2 0,-12-13-4 15,10 15-1-15,2 9 16 0,-15-9-24 0,-3-10-8 0,-1 9-2 16,-8 1-5-16,4 9 0 0,-8-27 8 0,-4 8-2 16,-4 3 10-16,-8-3 21 0,1-13-2 15,-15 7 96-15,0-9 12 0,-10-2 28 0,12-9-30 0,-12 0 42 16,-9-6 21-16,6-5-59 0,-1-5-65 0,16-4-32 15,-9-4-16-15,-11-2-18 0,13-1-2 0,10 0 0 16,-4-8 0-16,7 3 0 0,-5-6 0 0,17 9 0 16,-1-8 0-16,0-4-36 0,10 10-140 0,5 4-146 0,0-8-476 15,9 5-176-15,9 3-230 0,-6 5 294 0,10-2-359 16,5-2-1097-16</inkml:trace>
  <inkml:trace contextRef="#ctx0" brushRef="#br0" timeOffset="29874.3">30759 13174 1787 0,'-8'-15'2170'15,"-7"0"-1008"-15,11 4 32 0,-1-2-593 0,0 5-431 16,5 6 11-16,-4-2 67 0,-7 2-59 0,11 2-58 0,0 0 20 15,0 0-25-15,0 0-59 0,0 0-53 0,8 11-14 16,-1-6 0-16,3 1 0 0,12 4 0 0,-8-2 0 16,10 2 0-16,2 4 0 0,7-1 0 0,-10-5 0 15,10 5 0-15,2-2 0 0,6 2 0 0,-14-5 0 16,5 5 0-16,-3-2 0 0,1-3-2 0,-6-1-15 16,-3 4-29-16,-4-5-18 0,-7-1-3 0,7 0-7 0,-9 8-8 15,-4-7 2-15,-1 9 21 0,-6-4 32 0,-9 0-3 16,-5 9 8-16,-10-6 10 0,6-4 7 0,-24 1-5 15,7 0 3-15,-4 2 5 0,-4 0-1 0,-8-2-2 16,5-1-2-16,-2 1-14 0,-7-1 1 0,4-1 4 16,-16 2 12-16,6-4 22 0,-4-1 28 0,2 1 29 15,-2-1 25-15,4 1 12 0,-1-4-9 0,15 3-35 16,-23-4 22-16,20 0-49 0,2-2-18 0,14 0-17 0,-9-2-6 16,12 0 0-16,4-4 0 0,6 1 0 0,0 0 0 15,16 1 0-15,-9-3 0 0,10-8 0 0,7 9 0 16,3-8 0-16,1-1 0 0,7-1 0 0,1 3 0 15,6 0 0-15,0 0 0 0,2 4 0 0,-3-2 0 16,7 1 0-16,3 2 0 0,2 2 0 0,-5 2 0 16,5 1 0-16,1 3 0 0,-6 3 0 0,1 4 0 0,-1 1 0 15,-3 5 0-15,-6 3 0 0,0 6 0 0,-1-4 0 16,1 6 0-16,0 2 0 0,-3 0 0 0,-4-4 0 16,1 4 0-16,0 3 0 0,-1 11 0 0,-5-14 0 15,1 4 0-15,-8 4 0 0,1 9 0 0,-2-20 0 16,-4 9 0-16,-6-3 0 0,-9 11 0 0,7-16 0 15,-6 4 0-15,-10 2 0 0,-17-1 0 0,21-11 0 0,-7-1 0 16,-3-4 0-16,-10-3 0 0,22-7 0 0,-5 0 0 16,3-3 0-16,-7-6 0 0,19 3 0 0,-5-7 0 15,5-4-16-15,2-4-184 0,0-6-372 0,10 6 16 16,1-12-517-16,4 2-140 0,7 4-2 0,10 0-837 16</inkml:trace>
  <inkml:trace contextRef="#ctx0" brushRef="#br0" timeOffset="30027.89">30554 13975 1884 0,'8'13'2619'0,"-4"-5"-1440"0,1 2 2 15,-8-10-361-15,6 0-564 0,-3 0-192 0,0 0-33 16,0 0 19-16,0 0-16 0,-3 0-2 0,-11-4-5 0,-1 0-27 16,-14-6-117-16,5 0-332 0,6 4-28 0,-15-8-339 15,-11-4-602-15,12 5 205 0,5 0 316 0,-5-6-1371 16</inkml:trace>
  <inkml:trace contextRef="#ctx0" brushRef="#br0" timeOffset="30391.91">29065 12998 168 0,'-12'-18'2230'16,"-3"-3"-754"-16,4-3-214 0,7 19-319 0,-4-14-590 16,6 8-86-16,-2 1-18 0,1-3-27 0,3 13-84 0,-3-3 17 15,1-7-20-15,2 6 12 0,0 4-97 0,0 4 4 16,5 3-22-16,2-1-30 0,10 17-6 0,-5-10 4 16,3 6 0-16,2 10 0 0,3 0 1 0,-1 3 2 15,-8 2 1-15,5 3-2 0,-2 9-6 0,1-9 1 16,0 10 2-16,-7-4 2 0,1 4 2 0,0-12 0 15,-1 20 4-15,-1-18 0 0,-2 3 2 0,-5-10-3 0,3 12 0 16,-3 0-3-16,-3-5 0 0,-2-11 5 0,-4 9 6 16,-9 5 0-16,-3-16-3 0,6-9-2 0,-11-2 2 15,-4 1 2-15,-4-10-10 0,-2-1 1 0,9-6-5 16,-5 1-3-16,-10-9-9 0,8 4-15 0,7-6-51 16,-6-6-284-16,1-5-400 0,0-5-350 0,10 7 227 15,-7-7-290-15,0-4-368 0</inkml:trace>
  <inkml:trace contextRef="#ctx0" brushRef="#br0" timeOffset="31109">27736 13589 264 0,'-20'2'1126'0,"2"1"-706"16,-8-3 294-16,7 0 69 0,2-3-197 0,12 3-203 15,-14-2 62-15,8-4-50 0,-3-1 39 0,-2-4-223 16,8 2 54-16,1-1-18 0,-8-11 6 0,15 13-152 0,-2-5 13 16,2-5 5-16,0 7-25 0,2 2-41 0,5-6-27 15,1 6-21-15,-1 5-25 0,17-5 21 0,-4 4-4 16,0 5-1-16,6 3-8 0,1-1 3 0,-3 7 17 16,0 1 19-16,2-2-30 0,-5 5-2 0,-4 0 1 15,7 4-13-15,-12-6 3 0,-1 7-1 0,-2-3 2 16,-6 9-22-16,1-6 7 0,-4 4 2 0,0-7 10 0,-7 5-11 15,-2-5-4-15,-6 7 12 0,7-9 9 16,-9 0-3-16,-14 8 2 0,2-11 10 0,2 1 5 0,-10-2 4 16,-11-2 20-16,-4-5 11 0,1-2 42 0,16 0 7 15,-30-5 90-15,14-3-1 0,2 1 22 0,13-2-58 16,-11-1 40-16,-2-6-19 0,13 0-76 0,12 3-40 16,-5-2-14-16,2-5-29 0,12 2-3 0,7 5 0 15,6 7 0-15,-8-12 0 0,8-1 0 0,2 12 0 16,2-4 0-16,8 0 0 0,-10 9-3 0,10-3-5 0,0-1-34 15,10 6-40-15,-11 6-70 0,3-1-47 0,8 10-20 16,-5 1-55-16,-6 3-6 0,-4 5 2 0,-5 0-18 16,0-1 17-16,-8 3 7 0,-6 2 21 0,-1-10 96 15,-14 13-80-15,2-9 94 0,-2-4 67 0,5-7 76 16,-27 10 103-16,11-8 67 0,-11-4 116 0,16-4 18 16,-25 3 284-16,4-8-111 0,7 0-49 0,13-6-148 0,-11-5 64 15,1-2-156-15,7 0-144 0,15 2-42 0,-8-12-4 16,8 4 0-16,7-1 0 0,7-2 0 0,2-2 0 15,8 0 0-15,3 0 0 0,2-5 0 0,2 9 0 16,8-4 0-16,-3 2 0 0,5 4-20 0,0 1-135 16,5 8-211-16,0-2-238 0,2 5-326 0,-9 4 86 15,9 4-520-15,3 9 34 0,-10 0-770 0</inkml:trace>
  <inkml:trace contextRef="#ctx0" brushRef="#br0" timeOffset="31244.63">26790 14332 924 0,'3'15'1183'16,"4"4"-494"-16,1 3 180 0,-2-15-259 0,2 6-422 0,2-4-34 16,7 2-16-16,12-9 1 0,-10-2-64 0,8-2 20 15,-2-4-4-15,14-5-28 0,-22 4-146 0,10-15-304 16,0-2-220-16,-1 0-175 0,1-7-106 0,-7 7-89 16</inkml:trace>
  <inkml:trace contextRef="#ctx0" brushRef="#br0" timeOffset="31425.15">27147 13258 2293 0,'0'-27'934'16,"0"12"-126"-16,4-5-6 0,-4 13-444 0,2-8-169 16,1-2-21-16,-3 14 0 0,3-5-26 0,-3 1-51 15,0 7 44-15,0 0-42 0,0 0-54 0,0 0-86 16,0 0-93-16,-15 5-205 0,7 1-129 0,-1 1-61 0,-3 1-378 15,-12 3 26-15,1 0-922 0</inkml:trace>
  <inkml:trace contextRef="#ctx0" brushRef="#br0" timeOffset="31814.11">25733 12998 587 0,'-15'-31'2556'0,"7"12"-1936"16,-1-3 215-16,6 13-204 0,-4-8-407 0,5 12-114 0,-1-8 10 15,3 13-31-15,0 0-29 0,0 0-18 0,0 0 11 16,3 0-1-16,14 13-33 0,-8 3-13 0,1 3-6 16,4 10 4-16,6 13 1 0,-2-3 3 0,-6-4-4 15,2 13 5-15,1 3 0 0,4 19 3 0,-9-30-9 16,0 15-1-16,-1-1-9 0,-1-1-33 0,-1-4-91 15,5-3-157-15,-7-7-244 0,-2-4-284 0,-1-11 143 0,2 12-434 16,-1-17-883-16</inkml:trace>
  <inkml:trace contextRef="#ctx0" brushRef="#br0" timeOffset="32244.96">25282 12959 416 0,'-15'-29'2882'16,"-2"-1"-1814"-16,2 4-142 0,6 10-134 0,6 11-689 16,-9-8-59-16,0 0 2 0,12 13-11 0,0 0-9 15,0 0 4-15,0 2-2 0,4 11 0 0,4 5-13 16,1 12 8-16,1-1-5 0,0 6-6 0,2-6-3 16,6 24 3-16,-2-9-48 0,-2 2-30 0,4-15 11 0,-1 12-21 15,7 4-8-15,3-2 1 0,-17-16 29 0,12 11 28 16,-8-1 29-16,6 3 10 0,-8-9 44 0,-5-9-5 15,-4 2 19-15,2 3 9 0,-1-7-3 0,-4-4-27 16,-9 1 11-16,-1-1-47 0,5-10-13 0,-16 2-4 16,1 1 2-16,-4-5-2 0,-6-10 4 0,6 4 0 15,-8-5 3-15,0-3 6 0,3 3 7 0,2-3-4 0,-5-13 22 16,3 2 7-16,-2 3 21 0,11 1-5 0,-4-7 56 16,7-2 19-16,8 17 1 0,-9-6 12 0,16 7-39 15,-8-1 66-15,10 7-42 0,0 0-30 0,0 0-32 16,0 0 20-16,0 0-42 0,7 7-14 0,-4-5-20 15,17 20-7-15,-8-9-6 0,2 6 0 0,-7-3-1 16,1 4 1-16,-8 8 3 0,4-5 8 0,-4-7-2 0,-4 7 3 16,-4 1-11-16,1-2-7 0,-3-9-14 0,-6 5-26 15,-4-5-77-15,-12 0-287 0,8-7-107 0,0-1-49 16,-6-7-503-16,-2-3-94 0,3-1 25 0,-3-5-1305 16</inkml:trace>
  <inkml:trace contextRef="#ctx0" brushRef="#br0" timeOffset="32677.8">24321 12919 2023 0,'-5'-13'992'15,"-4"-3"-266"-15,3 8 0 0,4 0-330 0,-2 3-379 16,-4-4-16-16,5 9 2 0,3 0 0 0,-9 14 1 16,9-14 12-16,0 16 10 0,5-6 3 0,-5 3-1 15,12 20 26-15,-3-7-7 0,-1 5 4 0,4-1-17 0,0 10 7 16,6 20 11-16,0-12-15 0,-7-11-9 0,8 16 16 16,1 8 7-16,-6 0-3 0,1-6-14 0,-8-15-12 15,1 13-13-15,1 10-119 0,-4-18-173 0,-5-13-116 16,4 8-300-16,-4-5-126 0,-4 1-201 0,2-20-228 15</inkml:trace>
  <inkml:trace contextRef="#ctx0" brushRef="#br0" timeOffset="32943.14">23874 13565 354 0,'-9'-11'2787'0,"0"3"-2162"15,6-2 210-15,3 10-94 0,-5-6-514 0,-2-1-187 0,7 7-24 16,3 7-6-16,1-1 0 0,8 7 7 0,-4-3 2 16,6 16-1-16,1-2 0 0,0 3 0 0,-1-8-4 15,5 18 30-15,-4-3-2 0,-5 0 4 0,2-10-7 16,0 16 38-16,-5-9 3 0,-4 6 18 0,-3-8-43 16,-3 4 19-16,-6-2 9 0,-3 4 9 0,2-9-25 15,-7 0 8-15,-10 12-15 0,5-12-13 0,3-10-20 16,-4 8 10-16,-10-3-51 0,-4-5-49 0,3-5-55 0,0-4-123 15,-5-1-182-15,0-4-251 0,-7-15-460 0,19 5 408 16,4-13-219-16,-1-3-558 0</inkml:trace>
  <inkml:trace contextRef="#ctx0" brushRef="#br0" timeOffset="33277.19">23379 13400 1459 0,'-18'-10'1759'16,"-5"-6"-855"-16,-1 3 2 0,3 2-521 0,3 9-323 15,-4-1 2-15,-12-3 16 0,12 6 7 0,3 4-19 16,-4-2 24-16,-1 5-26 0,7 2 1 0,5-4-28 16,0 5 4-16,-5 14-27 0,14-13-8 0,-1 11-3 15,4-2-3-15,7-1-6 0,1-1-2 0,1-4 0 16,8 1 3-16,5-6-1 0,-2-1 1 0,4-3 0 0,-4-8 1 16,1 1 1-16,2-4 3 0,-14 4-1 0,6-9-1 15,-1 0 1-15,-4-7 2 0,-5 5-2 0,-2-6 0 16,-6 1 1-16,-9-6-1 0,4 3 0 0,-7 4 1 15,-9-3 1-15,-8-4 1 0,-1 5 6 0,16 3 27 16,-13-8 31-16,1 6 77 0,0-6 140 0,14 13-99 16,0-7 109-16,9 10 5 0,-5-10 20 0,7 10-146 0,1-1-42 15,6 7-51-15,21-14-31 0,8 8-44 0,-11 1-6 16,18 1 0-16,-2 3 0 0,26-4 0 0,-28 7 0 16,3 0-17-16,1 2-76 0,-2 3-152 0,-7-2-187 15,-1 5-220-15,-5 0-356 0,-9 2-204 0,-3 1 317 16,-7-5-639-16</inkml:trace>
  <inkml:trace contextRef="#ctx0" brushRef="#br0" timeOffset="33756.91">21325 12983 2613 0,'3'-13'1514'16,"-3"-3"-267"-16,0 2-159 0,0 0-481 0,0 14-419 15,-3-7-39-15,3-1-18 0,0 8-100 0,0 0-15 16,12 6 1-16,0 7-30 0,3 5-10 0,-3-2 12 15,5 10-11-15,3 6-3 0,7 10-3 0,-13-13 13 16,4 17 11-16,3-2 26 0,-4 15 23 0,-4-25-17 0,-4 11-7 16,-1 0-8-16,4-2-3 0,-5-4-21 0,3 3-96 15,0-2-127-15,-5-5-140 0,2-2-157 0,-2-3-237 16,-2-1-252-16,-3-5-64 0,4-11 82 0,-4-5-409 16</inkml:trace>
  <inkml:trace contextRef="#ctx0" brushRef="#br0" timeOffset="34026.23">21054 13070 2523 0,'-26'-32'1556'0,"-1"6"-528"0,12 8-243 16,-2-6-76-16,-4 0-352 0,6 10-157 0,12 12-71 16,-6-17 19-16,9 19-15 0,0 0 12 0,0 0-77 15,0 0-11-15,0 0-34 0,15 26-14 0,-3-9-3 16,2 9 2-16,10 6-7 0,6 5 4 0,2 13 4 0,-11-16-5 15,8 7 3-15,1 1 4 0,2 2-1 0,-8 2 5 16,-7-4-2-16,2-5-1 0,-5 2 2 0,-3-1-1 16,-2-5-1-16,-3 2 0 0,-6-3-5 0,0-3-3 15,-3 2 3-15,-2-4-6 0,-7 3 0 0,0-12-2 16,-18 11-5-16,4-8-1 0,-6-3-9 0,8-5-43 16,-26 1-106-16,0-1-179 0,3-5-125 0,11-3 7 0,-11-1-360 15,-6-4-192-15,-9-6-351 0,18-5 366 0,8 4-330 16</inkml:trace>
  <inkml:trace contextRef="#ctx0" brushRef="#br0" timeOffset="35007.58">20326 12988 1904 0,'-15'-27'1120'0,"-2"6"-394"16,0 3 18-16,-5 4-375 0,5-1-125 0,2 6-42 15,3 5 135-15,-5-2-78 0,0 6-17 0,10 0-86 16,-11 6 16-16,1 1-85 0,2 6-27 0,6 0-22 15,-6 9 9-15,3 13 7 0,0-2-5 0,7-3-17 16,-10 7 4-16,-2 16 1 0,5-6-16 0,3-15-8 16,-6 8-3-16,0 0-11 0,-5 2-1 0,11-10 0 0,0-9 2 15,-6 1-1-15,3 2-7 0,4-9-1 0,5-12-1 16,-3 13-13-16,0-10-27 0,0 1-1 0,6-9 30 16,4 7 28-16,-2 4 3 0,18-5-3 0,-8-4-7 15,20 5 16-15,-1-3-31 0,1-2-39 0,3 1-32 16,3-1-19-16,1 0-3 0,5 2 14 0,-12 1 19 15,19 0-26-15,-14 3 30 0,-1 3 3 0,-9-4 30 0,5 1-5 16,-3 8-57-16,-14-3-21 0,0 0-6 0,-9-7 38 16,2 18-56-16,-8-1 24 0,-5-1 14 0,-4-9 70 15,-11 9 20-15,-12 2 12 0,1-6 9 0,6-3 10 16,-14 1 15-16,-2 1 3 0,-18 3 5 0,26-7-6 16,-17 0 43-16,-6-2 37 0,-9 0 59 0,15-3 15 15,-6 0 51-15,-2-6 30 0,-10-4 54 0,26-3-154 0,-8-4 31 16,3-1-47-16,3 0-47 0,-12-14 25 15,24 8-61-15,-4-3 20 0,4-7 3 0,0-3 16 0,13 7-37 16,-1-6 18-16,11 1-28 0,1-12 5 0,4 17-31 16,1-7 2-16,6 0-6 0,9-8-11 0,-10 18-12 15,10-1-1-15,3-2-4 0,0-4-2 0,-3 10 0 16,5 0-2-16,2 6 5 0,3-7-9 0,-9 12 3 0,-1 3 3 16,14-1-1-16,-6 6 1 0,-5 4-4 0,4 1-3 15,1 3 0-15,6 5-3 0,-8-1-5 0,0-2 0 16,-3 7-10-16,2 4-23 0,-9-4-22 0,2-7 4 15,-8 9-32-15,5-1-33 0,-4 6-34 0,-1-9 16 16,-4 1-33-16,-1-1 31 0,-4 8-6 0,-5-10 82 16,2 3-9-16,-9 2 37 0,-10-2 64 0,14-6-5 15,-14 7 2-15,-6-6-5 0,-6 5 18 0,17-12 2 16,-11 4 44-16,-4-5 24 0,-5-1 73 0,11-3-1 0,10-2-22 16,-6-2 64-16,-13-1 31 0,13-5-95 0,10 3-52 15,-7-6-3-15,3-2-14 0,2-5-58 0,10 1-18 16,-1-1-1-16,5-8 0 0,5 7 0 0,-1 5 0 15,3 5 0-15,5-10 0 0,5 8 0 0,-5 4 0 16,7-7 0-16,3 6 0 0,-3 1 0 0,0 1 0 16,-4 6 0-16,10 2 0 0,-6 2 0 0,-6 5 0 0,3-3 0 15,-1 15 0-15,-1 0 0 0,-5-3 0 0,-2-1 0 16,0 14 0-16,0-9 0 0,0 4 0 0,-2-8 0 16,-8 12 0-16,1-9 0 0,-6 3 0 0,5-6 0 15,-9 6 0-15,-8-3 0 0,2-5 0 0,4-8 0 16,-11 10 0-16,2-9 0 0,-3-4 0 0,10-3 0 15,-13 2 0-15,7-2 0 0,2-2 0 0,1-2 0 0,6-2 0 16,-4-1 0-16,1-3 0 0,11 1 0 0,2-4 0 16,-2 2 0-16,4-11 0 0,4 9 0 0,2 0 0 15,2-2 0-15,0 5 0 0,0 1 0 0,0 9 0 16,6-10 0-16,-3 3 0 0,0 5 0 0,11 0 0 16,-4 2 0-16,-5 4 0 0,10 7 0 0,-3 8 0 15,0 0 0-15,-4 1 0 0,-1 4 0 0,-2-3 0 16,-1 10 0-16,-8-5 0 0,1 1 0 0,-9 14 0 0,7-19 0 15,-7 12 0-15,-3 4 0 0,-12 3 0 0,7-9 0 16,-13 5 0-16,-2 2 0 0,-18 14 0 0,18-28 0 16,-21 8 0-16,3-2 0 0,-12 0 0 0,23-13 0 15,-10-3 0-15,4-2 0 0,-5 1-4 0,18-5-43 16,-6-4-255-16,-9-1-301 0,5-6-319 0,1-6-280 16,-5-1-11-16,-2-4-429 0</inkml:trace>
  <inkml:trace contextRef="#ctx0" brushRef="#br0" timeOffset="35229.98">17993 13903 2175 0,'5'-2'2916'0,"-5"2"-1735"0,-5 5-8 0,-5-3-680 16,-10 6-500-16,8 1-26 0,-14 4-31 0,11-6-44 0,3 2-94 16,0-1-77-16,-5 5-93 0,9-8-209 0,1-3-305 15,4-2-198-15,-9-2 38 0,7-9 8 0,2 6-710 16</inkml:trace>
  <inkml:trace contextRef="#ctx0" brushRef="#br0" timeOffset="35559.11">17663 13343 2210 0,'-14'-6'1293'0,"2"1"-487"0,2-1-22 0,-2 4-489 16,10 2-251-16,2 0-38 0,0 2-5 0,-12 9-1 16,9 0-2-16,0 15-4 0,1-4 2 0,-5-9 2 15,4 13-1-15,-2 14 0 0,-7-9 0 0,5-9 3 16,-1 6 2-16,-1-4 2 0,-6 11 12 0,3-11 4 0,0-14-1 15,2 3 11-15,-2 0 18 0,-12-2 0 0,18-5 34 16,-15-6 71-16,6-4 11 0,-12-9 108 0,13 4-82 16,-4-11 75-16,1-4 12 0,-2-9-7 0,11 3-128 15,-4-10 57-15,7-2-48 0,1-8-28 0,1-11-22 16,3 5-23-16,0-7-18 0,-2-1-19 0,-1 7-23 16,0-15-16-16,-6 8-2 0,-3 6 0 0,0 3 0 0,-3 1 0 15,-2 7 0-15,0 8-14 0,-2 4-86 0,2 11-106 16,-7-5-433-16,1 8-131 0,-9 10-237 0,5 4 106 15,-9-2-298-15,-20 9-215 0</inkml:trace>
  <inkml:trace contextRef="#ctx0" brushRef="#br0" timeOffset="35954.04">16384 13102 60 0,'-5'0'1020'0,"-5"4"-641"0,1 0-127 15,1 1 85-15,-7 0-122 0,3 5-128 0,6-1-11 0,-2 4 5 16,1-2 37-16,4 0 12 0,1 11 56 0,4-13-77 16,-2-1 38-16,7 5-9 0,-2-3-5 0,1-2-33 15,6 3 52-15,0-4-50 0,-6-1-14 0,5 2-31 16,4 0 26-16,-6-2-41 0,8-1 5 0,-13-3-11 16,7 1 16-16,-11-3 9 0,9 3-1 0,-3 4 12 15,-9-7 52-15,0 11 1 0,-9 0 30 0,7-4-34 16,-10 6-26-16,1 1 26 0,-10 2-34 0,0 0-42 15,9-11-19-15,-5 6-1 0,3-1-10 0,5-5-30 0,0 4-77 16,2-7-178-16,-2 4-262 0,12-10-202 0,-2 8 38 16,-6-2-198-16,8-2-826 0</inkml:trace>
  <inkml:trace contextRef="#ctx0" brushRef="#br0" timeOffset="36528.51">16564 13660 569 0,'3'10'2274'0,"-3"-10"-1430"0,0 3-183 16,-6 8-112-16,2-11-395 0,-16 0-123 0,8 2-22 16,0-4 0-16,-17 4 3 0,5-4 5 0,9 2 4 15,-14-5 64-15,6 1 49 0,-3 2 45 0,-1-1 47 16,-2-1 22-16,-1 0 37 0,1-1 12 0,2 3-34 0,3-1-91 16,-8-3 74-16,15 4-98 0,-4-6-16 0,15 8-69 15,-15-5 18-15,9 0-39 0,9 5-20 0,3 0-12 16,0 0 2-16,0 0-8 0,0 0-6 0,0 0 0 15,0 0-5-15,3 7 4 0,1-1 2 0,-4-3-4 16,5 10-2-16,-2-6 0 0,0 4-5 0,1 2 6 16,-4-5-3-16,0 0-3 0,-4 8 2 0,-4-2 7 0,5-10 5 15,-9 10 4-15,0-8-2 0,-18 12 6 0,13-10-4 16,-7-1 1-16,0 2-2 0,-8-5-5 0,8-1 2 16,1 0 4-16,2 0 5 0,-3-6 30 0,1 0 24 15,2-2 0-15,1 0-1 0,8 2-2 0,-12-11-11 16,1 1 6-16,2-2-43 0,4 1-14 0,2-4 0 15,0-1 0-15,3-1 0 0,3 1 0 0,4-5 0 0,-1 6 0 16,6-2 0-16,3 16 0 0,0-14 0 0,-1 9 0 16,5 1 0-16,-7 8 0 0,3-13 0 0,-1 13 0 15,-2 0 0-15,0 0 0 0,0 0 0 0,0 0 0 16,-9 6 0-16,-2 1 0 0,-13 19 0 0,10-15 0 16,-13 8 0-16,-2 2 0 0,-13 0 0 0,16-8 0 15,-6 3 0-15,-7-3 0 0,-5 4 0 0,2-4 0 16,16-3 0-16,-6-2 0 0,-7-3 0 0,12-1 0 15,10-4 0-15,12 0 0 0,-17-4 0 0,5-1 0 0,14 3 0 16,-6-9 0-16,9-7 0 0,7-4 0 0,-2 7 0 16,12-7 0-16,19-9 0 0,-4 3 0 0,-5 8 0 15,17-6 0-15,9-7 0 0,-3 7 0 0,-11 8 0 16,11-6 0-16,2-3 0 0,2 3 0 0,-13 6-1 16,-9 8-17-16,12-4-264 0,-13 4-182 0,-6 7-233 0,-13 3-8 15,3 0-424-15,-3 0-234 0,2 0 71 0,-14 0-26 16</inkml:trace>
  <inkml:trace contextRef="#ctx0" brushRef="#br0" timeOffset="36687.08">15231 13448 2202 0,'-10'-10'683'16,"3"-1"119"-16,-5-7 4 0,7 2-157 0,5 5-476 16,0-8-36-16,2 12-47 0,16-17-48 0,-6 5-11 15,6 3-17-15,0 3-9 0,-1 0-1 0,3 2-3 16,11 0 0-16,-9 6-43 0,3 3-78 0,-8 2-64 15,12 0-246-15,5 2-320 0,-12 3-51 0,-4 1 175 16,6 1-168-16,5 7-94 0</inkml:trace>
  <inkml:trace contextRef="#ctx0" brushRef="#br0" timeOffset="36906.49">16101 14123 124 0,'3'18'1893'0,"4"-4"-937"0,-5-4-288 0,4 7-86 0,-4-17-464 16,5 2 31-16,-2 0 57 0,7-2-10 0,0 0-46 15,0-4 55-15,-4 0 2 0,16-3-20 0,0-2-55 16,-1-1-30-16,1 2-54 0,3-2-32 0,-3-1-14 16,10 0-22-16,-7 0-55 0,-3 2-93 0,-9 0-51 15,5 4-257-15,-8-1-315 0,9-4-176 0,-10 0 110 16,-5 6 262-16,6 0-267 0</inkml:trace>
  <inkml:trace contextRef="#ctx0" brushRef="#br0" timeOffset="37793.12">13812 12948 111 0,'-9'-22'1904'0,"6"4"-1071"0,0 5-7 0,1-5-174 16,-2 1 171-16,4 4-513 0,4-2-29 0,-2 6-29 15,1 2-107-15,-3 5-6 0,17-7-62 0,-5 7-26 16,-5 2-31-16,16 5-14 0,-9 3-2 0,13 12-1 0,-12-3-2 16,6 7 2-16,-4 5 5 0,-2 2 1 0,0-4 1 15,2 16 11-15,1 1-5 0,0-2 4 0,-6-5-7 16,6 20 4-16,-1 5-2 0,0 2 0 0,2-21-4 15,1 17 12-15,7 14 52 0,2-10 16 0,-9-22-15 16,7 19 45-16,9 3 25 0,-4 4 17 0,-6-11-37 16,-2-15-43-16,3 10 2 0,5 10 1 0,-15-16-34 0,-2-13-23 15,-3 9 2-15,0 0-4 0,-9 1 1 0,-6-17-12 16,-4 3 6-16,-7 0-4 0,-16 0-18 0,10-16-20 16,-16 4-37-16,-8-2-86 0,-14-4-241 0,14-8-76 15,-12-1-302-15,0-2-269 0,-6-2-95 0,14-3 296 16,-8-12-203-16,-17-1-920 0</inkml:trace>
  <inkml:trace contextRef="#ctx0" brushRef="#br0" timeOffset="39096.64">13629 13570 116 0,'0'0'1538'15,"0"0"-448"-15,-9-3-340 0,4 1 171 0,5 2-519 16,-12-3-191-16,2 0-115 0,-7 3-36 0,9-3 3 15,-4 1 19-15,-9 0 21 0,13-4 6 0,-2 6 6 16,-4-5-5-16,4 2 37 0,2 1 1 0,-4-4 32 16,12 6-20-16,-2 0 177 0,-8-7-66 0,10 7-29 0,0 0-73 15,0-4 57-15,10-5-70 0,-10 5-100 0,14-1-41 16,-6-1-5-16,7 4-5 0,6-1-2 0,-15 1 1 16,15 2 4-16,-4 0 0 0,-2 2 1 0,-3-2-10 15,5 3-10-15,-5-3-5 0,3 8-6 0,-3-3-6 16,-9-1-9-16,2 5-8 0,2 0 9 0,-10 6-1 15,-4-6 11-15,5-2-8 0,-18 19 8 0,-2-7 15 0,-2-1 14 16,2-4 11-16,-5 2 3 0,-9 0 7 0,4-3-2 16,-12 3 6-16,5-5 12 0,2-1 15 0,6 1-5 15,-16-1 37-15,13 1-16 0,0-5-3 0,12-4-19 16,-8 3 5-16,0-3-38 0,10-4-13 0,5-1-3 16,6 3 0-16,-9-4 0 0,4 0 0 0,14 4 0 15,0 0 0-15,-10-5 0 0,8 5 0 0,2 0 0 16,0 0 0-16,0 0 0 0,12 3 0 0,-3-1 0 15,-1 4-1-15,4 1-6 0,-3-1-14 0,9 7-18 0,-9-5-4 16,-4 2-18-16,1 10-6 0,0-2-17 0,-6-10 39 16,-6 12-5-16,0-6 15 0,-8 10 22 0,-4-11 7 15,0 0 4-15,-5-2 4 0,-18 4 4 0,-1-6 5 16,6-4 20-16,-4 1 33 0,-5-4 6 0,-19-4 17 0,28 2-36 16,-11-6 14-16,1-2-6 0,-5-2-32 0,21-1-26 15,-8-5-1-15,6-3 0 0,2 1 0 0,4-4 0 16,6 2 0-16,1-4 0 0,2-2 0 0,5 6 0 15,6 5 0-15,0-6 0 0,10 2 0 0,-2 8 0 16,4-9 0-16,3 3 0 0,3 10 0 0,-4-1-31 16,13-3-171-16,-6 8-409 0,2 3-110 0,-7 3-254 15,10 8 74-15,1 2-312 0,-1 11-540 0</inkml:trace>
  <inkml:trace contextRef="#ctx0" brushRef="#br0" timeOffset="39250.23">12728 14514 653 0,'14'11'2639'0,"-2"-3"-1691"0,18-5 9 16,-13-3-197-16,7-3-467 0,5-8-125 0,-2 3-49 0,0-5-33 15,-1 0-17-15,6-1-17 0,-2-4-54 0,-6 5-73 16,13-8-272-16,-10-3-260 0,-1 1-264 0,-8 1 114 16,3-4-257-16,-1-7-231 0</inkml:trace>
  <inkml:trace contextRef="#ctx0" brushRef="#br0" timeOffset="39435.73">13049 13007 178 0,'-7'-17'2985'0,"2"-3"-1768"0,0 14-362 15,-2-8-354-15,7 14-452 0,-12-4-53 0,12 1-5 0,0 3-2 16,-17 3-20-16,11-1-24 0,-3 6-68 0,0 0-109 15,1 2-299-15,-14 19-402 0,8-12 85 0,6-4 230 16,-7 5-429-16</inkml:trace>
  <inkml:trace contextRef="#ctx0" brushRef="#br0" timeOffset="39873.56">11475 13442 733 0,'-11'-18'3009'0,"5"10"-1656"0,-9-5 12 0,12 10-661 15,-6-1-214-15,9 4-197 0,0-3-89 0,-8-5-165 16,8 8-38-16,0 0-1 0,8 8 0 0,1 2 0 15,-1 3 0-15,2 4 0 0,7 6 0 0,10 11 0 0,-9-12 0 16,5 12 0-16,1 3 0 0,5 6 0 0,-5-9 0 16,-1 5 0-16,-2 7 0 0,-3-4 0 0,-4 3-27 15,1-5-110-15,-3 2-138 0,-3 0-265 0,-3-13 36 16,-1 10-575-16,4-1-269 0,-9-12 183 0,3 4-206 16,0-12-252-16</inkml:trace>
  <inkml:trace contextRef="#ctx0" brushRef="#br0" timeOffset="40442.04">11116 13546 1783 0,'-44'-23'2480'16,"11"6"-1640"-16,-14-3 563 0,12 6-637 0,-3 6-578 16,11 3-113-16,-2 2 0 0,-3 0-30 0,17 3-17 0,0 3-13 15,-9 7 1-15,10 6 2 0,2 8 4 0,9-7-13 16,-4 12 7-16,5-1-1 0,2 7 6 0,6-4-9 15,-3 11-2-15,5-1-8 0,1 1-4 0,3-8-5 16,3 11-1-16,5 6 2 0,-5-12 0 0,6-1-2 0,-9-10 4 16,8 7-8-16,9 2-68 0,-5-8-23 15,3-8 10-15,2 9-94 0,3-2-80 0,12 4-205 0,-17-19 135 16,9 6-146-16,-4-6-56 0,0 0-35 0,-5-10 186 16,9-3-189-16,-13-3 217 0,-17 1 89 0,9-4 133 15,-7-1 46-15,1 1 96 0,-9 1 32 0,0-6 21 16,-9 6 51-16,-14-3 15 0,-4 6 70 0,1-1-82 15,-9 3 32-15,-10 3 12 0,-5-1 20 0,-3 3 29 16,6 1-22-16,-9 1 20 0,3 1 22 0,-3 1 4 16,15-2-70-16,-30 4 99 0,15-3-50 0,3-3 2 0,12-3-51 15,-19-4 112-15,4 0 28 0,12-7 5 0,15 0-90 16,-3-2 65-16,-7-6 33 0,19 1-106 0,8 6-100 16,-2-11 8-16,7-5-39 0,2-1-31 0,7 8-29 15,5-5-9-15,4-5-5 0,7 5 0 0,5 0 0 16,-2 11 0-16,6 0 0 0,2 0 0 0,15 3 0 15,-17 4 0-15,5 1 0 0,4 5 0 0,-1 3 0 0,4 2 0 16,-7 5 0-16,0 10 0 0,1 0 0 0,-6-1 0 16,2 8 0-16,-9-1 0 0,1 3 0 0,-6-8 0 15,0 17 0-15,-7-5 0 0,-2 9 0 0,-3-9 0 16,-3 11 0-16,-5 2 0 0,-5-7 0 0,-2-2 0 16,0-8 0-16,-10 11 0 0,-2-8 0 0,0-1 0 15,6-9 0-15,-20 4 0 0,3 1 0 0,-1-7 0 16,9-5 0-16,-14-2-9 0,-18 0-114 0,15-6-70 15,9-4-126-15,-15-3-263 0,-4-5-331 0,2-6-267 0,2 4-14 16,-1-6 1-16,2-9-1156 0</inkml:trace>
  <inkml:trace contextRef="#ctx0" brushRef="#br0" timeOffset="41622.87">9863 14118 50 0,'-5'13'978'0,"-2"-6"-548"15,-1 7-64-15,6-8 194 0,-13 4-44 0,-1-2-44 0,11-2-133 16,-27 1 292-16,5-1-109 0,3-4 18 0,7 1-161 16,-7-6 130-16,-6-3 24 0,8-1-63 0,3-6-136 15,7 2-146-15,-5-8-14 0,-1-4-54 0,4-7-49 16,7 10-62-16,-1-2-9 0,-1-2 0 0,11-2 0 16,2 2 0-16,2-3 0 0,3 3 0 0,-1-2 0 0,7 5 0 15,6-5-4-15,2 2-16 0,3 5-49 0,-4 6-5 16,12-3-33-16,5 5-38 0,5-2-72 0,-8 11 80 15,8-1-47-15,-5 1 45 0,1 4 22 0,-7 1 22 16,17 3-46-16,-17 3 27 0,-4 4-45 0,-6 1-3 16,-4 2 41-16,-2 11-75 0,-9-7 58 0,-8 7 17 15,-5-3 45-15,-10 8 28 0,-12 2 10 0,-2 0 6 0,5-10 16 16,-17 8 8-16,-6 0 16 0,6-1 7 0,6-9 9 16,-33 15 52-16,12-11-3 0,-3 6 35 0,11-11-11 15,-31 8 105-15,11-10 10 0,7-1 20 0,16-7-51 16,-14 0 93-16,-2-2 30 0,10-5-20 0,9-8-83 15,17 4-78-15,-8-9-1 0,-2-8-23 0,11 4-61 16,9-3-33-16,1-8-5 0,-1-2 0 0,6-11 0 16,6 10 0-16,0-9 0 0,3-5 0 0,0-3 0 0,3-4 0 15,-3-2 0-15,3 3 0 0,-6-6 0 0,3 7 0 16,-3-11 0-16,-3 4 0 0,-2-1 0 0,-2 20 0 16,-7-24 0-16,0 13 0 0,2 6 0 0,-6 1 0 15,1 12 0-15,-10 0 0 0,4-1 0 0,4 6 0 0,8 7 0 16,-13-1 0-16,19 9 0 0,-7-7 0 0,15 13 0 15,-9-8 0-15,6 6 0 0,3 2 0 16,0 0 0-16,0 0 0 0,3 7 0 0,4 4 0 0,-2 2 0 16,7 5 0-16,3-1 0 0,9 6 0 0,-14-6 0 15,12 1 0-15,0 1 0 0,0-1 0 0,-2 0 0 16,1 6 0-16,3 0 0 0,-4-3 0 0,7 13 0 16,-13-15 0-16,4 10 0 0,-1 0 0 0,-2-3 0 15,-3 4 0-15,0 4 0 0,0 1 0 0,0 4 0 16,2-10 0-16,1 17 0 0,0-7 0 0,2 3 0 15,-5-13 0-15,5 25 0 0,2-14 0 0,-1 2-4 0,-6-11-3 16,-2 8-8-16,5 5-2 0,-6-11 1 0,-2-6 0 16,-2 5-20-16,-2 5-16 0,0-10 9 0,-3 4-1 15,-3-12 12-15,-2 5-16 0,-5-4 9 0,5-11 17 0,-14 6 12 16,-3 1 4-16,-5-5 18 0,0-6 15 16,10-5 7-16,-17 3 21 0,-3-6 15 0,-4 3-1 0,11-8-25 15,-11-2 2-15,0-4-13 0,-15-7-18 0,24 3-13 16,-7-4-2-16,0-4 0 0,-7-1 0 0,14 3 0 15,-7 4 0-15,0-4 0 0,5-2 0 0,4 4 0 16,11 6 0-16,-1-3 0 0,8 4 0 0,3 4 0 0,1-2 0 16,8 3 0-16,-3 2-7 0,6-6-135 15,2 4-74-15,2 2-228 0,13-8-205 0,-8 11-288 0,3-1 81 16,0 1-497-16,9 3 124 0,-7-1-689 0</inkml:trace>
  <inkml:trace contextRef="#ctx0" brushRef="#br0" timeOffset="42091.63">7754 13618 567 0,'-17'-20'2257'0,"-4"2"-1533"0,9 3 0 0,6 9-209 15,-6-10-442-15,7 9-62 0,-2-4-15 0,7 11-7 0,0 0 3 16,0 0-3-16,0 0 5 0,7 21 0 0,-4-13 4 16,17 18 5-16,-3 3 4 0,7 4 5 0,-7-13 1 15,7 17 9-15,3 0 0 0,0 3 2 0,0 0 1 16,-1 3 1-16,0-1-1 0,-2 0-9 0,-7-7-6 15,16 15 5-15,-15-8-7 0,2 2-6 0,1 4-10 16,-9-15-15-16,3 9-136 0,-1 6-280 0,-6-15-113 16,-1-11 17-16,1 2-211 0,-1-4 6 0,-7-9-761 0</inkml:trace>
  <inkml:trace contextRef="#ctx0" brushRef="#br0" timeOffset="42407.78">7430 13760 1391 0,'-24'-21'1691'0,"-8"-6"-875"0,11 3 20 0,-2 9-198 0,2 2-482 15,4 2-99-15,7 8-6 0,0 1-6 0,10 2-26 16,-7-2-14-16,2-1-9 0,5 6-3 0,5 4 3 16,7 6-1-16,8 11 8 0,7 2 8 0,-3 1 7 15,-4-3-7-15,6 5 4 0,1 8 2 0,9 8-3 0,-13-16-8 16,1 8 2-16,-3 1-3 0,2-1 7 0,-6-4-2 15,2 5 0-15,-11-1 3 0,-2 2-4 0,0-12-6 16,-4 10 2-16,-4 5-7 0,-6-5-2 0,1-10 0 16,-5 5-2-16,-8 2 5 0,-9 0 4 0,10-12-1 15,-10 7 3-15,-6-8-2 0,6 0-9 0,-15-2-43 16,17-9-21-16,-2 0-50 0,-5-4-58 0,2-9-92 16,8 0-73-16,-8-7-220 0,5-4 14 0,5-6-48 0,3 4 95 15,2-10-157-15,2-6-7 0,6-3 174 16,3 6 31-16</inkml:trace>
  <inkml:trace contextRef="#ctx0" brushRef="#br0" timeOffset="42611.24">7159 13962 119 0,'11'5'2029'0,"-7"-3"-1383"16,-4-2 101-16,0 0 74 0,6 6-320 0,3-1-319 15,3-3-28-15,-7 1-34 0,10 3 13 0,9-1 1 16,-1 3 3-16,3-3-8 0,1-3-33 0,-3 4-44 15,17 1 15-15,-3 2-32 0,-5-4-2 0,2 5-11 16,-11 1-11-16,10 0 0 0,0 0-5 0,-8 2-1 16,-8-6-3-16,4 10-4 0,0-1-5 0,2 5-58 0,-14-11-46 15,2 9-229-15,-2-3-288 0,-8-12-254 0,1 10 197 16,-3-4-538-16,0-7-903 0</inkml:trace>
  <inkml:trace contextRef="#ctx0" brushRef="#br0" timeOffset="42877.53">7018 13541 193 0,'-19'-11'2552'16,"-1"-5"-881"-16,-1 6-593 0,1 5 183 0,8-1-855 15,0 6-343-15,-3-5-45 0,10 5-21 0,-7-2-47 16,12 2-6-16,-3 0-28 0,-11 0-16 0,14 0 5 0,0 0 30 15,0 0-42-15,0 0 35 0,8 15 22 16,-4-12 20-16,1 10 5 0,-2-2 4 0,3-1 4 0,-3-2 9 16,0 8 5-16,-3-8 3 0,0 5 0 0,-3-2 0 15,-4 13-8-15,2 0-11 0,-4-4-43 0,1-1-38 16,-2-3-60-16,-2 8-255 0,-5-6-272 0,-10 6-465 16,10-13 449-16,-4 4-274 0,1 1-1077 0</inkml:trace>
  <inkml:trace contextRef="#ctx0" brushRef="#br0" timeOffset="43274.53">6723 14501 302 0,'0'21'562'0,"0"-12"-324"16,-2 14 121-16,2-17 72 0,0 14-16 0,-4-12-75 15,-2 3-23-15,0 2 9 0,-2-4 55 0,1-4 0 16,-8 3-34-16,5-6 86 0,-5 1-41 0,-6-8 18 0,11 1-74 16,-19-9 111-16,6 0 77 0,2-3-185 0,4 3-118 15,-3-5 32-15,-7-8-6 0,3 2-136 0,12 5-84 16,-8-8-8-16,8 3-3 0,0-5-4 0,6 11-9 16,2-3-1-16,4 12-2 0,7-11 0 0,-4 9 0 15,2 3 0-15,10-2 0 0,1 7 0 0,9 6 0 16,-6 0 0-16,4 4 0 0,1 1 0 0,14 14 0 0,-18-7 0 15,7 3 0-15,2 6 0 0,3 9 0 16,-13-13 0-16,4 7 0 0,1 3 0 0,-7 6 0 0,-2 1 0 16,-3 0 0-16,-6 3 0 0,-3 3 0 0,-6-1 0 15,-3 5 0-15,0-2 0 0,0-8 0 0,-6-5-3 16,-3 13-33-16,-2-14-57 0,2-4-67 0,-5-3-110 16,1-5-228-16,-3-3-124 0,-5-3-253 0,6-2-200 15,1-7 237-15,-4-1-216 0,-8-8-712 0</inkml:trace>
  <inkml:trace contextRef="#ctx0" brushRef="#br0" timeOffset="44090.31">6046 14184 1247 0,'-22'-16'1917'0,"17"13"-1316"16,-12-4 214-16,-2 1-343 0,11 6-277 15,-11 0-56-15,5 0-43 0,6 0-27 0,-7 6-44 0,3 1-14 16,-5 6 3-16,-2 13-8 0,2-9-8 0,2 6-4 16,7-6 3-16,-4 12 1 0,3-3-4 0,3 3-2 15,-1-10 1-15,7 10 3 0,0-3 4 0,3-2 0 0,1-13 0 16,-1-1 10-16,5 4 2 0,1-1 4 0,-2-13-9 16,4 7 1-16,3-4 0 0,-4-3-2 0,7 3-6 15,2-6 2-15,-11 0 5 0,9-1-3 0,-5-2-2 16,0-4 4-16,0-1 0 0,-3-6-1 0,-6 13-4 15,-3-18-2-15,0 2 5 0,-3-2 8 0,-6 0 2 16,-3 7-2-16,-8-9 24 0,-1 1 18 0,-6 4 1 16,10 3 3-16,-10 5 29 0,-2 1 23 0,-4-4 57 0,16 10-68 15,-10-2 40-15,3-2 21 0,-5 2 11 0,12 6-80 16,-5-2 20-16,2 4-14 0,11 4-10 0,-11-1-28 16,5 4-21-16,3 1-7 0,0-2-4 0,0 7-26 15,3-4-56-15,4 0 32 0,-1 13 19 0,6-6 1 16,0 1 1-16,3-1 0 0,9 1 22 0,-1-1 30 15,1-5-40-15,9 3-11 0,-4 1 2 0,7-4-4 16,-6-3-8-16,6 11-20 0,-7-5 2 0,-2 1-11 0,-10-13-4 16,10 12-25-16,-9-3 3 0,0-4 18 0,-6 4 21 15,0-6-6-15,-3 7 10 0,-6-4 25 0,3-4 2 16,-15 10 6-16,-2-3 10 0,-6 0 30 0,2-5 24 16,1 0-8-16,-18 0 97 0,2-3-4 0,-2-5 13 15,6 0-48-15,-9 0 11 0,-24-5-2 0,18-1-56 0,14-1-47 16,-19-4-13-16,-1-2-17 0,8-3 0 0,16 3 0 15,-15-3 0-15,15 0 0 0,8 5 0 0,10 1 0 16,-4-1 0-16,13 5 0 0,-4-1 0 0,12 7 0 16,-12-13 0-16,12 13 0 0,-3 0 0 0,3 0 0 15,8-6 0-15,-1 6 0 0,7 0 0 0,-2 4 0 16,-4-2 0-16,16 3 0 0,-9-3 0 0,9 7-2 0,-9-5-24 16,-1 2-35-16,1-3-27 0,5 2-14 15,-11 1-8-15,3 1-11 0,-12-7 0 0,8 8 31 0,-8-8 38 16,0 0 5-16,0 0 23 0,0 0 7 0,-17-8 14 15,2 3 4-15,1-3-1 0,-10-2-3 16,4 2-2-16,-2-3-18 0,0 0-83 0,-2 1-63 0,4-3-43 16,-2 2 39-16,5 1-39 0,0-4-8 0,10 8 27 15,-1-9 84-15,-4 2 43 0,12 8 14 0,-7-1 8 16,5-1 17-16,2 7-33 0,0 0 11 0,0-3 0 0,6-5 11 16,-3 8-19-16,-3 0 17 0,0 0 15 0,0 0 25 15,15 0 1-15,-15 0 14 0,0 0 2 0,0 0-5 16,12 5 4-16,-10-5 1 0,-4 0-6 0,4 0-7 15,-2 0-22-15,0 0-12 0,12 3-27 0,-9 0-80 16,-3-3-69-16,0 0-208 0,3-3-106 0,6 0-230 16,-9 3 192-16,8-14-204 0,-4 10 84 0,-1-1 129 0,-3-10-164 15</inkml:trace>
  <inkml:trace contextRef="#ctx0" brushRef="#br0" timeOffset="44409.43">5468 15205 1956 0,'12'24'1076'0,"-9"-17"-454"15,9 10 258-15,-10-14-283 0,8 7 137 0,-10-10-273 16,2 0 96-16,4-3-122 0,0-2-59 0,-6 3-122 16,15-12-72-16,-7-2-127 0,-1 6-49 0,5-3-6 15,-2-4 0-15,0 1 0 0,-5 6 0 0,2 0 0 16,5-1 0-16,-7 5 0 0,0-1 0 0,7-1 0 16,-5 5 0-16,10-3-30 0,7 4-64 0,-13-3-131 0,10-1-59 15,-9 6-325-15,8-2-386 0,-5-3-145 0,-8 2 256 16,10-3-236-16,-8 2-615 0</inkml:trace>
  <inkml:trace contextRef="#ctx0" brushRef="#br0" timeOffset="45139.5">3823 13626 85 0,'4'-11'1439'0,"-4"-6"-878"16,0 17-195-16,-12-13 232 0,6 6-325 0,0 1-236 16,-6-4 22-16,3 4 79 0,1 2 31 0,-4-2 20 15,6 6-41-15,-3 0 44 0,-6 8 2 0,6 0-44 0,-6 6-77 16,1 1-7-16,2 7-3 0,1 11 22 0,-1-11-31 16,3 12 20-16,3 6-12 0,0 7 8 0,3-7-14 15,-2 10 13-15,1 3-4 0,1 3-1 0,3 4 1 16,-3-1 37-16,3 10 24 0,6 5 0 0,-2-3 0 15,4-8-16-15,4 27 37 0,-3-13-24 0,11-2-43 16,-8-27-29-16,15 25 19 0,2-17-22 0,1-5-2 16,-9-23-14-16,16 10 13 0,2-5 0 0,0-3-9 0,-10-12-9 15,8 0 5-15,14 4 0 0,-7-9-24 0,-8-5-39 16,8-3-25-16,5-2-33 0,-1 0-190 0,-21-9-63 16,8 1-399-16,-3-1-243 0,-6-3 17 0,-2-4-308 15,-6 2-709-15</inkml:trace>
  <inkml:trace contextRef="#ctx0" brushRef="#br0" timeOffset="47265.8">2857 14332 2066 0,'-2'-8'1348'0,"-1"-8"-383"16,-4 6-172-16,2-7 308 0,-2 8-623 0,-1-2-100 15,8 7-117-15,-4-3 108 0,2-4-143 0,2 11-100 0,-3-2-61 16,0-7-50-16,3 9-15 0,0 0 0 0,0 0 0 16,0 0 0-16,0 0 0 0,-2 0 0 0,2 0 0 15,2 0 0-15,-4 0 0 0,4 0 0 0,4 9 0 16,0-2 0-16,5 1 0 0,1-3 0 0,0 1-40 16,3 3-178-16,-6-7-379 0,3 5-439 0,-1-1-329 15,-7-3 303-15,-4-3-1254 0</inkml:trace>
  <inkml:trace contextRef="#ctx0" brushRef="#br0" timeOffset="48190.32">12130 15581 1288 0,'-44'8'1848'15,"11"-3"-1177"-15,-9 0 223 0,5-2-127 0,-2 2-360 16,15-2-295-16,1-1-77 0,-1 4-44 0,10-1-11 0,4-3 7 16,2-2-7-16,4 6 9 0,-4 5-13 0,8-6 10 15,3 6 11-15,9-1-1 0,5 4 2 0,5-1 12 16,3 5 9-16,8-3 2 0,9 5 1 0,5-2-3 15,-6-5-6-15,30 13 6 0,-1-9-17 0,13-7-6 16,-19-2 2-16,60 3-3 0,-17-6 7 0,10-3 4 16,-19-2-3-16,36 0 0 0,17-7 2 0,2 1-3 0,-40 1-2 15,33-3-3-15,8-2-2 0,46-3 0 0,-74 0 5 16,57-7 2-16,12-1 8 0,12-2 23 0,54-7 25 16,-93 12-20-16,56-6 14 0,9 6-1 0,0 5-9 15,-1 2-10-15,4 5-28 0,6 6-7 0,6 0-2 16,-33 4-3-16,58-2-12 0,-22 0-79 0,0-2-61 15,-66 3-35-15,113-3-409 0,-65 2-133 0,-13-2-190 16,-60 0 235-16,48-7-224 0</inkml:trace>
  <inkml:trace contextRef="#ctx0" brushRef="#br0" timeOffset="71340.69">22400 7014 1 0,'-12'5'0'15,"12"-3"0"-15</inkml:trace>
  <inkml:trace contextRef="#ctx0" brushRef="#br0" timeOffset="73134.89">21991 6463 554 0,'0'0'355'0,"0"-13"-33"16,0 11-33-16,0 4-43 0,0-2-121 0,0-2-28 0,0 4-46 15,0-2-23-15,0 0-14 0,0 0-3 0,0 0-23 16,0-2-1-16,0 2 5 0,0 2-2 0,0 11 5 15,0-4 11-15,0 0 3 0,0 2 7 0,2 0 14 16,-2 10 8-16,4-13-9 0,-1 0 10 0,0 10 3 16,-1-7-2-16,5 0 16 0,-2 2-20 0,-2-5 30 15,1-3-1-15,1 13 57 0,-2-7-46 0,0 0 26 0,3 10-7 16,0-8-13-16,3 8-30 0,-4-2 4 0,2 1-43 16,1 0-4-16,-1-2-6 0,1 6-9 0,1-5 9 15,-4 1 9-15,5-3-10 0,-1 6-1 0,-4-4 19 16,1-1 11-16,0-2-8 0,0 5 0 0,3 6-2 15,-4-8 7-15,2 1-4 0,-4-7-15 0,2 9-2 16,-1-11 3-16,4 18-2 0,-5-16-1 0,3 5 4 16,0 6-14-16,-3-5 2 0,-3-6 3 0,6 3 0 0,-3-3 0 15,-3 0-3-15,0 3 2 0,3-5 25 0,-3-7 13 16,0 2 3-16,0 10 11 0,0-5 2 0,0-9 5 16,-3 9-1-16,3 0-24 0,-12 2 8 0,9-8-16 15,-6 1-7-15,1 1-2 0,-2-1-3 0,5-1 0 16,-2-5-5-16,-5 11-2 0,12-11-3 0,-14 13 1 15,11-11-1-15,-5 7 2 0,-1-5-6 0,-1 5 0 0,5-7-1 16,2 1 1-16,-9 5 0 0,3-6 2 0,1 3 0 16,-4 4 2-16,5-9-2 0,-3 2 1 0,-9 4-6 15,4-1-39-15,13-5 14 0,-16 5-10 0,9-2-4 16,-3 2-3-16,-3 0 34 0,1-2 19 0,2 0 22 16,-8-1 1-16,2 3 14 0,4 1-14 0,4-6 3 15,-10 5-27-15,-1 1 0 0,12-6-4 0,-21 5-1 0,8-5-7 16,0 0-1-16,8 2 0 0,-13-2 2 0,10 2 0 15,-10-2-1-15,22 0 3 0,-19 0 1 0,-3 4-22 16,19-2-11-16,-11 1 3 0,11-3-8 0,-6-3 20 16,-8 3 14-16,17-2 6 0,-10-2 18 0,-2-3 19 15,1 5 8-15,5-4-19 0,-1 3-21 0,3 1-1 16,-3 0-3-16,-3-4-1 0,12 3-2 0,-9 1-1 16,12-1 4-16,-14-5 3 0,8 6-2 0,-3-4 2 0,-3 1-3 15,7 0 1-15,-1-1-2 0,2 4-5 0,-10-7-2 16,14 9-5-16,-12-9 3 0,4 0-6 0,1 3 0 15,-1-1 3-15,1 7 2 0,2-8-8 0,-12 0 8 16,7 2 0-16,-2 2 11 0,-2-2 5 0,-1 3 3 16,0 1 5-16,-2-7-1 0,14 9-11 0,-11-2-4 15,10 0-8-15,-11-3-5 0,15 5 4 0,-12-9-4 16,12 9 0-16,-8-8 11 0,5 6 7 0,3 2-3 0,-6-8-2 16,0-2 3-16,0 1 4 0,6 9 11 0,-3-15 11 15,0 6 5-15,1-2 9 0,-5-2 4 0,7 8 14 16,-3-5 1-16,1 2-22 0,-4-2 12 0,0-1-20 15,0-2-1-15,6 4-2 0,-6-15-15 0,3 6 0 16,3 13 5-16,-3-14 2 0,3 8-4 0,3-4 9 16,-3 2-9-16,3 2-1 0,-3 6-9 0,2-6-5 0,5-4-7 15,-4 6 1-15,-1-2 1 0,2 4-1 0,-1-6 0 16,2-3 0-16,-2 6 5 0,-3 1 3 0,7-6-2 16,-2 1 1-16,-5 8 0 0,7-9 0 0,-2 4 1 15,-2 1 3-15,3-6 13 0,-3 2-4 0,0 4 5 16,-1-8-2-16,1 4 6 0,-3 6-8 0,4-10 1 15,-1 7-10-15,-3-2-2 0,2-3 0 0,-2 3-1 0,-2 2-1 16,7-4-5-16,-5 9-1 0,9-10-2 0,-3 1-2 16,0 4-5-16,0 0 1 0,6-7-4 0,0 7 2 15,-7 0 10-15,10-2-3 0,-9 6-3 0,9-6 6 16,2 0 2-16,-11 4-9 0,3 1 2 0,0-5-10 16,-1 5 11-16,-4 0 5 0,2-3-1 0,-4 9 2 15,5-3 8-15,1-8 1 0,-5 4-5 0,1 9-2 16,1-13-1-16,-2 11 2 0,-1-7 0 0,8 5 2 0,-10-2 0 15,12-2-2-15,-12 6 0 0,17-9-2 0,-10 5-2 16,1 1-1-16,1-1 2 0,-1 4-2 0,4 0 1 16,0-1 0-16,-12 3-2 0,9 0-1 0,-1-2-4 15,2 2 1-15,-1 0 4 0,-9 0 0 0,23 0 5 16,-11-4 3-16,-10 4 1 0,2 0 1 0,14 0 0 16,-3 0-1-16,-7-2-8 0,1 2-1 0,3-5 1 0,0 5 5 15,-4-6-5-15,4 4-3 0,-3 2-5 0,6-5-8 16,5 5-14-16,-11 0 1 0,9 0-7 0,3 0 6 15,2 5 18-15,-2 1 14 0,-16-4 24 0,17 0 13 16,-10 3 0-16,2 1 8 0,6-3-14 0,-8-1-15 16,0-2-14-16,11 2-8 0,-11 2-11 0,-3-2 3 15,11-2 1-15,-10 5 4 0,-1-2 7 0,2 3 6 0,-2-2 3 16,0 0 1-16,2 3-4 0,-4-1-1 0,5 1-7 16,-4 7 0-16,-8-8 1 0,9 7 3 15,-4 2-1-15,2-4-7 0,-2-1 9 0,5 1 9 0,-5-3-4 16,2 5-7-16,1-2-9 0,-4-9 17 0,6 9 10 15,-10-8 0-15,12 10-7 0,-12-13 3 0,3 8 3 16,1-5 1-16,-4-3-20 0,0 0-10 0,5 13-5 0,-2-13 1 16,-3 0 1-16,0 2 3 0,0 9-2 0,0-11 0 15,-3 0-13-15,-2 11-13 0,5-9-85 0,0-2-29 16,-7 3-105-16,2-1-3 0,5-2-148 0,-7 6-319 16,-1-1 134-16,-4-5 171 0,7 2-247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400" units="cm"/>
          <inkml:channel name="Y" type="integer" max="15875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2208.69556" units="1/cm"/>
          <inkml:channelProperty channel="Y" name="resolution" value="2204.86108" units="1/cm"/>
          <inkml:channelProperty channel="F" name="resolution" value="0.00114" units="1/dev"/>
          <inkml:channelProperty channel="T" name="resolution" value="1" units="1/dev"/>
        </inkml:channelProperties>
      </inkml:inkSource>
      <inkml:timestamp xml:id="ts0" timeString="2026-03-01T14:09:08.48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29406 1891 1362 0,'-2'-29'1994'16,"-1"13"-1046"-16,0-2-113 0,1 13-465 0,-2-17-107 16,-2-2 40-16,4 17-46 0,-5-6-23 0,4 0 104 15,-2-11 54-15,2 10-51 0,-1-2-173 0,2 8 7 16,2-11-50-16,-3 1-62 0,0 13-44 0,3-14-15 15,-2 11-4-15,2-2 0 0,-7-3 0 0,7 13 0 0,-9-11 0 16,9 11 0-16,0 0 0 0,0 0 0 0,0 0 0 16,0 0 0-16,0 0 0 0,4 16 0 0,-2-3 0 15,-2 19 0-15,3 0 0 0,-3-8 0 0,3 7 0 16,3 12 0-16,2-9 0 0,2-10 0 0,4 10 0 16,6 4 0-16,2 6 0 0,-5-18 0 0,10 14 0 15,-1 2 0-15,1-1 0 0,-12-15 0 0,9 10 0 0,1-3 0 16,-1 6 0-16,-12-15 0 0,3 5 0 0,-1 0 0 15,-2 3 0-15,-6-14 0 0,-4 6 0 0,-2-2 0 16,-5 7 0-16,-4-8 0 0,1-8 0 0,-10 3 0 16,0 2 0-16,-14-1 0 0,8-12 0 0,-8 5 0 15,-7-7 0-15,2 2 0 0,10-5 0 0,-6-3 0 16,3-2 0-16,-4-8 0 0,12 2 0 0,2-2 0 0,-1-2 0 16,6-5 0-16,1 7 0 0,6 2 0 15,-2-7 0-15,5 14 0 0,2-7 0 0,-1 8 0 0,2-11 0 16,2 14 0-16,0 0 0 0,0 0 0 15,0 0 0-15,12-2 0 0,-10 2 0 0,8 6 0 0,-2 1 0 16,1 12 0-16,-4-8 0 0,-1-4 0 0,-4 22 0 16,0-5 0-16,-6 2 0 0,-6-7 0 0,-6 8 0 15,-2 2 0-15,-6-8 0 0,2-3 0 0,-23 9 0 0,8-8 0 16,4-4 0-16,9-4 0 0,-18 7 0 0,2-2 0 16,13-5-66-16,8-3-168 0,-6-6-343 0,4 7-417 15,9-9-523-15,-10-6 303 0,17 3-808 0</inkml:trace>
  <inkml:trace contextRef="#ctx0" brushRef="#br0" timeOffset="202.44">28223 3090 844 0,'-9'7'3388'0,"-11"6"-2082"0,20-9-291 0,0-4-67 16,-4 0-675-16,4 10-236 0,0-7-23 0,0-3-5 15,18 0 13-15,-3-3 14 0,8-2 25 0,1 0-6 16,2-3-4-16,6-1 3 0,-7 2-18 0,-3-4-8 0,9 3-45 16,-11 3-158-16,-8 0-290 0,8-3-33 0,-1-1-432 15,-9 2-203-15,2-1-78 0,-2-3 328 0,-2-2-1011 16</inkml:trace>
  <inkml:trace contextRef="#ctx0" brushRef="#br0" timeOffset="765.95">28036 2375 2837 0,'-8'-10'1439'0,"-4"-3"-336"15,7 5 0-15,-4-6-271 0,3 10-725 0,6 4-82 16,-9-14-19-16,9 11-1 0,0 3-3 0,0 0-1 16,0 0 1-16,0 0-7 0,0 0 3 0,-3 19 2 0,6-8 1 15,-3 12 1-15,0-4-2 0,3 2-1 0,-3 2 9 16,-3-1-1-16,0 4 1 0,-1-8-6 15,-4 4 3-15,2 2 1 0,-9 2-1 0,4-8-1 0,-7 1-3 16,-2 3-1-16,-2-6 3 0,0-1 4 0,-2-4 0 16,-3-9 2-16,0 1-1 0,10-3 0 0,-12-7 54 15,5 1 10-15,-3-5 15 0,12 4-17 0,-12-7 48 0,10 1-26 16,-3 0-11-16,5 2-52 0,-3-2-2 0,7-9-19 16,-1 4-8-16,0 3 0 0,7 2 0 0,1-2 0 15,-2 6 0-15,6-5 0 0,0 14 0 0,0 0 0 16,0 0 0-16,0 0 0 0,0 0 0 0,-2 0 0 15,-8 14 0-15,5 4 0 0,-2 1 0 0,-5 1 0 16,-2 4 0-16,-12 5 0 0,8-13 0 0,-12 8 0 0,-2 2 0 16,-6 0 0-16,11-9 0 0,-10 1 0 0,3 1 0 15,-10-1 0-15,18-9 0 0,-9-2 0 0,-4-1 0 16,-2-6 0-16,2 0 0 0,19-8 0 0,-9-6 0 16,-1 4 0-16,-6-8 0 0,22 4 0 0,-9-10 0 15,-1-2 0-15,-5-11 0 0,11 8 0 0,-3-11 0 16,4-5 0-16,-1-16 0 0,9 21 0 0,-3-18 0 15,7-3 0-15,1-18 0 0,1 31 0 0,0-20 0 16,-2 6 0-16,-4-8 0 0,6 17 0 0,-4 0 0 0,-3 10 0 16,-2-10 0-16,0 18 0 0,2 12 0 0,2 4 0 15,-6-1 0-15,10 14 0 0,-2-7 0 0,6 13 0 16,-2 0 0-16,-10-11 0 0,12 11 0 0,0 0 0 16,0 3 0-16,-3 11-16 0,3-1-64 0,5 7-177 15,2-1-204-15,1-1-279 0,1 2-139 0,11 0-468 16,2-7 148-16,0-2-225 0,0-6-240 0</inkml:trace>
  <inkml:trace contextRef="#ctx0" brushRef="#br0" timeOffset="920.52">27377 2052 2099 0,'6'13'2851'0,"-4"-9"-1795"0,-2-4 301 0,4 11-706 15,-1-9-543-15,-3-2-94 0,0 0-12 0,0 0-3 16,0 0-3-16,0 0-21 0,0 0-50 0,0 0-237 15,0 0-236-15,0 0-245 0,0 0-6 0,-7-2-397 16,-5-7-271-16,2 12-343 0</inkml:trace>
  <inkml:trace contextRef="#ctx0" brushRef="#br0" timeOffset="1224.71">26057 2614 900 0,'-20'-6'3607'0,"-2"-4"-2090"0,10 10-607 0,2-6 97 0,-2 4-757 16,0-7-250-16,6 7 0 0,-3-3 0 0,-3-3 0 16,12 8 0-16,-9-11 0 0,9 11 0 0,-6-7 0 15,4 1 0-15,2 6-12 0,0-8-187 0,-3 0-264 16,3 6-243-16,0-9-324 0,0 11 126 0,0 0-309 16,0 0-277-16,-7-11-296 0</inkml:trace>
  <inkml:trace contextRef="#ctx0" brushRef="#br0" timeOffset="2603.02">13497 2375 1207 0,'0'-10'873'0,"-4"-9"-348"0,4 6 230 0,0-3 120 15,0-8-402-15,0 17-88 0,0-12-151 0,4 8 38 16,-1-7-66-16,-3-1-18 0,3 12-93 0,-3-7 7 16,0 14-19-16,5-13-3 0,-5 13-10 0,0 0-6 15,0 0-5-15,9-2-15 0,-3-2-30 0,-2 8 4 16,10 11-6-16,-8-1-5 0,0 1-1 0,2 7 1 15,2 11 3-15,-2 11 1 0,-2-13-4 0,-3 14-5 16,2 2 12-16,-1 6 1 0,-1 21 9 0,0-28-11 0,-3 12 4 16,0 3-1-16,-3-6-3 0,0-9-5 0,3 33-7 15,-4-26 6-15,8-3-1 0,-4-13-1 0,3 8 4 16,0 10 2-16,6-20-1 0,-6-17 0 0,-1 6-5 16,5-5-1-16,1-4-1 0,-5-12-1 0,1 3 11 15,4 3 8-15,-8-11 8 0,0 4-1 0,6-6 11 16,0-1-4-16,-4-19-4 0,1 7-17 0,1-19 4 0,-1 4-12 15,-1-6 7-15,-2-6 4 0,0 4 2 0,-2-12 31 16,-1 6 31-16,-1-2 5 0,1 8-19 0,-5-26 44 16,2 20-18-16,0-5 15 0,0 12-43 0,0-20 19 15,1 4-2-15,-2 13-19 0,5 9-19 0,2-2 4 16,-3-4-14-16,3 15-20 0,0 11-13 0,3-1-1 16,-3 5 0-16,2-8 0 0,-2 17 0 0,12-10 0 0,-9 10 0 15,9 0 0-15,3 5 0 0,5 8 0 0,1 1 0 16,6 1 0-16,11 18 0 0,-15-9 0 0,9 7 0 15,4 6 0-15,-7 0 0 0,3 3 0 0,4 2 0 16,-4-7 0-16,1-4 0 0,-3-2 0 0,8 11 0 16,-5-11 0-16,-1 2 0 0,-8-7 0 0,11 14 0 15,-9-10 0-15,-2-1 0 0,-4-8 0 0,16 1 0 0,-4 0 0 16,-2-13 0-16,-4 4 0 0,-8-5 0 0,11-2 0 16,-20-4 0-16,14 0 0 0,-11-4 0 0,12-16 0 15,-9 2 0-15,-1-3 0 0,-4 3 0 0,2-17 0 16,-7 4 0-16,0-10 0 0,-5 12 0 0,4-10 0 15,-4-19 0-15,0 10 0 0,-4 6 0 0,2-6 0 16,-6-13 0-16,-2 14 0 0,1 12 0 0,-3-4 0 0,1-1 0 16,-7 0 0-16,10 19 0 0,-4-1 0 0,0 4 0 15,9 7 0-15,-6 4-10 0,9 7-61 0,-8-11-196 16,8 11-345-16,0 0-308 0,0 0 188 0,-4 8-470 16,1 0-2-16,6 10-219 0,1-10-205 0</inkml:trace>
  <inkml:trace contextRef="#ctx0" brushRef="#br0" timeOffset="2945.11">14870 3068 1051 0,'-7'-2'1617'0,"2"2"-1132"0,-10-2 162 15,-6 6-226-15,13-1-299 0,-7 8-109 0,-2 2-6 16,-2 6 13-16,11-3 17 0,2-3-4 0,-2 8 28 16,1 2 29-16,4-4-5 0,3-8-17 0,0 7 34 15,0-5 18-15,12 9 30 0,-9-17-58 0,9 8 27 16,5-2 26-16,5 0-7 0,-2-9-8 0,-11-2-4 0,18 0 27 16,-5 0 35-16,-7-2-29 0,9-12 135 0,-9 4-21 15,-1-4 13-15,-2-1-17 0,0-2-32 0,-6-3-52 16,-4 6-48-16,-2-1-55 0,-2-4-55 0,-8-3-28 15,5 4-28-15,-10 0-63 0,1 7-7 0,-13-2-137 16,7 2-60-16,-4 3-71 0,7 3 27 0,-7 3-217 16,-6 2-309-16,18 2 3 0,0-2 137 0,0 0-192 0,-8 2 81 15,20 1-372-15</inkml:trace>
  <inkml:trace contextRef="#ctx0" brushRef="#br0" timeOffset="3191.45">15594 2754 1489 0,'10'-2'2143'16,"-5"2"-1094"-16,-5 0 1 0,0 0-461 0,0 0-93 15,0 0-288-15,-3 0-137 0,-14 0-58 0,-4 2-15 16,-9 9 6-16,6-6 0 0,4 3-5 0,-6-1-1 15,-4 4 0-15,6-3 5 0,7 0 1 0,2 0-8 0,0-3-64 16,3 1-26-16,-5-1-171 0,17-5-37 0,-9 0-329 16,1 2-357-16,8-2-161 0,0 0 406 0,0-2-284 15,0 4-719-15</inkml:trace>
  <inkml:trace contextRef="#ctx0" brushRef="#br0" timeOffset="3385.93">15721 2994 1442 0,'0'0'1846'0,"12"4"-717"16,-9-4 339-16,-3 0-624 0,0 0-390 0,-15-4-15 15,3 2-178-15,-20 2-104 0,12 0-126 0,-11 2-10 16,-6 2-10-16,-2-2-14 0,10 0-1 0,-12 1-11 16,11-1-30-16,-6-2-114 0,11 0-153 0,6-2-47 0,11-3-462 15,-11-11-459-15,14 3-52 0,2 0 490 16,6-11-1527-16</inkml:trace>
  <inkml:trace contextRef="#ctx0" brushRef="#br0" timeOffset="3883.6">17067 2232 408 0,'-11'8'3205'0,"11"-8"-2256"0,0 0 21 0,0 0-363 0,0 0-404 16,0 0-92-16,0 0-23 0,0 0-14 0,11 5 3 15,5-1 37-15,-8-4-4 0,9 0-24 0,7-6 27 16,3-5-4-16,2-2 6 0,-14 3-56 0,14-11-15 16,7-3-18-16,-1-14-2 0,-11 18-14 0,5-12 1 15,3 0 0-15,-2-5 22 0,-9 13 15 0,9-21 71 16,-6 9-19-16,-4-2-2 0,-8-1-2 0,0 2-9 0,-7 4-24 15,0 2-41-15,2 5-21 0,-4 2-1 0,-1 6 0 16,2 7 0-16,-1 0 0 0,-3-2 0 0,0 10 0 16,0 3 0-16,0 0 0 0,0 0 0 0,5 18 0 15,-5 9 0-15,0-1 0 0,0 1 0 0,0 16 0 16,0 10 0-16,0-7 0 0,3-6 0 0,4 13 0 16,-2 19 0-16,-2-19 0 0,3-8 0 0,-3-9-33 0,9 12-218 15,-7-2-388-15,5-9-305 0,-5-14 62 0,7 9-332 16,-3 2 1-16,-3-4-1233 0</inkml:trace>
  <inkml:trace contextRef="#ctx0" brushRef="#br0" timeOffset="4201.75">18390 2902 144 0,'3'0'2497'0,"-3"0"-1240"0,0 0-375 0,12-11 599 15,-12 11-554-15,0-3-428 0,-5-4-265 0,5 4-43 16,-12-5-144-16,2 2-17 0,-10-1-28 0,-6-1-2 16,-4 3 0-16,-8 3 0 0,6-2 0 0,-30 2 0 15,-15 2 0-15,3 0 0 0,9 0 0 0,-28 2 0 16,-29 2 0-16,22 0 0 0,27 1 0 0,-22 4 0 15,-8-1 0-15,9-3 0 0,14 0 0 0,21 1 0 16,-14-4 0-16,-7 0 0 0,24-4 0 0,18 2-6 16,-3-2-90-16,5-4-234 0,21 3-287 0,7-2 12 0,2-1-461 15,12-7-137-15,14 4 2 0,-2-2 379 0,20-2-1319 16</inkml:trace>
  <inkml:trace contextRef="#ctx0" brushRef="#br0" timeOffset="4549.82">18334 3589 656 0,'0'-2'2854'0,"-14"2"-1958"0,14 0-224 0,0 0 20 16,-12-7-463-16,1 3-177 0,2 2-48 0,-9-1 0 15,9 3 1-15,-20 0 12 0,2 5 31 0,3-1 33 0,-5 3 102 16,-3 4 112-16,-10 2 18 0,-5 2 0 0,-3-1-22 16,-4-1-23-16,-7-2-58 0,20-5-123 0,-27 1-66 15,9-1-21-15,12-4 0 0,11 1 0 0,-10 1 0 16,10 0 0-16,10 1 0 0,12-3-16 0,7 2-113 15,-2-4-204-15,9 0-206 0,0 0-19 0,0 0-369 16,6-15-154-16,4 11-52 0,-2-1 81 0,18-4 166 16,1 5-133-16</inkml:trace>
  <inkml:trace contextRef="#ctx0" brushRef="#br0" timeOffset="4763.25">17807 3685 1553 0,'12'11'968'0,"-4"0"-98"15,-1-2-77-15,5 8-160 0,-9-12-364 0,2 6-48 16,4 7 54-16,-3-5-97 0,6 3-57 0,0 0 20 15,2 8 20-15,-2-3-24 0,0 0-49 0,-4-3-8 16,4 12 33-16,3 4 32 0,-6-8-13 0,-3-4-23 0,3 9 47 16,-4 15 42-16,-2-13-71 0,-3-5-39 0,4 3 33 15,-8 6-1-15,1 5 9 0,3-15-78 0,-2 5-1 16,-4-5-7-16,0 10 1 0,6-17-30 0,-8 4-9 16,4 0-9-16,1-2-25 0,3-7-85 0,-3-4-153 15,3 5-212-15,-5-3-242 0,5-11 32 0,0 7-766 0,0-2 296 16,0-7-250-16</inkml:trace>
  <inkml:trace contextRef="#ctx0" brushRef="#br0" timeOffset="5104.34">18553 4351 2498 0,'3'-2'1593'0,"2"-9"-520"0,-5 11-267 0,-8-10 31 15,-1 7-496-15,-1 0-266 0,-7 1-62 0,14 2-15 0,-14 5-7 16,-4 6 4-16,9-5 0 0,4 3-15 0,-2 2-3 16,-4 11 2-16,2-9 29 0,9-5 2 0,3 21 22 15,3-13 11-15,-1-8 38 0,5 8-33 0,2-6 32 16,11 17 1-16,-5-14-20 0,0-6-24 0,6 2 0 15,11 1-3-15,-9-2-7 0,-2-8-11 0,6-3 6 16,-3-2 3-16,1-8 19 0,-6 7-14 0,-9-7 13 0,2-3 5 16,0 3 6-16,-5-11-17 0,-7 13-15 0,0 2-18 15,-7-18-52-15,-10 3-208 0,5 9-105 0,-12-4-203 16,-1 3-145-16,-6 0-201 0,2 6-174 0,-1-1-10 16,-2 2 125-16,-6 7 260 0,15 0-100 0</inkml:trace>
  <inkml:trace contextRef="#ctx0" brushRef="#br0" timeOffset="5917.16">19950 2482 1758 0,'0'-6'1236'0,"5"-5"-560"0,-2 11 245 15,-9-10-70-15,6 7-297 0,-9-5-356 0,1 0-62 16,-16 6-42-16,3 2-10 0,-5 0-15 0,0 2-25 0,-8 4 21 16,2-1 39-16,-6 3 6 0,8-3-32 0,-16 6 50 15,10-6-32-15,4 3-7 0,12-6-46 0,-10 1-28 16,16-1-17-16,-5-2-7 0,16 4-21 0,-2-8-117 15,-4 2-209-15,9-1-403 0,5-10-53 0,4 5-265 16,13-8-2-16,0 3-279 0,2 0-242 0</inkml:trace>
  <inkml:trace contextRef="#ctx0" brushRef="#br0" timeOffset="6129.6">20132 2680 2125 0,'-9'8'1246'0,"-15"8"-464"0,-5-6 52 0,11-7-600 16,-14 5-171-16,-1-3-32 0,1-3 19 0,5-2 17 0,-19 0 63 15,4 3 10-15,6-3 35 0,14-3-8 0,-22 1 108 16,5 0-35-16,10-7-65 0,11 4-63 0,-6-3-4 16,0 3-167-16,12-1-337 0,0-1-29 0,10-1-451 15,2 3-172-15,6-14 4 0,2 8-110 0</inkml:trace>
  <inkml:trace contextRef="#ctx0" brushRef="#br0" timeOffset="6651.2">21313 1970 504 0,'-8'9'2060'0,"4"-4"-1465"0,4-8 214 16,-3 8-43-16,3 6-239 0,0-11-303 0,0 0-44 15,0 0-29-15,0 0 52 0,3 6 69 0,6-1-67 16,3-10 85-16,6-1-2 0,8-7 72 0,-8 2-155 0,6-5 18 16,8-2-76-16,6-6-45 0,-6 3-56 0,-2-8-18 15,9 2-22-15,-5-5-6 0,8-4 0 0,-6-1 0 16,-2 2 0-16,0-5 0 0,-5 12 0 0,10-25 0 15,-14 13 0-15,-1-1 0 0,-9 8 0 0,11-18 0 16,-11 19 0-16,-6 3 0 0,2-2 0 0,-4 18 0 0,-2 0 0 16,-1 2 0-16,-1 0 0 0,-3 11 0 0,-3-11 0 15,3 9 0-15,0 2 0 0,-4 15 0 0,-1 7 0 16,-2 4 0-16,-1 9 0 0,-1-1 0 0,3 9 0 16,0-1 0-16,-2 6 0 0,-2-4 0 0,5-2 0 15,-2 4 0-15,7-2-7 0,-2-11-20 0,-1 20-126 16,6-14-173-16,-1-2-218 0,5-3-262 0,-4-12 2 15,6 12-693-15,2-7 343 0,1 2-624 0</inkml:trace>
  <inkml:trace contextRef="#ctx0" brushRef="#br0" timeOffset="7035.17">22542 2500 1310 0,'17'0'680'16,"-5"0"-134"-16,17 0 6 0,-17 0-76 0,3 0-395 15,-3 0-68-15,3 0 25 0,6 0 14 0,-10 0-1 0,-2-3 20 16,8 3 80-16,-7 0 75 0,-5 0-14 0,-5 0 122 15,0 0 14-15,0 0-32 0,0 0-85 0,0 0 28 16,-11 0-39-16,-19 0-30 0,12 3-87 0,-16-3 81 16,-10 2-6-16,-16 2 86 0,-2-2-39 0,9 0-57 15,-23 7 55-15,-9-2-41 0,-37 1-27 0,43-3-76 0,-33 1-28 16,-2 1-34-16,-28-1-12 0,53-3-5 0,-23-1 0 16,14 1 0-16,-10 3 0 0,50-6 0 0,-13 0 0 15,11 0 0-15,-1-9 0 0,34 4 0 0,-5-1 0 16,8-1 0-16,7-1 0 0,7 3-67 0,5-3-353 15,10-6-208-15,5 10-297 0,7-11 54 0,10 6-494 16,5-5 0-16,6 8-720 0</inkml:trace>
  <inkml:trace contextRef="#ctx0" brushRef="#br0" timeOffset="7933.77">22434 3169 276 0,'0'0'999'0,"8"0"-332"16,1 0 9-16,-9 3 37 0,0-3-31 0,0-3-238 16,0 6-121-16,0-3-28 0,-9-3-102 0,-3 1 55 15,-15 2-15-15,7-3-16 0,-4 6 13 0,4-3-75 16,-19-3 97-16,5 6-60 0,-2-3 26 0,3 2-38 16,-25 1 58-16,-2 3-28 0,8-4-48 0,13 3-55 0,-20-3 23 15,-9 4-32-15,15-3-62 0,24-3-20 0,-15 2-15 16,2-2-1-16,10 2 0 0,15-2 0 0,-4 0 0 15,11 0 0-15,-7 4-42 0,9-2-56 0,4-2-170 16,4 0-292-16,0 0-218 0,0 0-29 0,0 0-349 16,0 0-17-16,12-13 105 0,0 11-360 0</inkml:trace>
  <inkml:trace contextRef="#ctx0" brushRef="#br0" timeOffset="8164.17">21949 3224 728 0,'12'3'1210'0,"0"3"-643"0,-12-6-123 16,15 2 116-16,-10 1-204 0,-5-3-116 0,12 2-71 0,-5 2 56 16,-2-2 7-16,2 5 97 0,-2 2-113 0,-2-1 70 15,0-1-13-15,-3 12 65 0,4-8-121 0,-4-1 100 16,2 16-57-16,1-4-37 0,0 2-32 0,-3 2-40 16,2 5 0-16,-2-1-59 0,0-3-48 0,4 10 5 15,-4-8-12-15,3 2-10 0,0-9-15 0,-1 12-13 16,1-7-8-16,4-1-9 0,-2 1-21 0,2-7-12 15,1 2-190-15,-4-4-163 0,1 1-237 0,-2-8-54 16,-1-4-451-16,5-1-280 0,-4 1-564 0</inkml:trace>
  <inkml:trace contextRef="#ctx0" brushRef="#br0" timeOffset="10348.32">30915 6347 1500 0,'4'2'1007'0,"1"9"-302"0,-5-11-4 0,0 0-162 15,3 5-272-15,4 1-212 0,-7-4-42 0,0 9 13 16,0-11 17-16,0 16 30 0,0-16-3 0,-4 10 62 16,1-5 0-16,-2 6 11 0,-5-3-42 0,2-3 49 15,-18 11-26-15,7-8-22 0,-1 3-15 0,3-4-36 16,-13 2 45-16,4-1 4 0,2-3 9 0,4-3 3 15,-7 4 114-15,-2-3 29 0,5-6-7 0,9 3-72 0,0-3 95 16,6 0-79-16,-3-4-57 0,9 1-63 16,-2-5 12-16,2-7-47 0,3 5-7 0,0-9-17 0,3-2 0 15,5 2-12-15,1-2-1 0,3 8 0 0,8-8 0 16,-1 5 0-16,4 3 0 0,3 5 0 0,-4 7 0 16,7-5 0-16,-6 7 0 0,3-1 0 0,-2 6 0 15,6 5 0-15,-6 2 0 0,-4 3 0 0,1 6-1 16,-4-1 0-16,1 4 1 0,-6 7 0 0,-7-8 0 0,2 14 0 15,-5 1 0-15,-4-1 1 0,-1 0-1 0,-9 7-1 16,-9-5-1-16,-2 2-4 0,-1-10-2 0,-27 19-16 16,10-13-25-16,0-4-38 0,-9 4-96 0,12-11-72 15,-4 5-95-15,8-14-87 0,2 3-146 0,5-9 25 16,-17 2-519-16,11-7 131 0,3-4 46 0,6-2 264 0,-5-6-128 16,-3-2-178-16</inkml:trace>
  <inkml:trace contextRef="#ctx0" brushRef="#br0" timeOffset="11363.61">30096 6292 1277 0,'-23'-35'1836'0,"-1"4"-937"0,-14-2 221 0,15 15-578 16,-6-3-224-16,-5 7-238 0,-7 4-51 0,12 5 1 0,-3 2 38 16,0 0 15-16,-2 6 42 0,5 0 24 0,2 4 0 15,-5 4-2-15,5 8-22 0,5 4-26 0,-2 1-17 16,2 2-45-16,5 7-17 0,-3 4 3 0,16-17-28 15,-4 13-28-15,1-7-11 0,7 11-14 0,7-19 22 16,1 11-11-16,4-5 2 0,7 5 29 0,-11-18 20 16,9 2 12-16,2 0-4 0,-2-7 6 0,3 1 6 0,-11-7 19 15,21-2-1-15,-6-3 0 0,-7-3-19 0,-5 3 16 16,3-6-6-16,9-13-25 0,-9 8-20 0,-1-5-1 16,-6-6 0-16,4-4-9 0,-5 1 1 0,-7 4 9 15,0-5 5-15,0 4 17 0,-12-15 3 0,3 21 4 16,-3-3 11-16,0-5 13 0,-3 10 3 0,12 11-13 15,-9-5 8-15,0 5 2 0,7 3-22 0,5 5-13 16,-15 2 0-16,10 3-6 0,-10 6-8 0,3 5 9 16,3 8 4-16,-9 8-1 0,6-3-5 0,0-5 5 0,-2 11-4 15,-1 1-3-15,-5 7-20 0,11-20 12 0,-9 9 8 16,1-1 0-16,-2 4-4 0,-1-9 7 0,8-6 1 16,-8-2 6-16,-6 6-4 0,-1-14 0 0,8-2 1 15,-3 0-3-15,-8-3-6 0,4-8 0 0,8 3 3 0,-3-4 3 16,-6-10 1-16,5 1 20 0,10 0 11 0,-10-9 32 15,2-4 59-15,8 2-9 0,3 6-31 0,-2-8 25 16,-1-9-2-16,6 8-40 0,3 3-36 0,0 0-15 16,1-4-16-16,2 4 0 0,0 8 0 0,0 10 0 15,0-12 0-15,0 7 0 0,2 9 0 0,-2 2 0 16,0 0 0-16,-2 2 0 0,2 11 0 0,-4-2 0 16,-2 16-1-16,1-3-5 0,-7 2-2 0,0-8-26 0,-9 12-26 15,-5 4-18-15,2-4 15 0,0-8 13 0,-13 8-27 16,-11-1-10-16,6-5 60 0,8-8 11 0,-14 2-3 15,-4-5 32-15,4-7 55 0,1-4 14 0,15 1-20 16,-16-6 41-16,7 1-22 0,3-6-6 0,12 0-42 16,-10-8-24-16,13 2-9 0,2-4 0 0,6 3 0 15,0-9 0-15,10 0 0 0,-2-3 0 0,7 6 0 0,0-16 0 16,4 8 0-16,1 2 0 0,5 9 0 0,1-8 0 16,-2 7 0-16,6 3 0 0,-10 14 0 0,16-14 0 15,-6 5 0-15,-10 3 0 0,10 3 0 0,1-1 0 16,-13 4 0-16,5-1 0 0,1 3 0 0,-4-2 0 15,10 2 0-15,-15-2 0 0,7 2 0 0,1 0 0 16,-8 0 0-16,0 0 0 0,0 0 0 0,0 0 0 0,0 0 0 16,0 0 0-16,0 0 0 0,0 0 0 0,0 0 0 15,0 0 0-15,0 0 0 0,0 0 0 0,0 0 0 16,0 0 0-16,0 0 0 0,-11 4 0 0,11 1 0 16,0-5 0-16,0 0 0 0,0 13 0 0,-4-4 0 15,4-4 0-15,-3 11 0 0,-5-2 0 0,8-10 0 16,-6 18 0-16,-2-6 0 0,-2 10 0 0,8-15 0 15,-5 2 0-15,-10 13 0 0,-1-4 0 0,6-6 0 16,-5-1 0-16,-4 1 0 0,-12 8 0 0,12-11 0 16,-8 9 0-16,-6-7 0 0,-16-2 0 0,19-2 0 0,-14 0 0 15,-2-6 0-15,-11 3 0 0,6-11 0 0,13 3 0 16,-2 0 0-16,-11-5 0 0,17-6 0 0,7 0 0 16,-6-2 0-16,6-5 0 0,2-6 0 0,9 8 0 15,-6-8 0-15,3-7 0 0,10 1 0 0,7 10 0 16,-1-13 0-16,5-4 0 0,5 6 0 0,2 7 0 0,13-5 0 15,4-3 0-15,6 5 0 0,-10 9 0 0,13-6 0 16,14-2 0-16,-11 10 0 0,-11 3 0 0,11-4 0 16,-1 4-25-16,6 4-177 0,-2 0-188 0,-13 7 63 15,9-4-184-15,6 3-370 0,-2 3-24 0,-12 3 221 16,11-3-144-16,4 0 97 0,2-3-108 0,-10 1 257 16,15 0 102-16,-8-4-175 0</inkml:trace>
  <inkml:trace contextRef="#ctx0" brushRef="#br0" timeOffset="11739.59">29216 5936 2185 0,'0'0'3095'0,"0"0"-1730"0,0 0-455 0,0-2-314 15,0 4-556-15,0-2-40 0,0 0 0 0,0 0 0 16,0 0-5-16,0-2-19 0,0 4-79 0,-6-6-156 16,-3 1-205-16,2 3-365 0,-3 0-247 0,0 0 171 15,-10-3-285-15,-6 3-975 0</inkml:trace>
  <inkml:trace contextRef="#ctx0" brushRef="#br0" timeOffset="12134.54">26920 6294 507 0,'-20'-11'4000'0,"5"6"-2787"0,8 5-303 0,11 0 212 16,-13-10-683-16,6 10-439 0,3 0 0 0,0 0 0 16,0 0-13-16,0 0-73 0,-2-11-119 0,2 6-14 15,0 7-227-15,0-2-215 0,0-6-521 0,2-3 299 16,1 9-251-16,-6 0 40 0,-3-13-1050 0</inkml:trace>
  <inkml:trace contextRef="#ctx0" brushRef="#br0" timeOffset="13599.62">13214 6233 1505 0,'-12'-27'2047'0,"3"3"-1102"0,4 4-183 16,-5-2 152-16,8 14-571 0,-8-10-11 0,8 10-92 15,2 3 83-15,0 5-112 0,0 0-119 0,0 0-66 16,0 0-26-16,-10 11-39 0,8 9 4 0,2-1 8 15,-3 18-8-15,3 5-3 0,-3 11 8 0,-3-13 27 0,-2 19 22 16,-2-4 3-16,1-2-2 0,-2 2-1 0,-1 4-2 16,-2-2-7-16,-5-4-10 0,11-5-3 0,-4 13 0 15,0-8 4-15,4 0 1 0,1-5 2 0,5-4-2 16,2-4-1-16,2-5-1 0,1-14-1 0,-3-5-14 16,7-3-10-16,-5-6 3 0,-2-7 2 0,3-2 4 15,12-1-11-15,-3-12 9 0,-3-4 13 0,-4 1 0 0,5-20-3 16,-5-6-2-16,-2-4-3 0,1 6 3 0,-4-11 2 15,2-19 4-15,-2 17 7 0,0 12 2 0,-2-12 8 16,-5-11 36-16,2 7 14 0,-5 1 2 0,8 21-16 16,-5-13 17-16,2-8 28 0,2 12-12 0,0 18-39 15,-1-1 14-15,4-1-5 0,4 1-5 0,-4 13-19 16,3 12-6-16,0-10-12 0,-3 11-4 0,12-2-6 0,-7 3 0 16,14 4 0-16,3 11 0 0,0 0 0 0,0 9 0 15,5 4 0-15,2 8 0 0,5 6 0 16,-2 5 0-16,-3 6 0 0,6-1 0 0,1 8 0 0,-7-13 0 15,-2 6 0-15,5-5 0 0,4 5 0 0,-1-3 0 16,-2-4 0-16,-1-1 0 0,0-1 0 0,-5-10 0 16,9 13 0-16,-11-11 0 0,2-2 0 0,-9-8 0 15,8 3 0-15,-8-12 0 0,-3-4 0 0,-12-9 0 16,11 9 0-16,1-11 0 0,-6-8 0 0,-3 3 0 0,3-11 0 16,3-16 0-16,-7 1 0 0,1 7 0 0,3-18 0 15,-6 2 0-15,3-23 0 0,-3 10 0 0,0 12 0 16,-3-14 0-16,0-11 0 0,-6 13 0 0,0 13 0 15,0-10 0-15,-6 0 0 0,0-14 0 0,7 33 0 16,-4-9 0-16,-1 5 0 0,8 3 0 0,-1 19 0 16,3 6 0-16,0 7 0 0,0-11-1 0,0 6-10 0,0 7-65 15,3 3-93-15,-1 4-167 0,8 11-83 0,-1 8-359 16,-1-6-156-16,4 11-220 0,0-2 36 0,0-5 346 16,0 18-1537-16</inkml:trace>
  <inkml:trace contextRef="#ctx0" brushRef="#br0" timeOffset="13890.84">14236 6887 1021 0,'-24'7'1396'0,"10"1"-935"16,-4 1 158-16,-6 6-77 0,4-1-467 0,6-7-47 15,-8 10 2-15,5 1-1 0,0 6-14 0,7-9 14 0,5 4 36 16,-2 2 19-16,11-2 57 0,2-1 28 0,6-2 15 15,0-8 22-15,5 5-31 0,7-2-38 0,1-4 12 16,-1-3-64-16,8-2-12 0,2-4-10 0,-2-4-15 16,0-1 17-16,1-2 58 0,-1-4 54 0,-12 0 12 15,7-3 67-15,-6-3-12 0,-4 3 20 0,-11 3-77 16,0-11 44-16,-6 6-114 0,0 7-45 0,-6-2-32 16,-9-13-16-16,-2 10-54 0,-3 3-87 0,1 7-5 0,-4 1-118 15,-13-3-233-15,10 5-88 0,8 3 36 0,-2 0-397 16,11 0-97-16,-15 0 29 0,9 0-165 0,13 0-147 15</inkml:trace>
  <inkml:trace contextRef="#ctx0" brushRef="#br0" timeOffset="14176.08">15226 6788 550 0,'24'-4'2549'0,"-19"1"-1778"0,17-5 304 15,-14 5 30-15,-2 1-257 0,-6 2-499 0,0 0-77 16,0 0-48-16,8-8-44 0,-8 8-34 0,0 0-92 16,-14-5-7-16,6 5-31 0,-16-4-11 0,0 2-5 15,-3 2 0-15,-5 0 0 0,0 2 0 0,-4 2 0 16,-1-4 0-16,1 5 0 0,6-3 0 0,13 0 0 0,-19 2-13 15,13-2-127-15,2-2-171 0,16 3-60 16,-17-1-586-16,5 1-42 0,14-3-187 0,3 0 289 16,0 0-178-16,8 10-749 0</inkml:trace>
  <inkml:trace contextRef="#ctx0" brushRef="#br0" timeOffset="14377.54">15385 7016 119 0,'15'5'2066'0,"-15"-5"-973"0,12 6 29 16,-6-6 62-16,-6 0-207 0,0 0-346 0,0 0-231 16,0 0-54-16,-14-6-177 0,4 4-97 0,-14-3-61 15,-3-1-10-15,-2 1-1 0,0 5 0 0,2 0 0 16,-10 0 0-16,1-2 0 0,4 2 0 0,5-4-4 16,0 4-101-16,3-2-275 0,4-1-579 0,15 1 147 0,-16-4-395 15,9-1-6-15,9 4-343 0</inkml:trace>
  <inkml:trace contextRef="#ctx0" brushRef="#br0" timeOffset="14928.07">16823 6178 637 0,'0'10'2230'15,"0"-7"-1154"-15,0-3 7 0,0 0-155 0,0 0-603 16,0 0-32-16,3 0-124 0,9 0-10 0,-10 0-61 16,17-9 39-16,-8 5-10 0,15-7 31 0,-4 2-30 15,-2 2 12-15,4-4-9 0,2-2-7 0,1-5-19 0,-7-1-32 16,4-3-28-16,0-4-29 0,-9 6-9 0,7-20-5 15,-4 3-2-15,3 0 0 0,-4-3 0 0,-2 0 0 16,-3-2 0-16,3-1 0 0,-3 4 0 0,0 1 0 16,0 1 0-16,-7 4 0 0,4 6 0 0,-3 6 0 15,3-1 0-15,-6 15 0 0,-1-9 0 0,-2 16 0 16,0 0 0-16,10-11 0 0,-8 11 0 0,1 8 0 0,0 2 0 16,3 25 0-16,-3-4 0 0,0-4 0 0,-1 16 0 15,2 17 0-15,-4-4 0 0,3-11 0 0,0 14 0 16,-6 9 0-16,3 9 0 0,-3-11 0 0,-1-16 0 15,8 11-13-15,-4 10-117 0,3-12-157 0,0-19-82 16,2 4-409-16,4-9-301 0,6 4-429 0,-8-17 626 16,7 1-285-16,-3-4-705 0</inkml:trace>
  <inkml:trace contextRef="#ctx0" brushRef="#br0" timeOffset="15168.43">17958 6720 105 0,'0'0'1401'0,"-7"0"-358"15,-17 0-253-15,-5 2 283 0,2 3-352 0,7-1-368 16,-21-2 104-16,-15 1 66 0,0 1-142 0,15 0-111 16,-27 1 51-16,-3 1-78 0,-25 3-20 0,33 0-133 15,-10-1-5-15,-5-1-22 0,-7 2-14 0,38-4-49 16,-9-3 0-16,3 2 0 0,6-4 0 0,3 0 0 15,12-4 0-15,8 2-38 0,3-6-181 0,16 8-135 16,-10-13-784-16,15-6-75 0,9 3-1 0,2 3-217 0</inkml:trace>
  <inkml:trace contextRef="#ctx0" brushRef="#br0" timeOffset="15813.7">16944 7770 169 0,'-14'8'3219'0,"4"-5"-2291"0,-7 2 1 0,17-2-325 15,-9-3-293-15,1 0-228 0,8 0-64 0,0 0-19 0,-7-11-4 16,7 11-1-16,3-10 0 0,-3 5 3 0,4 1-1 16,6-5 1-16,2-2 3 0,3 0 3 0,-3 5 0 15,9-4 0-15,-1 0 1 0,0-1 3 0,2 6-3 16,-2-3-1-16,-6 5-6 0,17-5-2 0,-14 5 1 15,3 1-1-15,10 0-3 0,-12 2 5 0,-3 2 1 16,5 0 5-16,-15 1 4 0,19 5-4 0,-17-3-3 0,1 6-2 16,1 2 0-16,-6-5 1 0,0 2-2 0,-3 9-7 15,-3-8 8-15,-2 0-3 0,-10 7 4 0,8-10-1 16,-17 19-2-16,2-9 6 0,-2 3 7 0,9-8 0 16,-14 3 44-16,5 2 39 0,-3-5-2 0,10-4-18 15,-1-1 37-15,6-3 22 0,-12 6-35 0,19-9-53 16,-7 4-8-16,9-6-8 0,-9 5-16 0,12-5-16 0,0 0-6 15,0 0 2-15,12 2 4 0,-2 1 17 16,4-3-2-16,1 3-16 0,8-6 13 0,10 3-5 0,-13-3-7 16,4 1-15-16,-1-1-1 0,3 3 30 0,-4 0 14 15,-5 3-30-15,-2-1 24 0,-3 1 25 0,2 5-31 16,-4 0-19-16,-5-3-34 0,0 8 16 0,-5-10 23 16,0 8-18-16,-10 10 10 0,-5-3 66 0,6-7 4 15,-13 7 41-15,0 6 25 0,-2-5 3 0,9-3-15 16,-5-1 40-16,-13 5-9 0,6-5-42 0,10-4-32 0,-3 2 0 15,-2 3-22-15,8-11-35 0,-1 5-14 0,12-5-3 16,-9 4-47-16,12-7-123 0,0-2-421 0,0 0 62 16,0 0-417-16,0-11-211 0,7 4-47 0,10-9 343 15,10-10-1354-15</inkml:trace>
  <inkml:trace contextRef="#ctx0" brushRef="#br0" timeOffset="15987.24">17663 8022 1727 0,'0'2'885'16,"3"9"16"-16,-6-4 65 0,3 4-50 0,-6 8-291 16,-2-3-243-16,4-9-60 0,-11 20-61 0,4-6-61 15,-5 3-60-15,6 3-35 0,-2-3-23 0,0-4-20 0,-3 10-10 16,0-6-24-16,6-4-51 0,6 2-201 0,3-15-98 16,-2 15-561-16,4-11-182 0,1-3-71 0,6-1 286 15,-3-7-564-15</inkml:trace>
  <inkml:trace contextRef="#ctx0" brushRef="#br0" timeOffset="16629.53">18019 7328 1264 0,'0'-18'964'0,"-2"8"-192"0,2-1 143 0,-4-2-203 16,4 13-116-16,-3-11-110 0,3 8-102 0,0 3-49 16,0-2-31-16,0 4-47 0,0-2-88 0,0 0-88 15,0 0-15-15,0 0-49 0,-8 14-8 0,4-7-7 16,-1 25-1-16,2-3 3 0,-4 3 5 0,5-9 2 0,-1 14 16 16,-2 11 34-16,1-2 14 0,4-15-11 0,-3 9 26 15,0 10 31-15,1-10-28 0,-1 2-17 0,3-12-23 16,0 6-1-16,0 9-3 0,0-10-22 0,3-12-13 15,-1 7 2-15,1 1-3 0,6-9-11 0,-3-9-2 16,-6-6 0-16,12 10 0 0,2-10 0 0,-8-4 0 16,15 3 0-16,-1-9-2 0,9-5-76 0,-13-1-22 15,10 0-106-15,-2-8-65 0,-3-1-77 0,2-6-76 16,-2 2-34-16,-1 0 56 0,-2-2 60 0,-4-3 79 0,5 1 56 16,-4 2 83-16,-3 0 70 0,-4-3 46 0,-2 12 21 15,2-12 72-15,-5 19 46 0,4-5 66 0,-7 10-30 16,0 3 121-16,0 0-51 0,0 0 11 0,0 0-64 15,0 0 57-15,0 3-2 0,2 10-71 0,-4-2-35 16,-5 15 39-16,4 1 11 0,3-3-60 0,-2-9-47 16,-4 12 24-16,2-3-3 0,2 7-5 0,-1-10-48 0,0 8-1 15,1 1-25-15,-5 1-10 0,4-4-8 0,1-9 0 16,-1 6 0-16,-1-3 0 0,4-12 0 0,-3 6 0 16,3-4-24-16,0-6-140 0,0 3-586 0,0 0 132 15,0-8-508-15,3-3-88 0,9-8 1 0,0 7-556 16</inkml:trace>
  <inkml:trace contextRef="#ctx0" brushRef="#br0" timeOffset="16915.75">18948 7588 2051 0,'0'0'1423'0,"0"8"-405"0,3-1-255 16,-6-4 278-16,3 16-573 0,0-8-363 0,-4-7-75 16,4 12-25-16,-8 3-9 0,1 2-1 0,2-5-3 0,-4 2-1 15,-3 9-8-15,4 5 12 0,-4-5 18 0,2-12-13 16,0 9-16-16,0 5-72 0,-2-11-70 0,7-7-25 15,-2 0-181-15,-1-1-183 0,-6 4-349 0,14-14 237 16,-15-3-282-16,11 6 85 0,-2-14-472 0</inkml:trace>
  <inkml:trace contextRef="#ctx0" brushRef="#br0" timeOffset="17096.29">18738 7654 82 0,'6'-16'1457'0,"-4"5"-537"0,2-2 122 0,2 0-216 15,3 10 97-15,-4-3-218 0,2 6-236 0,8 0-147 16,0 9-62-16,-5-7 11 0,14 17-15 0,-12-8-90 15,15 10 56-15,-10 3-99 0,7 0-34 0,-6-4-41 16,8 10-38-16,-8-6-10 0,3 2 0 0,-6-8 0 0,5 17 0 16,-3-8 0-16,-2-3-10 0,3-6-82 0,-10-5-93 15,11 11-461-15,-16-19-229 0,11 8-292 0,-8-10 257 16,6 5-295-16,0-2-1564 0</inkml:trace>
  <inkml:trace contextRef="#ctx0" brushRef="#br0" timeOffset="17461.3">19421 7688 196 0,'-5'14'3314'0,"5"-14"-1785"0,-15 4-424 0,15-4-367 16,0 0-306-16,-2 0-320 0,-8 9-81 0,10-9-17 15,-2 0-1-15,4 0-2 0,-4 0 24 0,2 0 10 16,2 0 42-16,-2 0 15 0,15 2 10 0,-6-4-3 0,-3-1-37 15,3-7 5-15,-1 1-34 0,13-17-29 0,-15 13-14 16,3-3 0-16,3-8 0 0,3-11 0 0,-10 12 0 16,5-11 0-16,-2-4 0 0,4-6 0 0,-3 9 0 15,-4-4 0-15,5 1 0 0,-5 7 0 0,2 1 0 16,1 4 0-16,-2 5 0 0,-6 13 0 0,8-5 0 16,-8 10 0-16,10-7 0 0,-8 10 0 0,10 4 0 0,-6 7 0 15,6 13 0-15,-3 3 0 0,-4 4 0 0,2-1 0 16,-2 14 0-16,2-2 0 0,-4 6 0 0,-3-13 0 15,2 20 0-15,-2-7 0 0,-2 3 0 0,-1-20 0 16,-1 14 0-16,1 2-6 0,3-10-38 0,0-10-19 16,0 5-104-16,3 5-258 0,1-14-140 0,-1-6-10 15,2-10-393-15,2 4-144 0,3 0-270 0,0-14 635 16,2 1-143-16,5-17-292 0</inkml:trace>
  <inkml:trace contextRef="#ctx0" brushRef="#br0" timeOffset="17745.54">20199 7456 2410 0,'0'-16'1583'0,"0"8"-766"16,0-6 535-16,-5 14-576 0,-4-8-438 0,-6 6-259 0,12 2-51 15,-17 8-9-15,1 5-4 0,2 3 2 0,5-1-8 16,-5 18 7-16,5-4 0 0,4 5-9 0,4-7-1 16,-2 15 1-16,0 6-3 0,6-12-19 0,4-6 10 15,4 1-2-15,1 11 6 0,6-14 2 0,-6-13-4 16,6 6-4-16,5 0 25 0,4-8-13 0,-9-4-5 15,5-4 1-15,1-5-4 0,6-3 7 0,-5-5-1 0,-7-3-7 16,9-5-10-16,3-10-5 0,-7 2-2 16,-2 4 5-16,2-13-4 0,-2-6-15 0,-6 7 26 0,-3 6-4 15,-1-9 3-15,-1-2 2 0,-7-7-6 0,-3 11-7 16,-4-6-56-16,-7-1-62 0,-6-4-193 0,-2 20 51 16,-4-9-210-16,-1 13-185 0,-5-2-201 0,8 11 136 15,-8-2-319-15,3 5 149 0,5 1-475 0</inkml:trace>
  <inkml:trace contextRef="#ctx0" brushRef="#br0" timeOffset="18244.2">20618 7006 119 0,'0'-3'2057'0,"0"3"-867"0,0 0-522 16,-3-2 200-16,-6-4-263 0,9 3-305 0,-3 3-143 16,-11 0-76-16,-1 0-63 0,6 0-2 0,-6 3 3 0,-9 5 8 15,1-3 25-15,-1 3 35 0,-2 0 26 0,8 0-2 16,-8 3 37-16,8-9-9 0,9 1 9 0,-8 3-52 16,5-4 44-16,12-2-54 0,0 0-7 0,-8 2-24 15,1-2-2-15,7 0-29 0,0 0-5 0,0 0-24 16,3-2-16-16,11-4-23 0,13-1 12 0,-12 1 13 15,11 1-12-15,4-3-24 0,-1 3 14 0,-5 0 14 16,-7 1 7-16,7 2-10 0,-9 2 3 0,5-2 14 0,-13-1 1 16,5 3-24-16,-12 0 1 0,0 0 33 0,0 0 5 15,0-2 2-15,0 4 2 0,-24-2 20 0,4 0 1 16,-4 3-3-16,-8-1-93 0,-2-2-146 0,12 2-122 16,-8 2-386-16,6-8-240 0,0 4-94 0,12 0 270 15,4-4-1021-15</inkml:trace>
  <inkml:trace contextRef="#ctx0" brushRef="#br0" timeOffset="19879.84">20972 6691 1026 0,'0'0'671'16,"-15"0"53"-16,15 3 24 0,0-3 104 0,0 0-160 16,0 0-345-16,-12-6-11 0,9 6-24 0,3 0-16 0,0 0 9 15,0 0-49-15,0 0-30 0,0 0-44 0,15-5-51 16,-3 2 6-16,0-3-59 0,15 2-16 0,-13 1-19 16,9-3 19-16,-2 1-17 0,2 5-4 0,-8-2-19 15,-3 2 1-15,21 0-1 0,-25 0-2 0,9 0-4 16,-5 2 7-16,3 1-8 0,0 3-14 0,-15-6-1 15,4 7-4-15,-2 4-6 0,-4 4-1 0,-5 1 1 0,7-10 5 16,-15 20-2-16,1-4 4 0,2-4 6 0,0-5 5 16,-3 9 12-16,-8-4 14 0,-1 3-7 0,10-5-2 15,-8-3 13-15,5 3 0 0,-3 3 13 0,8-12-27 16,7 2 8-16,-5 4 2 0,1-6-11 0,6-1-6 16,-2 7 1-16,1-13-12 0,4 13-9 0,0-8 1 15,4 6 5-15,4 0-1 0,4-3 1 0,0-3 2 0,12 6 3 16,5-4 5-16,-6-1-6 0,6-1-4 0,-7 1 0 15,16 1 3-15,-12-1-7 0,0-4-6 0,-7 7 1 16,1 0-5-16,-5 0 4 0,-6 9 3 0,-4-5 0 16,-2 6 7-16,-6 8 19 0,3-9-1 0,-2-2-6 15,-8 5 4-15,-10 5 0 0,-1-2-2 0,4-8-12 16,-10 5-5-16,-2 3 0 0,-13-3 0 0,8-4 0 16,7-8 0-16,-14 8 0 0,-13-4-22 0,-2-2-153 0,12-6-115 15,-12 0-404-15,-3-5-331 0,-9-5-181 0,19 2 295 16,-34-10-950-16</inkml:trace>
  <inkml:trace contextRef="#ctx0" brushRef="#br0" timeOffset="20529.11">17898 6725 1086 0,'-12'0'1756'0,"1"2"-961"0,11-2-155 16,-14-2 94-16,10 2-142 0,-7-3-248 0,7 3-93 15,4 0 87-15,-5-2-13 0,-5 0 21 0,10 2-149 16,0 0 14-16,0 0-27 0,-12-9-22 0,12 9-60 16,0 0-36-16,0 0-9 0,10-2-52 0,-1-1-5 0,8 0 0 15,1 0 0-15,3 1 0 0,16 2 0 0,-13-2 0 16,18-1 0-16,2 3 0 0,9-3 0 0,3-2 0 15,8 0 0-15,7-1 0 0,4-1 0 0,-5-2 0 16,24-1 0-16,3 1 0 0,0 0 0 0,-23-2-1 16,59-8 0-16,-21 5 0 0,8-1-2 0,14-3 0 15,-29-1 1-15,22 1 2 0,0 2 1 0,-1-1 0 16,-2 4 0-16,3 0 2 0,-3 6-1 0,-4-2 0 0,-34 7-2 16,47-1-2-16,-37 3-8 0,-9 3-26 0,-33-3-39 15,26 8-223-15,-29-3-29 0,-4 0-64 0,-18-2 13 16,1 2-324-16,-6-5-396 0,-7 3-93 0,-17-3 485 15,12 0-181-15,-7 0-114 0</inkml:trace>
  <inkml:trace contextRef="#ctx0" brushRef="#br0" timeOffset="21562.34">21756 6180 1343 0,'0'-2'2202'0,"3"-9"-1453"16,-1 11 258-16,-2-11-167 0,3 9-339 0,-3 2-361 15,0-11 6-15,3 8-32 0,-3-1-15 0,0-5-6 16,6-9-19-16,2 7-17 0,4-13-7 0,6 3-5 16,-2 10-25-16,1-5-2 0,0 6-3 0,3 2-5 0,-1-2 3 15,1 5-9-15,-8-1-7 0,5-3 1 0,-7 7 1 16,10 0-2-16,-8-1 2 0,-3 6 6 0,6 1 1 15,-6 2-2-15,-4-1 0 0,5 6-3 0,-2 0 2 16,1 0 1-16,3 2-8 0,-1 0-1 0,-7-8 2 16,13 10 2-16,-5 2 1 0,-4-12-1 0,4 3 7 15,0-5 4-15,0-1 34 0,3 1 18 0,-3-8 24 16,-10 2-14-16,19-5 46 0,-9-3-31 0,-6 6-8 0,6-8-38 16,-4 2-6-16,-1-4-27 0,1-9-8 0,-8 6 0 15,3-4 0-15,1-2 0 0,-4 16 0 0,2-8 0 16,-2 9 0-16,3-4 0 0,-3 11 0 0,0 0-4 15,0 0-51-15,0-2-178 0,0 4-368 0,0-4-101 16,0 2 46-16,0 5-414 0,3 16-119 0,3 0-69 16,-3-2 465-16,2 7-261 0</inkml:trace>
  <inkml:trace contextRef="#ctx0" brushRef="#br0" timeOffset="21734.87">22427 6358 1181 0,'0'7'1710'15,"0"-7"-1068"-15,0 0 235 0,-12 11 87 0,-3-5-470 16,13-6-200-16,-16 4 77 0,-8 1 50 0,-4 1-26 0,9-6-156 16,-8 3 40-16,-3-1-108 0,-13 0-49 0,19 2-95 15,-10-2-23-15,-2-2-4 0,-6 0 0 0,11 3 0 16,-4-1 0-16,-2 4 0 0,3-1-15 0,7-3-147 16,-1 4-275-16,10-3-434 0,11-3-328 0,-11-3-14 15,13 3-139-15</inkml:trace>
  <inkml:trace contextRef="#ctx0" brushRef="#br0" timeOffset="42142.3">23261 5852 49 0,'2'0'859'15,"-2"0"-471"-15,-2 0 314 0,4 0-114 0,-2 0-36 16,0 0-203-16,-2 0 81 0,4 0 51 0,-4 0-211 16,2 0-82-16,-12-3 75 0,12 3-22 0,-18-3-6 15,9 1 18-15,4 2-64 0,5-2 110 0,-18-1 18 16,9-5 77-16,6 5-158 0,-9-3 57 0,3-1-57 0,1-1-39 16,-1-8-104-16,6 5-33 0,-6 1-34 0,3-8-23 15,4 2-3-15,-1 5 0 0,3-8 0 0,-4 6 0 16,4 3 0-16,0-20 0 0,4 23 0 0,-4-12 0 15,3 14 0-15,5-8 0 0,1 0 0 0,-4 7 0 16,10-2 0-16,1 2 0 0,1 2 0 0,10-5 0 16,-7 7 0-16,-3-1 0 0,10 1 0 0,-3 0 0 0,-4 4 0 15,1-2 0-15,9 2 0 0,-10 3 0 16,6 6 0-16,-11-3 0 0,4 6 0 0,-2 4 0 0,-5-3 0 16,-7-2 0-16,5 7 0 0,-8 1 0 0,-4 0 0 15,-2-6 0-15,-4 9 0 0,-10 6 0 0,-6 1 0 16,3-13 0-16,-8 15 0 0,-6-2 0 0,-18 9 0 15,6-6 0-15,11-10 0 0,-11 14 0 0,-9-5 0 16,0 2 0-16,22-11 0 0,-5 2 0 0,3-4 0 16,-5 1 0-16,21-12 0 0,2 5 0 0,6-8 0 0,-9 2 0 15,21-10 0-15,-8 3 0 0,-2-1 0 0,10-2 0 16,0 0 0-16,0 0 0 0,0-5 0 0,-2-3 0 16,2 6 0-16,14-12 0 0,-4 12 0 0,0-4 0 15,24 4 0-15,-19 2 0 0,7 6 0 0,2 1 0 16,0 4 0-16,-1 4 0 0,4 4 0 0,-1-1 0 15,-2 4 0-15,-4 0 0 0,7 6 0 0,-6-7 0 0,-3 3 0 16,-4-9 0-16,6 13 0 0,-1-15 0 0,-11-6 0 16,7-1 0-16,-1-1 0 0,16-5 0 0,-21 0 0 15,8-8 0-15,-2 3 0 0,9-8 0 0,-12 4 0 16,0-1 0-16,0 2 0 0,3-18 0 0,-1 10 0 16,-6-3 0-16,-1 1 0 0,1-3 0 0,-4 10-3 15,4-18-110-15,-5 13-181 0,1-8-415 0,-4-2-689 0,2 4 185 16,-2 4 303-16,6-6-1953 0</inkml:trace>
  <inkml:trace contextRef="#ctx0" brushRef="#br0" timeOffset="43122.68">24057 5712 132 0,'0'0'601'15,"0"-2"-83"-15,11-9-143 0,-11 11 147 0,6-11-15 16,0 9-41-16,0-9-54 0,0-2-31 0,-4 7-37 0,5-2-30 15,-4 0-70-15,-1-5 176 0,1 2-78 0,-3 9-6 16,0-12-89-16,3 4 132 0,-3 2-116 0,-3 2-8 16,3-7-51-16,0 8-87 0,-3-3 35 0,-2 1-64 15,1-2-6-15,4 9-33 0,-15-8 7 0,-2 8-32 16,9 4-11-16,-13-2-8 0,-6 5 0 0,3 2-5 16,4 1-3-16,3-1 2 0,-10 9-6 0,3 6 2 0,4-6 6 15,8 1-7-15,-3 1-1 0,-6 13 14 0,13-4 3 16,1-11 3-16,-1 6 2 0,6 6-12 0,-2-4 14 15,4-10-9-15,6 2-4 0,0 1-11 0,6 1 5 16,-10-11 1-16,10 4 7 0,-2-5-4 0,2-3 0 16,8 6 6-16,-11-11-2 0,14 0-1 0,-5-3 3 15,-3 0-1-15,5-4-3 0,0-4-1 0,1-2 0 0,-1-1 0 16,-5 1-4-16,6-2-1 0,-3-7-1 0,-4 4 2 16,1-1 1-16,-3-2 5 0,-3 0 10 0,-1 2 17 15,-1 3-5-15,5-8 21 0,-9 17-12 0,-1-9 0 16,4-1-1-16,-2 10-24 0,-4 4-7 0,2-11-4 15,-2 14 0-15,0-2 0 0,0 4 0 0,0-2 0 16,0-2 0-16,3 2 0 0,12 0 0 0,-13 13 0 0,5-2 0 16,-2 5 0-16,7 3 0 0,0 5 0 0,-4-1 0 15,4-7 0-15,1 5 0 0,4 3 0 0,-5 2 0 16,-5-7 0-16,3 4 0 0,12 12 0 0,-8-3 0 16,-2-11 0-16,0 14 0 0,6 2 0 0,-4 2 0 15,-4 1 0-15,-5-16 0 0,0 7 0 0,-1 9 0 16,-4-8 0-16,3-11 0 0,-6 9 0 0,-1 1 0 15,2-2 0-15,-4-10 0 0,-8 10 0 0,2-1 0 0,-12 2 0 16,4-14 0-16,-4 2 0 0,-3 4 0 0,-12-1 0 16,19-14 0-16,-9 4 0 0,2-2 0 0,-5 0 0 15,15-3 0-15,-7-3 0 0,2 1 0 0,12 0 0 16,-12-4-1-16,17 2-22 0,-7-2-235 0,0-8-314 16,9 3-288-16,-3-6-276 0,3-2-77 0,3 2 0 15,3-4-623-15</inkml:trace>
  <inkml:trace contextRef="#ctx0" brushRef="#br0" timeOffset="45226.06">24967 5574 566 0,'-3'-13'2265'0,"1"-3"-1484"0,2-3 27 16,-4 6-140-16,4 3-363 0,-6-9-70 0,4 12 8 15,-1-2 24-15,3 9-80 0,-4-13 102 0,4 13-118 16,0 0-32-16,0 0-47 0,0 0-2 0,0 0-38 15,0 0-26-15,0 0-14 0,0 0-1 0,-12 5-10 16,9 8-12-16,3-7 4 0,-5 21 2 0,2-12 4 0,-1 7 4 16,1 2 2-16,-5 2-3 0,4-3 0 0,-1 7 6 15,0-1-2-15,-2-5-8 0,-8 13 3 0,6-6 14 16,-2 9 16-16,2-11 0 0,-3 21 29 0,4-13 5 16,1-2 1-16,2-6-20 0,-2 8 9 0,5-6 2 15,4 2-15-15,-2-18-2 0,4 9 37 0,2 0 3 0,-1-6-1 16,-1-12-7-16,13 15-6 0,-2-5 1 0,2-2-37 15,-2-10-28-15,14 10-1 0,-7-6-1 0,5-1 0 16,-2 2 0-16,-4-7 0 0,9 3 0 0,-4-2 0 16,1-3 0-16,-7-3 0 0,7 3 0 0,2-7 0 15,-8 1-19-15,-3 1-78 0,2-4-236 0,-11 7-211 16,20-14-425-16,-19 3 229 0,4-2-397 0,-2-5-54 16,3 2 126-16,-10 5 435 0,1-6-685 0</inkml:trace>
  <inkml:trace contextRef="#ctx0" brushRef="#br0" timeOffset="45419.55">25296 5978 296 0,'0'0'1278'16,"0"-2"-622"-16,0 2-145 0,0 2 187 0,0-4 79 16,0 4-245-16,0 2-208 0,0 9 56 0,-5 3 144 15,2 8 30-15,1-11-192 0,-2 7 52 0,-2 2-90 0,4 7 0 16,-2-10-192-16,4 5-63 0,0-1-38 0,-3 4-26 16,0 0-5-16,3 2 0 0,-5-3 0 0,1 0 0 15,1 3 0-15,1-10 0 0,-1 4 0 0,3-4 0 16,0 3 0-16,0-4 0 0,0 0 0 0,0-10-2 15,3 14-67-15,-3-17-103 0,2 13-403 0,-2-4-264 16,3-11-269-16,-3 1 198 0,4 5-301 0,1-7-270 0</inkml:trace>
  <inkml:trace contextRef="#ctx0" brushRef="#br0" timeOffset="45692.81">25542 6185 1798 0,'0'3'1278'16,"0"-6"-99"-16,0 3-454 0,0 3 161 0,8-3-388 15,-2 3-100-15,-6-3-176 0,6 13 17 0,-4-2 7 16,2-4-18-16,2 12-52 0,-4-1-58 0,1 4-40 0,1-4-20 15,-4-1-27-15,0 14-5 0,0-10-19 0,-4 6-7 16,1-4 0-16,1-2-12 0,-1 1-85 0,3-15-178 16,-3 12-287-16,3-12-89 0,-4 4-639 0,8-5-75 15,-1-1 75-15,0-3-782 0</inkml:trace>
  <inkml:trace contextRef="#ctx0" brushRef="#br0" timeOffset="46425.85">25645 5862 1227 0,'-12'8'1915'0,"12"-5"-1108"0,0-3 17 16,-6 8-484-16,6-5-30 0,-2-6-46 0,4 6-87 16,-2-3 7-16,-2 8-48 0,-2-3 95 0,4-5 38 15,0-3-11-15,0 3-86 0,0 3 51 0,0-3-16 16,4 0 29-16,6 6-133 0,-10-4 1 0,12-2-42 16,0 0 2-16,-2 0-37 0,0-2 5 0,2 2-14 15,15-9-17-15,-10 5-1 0,-1-2 0 0,-5 1 0 0,13-12 0 16,-9 10 0-16,-1-4 0 0,4 0 0 0,0-7 0 15,-7 7 0-15,13-7 0 0,-7 5 0 0,2-4 0 16,-2 2 0-16,-2 2 0 0,0-3 0 0,-10 8 0 16,10-8 0-16,-9 11 0 0,6-12 0 0,-1-3 0 15,-4 9 0-15,-2 0 0 0,7-7 0 0,-5 2 0 16,-2 2 0-16,4-4 0 0,-6 10 0 0,5-3 0 0,-1-9 0 16,-7 17 0-16,9-7 0 0,-9-4 0 0,3 12 0 15,-1-9 0-15,1 3 0 0,-3 10 0 16,0-2 0-16,0 0 0 0,0-5 0 0,3-3 0 0,-3 8 0 15,0 0 0-15,0 0 0 0,0 0 0 0,0 4 0 16,0 9 0-16,0 0 0 0,-3-8 0 0,0 19 0 16,1-6 0-16,-1-5 0 0,3 17 0 0,-4-10 0 15,1 7 0-15,3-6 0 0,-2 3 0 0,2 10 0 16,0-2 0-16,-3-14 0 0,-1 9 0 0,4 12 0 0,0-6 0 16,0-9 0-16,0 7 0 0,0 4 0 0,4 4 0 15,-4-7 0-15,3-11 0 0,-3 6 0 0,0 1 0 16,0-6 0-16,2-9-4 0,-2 3-84 0,0-3-116 15,3 9-191-15,-3-15-22 0,4 12-271 0,-4-3-257 16,0-8-183-16,3 3 296 0,-3-11-177 0,5 9-268 16</inkml:trace>
  <inkml:trace contextRef="#ctx0" brushRef="#br0" timeOffset="49107.7">23207 7106 798 0,'12'3'1252'0,"-9"-3"-495"16,-3 0 39-16,-3 0-68 0,6 0-204 0,1-5-115 16,-1-3-113-16,-3 10-68 0,5-4 36 0,7-3-12 15,5 1 3-15,2 2-59 0,6-1 118 0,2 1-93 0,6 0-60 16,2-7-26-16,-8 7-70 0,17-7 1 0,-12-1-46 16,9 2-13-16,-7 0-7 0,7 3-2 0,11-6 2 15,1 3-2-15,-17 6-2 0,14-9-8 0,18 6-4 16,-22-1-10-16,-7 1-4 0,14 3-11 0,-3-1-3 15,12 3-9-15,-27 3 14 0,4-1-29 0,5 7 15 16,-8-2 10-16,-4 4 6 0,0 2 2 0,-8 0 5 0,3 0 21 16,-10 0 20-16,12 7 23 0,-5-5-4 0,-4 1-5 15,-2-1-16-15,6 1-4 0,-3 1 8 0,-4-4-24 16,3-3 3-16,-1-4-4 0,13 2 17 0,-5-6 21 16,2-4-3-16,-2-2-19 0,22-3 8 0,-8-4-5 15,3 3 0-15,-10-3-14 0,15 2-5 0,10-11 1 16,0 5 6-16,-21 4 1 0,18-5-2 0,7 3-1 15,10 2-8-15,-31 3 5 0,16 3-5 0,4 0-1 16,-4-1-2-16,2 4-5 0,-25 2-1 0,9 0-43 0,4 0-69 16,-4 0-40-16,-14 0 9 0,26 0-197 0,-12 0-15 15,2 2-85-15,-19 1 43 0,9 0-179 0,4 0-165 16,-13-1 132-16,-9-2 128 0,5 3-154 0,-2-3 79 16,-1-3 160-16,-8 3-119 0</inkml:trace>
  <inkml:trace contextRef="#ctx0" brushRef="#br0" timeOffset="50704.41">26500 5516 135 0,'0'-10'1103'0,"0"-4"-678"15,0 8 10-15,0-1-103 0,0-4 12 0,0-4-40 16,0-4-108-16,0 8-52 0,0-2 84 0,2-8 12 16,-2 2 23-16,3 14-110 0,-3-13 40 0,0 10-17 15,3-1-21-15,-3-4-42 0,0 13 25 0,0-13-24 16,0 11-36-16,0 2-22 0,0 0 28 0,0-16 12 15,0 16-34-15,0 0-5 0,0 0-15 0,0 0 7 16,0 0-7-16,0 0-34 0,0 0-6 0,0 0-5 0,0 0-2 16,0 11-1-16,2-4 2 0,2 12 4 0,-1 2 2 15,2-2 0-15,-2 1 6 0,1 13 11 0,-1 1-4 16,-6-7 15-16,3-7-4 0,0 13 17 0,-4 9 40 16,1 0-22-16,1-14-16 0,-1 7 15 0,-4 5-10 15,2 13-5-15,2-19-31 0,1 14-10 0,-5-10 3 0,4 4-4 16,-3 8-3-16,3-10 5 0,0 2 2 0,-2-10 1 15,1-1-2-15,4-7-6 0,-3 16 4 0,3-16-2 16,0 0-5-16,0-9-22 0,3 3-82 0,-3 2-181 16,4-7-105-16,-1-11-45 0,-1 9-326 0,1-9-141 15,-3-4 15-15,0 4 182 0,0-2-458 0</inkml:trace>
  <inkml:trace contextRef="#ctx0" brushRef="#br0" timeOffset="51141.24">26782 5334 1080 0,'0'-4'770'0,"0"0"-344"0,0-7 350 0,0 11-172 16,0 0-219-16,0 0-173 0,0 0 61 0,0 0-44 16,0-11-37-16,0 9-100 0,0 2-21 0,0 0-16 15,0 13-25-15,3-8-21 0,-3 5 1 0,0 10-4 16,3 6 16-16,-3-10 3 0,0 8 30 0,2 2 42 15,-2 3 53-15,3 8 76 0,-3-13-85 0,0 11 40 16,0-4-1-16,-3 17 8 0,3-19-110 0,-2 8-16 0,-4-3-20 16,2-2-8-16,-1-1-11 0,2 9-11 0,-3-3 1 15,3 0-1-15,-2-2-3 0,1 9 1 0,-2 0 3 16,1-5-1-16,1-15-8 0,4 18-4 0,-3-13 0 16,1-3-21-16,2-6-21 0,-3 2-47 0,0 5-111 15,-1-8-73-15,4-8-126 0,0 4-9 0,-2-4-271 16,-1 0-391-16,-2-1 172 0,5-10 287 0,0 0-124 0,0 0 24 15</inkml:trace>
  <inkml:trace contextRef="#ctx0" brushRef="#br0" timeOffset="51385.59">26793 5881 454 0,'4'-11'1867'15,"-1"-2"-1115"-15,-3 8-67 0,2-5 188 0,-2 7-421 16,0-14-209-16,0 17-108 0,-2-7 5 0,-1-1 17 16,3 8-71-16,-7-3-42 0,-1-1-5 0,-6 6-19 15,-5 0-9-15,7 3 6 0,-13 4-3 0,3 1 8 16,-10 1 6-16,-1 5 2 0,10-9-11 0,-9 1 4 0,6 3-8 16,-4 0-7-16,21-9-8 0,-12 9-20 0,13-8-89 15,1-1-179-15,4-2-76 0,-9 6-295 0,12-10-210 16,0 8-34-16,0-10 242 0,7-1-731 0</inkml:trace>
  <inkml:trace contextRef="#ctx0" brushRef="#br0" timeOffset="52087.71">27032 6228 39 0,'3'2'836'0,"-6"-4"-345"15,-9 0 22-15,12 2 6 0,-3-9-139 0,3-2 178 16,0 3-244-16,3-5-44 0,-3 8-89 0,7-11 99 0,-2 3 110 15,-2 5-74-15,1-5-107 0,-2 2 75 0,1-2 15 16,6-5-43-16,-3 9-111 0,-4-2 14 0,10-7-4 16,0 8-2-16,-6 7-97 0,6-8-3 0,0 4-15 15,-3-1-10-15,6-5-2 0,-3 8-18 0,-4-4 5 16,13 3 4-16,-4-1 20 0,-11 5-26 0,15-2 18 16,-13 4-12-16,1 0 0 0,-2 0-9 0,8 0-2 15,-7 6-5-15,-2 1-8 0,2-1-2 0,-1 3-5 0,-4-4 0 16,2 8-2-16,-8-2-1 0,6-9-2 0,-8 6-1 15,-2 0 2-15,-4 0 4 0,-7 8-14 0,0-6 18 16,1 4 3-16,2-4 4 0,-2 4 3 0,-10 1 1 16,9-2 5-16,12-8-1 0,-14 8-4 0,8-2-4 15,0-2 2-15,3 6-1 0,6-10 1 0,-2 6-4 0,1 8-10 16,4-12-5-16,-3 2 15 0,3 4-3 0,3 2-3 16,4-4 3-16,-2 2 6 0,2-2-1 0,7 11 7 15,4-4-15-15,-6-5 2 0,5 0-5 0,-2 5-5 16,6 12-18-16,-10-14 1 0,3 5-17 0,-4 0-4 15,-1 5-4-15,-4-2-19 0,-2 0-3 0,-3-2 7 16,-3-2 11-16,-6 9-30 0,1-7 54 0,-7 2 1 16,1 0 18-16,-4 2 8 0,2-8 10 0,-13 19 16 0,4-4 14 15,-6-7-19-15,6-6-1 0,-21 15 6 0,9-6 4 16,3-3 13-16,9-10 6 0,-8 3 61 0,-5 8 96 16,8-6 7-16,12-8-42 0,-8-3 91 0,-4 3 84 15,10-4-88-15,18-7-100 0,-20 4 7 0,13-6-42 16,1-6 0-16,1-1-88 0,7-2-7 0,4-1-14 15,2-22 0-15,3 6 0 0,-1 4 0 0,1-6 0 16,6-1 0-16,5-17 0 0,-5 17 0 0,6-10-33 16,3-3-91-16,8-1-238 0,-12 14-29 0,4-11-242 0,3 8-151 15,2 5-202-15,-9 7 147 0,13-9-507 0,-10 8 448 16,1-1-561-16</inkml:trace>
  <inkml:trace contextRef="#ctx0" brushRef="#br0" timeOffset="52525.54">27475 6553 2110 0,'-7'3'888'16,"2"3"-78"-16,5-6-199 0,0 0 84 0,0 0-387 16,-3 0-199-16,-6 4-62 0,9-4 9 0,-3 0-5 15,6 0 2-15,-3 0-29 0,-3 0-4 0,6 0-41 16,-3 0-123-16,0 0-365 0,0-2-66 0,12 0-244 15,-4-9-35-15,-2 5 8 0,6-1 30 0</inkml:trace>
  <inkml:trace contextRef="#ctx0" brushRef="#br0" timeOffset="52671.15">27551 6342 145 0,'-3'-11'2468'0,"-6"0"-1657"0,9 11 187 0,-8-13 190 16,4 11-276-16,4 2-551 0,-8-11 3 0,8 9-61 15,-3 2 21-15,-6-11-148 0,9 11-88 0,0 0-40 0,0 0-43 16,0 0-13-16,0 0-21 0,-3 0-116 0,6 0-312 15,-10 2-177-15,-1 1-248 0,8-1-290 0,0-2-33 16,0-2-48-16,0 2-633 0</inkml:trace>
  <inkml:trace contextRef="#ctx0" brushRef="#br0" timeOffset="97252.35">27348 9450 2016 0,'-9'-2'2724'15,"-1"4"-1875"-15,5 0 283 0,-4 9-340 0,1 6-681 16,1 3-97-16,2 2-3 0,2 2 0 0,-4 7 12 15,5 6 15-15,2 3 25 0,0 10 11 0,5 1 1 16,-5-9-21-16,7 32 32 0,-2-16-30 0,2 3-18 16,1-15-21-16,-2 33-10 0,2-22-7 0,4 5 0 15,3-5 0-15,-3-3 0 0,0-1 0 0,3-11 0 0,-3 0 0 16,0-5 0-16,-2 9 0 0,-6-7 0 0,2-7 0 16,-4-8-2-16,5 10-86 0,-7-11-204 0,0-12-277 15,0-3-87-15,-3-3-478 0,6-2-383 0,-15 0 216 16,5-3-759-16</inkml:trace>
  <inkml:trace contextRef="#ctx0" brushRef="#br0" timeOffset="97764.98">26281 9300 3589 0,'-10'-13'1719'0,"5"0"-505"0,0 2-10 0,1 2-792 16,4 7-466-16,-6-6-14 0,6 5-1 0,0 6-2 16,0-3 19-16,6 16-20 0,0 5 47 0,2 5 22 15,7-4 7-15,4 13-4 0,4 20-8 0,-2-13 4 16,-4-5 6-16,5 13-7 0,-2 1 5 0,9 15 0 16,-12-27 12-16,2 12 9 0,1 2-1 0,1 10 4 15,-10-15-4-15,-2-12-8 0,1 15 2 0,-2-6 2 0,-6 10 7 16,-2-22-9-16,4 6 2 0,-8 3 1 0,2 6 4 15,-4-25-10-15,-6 12-4 0,3 0-2 0,-2-9 3 16,-3 3 13-16,-8-7 10 0,2-4 2 0,2-3 1 16,0-4-6-16,-8 0 7 0,3-3-11 0,-1-8-15 15,7 3-7-15,-13-9-2 0,9-2 0 0,-3 0 0 16,9-3 0-16,-8-7 0 0,5 3 0 0,3-2 0 0,0 4 0 16,10 5 0-16,-4-7 0 0,3 6 0 0,0-1 0 15,6 10 0-15,-6-16 0 0,6 16 0 16,-2-2 0-16,2 2 0 0,2 2 0 0,-4-4 0 0,4 4 0 15,-2-2 0-15,0 0 0 0,-9 13 0 0,6-8 0 16,-2 3 0-16,-7 3 0 0,0 5 0 0,-15-1 0 16,10-6 0-16,-10-2 0 0,-2 6 0 0,-12 4 0 15,2-4 0-15,7-6 0 0,-17 10 0 0,1-4 0 16,1-3 0-16,15-2 0 0,-9 1 0 0,-16 0 0 0,19-3 0 16,14-3 0-16,-6-3 0 0,-7 2 0 0,13-4 0 15,7-3 0-15,10-1-105 0,-16-12-475 0,7-11-523 16,11 10 218-16,2-1-329 0,3-8 1 0,3 2-1292 15</inkml:trace>
  <inkml:trace contextRef="#ctx0" brushRef="#br0" timeOffset="97934.52">25665 9678 2026 0,'0'0'2784'0,"0"0"-1570"16,0 0-304-16,0 0 88 0,0 2-828 0,4 12-253 15,-8-14-1-15,4 0 18 0,4 0-57 0,-8 0 5 0,8 0 3 16,-4 0-6-16,-7-3-234 0,-1 3-254 0,8 0-405 16,0 0 182-16,-12-2-262 0,9 2-369 0</inkml:trace>
  <inkml:trace contextRef="#ctx0" brushRef="#br0" timeOffset="98414.26">25276 10228 232 0,'-6'8'935'0,"0"0"-691"0,-6 6 84 0,7-10-26 16,-10 10-158-16,3-1-31 0,7-7 82 0,-4 7 102 0,-3-6 96 15,9 2 10-15,-12 1 164 0,1-5-34 0,4-2-92 16,-14 3-129-16,-8 1 108 0,6-1-133 0,3-4 9 15,4 1-90-15,-10-3 68 0,-6 0 74 0,6-3-85 16,7 3-86-16,-10-5 13 0,6-1-76 0,-1-7-2 16,10 8-73-16,5-3-17 0,-6-5-18 0,4 2-4 15,2-9 0-15,9 16 0 0,-9-12 0 0,9 6 0 0,1-4 0 16,4-1 0-16,6 2 0 0,-1 2 0 0,16-10 0 16,-5 13 0-16,5-3 0 0,4 6 0 0,2 3 0 15,0-4 0-15,5 8 0 0,1 2 0 0,-6 1 0 16,0 6 0-16,10 4 0 0,-7 1 0 0,-3 5 0 15,-7-3 0-15,10 17 0 0,-8-4 0 0,-4 4 0 16,1 5 0-16,-6-5 0 0,5 7 0 0,-6-3 0 0,-4 1 0 16,-5-8 0-16,4 19 0 0,-6-7 0 0,-6 4 0 15,1-14 0-15,-10 22 0 0,-3-3 0 0,-6-3 0 16,6-16 0-16,-20 22 0 0,3-14 0 0,-6-2 0 16,6-11 0-16,-12 8 0 0,-22 2 0 0,13-12 0 15,9-14 0-15,-24 4 0 0,6-4 0 0,4-11 0 16,14-2 0-16,-12-2-3 0,-12-15-174 0,12 2-339 0,2-12-479 15,13 3 85-15,-15-5-304 0,3-8-534 0</inkml:trace>
  <inkml:trace contextRef="#ctx0" brushRef="#br0" timeOffset="99066.5">23490 10524 244 0,'-20'-2'4098'15,"5"-1"-3003"-15,-2-2 50 0,5-1-62 0,-15-4-1047 16,13 7-174-16,-10-2-47 0,1-1 7 0,-1 2-17 16,9-1 158-16,1 1 137 0,-1-1 70 0,3-3 46 15,-5 1-49-15,7-4 16 0,-2 3-6 0,0-8-4 16,4-2-139-16,2 1-31 0,3-3-3 0,0-2 0 16,3-9 0-16,0 9 0 0,0-12 0 0,3 2 0 0,6-10 0 15,-3 18 0-15,6-10 0 0,2-1 0 0,8-1 0 16,-8 9 0-16,9-5 0 0,4-3 0 0,2 2 0 15,-8 6 0-15,11 1 0 0,-2-1 0 0,8 1 0 16,-18 13 0-16,10-4 0 0,-1 4 0 0,5 6 0 16,-12-2 0-16,-3 9 0 0,4 3 0 0,1 5 0 15,-4 3 0-15,-8-2 0 0,2 13 0 0,-2 0 0 0,-5 15 0 16,-2-14 0-16,-5 11 0 0,0 12 0 0,-9 1 0 16,1-8 0-16,-4 7 0 0,-9 2 0 0,-2-1 0 15,-10 1 0-15,-2-4 0 0,-1 2 0 0,-8 2 0 16,-6-6 0-16,0 0 0 0,-4-5 0 0,-2-2 0 15,4-4 0-15,-13 4 0 0,9-11 0 0,-3-1 0 16,-9-2 0-16,30-8 0 0,-2-4 0 0,1-4 0 16,-12-8 0-16,22 1 0 0,-6-7 0 0,6-1 0 0,-13-6 0 15,21 3 0-15,-8-9 0 0,9 2 0 0,-2-13 0 16,10 18 0-16,4-12 0 0,2 3 0 0,3 0 0 16,3 11 0-16,0 4 0 0,0-6 0 0,0-3 0 15,0 18 0-15,0 0 0 0,0 0 0 0,0 0 0 16,-3 3 0-16,-2 7 0 0,-2 4 0 0,-7 12 0 15,-10 0 0-15,9-2 0 0,-12 3 0 0,-2-1 0 0,-12 9 0 16,-3-6 0-16,0 0 0 0,-3 3 0 16,-9-3 0-16,14-8 0 0,-2 3 0 0,6-8 0 0,-6 0 0 15,20-12 0-15,-6 2 0 0,13-3 0 0,5-3 0 16,-3-5 0-16,1-1 0 0,8 1 0 0,2-6 0 16,8-7 0-16,7-1 0 0,1-5 0 0,7-2 0 15,10-11 0-15,-2 16 0 0,10-9 0 0,7 1 0 0,16-4 0 16,-22 14 0-16,15-5 0 0,12-3 0 0,-6 1 0 15,-20 13 0-15,1-9 0 0,1 6 0 0,3-4 0 16,-17 9-2-16,-1 0-45 0,-2 1-140 0,0-1-293 16,-6 4-122-16,-6 4-407 0,0-8-204 0,-7 8 5 15,-5 3-81-15</inkml:trace>
  <inkml:trace contextRef="#ctx0" brushRef="#br0" timeOffset="99218.09">22153 10152 2176 0,'-18'-8'2935'15,"15"5"-2025"-15,-2-8 607 0,2-2-935 0,3 5-513 16,5-3-67-16,1 1-2 0,18-9 0 0,0 6 0 16,3 0 0-16,-5 2 0 0,26-5 0 0,-6 6-29 15,2-1-114-15,-15 4-44 0,12-4-183 0,6 0-412 0,-11 0-223 16,-7 4 95-16,3-4-275 0,0 0-305 0</inkml:trace>
  <inkml:trace contextRef="#ctx0" brushRef="#br0" timeOffset="99429.54">23119 9439 3151 0,'3'-5'1889'0,"4"-10"-687"15,-7 4-298-15,2 3-22 0,-2 8-806 0,0 0-75 16,0 0-1-16,0 0-6 0,0 0 3 0,0 0-1 16,0 6 5-16,12 20 4 0,-6-2 3 0,3 7-3 15,-4-9-2-15,7 15-1 0,0 0-2 0,3 18-5 16,-3-13 1-16,0-9 1 0,3 11-1 0,2 9 1 15,0-3 0-15,-7-18-23 0,2 8-79 0,-2-4-135 16,2 10-384-16,-5-24 3 0,-4 9-504 0,-1-5-72 0,-4 1 41 16,2-8 270-16</inkml:trace>
  <inkml:trace contextRef="#ctx0" brushRef="#br0" timeOffset="100428.85">20553 10381 103 0,'-15'4'1366'0,"-12"-2"-358"0,-2 3-280 0,-3-5 106 16,5 0-282-16,-2 0-273 0,-6-2-113 0,-1-3 36 16,4-1 22-16,3 1 20 0,0-6 45 0,2 3 52 15,8-2-70-15,-13-7 176 0,9 4-140 0,2-5-46 16,4 7-86-16,-7-13 39 0,9 0-100 0,-2 4-62 15,7 1-41-15,-2-5-8 0,2 1-3 0,6 1 0 16,1 1 0-16,3 16 0 0,0-17 0 0,7 4 0 0,-2 10 0 16,4-10 0-16,-1 10 0 0,10-6 0 0,8 1 0 15,-7 8 0-15,4-1 0 0,10 9 0 0,-3 0 0 16,-4 0 0-16,6 4 0 0,3 4 0 0,13 6 0 16,-16-4 0-16,9 5 0 0,-2 3 0 0,10 8 0 15,-19-13 0-15,8 10 0 0,-6 7 0 0,7 3 0 16,-10-4 0-16,-11-8 0 0,8 7 0 0,-8 2 0 0,0-5 0 15,-12-12 0-15,0 8 0 0,-6 2 0 16,0 1 0-16,-4-8 0 0,-4 1 0 0,-1 4 0 16,-15 3 0-16,7-8 0 0,-10 1 0 0,-2 0 0 0,-3-2 0 15,-4-5 0-15,-2-2 0 0,2-7 0 0,-8 5 0 16,12-9 0-16,-18 0 0 0,11-3 0 0,2-3 0 16,-5 2 0-16,21-2 0 0,-6-8 0 0,5-1 0 15,-8-3 0-15,18 5 0 0,-5-9 0 0,5 6 0 16,2-8 0-16,5 9 0 0,5 4 0 0,0-11 0 0,5 0 0 15,7 11 0-15,3-6 0 0,2 1 0 0,10 3 0 16,-9 6 0-16,8 1 0 0,-2 1 0 0,-4 3 0 16,-1 2 0-16,1 5 0 0,-11-3 0 0,11 6 0 15,-10 0 0-15,-1-2 0 0,2 4 0 0,-7-7 0 16,1 12 0-16,-5-10 0 0,-3 12 0 0,-11-4 0 16,-5 3 0-16,-1-1 0 0,-7 5 0 0,-7-5 0 0,-8 1 0 15,6-3 0-15,-25 11 0 0,7-6 0 0,-4-1 0 16,14-8 0-16,-36 11 0 0,24-10 0 0,0-2 0 15,14-2 0-15,-14 1 0 0,12 1 0 0,10-3 0 16,12 1 0-16,-10-4 0 0,20 1 0 0,-5-3 0 16,8 2 0-16,-4-2 0 0,13 0 0 0,0 0 0 15,0 0 0-15,15 6 0 0,-3-1 0 0,18 3 0 0,-4 3 0 16,-2-1 0-16,18 7 0 0,-8-2 0 0,5 1 0 16,-12-3 0-16,14 9 0 0,-12-4 0 0,1 3 0 15,-16-3 0-15,4 6 0 0,-4 0 0 0,-7 0 0 16,-4-6 0-16,-6 6 0 0,-12 5 0 0,-6-5 0 15,-8 0 0-15,2-5 0 0,-29 8 0 0,0-7 0 16,-3-1 0-16,13-3 0 0,-37 2 0 0,12-5 0 0,3-2 0 16,19-9 0-16,-34-2 0 0,18-2 0 0,9-5 0 15,21 1 0-15,-21-12 0 0,15-2 0 0,2 0 0 16,12-4 0-16,-7-8 0 0,4-2 0 0,4-3 0 16,8 10 0-16,-3-23 0 0,9 13 0 0,6 0 0 15,6 13 0-15,6-14 0 0,6 18 0 0,0-2 0 16,8 7 0-16,-1 6 0 0,3 2-74 0,5 7-183 15,9 0-140-15,-7 3-7 0,18 7-624 0,-3 4-110 0,-3 1-63 16,-11 1 359-16,11 13-113 0,10 10-639 16</inkml:trace>
  <inkml:trace contextRef="#ctx0" brushRef="#br0" timeOffset="100606.38">19738 11744 1558 0,'20'11'2125'15,"-8"-8"-1445"-15,8-1 211 0,4-2-162 0,2-5-692 16,-8-1-65-16,6-1-9 0,-2-6 14 0,14-4 33 16,-16 10 27-16,7-9 28 0,0 5 16 0,-1 1 3 15,4-1 5-15,-6 4-37 0,2 1-24 0,-3-3-67 16,1 2-86-16,-12 1-72 0,0 4-307 0,3-9-495 0,0 6 53 16,-15 5 242-16,5-11-257 0,-2 9-839 0</inkml:trace>
  <inkml:trace contextRef="#ctx0" brushRef="#br0" timeOffset="102633.96">13142 10556 1592 0,'-2'-26'2189'16,"-4"-3"-1212"-16,4 12-213 0,-5-3 106 0,2-15-489 15,-2 9-194-15,4 8-52 0,1-6 30 0,-8 2-23 0,5 1-42 16,5 18-80-16,-3-15-2 0,1 10-16 16,-5 3-15-16,7 3 13 0,-3-9-15 0,3 11 1 0,0 0-5 15,0 0-8-15,0 0-12 0,0 0-8 0,0 0 0 16,0 0 10-16,0 0 8 0,0 0-12 0,0 0 24 16,0 0 13-16,0 0 6 0,0 0 5 0,0 2-1 15,-9 7 10-15,9-9 15 0,3 9 8 0,1-3 11 0,-4 5-38 16,0-9-5-16,2 3 6 0,4 6 1 0,-6-11-47 15,9 13 16-15,-4-4-6 0,5 1 29 0,4 17 25 16,-8-12-12-16,3 6 25 0,3 3 20 0,3 6 11 16,5 3 7-16,-6 13-1 0,8-2 3 0,-2 7-12 15,4 17 8-15,-10-20-34 0,8 13 3 0,-2 3-9 16,0 0-13-16,-4-20-15 0,7 35 5 0,-2-18-12 0,-4 1-6 16,-7-20 3-16,10 26 2 0,-11-18-1 15,-1 3 1-15,-1-18-1 0,1 7 1 0,1 8 2 0,-4-15-5 16,-1-11-1-16,2 7 0 0,-1 4-1 0,-1-14 3 15,-1-5 0-15,-3-8-1 0,2 11-1 0,1-4 1 16,0-15 1-16,-3 0 0 0,-3 0-6 0,6 0-9 16,6-13 8-16,-9 7 6 0,3-17-3 0,-1-3-9 15,-2-9 7-15,-2 3 8 0,-1-2 4 0,0-5-7 16,1-1-4-16,-5-8 1 0,-5 0-1 0,1 1-22 0,-1-9-5 16,0 11 8-16,-14-29-33 0,8 10 2 0,0-2 1 15,7 18 19-15,-8-33-7 0,2 17 10 0,5 1 3 16,0-3 18-16,4 18 4 0,-4-26 4 0,2 18 14 15,2 1 9-15,2 15 3 0,0-19 38 0,4 17-2 16,-5 3 3-16,4 12-20 0,1-7 3 0,2-6 1 16,0 16-27-16,0 8-13 0,0-4-4 0,0 1-4 0,9-3 0 15,-9 17 0-15,15-16 0 0,2 5 0 0,6 5 0 16,-2 4 0-16,9 1 0 0,-1 1 0 0,7 1 0 16,1 4 0-16,2 0 0 0,2 4 0 0,1-1 0 15,7 8 0-15,-13-1 0 0,11 4 0 0,-3-1 0 16,-3 2 0-16,-2 1 0 0,-7 3 0 0,1 2 0 15,-6 5 0-15,-7-4 0 0,-3 6 0 0,-2 5 0 16,-6-2 0-16,-6-5 0 0,-6 20 0 0,-9-12 0 0,0 5 0 16,-3-6 0-16,-7 6 0 0,-17 14 0 0,3-7 0 15,9-13 0-15,-14 18 0 0,-11-3 0 0,13-6 0 16,-2-3 0-16,14-15 0 0,-14 13 0 0,9-13 0 16,8-6 0-16,13-7 0 0,5-6 0 0,-9 6 0 15,15-11 0-15,0 0 0 0,0 15 0 0,15-4 0 0,6 0 0 16,-1 0 0-16,16 0 0 0,11 2 0 0,9 2 0 15,-18-4 0-15,14 5 0 0,11-1 0 0,13 5 0 16,-32-10 0-16,22 11 0 0,-5-2 0 0,10 4 0 16,-1 1 0-16,-26-7 0 0,10 5 0 0,-4 2 0 15,12 9 0-15,-26-15 0 0,4 3 0 0,-4 6 0 16,2-3 0-16,-15-6 0 0,4 3 0 0,-6-3-1 16,-3 4-21-16,-4-4-63 0,-2-2-113 0,-4-3-220 0,-1-2-141 15,-2-3-36-15,-5-8-654 0,7 16-81 0,-7-19 125 16,0 3-772-16</inkml:trace>
  <inkml:trace contextRef="#ctx0" brushRef="#br0" timeOffset="103110.68">14985 11090 2073 0,'-10'0'1310'0,"-7"6"-650"0,8-3 221 0,-9-1-122 0,1 1-534 16,5-3-149-16,0-3 10 0,9 3 12 0,-11 0-2 15,14 0 1-15,0 0 11 0,0 0-10 0,0 0-26 16,0 0-1-16,0 0 50 0,0 0-2 0,5 0 2 16,7 0-41-16,0 0 27 0,15 0 7 0,-7 0-63 15,4 0-33-15,-7 0-11 0,16 0 0 0,-10-2-3 16,6-4-6-16,-5 1 5 0,3-3-6 0,2-8-3 15,3 3 2-15,-10 2 4 0,0-2-1 0,9-5 5 16,-14 2-7-16,-5 3-6 0,-1-6-3 0,1 6-3 0,-5-14-16 16,-7 16 13-16,0 2-9 0,0-4 5 0,-10-7 16 15,-2 12 13-15,-8-2 10 0,-4 2 11 0,-5 8 3 16,-10 5 33-16,10 1-4 0,-6 5 7 0,-1 2 0 16,-1 7 9-16,-2 4 17 0,3 3 8 0,7 5-29 15,9 5-8-15,8-8-20 0,-9 21 15 0,15-5-32 16,4 0-20-16,4-11-7 0,10 22 0 0,3-16 0 15,5 0 0-15,-1-16 0 0,15 4 0 0,10 4 0 0,4-11 0 16,-16-5 0-16,15-3 0 0,24 3 0 0,-18-8 0 16,6-6 0-16,-18-2 0 0,13-2 0 0,7-9 0 15,-13 4 0-15,-19-4-13 0,13-4-127 0,-10-5-199 16,6-4-384-16,-20 9 50 0,2-12-496 0,-6 1-44 16,-4-5-74-16,-5 9-774 0</inkml:trace>
  <inkml:trace contextRef="#ctx0" brushRef="#br0" timeOffset="103286.21">15562 10225 2303 0,'-12'-2'1371'0,"-20"-11"-282"16,18 10-457-16,-10-3-229 0,-3 4-280 0,-8 2-52 15,-1 0-5-15,-8 2 14 0,5-2-13 0,-5 6-7 16,-9-1-23-16,12 3-20 0,-30 6-20 0,19-4-52 15,-4 1-135-15,5-1-148 0,-10 3-385 0,-2 4-206 16,-7 3-240-16,26-9 110 0</inkml:trace>
  <inkml:trace contextRef="#ctx0" brushRef="#br0" timeOffset="103850.7">11970 11813 3202 0,'0'-5'1912'16,"-5"-8"-396"-16,5 13-629 0,0 2-241 0,-3-10-618 16,-4 3-28-16,7 5 0 0,0 0 0 0,0 0 0 0,-3-2 0 15,1-7-6-15,2 9-45 0,0 0-149 0,0 0-337 16,0 0-1-16,0 0-471 0,-10 11-186 0,5-6-6 16,0 1-22-16,-7 1-528 0</inkml:trace>
  <inkml:trace contextRef="#ctx0" brushRef="#br0" timeOffset="104297.51">12820 13009 900 0,'56'11'3607'0,"8"-4"-2394"15,33-1 304-15,-38-6-813 0,23-3-454 0,13-2-250 16,8-4 0-16,18 0 0 0,11-8 0 0,10-1 0 16,23-8 0-16,-33 4 0 0,107-20 0 0,-30 5 0 15,1 2 0-15,-43 6 0 0,71-10 0 0,69-12 0 0,-53 12 0 16,-60 4 0-16,68-7 0 0,74-11 0 0,-70 13 0 16,-72 12 0-16,65-10 0 0,0 1-17 0,50-2-48 15,-70 15-46-15,-71 8-9 0,56-6-64 0,35 4-140 16,-64 8 6-16,-56 5 43 0,31-4-143 0,-11 5-29 15,27-2-281-15,-82 6 198 0,22-5-302 0,-18 2-51 16,-10 0 83-16,-30 3 250 0,26-5-783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0C2CC55-5351-4FAB-9733-D952B7D430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B509A5A3-415E-4478-9803-9056D15B88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031B0AE-19D7-4D52-922C-ABDC7A2D3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5CDA1-6907-440D-9F56-D0017B9C9FD3}" type="datetimeFigureOut">
              <a:rPr lang="fr-FR" smtClean="0"/>
              <a:t>01/03/2026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61B4D8B-231E-469E-8801-6D5C0643C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1A1B733-FF8D-4126-ADA3-EDC24DDE0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C2A67-A33A-4A48-93D0-5272249C3C0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654551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B90EE97-488D-4401-B8B9-F34035891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F1D2C89-704B-4041-B771-9290BFB0AC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01873B9-1256-49A9-A9D8-2D14B3051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5CDA1-6907-440D-9F56-D0017B9C9FD3}" type="datetimeFigureOut">
              <a:rPr lang="fr-FR" smtClean="0"/>
              <a:t>01/03/2026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052037D-5F53-4205-9017-60B790735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6377B07-0FC9-4DBD-96F2-D1CC02125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C2A67-A33A-4A48-93D0-5272249C3C0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784820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E059CC6-77D9-4288-8567-AC15C4DCC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9F41DC5-265D-4F43-A648-05CC6E5BAB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52825AC-8D61-4A9E-BC04-88DA9C879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5CDA1-6907-440D-9F56-D0017B9C9FD3}" type="datetimeFigureOut">
              <a:rPr lang="fr-FR" smtClean="0"/>
              <a:t>01/03/2026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FFE8DED-DC6C-4D5A-A27B-533AF2DE0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2BBD690-4010-41C3-A8F1-9478C5D07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C2A67-A33A-4A48-93D0-5272249C3C0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822265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45003BB-00C3-4486-93EF-E4338FC3C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2CB6846-0206-4962-BE63-7728D327DB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CC6ECEB-274D-42BE-B037-445C97C531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F5A8D18-3118-4326-9579-8F0D30228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5CDA1-6907-440D-9F56-D0017B9C9FD3}" type="datetimeFigureOut">
              <a:rPr lang="fr-FR" smtClean="0"/>
              <a:t>01/03/2026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45BE932-0E12-4F39-B1C6-49C176861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4591130-3A9A-4CFA-9D46-859B4C3C4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C2A67-A33A-4A48-93D0-5272249C3C0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570746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0D5ECDC-77CC-4B95-B0D2-3080102E53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9938371-FEBC-49CF-8ACC-3B846B4E12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EDCA4DC-2433-439F-85B6-F3DE0768B7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2D499759-EED5-4408-A495-4D5938ABB0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7DC8B2EC-06D6-4E49-861B-B427AA6C46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799F449-6C3F-4C2C-8AA2-68616F39F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5CDA1-6907-440D-9F56-D0017B9C9FD3}" type="datetimeFigureOut">
              <a:rPr lang="fr-FR" smtClean="0"/>
              <a:t>01/03/2026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4ED5EA5D-36FB-4B8B-8072-5781AA517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341FC367-E089-4EFB-861E-65B932949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C2A67-A33A-4A48-93D0-5272249C3C0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550667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5636DCA-FC29-4A00-AF47-DE83E0F1C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7634AB6A-5F6A-4D92-8C0C-1B5C3D8C9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5CDA1-6907-440D-9F56-D0017B9C9FD3}" type="datetimeFigureOut">
              <a:rPr lang="fr-FR" smtClean="0"/>
              <a:t>01/03/2026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248EABF-C047-44BE-9420-3E996BB2B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179E3B1-4C06-47DC-849B-330E0314C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C2A67-A33A-4A48-93D0-5272249C3C0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132790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001BFCF4-029D-489A-85DA-C0A20F4E6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5CDA1-6907-440D-9F56-D0017B9C9FD3}" type="datetimeFigureOut">
              <a:rPr lang="fr-FR" smtClean="0"/>
              <a:t>01/03/2026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C1C44BB3-6A97-463E-B2C8-1F5F2BF06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BF03672-F2B2-4A1D-846A-0D241D988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C2A67-A33A-4A48-93D0-5272249C3C0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284756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B681BC4-E548-4D26-BF75-D6A6BC28D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6DD49F1-D01F-4070-98DC-6435D3F880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29F980C-4FB6-4B8E-8372-E75877C762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0313D92-6547-47B8-956F-4FB2D870A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5CDA1-6907-440D-9F56-D0017B9C9FD3}" type="datetimeFigureOut">
              <a:rPr lang="fr-FR" smtClean="0"/>
              <a:t>01/03/2026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B89C2A1-6EC8-48E5-9E4A-17E6E4A2F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70CFCCF-1070-4068-9CF6-9A5A0ADF0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C2A67-A33A-4A48-93D0-5272249C3C0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70166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7BBBCFD-8930-4538-BCFD-7FF1416CD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1262DD24-6BFB-4BEC-99CE-7EE40ACD7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F06C359-12CE-4BC7-8D9B-7BE3ABDDAE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5079443-5D12-4C53-B4BA-185733025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5CDA1-6907-440D-9F56-D0017B9C9FD3}" type="datetimeFigureOut">
              <a:rPr lang="fr-FR" smtClean="0"/>
              <a:t>01/03/2026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2F5C79B-B7C6-4530-9454-2D8B1A9FD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4F84A12-BFDB-4147-ACAE-E6556E460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C2A67-A33A-4A48-93D0-5272249C3C0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040213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4C568F5-1B61-41D3-BBA3-3471BB969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A3FD8DC-4C69-47F6-B614-32C2BF3CEE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1261438-9A2D-47EA-A22A-14B8EC95A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5CDA1-6907-440D-9F56-D0017B9C9FD3}" type="datetimeFigureOut">
              <a:rPr lang="fr-FR" smtClean="0"/>
              <a:t>01/03/2026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94BE54E-2E13-4BDD-A7ED-2729DE2A5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7198C96-B4BC-4CA7-98C4-0E76FD936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C2A67-A33A-4A48-93D0-5272249C3C0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111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207A5359-6E0C-4864-8ED1-7D2E4AC221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8486B41-A426-49FA-A76B-EE7C4938DB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58096C6-F9D0-41A3-8082-360341788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5CDA1-6907-440D-9F56-D0017B9C9FD3}" type="datetimeFigureOut">
              <a:rPr lang="fr-FR" smtClean="0"/>
              <a:t>01/03/2026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A767149-EF81-45EF-B8D3-FC099B4DB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7A5F83F-5E8B-453C-9BCD-8028CFA7E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C2A67-A33A-4A48-93D0-5272249C3C0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869597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E0DB9F7F-EB3E-4F92-9430-DC935C098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4A500FF-D5AC-4658-A46D-292E5A6CC0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E56240E-320E-4EE3-9D2B-802D56289C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25CDA1-6907-440D-9F56-D0017B9C9FD3}" type="datetimeFigureOut">
              <a:rPr lang="fr-FR" smtClean="0"/>
              <a:t>01/03/2026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8FB3149-9859-4EAE-91AA-F54F415649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9220FB1-6475-4905-A4AB-57FF443AB0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7C2A67-A33A-4A48-93D0-5272249C3C0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19099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customXml" Target="../ink/ink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customXml" Target="../ink/ink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1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2.xm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4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customXml" Target="../ink/ink15.xml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customXml" Target="../ink/ink16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customXml" Target="../ink/ink17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8.xm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customXml" Target="../ink/ink19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ustomXml" Target="../ink/ink20.xm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customXml" Target="../ink/ink21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EF0983DE-93FC-4AEC-AB92-69721F2BE8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72" y="0"/>
            <a:ext cx="11987092" cy="668655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F4E5197-F8F6-46D6-86B5-3154A5D795DB}"/>
              </a:ext>
            </a:extLst>
          </p:cNvPr>
          <p:cNvSpPr/>
          <p:nvPr/>
        </p:nvSpPr>
        <p:spPr>
          <a:xfrm>
            <a:off x="4362450" y="6172200"/>
            <a:ext cx="7671814" cy="685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1362649-E0EA-4E06-B35A-CB53AD6A32E2}"/>
              </a:ext>
            </a:extLst>
          </p:cNvPr>
          <p:cNvSpPr/>
          <p:nvPr/>
        </p:nvSpPr>
        <p:spPr>
          <a:xfrm>
            <a:off x="1758462" y="2559001"/>
            <a:ext cx="1453014" cy="685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410D96C-0214-42F3-8B49-7E6A6F3B9388}"/>
              </a:ext>
            </a:extLst>
          </p:cNvPr>
          <p:cNvSpPr/>
          <p:nvPr/>
        </p:nvSpPr>
        <p:spPr>
          <a:xfrm>
            <a:off x="1472948" y="2349140"/>
            <a:ext cx="1742785" cy="101566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6000" b="1" cap="none" spc="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2011</a:t>
            </a:r>
            <a:endParaRPr lang="fr-FR" sz="5400" b="1" cap="none" spc="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9C154A-16C5-488C-8101-8AFE32E4AEEF}"/>
              </a:ext>
            </a:extLst>
          </p:cNvPr>
          <p:cNvSpPr/>
          <p:nvPr/>
        </p:nvSpPr>
        <p:spPr>
          <a:xfrm>
            <a:off x="658838" y="4077872"/>
            <a:ext cx="6951784" cy="685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CA0B0498-F8DE-4309-9F88-26241DDFF3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860" y="5437460"/>
            <a:ext cx="7810500" cy="409575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9474D53-CFF2-49D5-96D2-165BA2796177}"/>
              </a:ext>
            </a:extLst>
          </p:cNvPr>
          <p:cNvSpPr/>
          <p:nvPr/>
        </p:nvSpPr>
        <p:spPr>
          <a:xfrm>
            <a:off x="3153235" y="4443880"/>
            <a:ext cx="3111749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r-MA" sz="480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ت</a:t>
            </a:r>
            <a:r>
              <a:rPr lang="ar-MA" sz="4800" b="0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مرين الكهرباء</a:t>
            </a:r>
            <a:endParaRPr lang="fr-FR" sz="4800" b="0" cap="none" spc="0" dirty="0">
              <a:ln w="0"/>
              <a:solidFill>
                <a:srgbClr val="FFC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9537720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54E0885E-1BDD-4970-946B-9C2FE095B0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6777"/>
            <a:ext cx="11861296" cy="5133022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Encre 3">
                <a:extLst>
                  <a:ext uri="{FF2B5EF4-FFF2-40B4-BE49-F238E27FC236}">
                    <a16:creationId xmlns:a16="http://schemas.microsoft.com/office/drawing/2014/main" id="{C5EAD152-544D-4E16-9651-C7604638966B}"/>
                  </a:ext>
                </a:extLst>
              </p14:cNvPr>
              <p14:cNvContentPartPr/>
              <p14:nvPr/>
            </p14:nvContentPartPr>
            <p14:xfrm>
              <a:off x="371160" y="1900800"/>
              <a:ext cx="10269720" cy="3834360"/>
            </p14:xfrm>
          </p:contentPart>
        </mc:Choice>
        <mc:Fallback>
          <p:pic>
            <p:nvPicPr>
              <p:cNvPr id="4" name="Encre 3">
                <a:extLst>
                  <a:ext uri="{FF2B5EF4-FFF2-40B4-BE49-F238E27FC236}">
                    <a16:creationId xmlns:a16="http://schemas.microsoft.com/office/drawing/2014/main" id="{C5EAD152-544D-4E16-9651-C7604638966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1800" y="1891440"/>
                <a:ext cx="10288440" cy="385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Encre 4">
                <a:extLst>
                  <a:ext uri="{FF2B5EF4-FFF2-40B4-BE49-F238E27FC236}">
                    <a16:creationId xmlns:a16="http://schemas.microsoft.com/office/drawing/2014/main" id="{53FBE184-9B90-4C83-A056-05A73BF88DD4}"/>
                  </a:ext>
                </a:extLst>
              </p14:cNvPr>
              <p14:cNvContentPartPr/>
              <p14:nvPr/>
            </p14:nvContentPartPr>
            <p14:xfrm>
              <a:off x="5409360" y="2468880"/>
              <a:ext cx="698040" cy="1019520"/>
            </p14:xfrm>
          </p:contentPart>
        </mc:Choice>
        <mc:Fallback>
          <p:pic>
            <p:nvPicPr>
              <p:cNvPr id="5" name="Encre 4">
                <a:extLst>
                  <a:ext uri="{FF2B5EF4-FFF2-40B4-BE49-F238E27FC236}">
                    <a16:creationId xmlns:a16="http://schemas.microsoft.com/office/drawing/2014/main" id="{53FBE184-9B90-4C83-A056-05A73BF88DD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400000" y="2459520"/>
                <a:ext cx="716760" cy="1038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46623449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73577748-6E7C-4E65-8AF2-D6F309AAD0A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5487"/>
          <a:stretch/>
        </p:blipFill>
        <p:spPr>
          <a:xfrm>
            <a:off x="970671" y="0"/>
            <a:ext cx="10888394" cy="6814794"/>
          </a:xfrm>
          <a:prstGeom prst="rect">
            <a:avLst/>
          </a:prstGeom>
        </p:spPr>
      </p:pic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1718BB64-18FB-4ABC-A0A3-44875385A72B}"/>
              </a:ext>
            </a:extLst>
          </p:cNvPr>
          <p:cNvSpPr/>
          <p:nvPr/>
        </p:nvSpPr>
        <p:spPr>
          <a:xfrm>
            <a:off x="2449721" y="5922499"/>
            <a:ext cx="9409344" cy="425988"/>
          </a:xfrm>
          <a:prstGeom prst="roundRect">
            <a:avLst/>
          </a:prstGeom>
          <a:solidFill>
            <a:srgbClr val="FFFF00">
              <a:alpha val="38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8" name="Encre 7">
                <a:extLst>
                  <a:ext uri="{FF2B5EF4-FFF2-40B4-BE49-F238E27FC236}">
                    <a16:creationId xmlns:a16="http://schemas.microsoft.com/office/drawing/2014/main" id="{CDABEF69-22E2-44B4-92C7-CD912D455255}"/>
                  </a:ext>
                </a:extLst>
              </p14:cNvPr>
              <p14:cNvContentPartPr/>
              <p14:nvPr/>
            </p14:nvContentPartPr>
            <p14:xfrm>
              <a:off x="1431720" y="1047600"/>
              <a:ext cx="10696320" cy="4545360"/>
            </p14:xfrm>
          </p:contentPart>
        </mc:Choice>
        <mc:Fallback>
          <p:pic>
            <p:nvPicPr>
              <p:cNvPr id="8" name="Encre 7">
                <a:extLst>
                  <a:ext uri="{FF2B5EF4-FFF2-40B4-BE49-F238E27FC236}">
                    <a16:creationId xmlns:a16="http://schemas.microsoft.com/office/drawing/2014/main" id="{CDABEF69-22E2-44B4-92C7-CD912D45525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22360" y="1038240"/>
                <a:ext cx="10715040" cy="4564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72866447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Encre 1">
                <a:extLst>
                  <a:ext uri="{FF2B5EF4-FFF2-40B4-BE49-F238E27FC236}">
                    <a16:creationId xmlns:a16="http://schemas.microsoft.com/office/drawing/2014/main" id="{4C528430-2F17-41BF-8DFC-A51CFEABB0CA}"/>
                  </a:ext>
                </a:extLst>
              </p14:cNvPr>
              <p14:cNvContentPartPr/>
              <p14:nvPr/>
            </p14:nvContentPartPr>
            <p14:xfrm>
              <a:off x="2329920" y="1383840"/>
              <a:ext cx="4727880" cy="2562480"/>
            </p14:xfrm>
          </p:contentPart>
        </mc:Choice>
        <mc:Fallback>
          <p:pic>
            <p:nvPicPr>
              <p:cNvPr id="2" name="Encre 1">
                <a:extLst>
                  <a:ext uri="{FF2B5EF4-FFF2-40B4-BE49-F238E27FC236}">
                    <a16:creationId xmlns:a16="http://schemas.microsoft.com/office/drawing/2014/main" id="{4C528430-2F17-41BF-8DFC-A51CFEABB0C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20560" y="1374480"/>
                <a:ext cx="4746600" cy="2581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68864521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73577748-6E7C-4E65-8AF2-D6F309AAD0A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5487"/>
          <a:stretch/>
        </p:blipFill>
        <p:spPr>
          <a:xfrm>
            <a:off x="970671" y="0"/>
            <a:ext cx="10888394" cy="6814794"/>
          </a:xfrm>
          <a:prstGeom prst="rect">
            <a:avLst/>
          </a:prstGeom>
        </p:spPr>
      </p:pic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1718BB64-18FB-4ABC-A0A3-44875385A72B}"/>
              </a:ext>
            </a:extLst>
          </p:cNvPr>
          <p:cNvSpPr/>
          <p:nvPr/>
        </p:nvSpPr>
        <p:spPr>
          <a:xfrm>
            <a:off x="1730326" y="6302327"/>
            <a:ext cx="10128739" cy="425988"/>
          </a:xfrm>
          <a:prstGeom prst="roundRect">
            <a:avLst/>
          </a:prstGeom>
          <a:solidFill>
            <a:srgbClr val="FFFF00">
              <a:alpha val="38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52758593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Encre 1">
                <a:extLst>
                  <a:ext uri="{FF2B5EF4-FFF2-40B4-BE49-F238E27FC236}">
                    <a16:creationId xmlns:a16="http://schemas.microsoft.com/office/drawing/2014/main" id="{2E18C461-3401-485C-AD11-8C30CCBE2C1C}"/>
                  </a:ext>
                </a:extLst>
              </p14:cNvPr>
              <p14:cNvContentPartPr/>
              <p14:nvPr/>
            </p14:nvContentPartPr>
            <p14:xfrm>
              <a:off x="2580120" y="344880"/>
              <a:ext cx="8650440" cy="6086520"/>
            </p14:xfrm>
          </p:contentPart>
        </mc:Choice>
        <mc:Fallback>
          <p:pic>
            <p:nvPicPr>
              <p:cNvPr id="2" name="Encre 1">
                <a:extLst>
                  <a:ext uri="{FF2B5EF4-FFF2-40B4-BE49-F238E27FC236}">
                    <a16:creationId xmlns:a16="http://schemas.microsoft.com/office/drawing/2014/main" id="{2E18C461-3401-485C-AD11-8C30CCBE2C1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70760" y="335520"/>
                <a:ext cx="8669160" cy="6105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93949532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96F97731-203F-49A4-818B-52712C398F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28" y="336744"/>
            <a:ext cx="11638963" cy="1689003"/>
          </a:xfrm>
          <a:prstGeom prst="rect">
            <a:avLst/>
          </a:prstGeom>
        </p:spPr>
      </p:pic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A507FBD4-979A-4D8F-9FBA-EA069502E075}"/>
              </a:ext>
            </a:extLst>
          </p:cNvPr>
          <p:cNvSpPr/>
          <p:nvPr/>
        </p:nvSpPr>
        <p:spPr>
          <a:xfrm>
            <a:off x="1046687" y="378947"/>
            <a:ext cx="10689504" cy="493249"/>
          </a:xfrm>
          <a:prstGeom prst="roundRect">
            <a:avLst/>
          </a:prstGeom>
          <a:solidFill>
            <a:srgbClr val="FFFF00">
              <a:alpha val="38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Encre 3">
                <a:extLst>
                  <a:ext uri="{FF2B5EF4-FFF2-40B4-BE49-F238E27FC236}">
                    <a16:creationId xmlns:a16="http://schemas.microsoft.com/office/drawing/2014/main" id="{D4723F3D-8765-4E19-A775-6193AB86D636}"/>
                  </a:ext>
                </a:extLst>
              </p14:cNvPr>
              <p14:cNvContentPartPr/>
              <p14:nvPr/>
            </p14:nvContentPartPr>
            <p14:xfrm>
              <a:off x="674280" y="2018160"/>
              <a:ext cx="10782720" cy="4452120"/>
            </p14:xfrm>
          </p:contentPart>
        </mc:Choice>
        <mc:Fallback>
          <p:pic>
            <p:nvPicPr>
              <p:cNvPr id="4" name="Encre 3">
                <a:extLst>
                  <a:ext uri="{FF2B5EF4-FFF2-40B4-BE49-F238E27FC236}">
                    <a16:creationId xmlns:a16="http://schemas.microsoft.com/office/drawing/2014/main" id="{D4723F3D-8765-4E19-A775-6193AB86D63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64920" y="2008800"/>
                <a:ext cx="10801440" cy="4470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99858745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9789251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495F1FF7-FF56-4612-AB4A-0A78F9B0FF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28" y="336744"/>
            <a:ext cx="11638963" cy="1689003"/>
          </a:xfrm>
          <a:prstGeom prst="rect">
            <a:avLst/>
          </a:prstGeom>
        </p:spPr>
      </p:pic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DC4FCDE8-6B2F-4EAC-8FAF-89CDAAAEA9EF}"/>
              </a:ext>
            </a:extLst>
          </p:cNvPr>
          <p:cNvSpPr/>
          <p:nvPr/>
        </p:nvSpPr>
        <p:spPr>
          <a:xfrm>
            <a:off x="1046687" y="829114"/>
            <a:ext cx="10689504" cy="493249"/>
          </a:xfrm>
          <a:prstGeom prst="roundRect">
            <a:avLst/>
          </a:prstGeom>
          <a:solidFill>
            <a:srgbClr val="FFFF00">
              <a:alpha val="38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Encre 4">
                <a:extLst>
                  <a:ext uri="{FF2B5EF4-FFF2-40B4-BE49-F238E27FC236}">
                    <a16:creationId xmlns:a16="http://schemas.microsoft.com/office/drawing/2014/main" id="{84A3C9D1-7336-45D1-9BF2-BD8E0B3973AE}"/>
                  </a:ext>
                </a:extLst>
              </p14:cNvPr>
              <p14:cNvContentPartPr/>
              <p14:nvPr/>
            </p14:nvContentPartPr>
            <p14:xfrm>
              <a:off x="101880" y="2135520"/>
              <a:ext cx="11356920" cy="4328280"/>
            </p14:xfrm>
          </p:contentPart>
        </mc:Choice>
        <mc:Fallback>
          <p:pic>
            <p:nvPicPr>
              <p:cNvPr id="5" name="Encre 4">
                <a:extLst>
                  <a:ext uri="{FF2B5EF4-FFF2-40B4-BE49-F238E27FC236}">
                    <a16:creationId xmlns:a16="http://schemas.microsoft.com/office/drawing/2014/main" id="{84A3C9D1-7336-45D1-9BF2-BD8E0B3973A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2520" y="2126160"/>
                <a:ext cx="11375640" cy="4347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3720504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Encre 1">
                <a:extLst>
                  <a:ext uri="{FF2B5EF4-FFF2-40B4-BE49-F238E27FC236}">
                    <a16:creationId xmlns:a16="http://schemas.microsoft.com/office/drawing/2014/main" id="{92E38D3F-6F8E-4A6C-AD85-EFD6A5157877}"/>
                  </a:ext>
                </a:extLst>
              </p14:cNvPr>
              <p14:cNvContentPartPr/>
              <p14:nvPr/>
            </p14:nvContentPartPr>
            <p14:xfrm>
              <a:off x="3539160" y="825480"/>
              <a:ext cx="7940880" cy="3767400"/>
            </p14:xfrm>
          </p:contentPart>
        </mc:Choice>
        <mc:Fallback>
          <p:pic>
            <p:nvPicPr>
              <p:cNvPr id="2" name="Encre 1">
                <a:extLst>
                  <a:ext uri="{FF2B5EF4-FFF2-40B4-BE49-F238E27FC236}">
                    <a16:creationId xmlns:a16="http://schemas.microsoft.com/office/drawing/2014/main" id="{92E38D3F-6F8E-4A6C-AD85-EFD6A515787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529800" y="816120"/>
                <a:ext cx="7959600" cy="3786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24796079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495F1FF7-FF56-4612-AB4A-0A78F9B0FF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28" y="336744"/>
            <a:ext cx="11638963" cy="1689003"/>
          </a:xfrm>
          <a:prstGeom prst="rect">
            <a:avLst/>
          </a:prstGeom>
        </p:spPr>
      </p:pic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DC4FCDE8-6B2F-4EAC-8FAF-89CDAAAEA9EF}"/>
              </a:ext>
            </a:extLst>
          </p:cNvPr>
          <p:cNvSpPr/>
          <p:nvPr/>
        </p:nvSpPr>
        <p:spPr>
          <a:xfrm>
            <a:off x="1201432" y="1181245"/>
            <a:ext cx="10689504" cy="493249"/>
          </a:xfrm>
          <a:prstGeom prst="roundRect">
            <a:avLst/>
          </a:prstGeom>
          <a:solidFill>
            <a:srgbClr val="FFFF00">
              <a:alpha val="38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EF7B85DE-1646-4239-86E0-18D5AF21D54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2093" t="19190" r="26486" b="28996"/>
          <a:stretch/>
        </p:blipFill>
        <p:spPr>
          <a:xfrm>
            <a:off x="303699" y="1805062"/>
            <a:ext cx="6153371" cy="459183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Encre 4">
                <a:extLst>
                  <a:ext uri="{FF2B5EF4-FFF2-40B4-BE49-F238E27FC236}">
                    <a16:creationId xmlns:a16="http://schemas.microsoft.com/office/drawing/2014/main" id="{E5311C5F-C115-4033-872F-87C0D1E0AECE}"/>
                  </a:ext>
                </a:extLst>
              </p14:cNvPr>
              <p14:cNvContentPartPr/>
              <p14:nvPr/>
            </p14:nvContentPartPr>
            <p14:xfrm>
              <a:off x="6116760" y="1667520"/>
              <a:ext cx="5730120" cy="4729320"/>
            </p14:xfrm>
          </p:contentPart>
        </mc:Choice>
        <mc:Fallback>
          <p:pic>
            <p:nvPicPr>
              <p:cNvPr id="5" name="Encre 4">
                <a:extLst>
                  <a:ext uri="{FF2B5EF4-FFF2-40B4-BE49-F238E27FC236}">
                    <a16:creationId xmlns:a16="http://schemas.microsoft.com/office/drawing/2014/main" id="{E5311C5F-C115-4033-872F-87C0D1E0AEC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107400" y="1658160"/>
                <a:ext cx="5748840" cy="4748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48065955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9873422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0BC8EF83-DAB2-4541-8128-76E92CC3D9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7536" y="759655"/>
            <a:ext cx="12085443" cy="540199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Encre 4">
                <a:extLst>
                  <a:ext uri="{FF2B5EF4-FFF2-40B4-BE49-F238E27FC236}">
                    <a16:creationId xmlns:a16="http://schemas.microsoft.com/office/drawing/2014/main" id="{27857611-C1E0-4F60-A49B-3C20976E1B3D}"/>
                  </a:ext>
                </a:extLst>
              </p14:cNvPr>
              <p14:cNvContentPartPr/>
              <p14:nvPr/>
            </p14:nvContentPartPr>
            <p14:xfrm>
              <a:off x="728640" y="207360"/>
              <a:ext cx="8984520" cy="4392360"/>
            </p14:xfrm>
          </p:contentPart>
        </mc:Choice>
        <mc:Fallback>
          <p:pic>
            <p:nvPicPr>
              <p:cNvPr id="5" name="Encre 4">
                <a:extLst>
                  <a:ext uri="{FF2B5EF4-FFF2-40B4-BE49-F238E27FC236}">
                    <a16:creationId xmlns:a16="http://schemas.microsoft.com/office/drawing/2014/main" id="{27857611-C1E0-4F60-A49B-3C20976E1B3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19280" y="198000"/>
                <a:ext cx="9003240" cy="4411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27211344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7F9E33F5-7813-41DC-AB26-5653ACAAD8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077" y="188406"/>
            <a:ext cx="10128738" cy="651133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Encre 3">
                <a:extLst>
                  <a:ext uri="{FF2B5EF4-FFF2-40B4-BE49-F238E27FC236}">
                    <a16:creationId xmlns:a16="http://schemas.microsoft.com/office/drawing/2014/main" id="{5BEAB8E7-7E9F-41B8-88A8-F07E65BD0CC1}"/>
                  </a:ext>
                </a:extLst>
              </p14:cNvPr>
              <p14:cNvContentPartPr/>
              <p14:nvPr/>
            </p14:nvContentPartPr>
            <p14:xfrm>
              <a:off x="410040" y="296640"/>
              <a:ext cx="10508760" cy="3950640"/>
            </p14:xfrm>
          </p:contentPart>
        </mc:Choice>
        <mc:Fallback>
          <p:pic>
            <p:nvPicPr>
              <p:cNvPr id="4" name="Encre 3">
                <a:extLst>
                  <a:ext uri="{FF2B5EF4-FFF2-40B4-BE49-F238E27FC236}">
                    <a16:creationId xmlns:a16="http://schemas.microsoft.com/office/drawing/2014/main" id="{5BEAB8E7-7E9F-41B8-88A8-F07E65BD0CC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00680" y="287280"/>
                <a:ext cx="10527480" cy="3969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08851073"/>
      </p:ext>
    </p:extLst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9737A551-FDD2-4698-9183-FBE7F4BF11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090" y="211016"/>
            <a:ext cx="11495819" cy="3353826"/>
          </a:xfrm>
          <a:prstGeom prst="rect">
            <a:avLst/>
          </a:prstGeom>
        </p:spPr>
      </p:pic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5E029A1D-C3DA-4850-B33F-56BBCFEF104A}"/>
              </a:ext>
            </a:extLst>
          </p:cNvPr>
          <p:cNvSpPr/>
          <p:nvPr/>
        </p:nvSpPr>
        <p:spPr>
          <a:xfrm>
            <a:off x="1271770" y="211016"/>
            <a:ext cx="10689504" cy="493249"/>
          </a:xfrm>
          <a:prstGeom prst="roundRect">
            <a:avLst/>
          </a:prstGeom>
          <a:solidFill>
            <a:srgbClr val="FFFF00">
              <a:alpha val="38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Encre 4">
                <a:extLst>
                  <a:ext uri="{FF2B5EF4-FFF2-40B4-BE49-F238E27FC236}">
                    <a16:creationId xmlns:a16="http://schemas.microsoft.com/office/drawing/2014/main" id="{FE7C3946-E39C-43A6-B407-F1096C12EA0D}"/>
                  </a:ext>
                </a:extLst>
              </p14:cNvPr>
              <p14:cNvContentPartPr/>
              <p14:nvPr/>
            </p14:nvContentPartPr>
            <p14:xfrm>
              <a:off x="2000160" y="258840"/>
              <a:ext cx="4958280" cy="5485680"/>
            </p14:xfrm>
          </p:contentPart>
        </mc:Choice>
        <mc:Fallback>
          <p:pic>
            <p:nvPicPr>
              <p:cNvPr id="5" name="Encre 4">
                <a:extLst>
                  <a:ext uri="{FF2B5EF4-FFF2-40B4-BE49-F238E27FC236}">
                    <a16:creationId xmlns:a16="http://schemas.microsoft.com/office/drawing/2014/main" id="{FE7C3946-E39C-43A6-B407-F1096C12EA0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90800" y="249480"/>
                <a:ext cx="4977000" cy="5504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52119706"/>
      </p:ext>
    </p:extLst>
  </p:cSld>
  <p:clrMapOvr>
    <a:masterClrMapping/>
  </p:clrMapOvr>
  <p:transition spd="slow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Encre 1">
                <a:extLst>
                  <a:ext uri="{FF2B5EF4-FFF2-40B4-BE49-F238E27FC236}">
                    <a16:creationId xmlns:a16="http://schemas.microsoft.com/office/drawing/2014/main" id="{21207C89-F4AD-4A62-9391-8EEB96BC13DF}"/>
                  </a:ext>
                </a:extLst>
              </p14:cNvPr>
              <p14:cNvContentPartPr/>
              <p14:nvPr/>
            </p14:nvContentPartPr>
            <p14:xfrm>
              <a:off x="380520" y="516960"/>
              <a:ext cx="11234160" cy="6213600"/>
            </p14:xfrm>
          </p:contentPart>
        </mc:Choice>
        <mc:Fallback>
          <p:pic>
            <p:nvPicPr>
              <p:cNvPr id="2" name="Encre 1">
                <a:extLst>
                  <a:ext uri="{FF2B5EF4-FFF2-40B4-BE49-F238E27FC236}">
                    <a16:creationId xmlns:a16="http://schemas.microsoft.com/office/drawing/2014/main" id="{21207C89-F4AD-4A62-9391-8EEB96BC13D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1160" y="507600"/>
                <a:ext cx="11252880" cy="6232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70842822"/>
      </p:ext>
    </p:extLst>
  </p:cSld>
  <p:clrMapOvr>
    <a:masterClrMapping/>
  </p:clrMapOvr>
  <p:transition spd="slow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9737A551-FDD2-4698-9183-FBE7F4BF11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090" y="211016"/>
            <a:ext cx="11495819" cy="3353826"/>
          </a:xfrm>
          <a:prstGeom prst="rect">
            <a:avLst/>
          </a:prstGeom>
        </p:spPr>
      </p:pic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5E029A1D-C3DA-4850-B33F-56BBCFEF104A}"/>
              </a:ext>
            </a:extLst>
          </p:cNvPr>
          <p:cNvSpPr/>
          <p:nvPr/>
        </p:nvSpPr>
        <p:spPr>
          <a:xfrm>
            <a:off x="4881489" y="689317"/>
            <a:ext cx="7164192" cy="394775"/>
          </a:xfrm>
          <a:prstGeom prst="roundRect">
            <a:avLst/>
          </a:prstGeom>
          <a:solidFill>
            <a:srgbClr val="FFFF00">
              <a:alpha val="38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46019138"/>
      </p:ext>
    </p:extLst>
  </p:cSld>
  <p:clrMapOvr>
    <a:masterClrMapping/>
  </p:clrMapOvr>
  <p:transition spd="slow"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7F9E33F5-7813-41DC-AB26-5653ACAAD8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077" y="188406"/>
            <a:ext cx="10128738" cy="651133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Encre 1">
                <a:extLst>
                  <a:ext uri="{FF2B5EF4-FFF2-40B4-BE49-F238E27FC236}">
                    <a16:creationId xmlns:a16="http://schemas.microsoft.com/office/drawing/2014/main" id="{3AB8501F-B08F-4125-B277-63DF0834479D}"/>
                  </a:ext>
                </a:extLst>
              </p14:cNvPr>
              <p14:cNvContentPartPr/>
              <p14:nvPr/>
            </p14:nvContentPartPr>
            <p14:xfrm>
              <a:off x="380520" y="495000"/>
              <a:ext cx="11664720" cy="2343600"/>
            </p14:xfrm>
          </p:contentPart>
        </mc:Choice>
        <mc:Fallback>
          <p:pic>
            <p:nvPicPr>
              <p:cNvPr id="2" name="Encre 1">
                <a:extLst>
                  <a:ext uri="{FF2B5EF4-FFF2-40B4-BE49-F238E27FC236}">
                    <a16:creationId xmlns:a16="http://schemas.microsoft.com/office/drawing/2014/main" id="{3AB8501F-B08F-4125-B277-63DF0834479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71160" y="485640"/>
                <a:ext cx="11683440" cy="236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" name="Encre 3">
                <a:extLst>
                  <a:ext uri="{FF2B5EF4-FFF2-40B4-BE49-F238E27FC236}">
                    <a16:creationId xmlns:a16="http://schemas.microsoft.com/office/drawing/2014/main" id="{21B00F30-D0C3-4CD7-B7B9-9CFDE2D0B6DB}"/>
                  </a:ext>
                </a:extLst>
              </p14:cNvPr>
              <p14:cNvContentPartPr/>
              <p14:nvPr/>
            </p14:nvContentPartPr>
            <p14:xfrm>
              <a:off x="1353240" y="2367000"/>
              <a:ext cx="10563480" cy="1767240"/>
            </p14:xfrm>
          </p:contentPart>
        </mc:Choice>
        <mc:Fallback>
          <p:pic>
            <p:nvPicPr>
              <p:cNvPr id="4" name="Encre 3">
                <a:extLst>
                  <a:ext uri="{FF2B5EF4-FFF2-40B4-BE49-F238E27FC236}">
                    <a16:creationId xmlns:a16="http://schemas.microsoft.com/office/drawing/2014/main" id="{21B00F30-D0C3-4CD7-B7B9-9CFDE2D0B6D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343880" y="2357640"/>
                <a:ext cx="10582200" cy="1785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76589630"/>
      </p:ext>
    </p:extLst>
  </p:cSld>
  <p:clrMapOvr>
    <a:masterClrMapping/>
  </p:clrMapOvr>
  <p:transition spd="slow"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Encre 1">
                <a:extLst>
                  <a:ext uri="{FF2B5EF4-FFF2-40B4-BE49-F238E27FC236}">
                    <a16:creationId xmlns:a16="http://schemas.microsoft.com/office/drawing/2014/main" id="{B55C030B-DBE3-4D9E-969A-F7C58FABCD90}"/>
                  </a:ext>
                </a:extLst>
              </p14:cNvPr>
              <p14:cNvContentPartPr/>
              <p14:nvPr/>
            </p14:nvContentPartPr>
            <p14:xfrm>
              <a:off x="4439880" y="699120"/>
              <a:ext cx="6311520" cy="1826280"/>
            </p14:xfrm>
          </p:contentPart>
        </mc:Choice>
        <mc:Fallback>
          <p:pic>
            <p:nvPicPr>
              <p:cNvPr id="2" name="Encre 1">
                <a:extLst>
                  <a:ext uri="{FF2B5EF4-FFF2-40B4-BE49-F238E27FC236}">
                    <a16:creationId xmlns:a16="http://schemas.microsoft.com/office/drawing/2014/main" id="{B55C030B-DBE3-4D9E-969A-F7C58FABCD9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430520" y="689760"/>
                <a:ext cx="6330240" cy="1845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79356799"/>
      </p:ext>
    </p:extLst>
  </p:cSld>
  <p:clrMapOvr>
    <a:masterClrMapping/>
  </p:clrMapOvr>
  <p:transition spd="slow">
    <p:wip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9737A551-FDD2-4698-9183-FBE7F4BF11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090" y="211016"/>
            <a:ext cx="11495819" cy="3353826"/>
          </a:xfrm>
          <a:prstGeom prst="rect">
            <a:avLst/>
          </a:prstGeom>
        </p:spPr>
      </p:pic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5E029A1D-C3DA-4850-B33F-56BBCFEF104A}"/>
              </a:ext>
            </a:extLst>
          </p:cNvPr>
          <p:cNvSpPr/>
          <p:nvPr/>
        </p:nvSpPr>
        <p:spPr>
          <a:xfrm>
            <a:off x="1209822" y="1041009"/>
            <a:ext cx="10793656" cy="407963"/>
          </a:xfrm>
          <a:prstGeom prst="roundRect">
            <a:avLst/>
          </a:prstGeom>
          <a:solidFill>
            <a:srgbClr val="FFFF00">
              <a:alpha val="38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52129544"/>
      </p:ext>
    </p:extLst>
  </p:cSld>
  <p:clrMapOvr>
    <a:masterClrMapping/>
  </p:clrMapOvr>
  <p:transition spd="slow">
    <p:wip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Encre 1">
                <a:extLst>
                  <a:ext uri="{FF2B5EF4-FFF2-40B4-BE49-F238E27FC236}">
                    <a16:creationId xmlns:a16="http://schemas.microsoft.com/office/drawing/2014/main" id="{8162A785-31C0-4483-A718-13C16E9EA37D}"/>
                  </a:ext>
                </a:extLst>
              </p14:cNvPr>
              <p14:cNvContentPartPr/>
              <p14:nvPr/>
            </p14:nvContentPartPr>
            <p14:xfrm>
              <a:off x="906840" y="610560"/>
              <a:ext cx="9798120" cy="3418560"/>
            </p14:xfrm>
          </p:contentPart>
        </mc:Choice>
        <mc:Fallback>
          <p:pic>
            <p:nvPicPr>
              <p:cNvPr id="2" name="Encre 1">
                <a:extLst>
                  <a:ext uri="{FF2B5EF4-FFF2-40B4-BE49-F238E27FC236}">
                    <a16:creationId xmlns:a16="http://schemas.microsoft.com/office/drawing/2014/main" id="{8162A785-31C0-4483-A718-13C16E9EA37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97480" y="601200"/>
                <a:ext cx="9816840" cy="3437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38836745"/>
      </p:ext>
    </p:extLst>
  </p:cSld>
  <p:clrMapOvr>
    <a:masterClrMapping/>
  </p:clrMapOvr>
  <p:transition spd="slow">
    <p:wip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9737A551-FDD2-4698-9183-FBE7F4BF11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090" y="211016"/>
            <a:ext cx="11495819" cy="3353826"/>
          </a:xfrm>
          <a:prstGeom prst="rect">
            <a:avLst/>
          </a:prstGeom>
        </p:spPr>
      </p:pic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5E029A1D-C3DA-4850-B33F-56BBCFEF104A}"/>
              </a:ext>
            </a:extLst>
          </p:cNvPr>
          <p:cNvSpPr/>
          <p:nvPr/>
        </p:nvSpPr>
        <p:spPr>
          <a:xfrm>
            <a:off x="1209822" y="1434905"/>
            <a:ext cx="10793656" cy="407963"/>
          </a:xfrm>
          <a:prstGeom prst="roundRect">
            <a:avLst/>
          </a:prstGeom>
          <a:solidFill>
            <a:srgbClr val="FFFF00">
              <a:alpha val="38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Encre 4">
                <a:extLst>
                  <a:ext uri="{FF2B5EF4-FFF2-40B4-BE49-F238E27FC236}">
                    <a16:creationId xmlns:a16="http://schemas.microsoft.com/office/drawing/2014/main" id="{8DDBD15F-5792-4EE9-BBD8-19BE1F308F2E}"/>
                  </a:ext>
                </a:extLst>
              </p14:cNvPr>
              <p14:cNvContentPartPr/>
              <p14:nvPr/>
            </p14:nvContentPartPr>
            <p14:xfrm>
              <a:off x="4147200" y="3877200"/>
              <a:ext cx="3234240" cy="691920"/>
            </p14:xfrm>
          </p:contentPart>
        </mc:Choice>
        <mc:Fallback>
          <p:pic>
            <p:nvPicPr>
              <p:cNvPr id="5" name="Encre 4">
                <a:extLst>
                  <a:ext uri="{FF2B5EF4-FFF2-40B4-BE49-F238E27FC236}">
                    <a16:creationId xmlns:a16="http://schemas.microsoft.com/office/drawing/2014/main" id="{8DDBD15F-5792-4EE9-BBD8-19BE1F308F2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37840" y="3867840"/>
                <a:ext cx="3252960" cy="710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98923187"/>
      </p:ext>
    </p:extLst>
  </p:cSld>
  <p:clrMapOvr>
    <a:masterClrMapping/>
  </p:clrMapOvr>
  <p:transition spd="slow">
    <p:wip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Encre 1">
                <a:extLst>
                  <a:ext uri="{FF2B5EF4-FFF2-40B4-BE49-F238E27FC236}">
                    <a16:creationId xmlns:a16="http://schemas.microsoft.com/office/drawing/2014/main" id="{18843AA5-9F87-4AAC-A86D-C0DF5EAAD196}"/>
                  </a:ext>
                </a:extLst>
              </p14:cNvPr>
              <p14:cNvContentPartPr/>
              <p14:nvPr/>
            </p14:nvContentPartPr>
            <p14:xfrm>
              <a:off x="409320" y="335160"/>
              <a:ext cx="10574640" cy="4650480"/>
            </p14:xfrm>
          </p:contentPart>
        </mc:Choice>
        <mc:Fallback>
          <p:pic>
            <p:nvPicPr>
              <p:cNvPr id="2" name="Encre 1">
                <a:extLst>
                  <a:ext uri="{FF2B5EF4-FFF2-40B4-BE49-F238E27FC236}">
                    <a16:creationId xmlns:a16="http://schemas.microsoft.com/office/drawing/2014/main" id="{18843AA5-9F87-4AAC-A86D-C0DF5EAAD19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9960" y="325800"/>
                <a:ext cx="10593360" cy="4669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17704565"/>
      </p:ext>
    </p:extLst>
  </p:cSld>
  <p:clrMapOvr>
    <a:masterClrMapping/>
  </p:clrMapOvr>
  <p:transition spd="slow">
    <p:wip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9737A551-FDD2-4698-9183-FBE7F4BF11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090" y="211016"/>
            <a:ext cx="11495819" cy="3353826"/>
          </a:xfrm>
          <a:prstGeom prst="rect">
            <a:avLst/>
          </a:prstGeom>
        </p:spPr>
      </p:pic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5E029A1D-C3DA-4850-B33F-56BBCFEF104A}"/>
              </a:ext>
            </a:extLst>
          </p:cNvPr>
          <p:cNvSpPr/>
          <p:nvPr/>
        </p:nvSpPr>
        <p:spPr>
          <a:xfrm>
            <a:off x="1209822" y="2658792"/>
            <a:ext cx="10793656" cy="407963"/>
          </a:xfrm>
          <a:prstGeom prst="roundRect">
            <a:avLst/>
          </a:prstGeom>
          <a:solidFill>
            <a:srgbClr val="FFFF00">
              <a:alpha val="38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Encre 1">
                <a:extLst>
                  <a:ext uri="{FF2B5EF4-FFF2-40B4-BE49-F238E27FC236}">
                    <a16:creationId xmlns:a16="http://schemas.microsoft.com/office/drawing/2014/main" id="{D2200BB1-776B-403B-AF9C-3D6B19ECEBE5}"/>
                  </a:ext>
                </a:extLst>
              </p14:cNvPr>
              <p14:cNvContentPartPr/>
              <p14:nvPr/>
            </p14:nvContentPartPr>
            <p14:xfrm>
              <a:off x="1011960" y="2293560"/>
              <a:ext cx="10823400" cy="3415680"/>
            </p14:xfrm>
          </p:contentPart>
        </mc:Choice>
        <mc:Fallback>
          <p:pic>
            <p:nvPicPr>
              <p:cNvPr id="2" name="Encre 1">
                <a:extLst>
                  <a:ext uri="{FF2B5EF4-FFF2-40B4-BE49-F238E27FC236}">
                    <a16:creationId xmlns:a16="http://schemas.microsoft.com/office/drawing/2014/main" id="{D2200BB1-776B-403B-AF9C-3D6B19ECEBE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02600" y="2284200"/>
                <a:ext cx="10842120" cy="3434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777918"/>
      </p:ext>
    </p:extLst>
  </p:cSld>
  <p:clrMapOvr>
    <a:masterClrMapping/>
  </p:clrMapOvr>
  <p:transition spd="slow">
    <p:wip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Encre 1">
                <a:extLst>
                  <a:ext uri="{FF2B5EF4-FFF2-40B4-BE49-F238E27FC236}">
                    <a16:creationId xmlns:a16="http://schemas.microsoft.com/office/drawing/2014/main" id="{78236FF1-A479-4F22-A81A-BDD7282F127B}"/>
                  </a:ext>
                </a:extLst>
              </p14:cNvPr>
              <p14:cNvContentPartPr/>
              <p14:nvPr/>
            </p14:nvContentPartPr>
            <p14:xfrm>
              <a:off x="4290480" y="453240"/>
              <a:ext cx="6862680" cy="4239000"/>
            </p14:xfrm>
          </p:contentPart>
        </mc:Choice>
        <mc:Fallback>
          <p:pic>
            <p:nvPicPr>
              <p:cNvPr id="2" name="Encre 1">
                <a:extLst>
                  <a:ext uri="{FF2B5EF4-FFF2-40B4-BE49-F238E27FC236}">
                    <a16:creationId xmlns:a16="http://schemas.microsoft.com/office/drawing/2014/main" id="{78236FF1-A479-4F22-A81A-BDD7282F127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81120" y="443880"/>
                <a:ext cx="6881400" cy="4257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20662143"/>
      </p:ext>
    </p:extLst>
  </p:cSld>
  <p:clrMapOvr>
    <a:masterClrMapping/>
  </p:clrMapOvr>
  <p:transition spd="slow">
    <p:wip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9737A551-FDD2-4698-9183-FBE7F4BF11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090" y="211016"/>
            <a:ext cx="11495819" cy="3353826"/>
          </a:xfrm>
          <a:prstGeom prst="rect">
            <a:avLst/>
          </a:prstGeom>
        </p:spPr>
      </p:pic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5E029A1D-C3DA-4850-B33F-56BBCFEF104A}"/>
              </a:ext>
            </a:extLst>
          </p:cNvPr>
          <p:cNvSpPr/>
          <p:nvPr/>
        </p:nvSpPr>
        <p:spPr>
          <a:xfrm>
            <a:off x="1209822" y="3024552"/>
            <a:ext cx="10793656" cy="407963"/>
          </a:xfrm>
          <a:prstGeom prst="roundRect">
            <a:avLst/>
          </a:prstGeom>
          <a:solidFill>
            <a:srgbClr val="FFFF00">
              <a:alpha val="38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0440063"/>
      </p:ext>
    </p:extLst>
  </p:cSld>
  <p:clrMapOvr>
    <a:masterClrMapping/>
  </p:clrMapOvr>
  <p:transition spd="slow">
    <p:wip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488193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654</TotalTime>
  <Words>3</Words>
  <Application>Microsoft Office PowerPoint</Application>
  <PresentationFormat>Grand écran</PresentationFormat>
  <Paragraphs>2</Paragraphs>
  <Slides>27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27</vt:i4>
      </vt:variant>
    </vt:vector>
  </HeadingPairs>
  <TitlesOfParts>
    <vt:vector size="31" baseType="lpstr">
      <vt:lpstr>Arial</vt:lpstr>
      <vt:lpstr>Calibri</vt:lpstr>
      <vt:lpstr>Calibri Light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mohamed.ez-ziymy</dc:creator>
  <cp:lastModifiedBy>mohamed.ez-ziymy</cp:lastModifiedBy>
  <cp:revision>28</cp:revision>
  <dcterms:created xsi:type="dcterms:W3CDTF">2026-02-25T15:02:35Z</dcterms:created>
  <dcterms:modified xsi:type="dcterms:W3CDTF">2026-03-01T14:34:13Z</dcterms:modified>
</cp:coreProperties>
</file>