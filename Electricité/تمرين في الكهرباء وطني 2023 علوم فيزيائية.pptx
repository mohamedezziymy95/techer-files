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57" r:id="rId4"/>
    <p:sldId id="261" r:id="rId5"/>
    <p:sldId id="262" r:id="rId6"/>
    <p:sldId id="275" r:id="rId7"/>
    <p:sldId id="276" r:id="rId8"/>
    <p:sldId id="277" r:id="rId9"/>
    <p:sldId id="278" r:id="rId10"/>
    <p:sldId id="279" r:id="rId11"/>
    <p:sldId id="281" r:id="rId12"/>
    <p:sldId id="263" r:id="rId13"/>
    <p:sldId id="282" r:id="rId14"/>
    <p:sldId id="283" r:id="rId15"/>
    <p:sldId id="284" r:id="rId16"/>
    <p:sldId id="285" r:id="rId17"/>
    <p:sldId id="286" r:id="rId18"/>
    <p:sldId id="287" r:id="rId19"/>
    <p:sldId id="264" r:id="rId20"/>
    <p:sldId id="288" r:id="rId21"/>
    <p:sldId id="265" r:id="rId22"/>
    <p:sldId id="289" r:id="rId23"/>
    <p:sldId id="290" r:id="rId24"/>
    <p:sldId id="291" r:id="rId25"/>
    <p:sldId id="266" r:id="rId26"/>
    <p:sldId id="258" r:id="rId27"/>
    <p:sldId id="267" r:id="rId28"/>
    <p:sldId id="292" r:id="rId29"/>
    <p:sldId id="268" r:id="rId30"/>
    <p:sldId id="293" r:id="rId31"/>
    <p:sldId id="269" r:id="rId32"/>
    <p:sldId id="270" r:id="rId33"/>
    <p:sldId id="294" r:id="rId34"/>
    <p:sldId id="259" r:id="rId35"/>
    <p:sldId id="271" r:id="rId36"/>
    <p:sldId id="295" r:id="rId37"/>
    <p:sldId id="296" r:id="rId38"/>
    <p:sldId id="272" r:id="rId39"/>
    <p:sldId id="297" r:id="rId40"/>
    <p:sldId id="299" r:id="rId41"/>
    <p:sldId id="298" r:id="rId42"/>
    <p:sldId id="300" r:id="rId43"/>
    <p:sldId id="273" r:id="rId44"/>
    <p:sldId id="274" r:id="rId4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6C6C"/>
    <a:srgbClr val="A80303"/>
    <a:srgbClr val="0D2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C2CC55-5351-4FAB-9733-D952B7D43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509A5A3-415E-4478-9803-9056D15B8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31B0AE-19D7-4D52-922C-ABDC7A2D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1B4D8B-231E-469E-8801-6D5C0643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A1B733-FF8D-4126-ADA3-EDC24DDE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45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90EE97-488D-4401-B8B9-F34035891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1D2C89-704B-4041-B771-9290BFB0A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1873B9-1256-49A9-A9D8-2D14B305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52037D-5F53-4205-9017-60B790735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377B07-0FC9-4DBD-96F2-D1CC0212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848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059CC6-77D9-4288-8567-AC15C4DCC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F41DC5-265D-4F43-A648-05CC6E5BA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2825AC-8D61-4A9E-BC04-88DA9C87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FE8DED-DC6C-4D5A-A27B-533AF2DE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BBD690-4010-41C3-A8F1-9478C5D0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2226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5003BB-00C3-4486-93EF-E4338FC3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CB6846-0206-4962-BE63-7728D327D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C6ECEB-274D-42BE-B037-445C97C5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5A8D18-3118-4326-9579-8F0D30228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5BE932-0E12-4F39-B1C6-49C176861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591130-3A9A-4CFA-9D46-859B4C3C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07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D5ECDC-77CC-4B95-B0D2-3080102E5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938371-FEBC-49CF-8ACC-3B846B4E1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DCA4DC-2433-439F-85B6-F3DE0768B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499759-EED5-4408-A495-4D5938ABB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DC8B2EC-06D6-4E49-861B-B427AA6C4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799F449-6C3F-4C2C-8AA2-68616F39F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ED5EA5D-36FB-4B8B-8072-5781AA51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41FC367-E089-4EFB-861E-65B932949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5066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636DCA-FC29-4A00-AF47-DE83E0F1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634AB6A-5F6A-4D92-8C0C-1B5C3D8C9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248EABF-C047-44BE-9420-3E996BB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179E3B1-4C06-47DC-849B-330E0314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279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01BFCF4-029D-489A-85DA-C0A20F4E6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1C44BB3-6A97-463E-B2C8-1F5F2BF0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F03672-F2B2-4A1D-846A-0D241D98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847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681BC4-E548-4D26-BF75-D6A6BC28D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DD49F1-D01F-4070-98DC-6435D3F88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9F980C-4FB6-4B8E-8372-E75877C76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313D92-6547-47B8-956F-4FB2D870A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89C2A1-6EC8-48E5-9E4A-17E6E4A2F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0CFCCF-1070-4068-9CF6-9A5A0ADF0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0166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BBBCFD-8930-4538-BCFD-7FF1416CD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262DD24-6BFB-4BEC-99CE-7EE40ACD7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06C359-12CE-4BC7-8D9B-7BE3ABDDA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079443-5D12-4C53-B4BA-185733025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F5C79B-B7C6-4530-9454-2D8B1A9F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F84A12-BFDB-4147-ACAE-E6556E46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4021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C568F5-1B61-41D3-BBA3-3471BB96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A3FD8DC-4C69-47F6-B614-32C2BF3CE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261438-9A2D-47EA-A22A-14B8EC95A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4BE54E-2E13-4BDD-A7ED-2729DE2A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198C96-B4BC-4CA7-98C4-0E76FD936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11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07A5359-6E0C-4864-8ED1-7D2E4AC22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8486B41-A426-49FA-A76B-EE7C4938D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8096C6-F9D0-41A3-8082-360341788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767149-EF81-45EF-B8D3-FC099B4D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A5F83F-5E8B-453C-9BCD-8028CFA7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695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0DB9F7F-EB3E-4F92-9430-DC935C09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A500FF-D5AC-4658-A46D-292E5A6CC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56240E-320E-4EE3-9D2B-802D56289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5CDA1-6907-440D-9F56-D0017B9C9FD3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FB3149-9859-4EAE-91AA-F54F41564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220FB1-6475-4905-A4AB-57FF443AB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909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F0983DE-93FC-4AEC-AB92-69721F2BE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2" y="0"/>
            <a:ext cx="11987092" cy="66865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4E5197-F8F6-46D6-86B5-3154A5D795DB}"/>
              </a:ext>
            </a:extLst>
          </p:cNvPr>
          <p:cNvSpPr/>
          <p:nvPr/>
        </p:nvSpPr>
        <p:spPr>
          <a:xfrm>
            <a:off x="4362450" y="6172200"/>
            <a:ext cx="7671814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3772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279469B4-D2DC-4BED-9836-8A0454DD3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725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4E5197-F8F6-46D6-86B5-3154A5D795DB}"/>
              </a:ext>
            </a:extLst>
          </p:cNvPr>
          <p:cNvSpPr/>
          <p:nvPr/>
        </p:nvSpPr>
        <p:spPr>
          <a:xfrm>
            <a:off x="11364686" y="6676571"/>
            <a:ext cx="943428" cy="181429"/>
          </a:xfrm>
          <a:prstGeom prst="rect">
            <a:avLst/>
          </a:prstGeom>
          <a:solidFill>
            <a:srgbClr val="0D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86399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21A9ABE-8333-4F5F-8351-A096F741D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15" y="121023"/>
            <a:ext cx="10946570" cy="66159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6C085E1-2EFD-4C57-8330-BD0BCF51CF07}"/>
              </a:ext>
            </a:extLst>
          </p:cNvPr>
          <p:cNvSpPr/>
          <p:nvPr/>
        </p:nvSpPr>
        <p:spPr>
          <a:xfrm>
            <a:off x="6362700" y="3429000"/>
            <a:ext cx="5486400" cy="857250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286644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542CEAA-BD3A-4344-9BAA-A8E4BB679F49}"/>
              </a:ext>
            </a:extLst>
          </p:cNvPr>
          <p:cNvSpPr/>
          <p:nvPr/>
        </p:nvSpPr>
        <p:spPr>
          <a:xfrm>
            <a:off x="9889590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E02C2A-984A-484F-815B-BCA21E9196CF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2BFF90-B75A-4E08-A296-DA39673D92A3}"/>
              </a:ext>
            </a:extLst>
          </p:cNvPr>
          <p:cNvSpPr/>
          <p:nvPr/>
        </p:nvSpPr>
        <p:spPr>
          <a:xfrm>
            <a:off x="3334043" y="3569677"/>
            <a:ext cx="771377" cy="1733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056E880-8BFE-4594-9E29-A8981A65FF54}"/>
              </a:ext>
            </a:extLst>
          </p:cNvPr>
          <p:cNvCxnSpPr/>
          <p:nvPr/>
        </p:nvCxnSpPr>
        <p:spPr>
          <a:xfrm flipV="1">
            <a:off x="2546252" y="1899138"/>
            <a:ext cx="590843" cy="21101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A42D571-204B-46BA-AFD5-4C6F5ABDF228}"/>
              </a:ext>
            </a:extLst>
          </p:cNvPr>
          <p:cNvCxnSpPr/>
          <p:nvPr/>
        </p:nvCxnSpPr>
        <p:spPr>
          <a:xfrm>
            <a:off x="2419643" y="2110154"/>
            <a:ext cx="717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173F28C-3225-4B4A-98AD-60BEBEA18849}"/>
              </a:ext>
            </a:extLst>
          </p:cNvPr>
          <p:cNvSpPr/>
          <p:nvPr/>
        </p:nvSpPr>
        <p:spPr>
          <a:xfrm>
            <a:off x="5894364" y="1695157"/>
            <a:ext cx="5848640" cy="4860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01434E-C9EA-427D-83C0-D64BF37F6287}"/>
              </a:ext>
            </a:extLst>
          </p:cNvPr>
          <p:cNvSpPr/>
          <p:nvPr/>
        </p:nvSpPr>
        <p:spPr>
          <a:xfrm>
            <a:off x="4893212" y="2110154"/>
            <a:ext cx="771377" cy="3193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E02C2A-984A-484F-815B-BCA21E9196CF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2BFF90-B75A-4E08-A296-DA39673D92A3}"/>
              </a:ext>
            </a:extLst>
          </p:cNvPr>
          <p:cNvSpPr/>
          <p:nvPr/>
        </p:nvSpPr>
        <p:spPr>
          <a:xfrm>
            <a:off x="3334043" y="3569677"/>
            <a:ext cx="771377" cy="1733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056E880-8BFE-4594-9E29-A8981A65FF54}"/>
              </a:ext>
            </a:extLst>
          </p:cNvPr>
          <p:cNvCxnSpPr/>
          <p:nvPr/>
        </p:nvCxnSpPr>
        <p:spPr>
          <a:xfrm flipV="1">
            <a:off x="2546252" y="1899138"/>
            <a:ext cx="590843" cy="21101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A42D571-204B-46BA-AFD5-4C6F5ABDF228}"/>
              </a:ext>
            </a:extLst>
          </p:cNvPr>
          <p:cNvCxnSpPr/>
          <p:nvPr/>
        </p:nvCxnSpPr>
        <p:spPr>
          <a:xfrm>
            <a:off x="2419643" y="2110154"/>
            <a:ext cx="717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173F28C-3225-4B4A-98AD-60BEBEA18849}"/>
              </a:ext>
            </a:extLst>
          </p:cNvPr>
          <p:cNvSpPr/>
          <p:nvPr/>
        </p:nvSpPr>
        <p:spPr>
          <a:xfrm>
            <a:off x="5894364" y="1695157"/>
            <a:ext cx="5848640" cy="4860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01434E-C9EA-427D-83C0-D64BF37F6287}"/>
              </a:ext>
            </a:extLst>
          </p:cNvPr>
          <p:cNvSpPr/>
          <p:nvPr/>
        </p:nvSpPr>
        <p:spPr>
          <a:xfrm>
            <a:off x="4893212" y="3868615"/>
            <a:ext cx="771377" cy="1434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5694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E02C2A-984A-484F-815B-BCA21E9196CF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2BFF90-B75A-4E08-A296-DA39673D92A3}"/>
              </a:ext>
            </a:extLst>
          </p:cNvPr>
          <p:cNvSpPr/>
          <p:nvPr/>
        </p:nvSpPr>
        <p:spPr>
          <a:xfrm>
            <a:off x="3334043" y="3569677"/>
            <a:ext cx="771377" cy="1733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056E880-8BFE-4594-9E29-A8981A65FF54}"/>
              </a:ext>
            </a:extLst>
          </p:cNvPr>
          <p:cNvCxnSpPr/>
          <p:nvPr/>
        </p:nvCxnSpPr>
        <p:spPr>
          <a:xfrm flipV="1">
            <a:off x="2546252" y="1899138"/>
            <a:ext cx="590843" cy="21101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A42D571-204B-46BA-AFD5-4C6F5ABDF228}"/>
              </a:ext>
            </a:extLst>
          </p:cNvPr>
          <p:cNvCxnSpPr/>
          <p:nvPr/>
        </p:nvCxnSpPr>
        <p:spPr>
          <a:xfrm>
            <a:off x="2419643" y="2110154"/>
            <a:ext cx="717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173F28C-3225-4B4A-98AD-60BEBEA18849}"/>
              </a:ext>
            </a:extLst>
          </p:cNvPr>
          <p:cNvSpPr/>
          <p:nvPr/>
        </p:nvSpPr>
        <p:spPr>
          <a:xfrm>
            <a:off x="5894364" y="1695157"/>
            <a:ext cx="5848640" cy="4860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01434E-C9EA-427D-83C0-D64BF37F6287}"/>
              </a:ext>
            </a:extLst>
          </p:cNvPr>
          <p:cNvSpPr/>
          <p:nvPr/>
        </p:nvSpPr>
        <p:spPr>
          <a:xfrm>
            <a:off x="4697438" y="5409028"/>
            <a:ext cx="771377" cy="11465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8494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E02C2A-984A-484F-815B-BCA21E9196CF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2BFF90-B75A-4E08-A296-DA39673D92A3}"/>
              </a:ext>
            </a:extLst>
          </p:cNvPr>
          <p:cNvSpPr/>
          <p:nvPr/>
        </p:nvSpPr>
        <p:spPr>
          <a:xfrm>
            <a:off x="3334043" y="3569677"/>
            <a:ext cx="771377" cy="1733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056E880-8BFE-4594-9E29-A8981A65FF54}"/>
              </a:ext>
            </a:extLst>
          </p:cNvPr>
          <p:cNvCxnSpPr/>
          <p:nvPr/>
        </p:nvCxnSpPr>
        <p:spPr>
          <a:xfrm flipV="1">
            <a:off x="2546252" y="1899138"/>
            <a:ext cx="590843" cy="21101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A42D571-204B-46BA-AFD5-4C6F5ABDF228}"/>
              </a:ext>
            </a:extLst>
          </p:cNvPr>
          <p:cNvCxnSpPr/>
          <p:nvPr/>
        </p:nvCxnSpPr>
        <p:spPr>
          <a:xfrm>
            <a:off x="2419643" y="2110154"/>
            <a:ext cx="717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173F28C-3225-4B4A-98AD-60BEBEA18849}"/>
              </a:ext>
            </a:extLst>
          </p:cNvPr>
          <p:cNvSpPr/>
          <p:nvPr/>
        </p:nvSpPr>
        <p:spPr>
          <a:xfrm>
            <a:off x="5894364" y="2672861"/>
            <a:ext cx="5848640" cy="38826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01434E-C9EA-427D-83C0-D64BF37F6287}"/>
              </a:ext>
            </a:extLst>
          </p:cNvPr>
          <p:cNvSpPr/>
          <p:nvPr/>
        </p:nvSpPr>
        <p:spPr>
          <a:xfrm>
            <a:off x="4697438" y="5409028"/>
            <a:ext cx="771377" cy="11465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959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E02C2A-984A-484F-815B-BCA21E9196CF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2BFF90-B75A-4E08-A296-DA39673D92A3}"/>
              </a:ext>
            </a:extLst>
          </p:cNvPr>
          <p:cNvSpPr/>
          <p:nvPr/>
        </p:nvSpPr>
        <p:spPr>
          <a:xfrm>
            <a:off x="3334043" y="3569677"/>
            <a:ext cx="771377" cy="1733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056E880-8BFE-4594-9E29-A8981A65FF54}"/>
              </a:ext>
            </a:extLst>
          </p:cNvPr>
          <p:cNvCxnSpPr/>
          <p:nvPr/>
        </p:nvCxnSpPr>
        <p:spPr>
          <a:xfrm flipV="1">
            <a:off x="2546252" y="1899138"/>
            <a:ext cx="590843" cy="21101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A42D571-204B-46BA-AFD5-4C6F5ABDF228}"/>
              </a:ext>
            </a:extLst>
          </p:cNvPr>
          <p:cNvCxnSpPr/>
          <p:nvPr/>
        </p:nvCxnSpPr>
        <p:spPr>
          <a:xfrm>
            <a:off x="2419643" y="2110154"/>
            <a:ext cx="717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173F28C-3225-4B4A-98AD-60BEBEA18849}"/>
              </a:ext>
            </a:extLst>
          </p:cNvPr>
          <p:cNvSpPr/>
          <p:nvPr/>
        </p:nvSpPr>
        <p:spPr>
          <a:xfrm>
            <a:off x="5894364" y="4642338"/>
            <a:ext cx="5848640" cy="19132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535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E02C2A-984A-484F-815B-BCA21E9196CF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2BFF90-B75A-4E08-A296-DA39673D92A3}"/>
              </a:ext>
            </a:extLst>
          </p:cNvPr>
          <p:cNvSpPr/>
          <p:nvPr/>
        </p:nvSpPr>
        <p:spPr>
          <a:xfrm>
            <a:off x="3334043" y="3569677"/>
            <a:ext cx="771377" cy="1733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056E880-8BFE-4594-9E29-A8981A65FF54}"/>
              </a:ext>
            </a:extLst>
          </p:cNvPr>
          <p:cNvCxnSpPr/>
          <p:nvPr/>
        </p:nvCxnSpPr>
        <p:spPr>
          <a:xfrm flipV="1">
            <a:off x="2546252" y="1899138"/>
            <a:ext cx="590843" cy="21101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A42D571-204B-46BA-AFD5-4C6F5ABDF228}"/>
              </a:ext>
            </a:extLst>
          </p:cNvPr>
          <p:cNvCxnSpPr/>
          <p:nvPr/>
        </p:nvCxnSpPr>
        <p:spPr>
          <a:xfrm>
            <a:off x="2419643" y="2110154"/>
            <a:ext cx="717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173F28C-3225-4B4A-98AD-60BEBEA18849}"/>
              </a:ext>
            </a:extLst>
          </p:cNvPr>
          <p:cNvSpPr/>
          <p:nvPr/>
        </p:nvSpPr>
        <p:spPr>
          <a:xfrm>
            <a:off x="5894364" y="6390029"/>
            <a:ext cx="5848640" cy="3024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0631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21A9ABE-8333-4F5F-8351-A096F741D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15" y="121023"/>
            <a:ext cx="10946570" cy="66159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4756729-9F59-41CD-8205-26AB16FF130C}"/>
              </a:ext>
            </a:extLst>
          </p:cNvPr>
          <p:cNvSpPr/>
          <p:nvPr/>
        </p:nvSpPr>
        <p:spPr>
          <a:xfrm>
            <a:off x="5562600" y="4305300"/>
            <a:ext cx="6141720" cy="114300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8096764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820A02-8ADC-4235-BB9C-3F4F35EBDD10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4490208-32DE-44B2-83BB-5B1661BF70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312" t="68207" r="8126" b="6689"/>
          <a:stretch/>
        </p:blipFill>
        <p:spPr>
          <a:xfrm>
            <a:off x="-4114800" y="0"/>
            <a:ext cx="3867150" cy="14811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7CBE8D-353B-48E6-9F7F-0650C566D925}"/>
              </a:ext>
            </a:extLst>
          </p:cNvPr>
          <p:cNvSpPr/>
          <p:nvPr/>
        </p:nvSpPr>
        <p:spPr>
          <a:xfrm>
            <a:off x="1409700" y="2076450"/>
            <a:ext cx="9886950" cy="47529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7EF7B5-22D2-4C50-AC17-453E453BD617}"/>
              </a:ext>
            </a:extLst>
          </p:cNvPr>
          <p:cNvSpPr/>
          <p:nvPr/>
        </p:nvSpPr>
        <p:spPr>
          <a:xfrm>
            <a:off x="723900" y="2019300"/>
            <a:ext cx="5676900" cy="4810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820A02-8ADC-4235-BB9C-3F4F35EBDD10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4490208-32DE-44B2-83BB-5B1661BF70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312" t="68207" r="8126" b="6689"/>
          <a:stretch/>
        </p:blipFill>
        <p:spPr>
          <a:xfrm>
            <a:off x="-4114800" y="0"/>
            <a:ext cx="3867150" cy="14811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7CBE8D-353B-48E6-9F7F-0650C566D925}"/>
              </a:ext>
            </a:extLst>
          </p:cNvPr>
          <p:cNvSpPr/>
          <p:nvPr/>
        </p:nvSpPr>
        <p:spPr>
          <a:xfrm>
            <a:off x="5619750" y="2876550"/>
            <a:ext cx="5676900" cy="3952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767E7E-C7ED-4625-9578-B26A4141C978}"/>
              </a:ext>
            </a:extLst>
          </p:cNvPr>
          <p:cNvSpPr/>
          <p:nvPr/>
        </p:nvSpPr>
        <p:spPr>
          <a:xfrm>
            <a:off x="723900" y="2019300"/>
            <a:ext cx="5676900" cy="4810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4807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820A02-8ADC-4235-BB9C-3F4F35EBDD10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767E7E-C7ED-4625-9578-B26A4141C978}"/>
              </a:ext>
            </a:extLst>
          </p:cNvPr>
          <p:cNvSpPr/>
          <p:nvPr/>
        </p:nvSpPr>
        <p:spPr>
          <a:xfrm>
            <a:off x="723900" y="2019300"/>
            <a:ext cx="5676900" cy="4810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9242E1-63D6-4CF2-82C3-DDF7AE0B60F9}"/>
              </a:ext>
            </a:extLst>
          </p:cNvPr>
          <p:cNvSpPr/>
          <p:nvPr/>
        </p:nvSpPr>
        <p:spPr>
          <a:xfrm>
            <a:off x="8039100" y="3600449"/>
            <a:ext cx="2324100" cy="5143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1D2932E-5F27-4411-9987-631372639CC1}"/>
              </a:ext>
            </a:extLst>
          </p:cNvPr>
          <p:cNvSpPr txBox="1"/>
          <p:nvPr/>
        </p:nvSpPr>
        <p:spPr>
          <a:xfrm>
            <a:off x="8251230" y="3429000"/>
            <a:ext cx="2359620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4800" i="1" dirty="0">
                <a:latin typeface="Abadi" panose="020B0604020104020204" pitchFamily="34" charset="0"/>
              </a:rPr>
              <a:t>R . A = 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CBE8D-353B-48E6-9F7F-0650C566D925}"/>
              </a:ext>
            </a:extLst>
          </p:cNvPr>
          <p:cNvSpPr/>
          <p:nvPr/>
        </p:nvSpPr>
        <p:spPr>
          <a:xfrm>
            <a:off x="5619750" y="3547586"/>
            <a:ext cx="5676900" cy="3281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3EA261-CB03-4F67-B80D-C352438152F9}"/>
              </a:ext>
            </a:extLst>
          </p:cNvPr>
          <p:cNvSpPr/>
          <p:nvPr/>
        </p:nvSpPr>
        <p:spPr>
          <a:xfrm>
            <a:off x="5899053" y="4476748"/>
            <a:ext cx="2264898" cy="2524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4490208-32DE-44B2-83BB-5B1661BF70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312" t="68207" r="8126" b="6689"/>
          <a:stretch/>
        </p:blipFill>
        <p:spPr>
          <a:xfrm>
            <a:off x="2790825" y="2686527"/>
            <a:ext cx="3867150" cy="148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520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820A02-8ADC-4235-BB9C-3F4F35EBDD10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4490208-32DE-44B2-83BB-5B1661BF70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312" t="68207" r="8126" b="6689"/>
          <a:stretch/>
        </p:blipFill>
        <p:spPr>
          <a:xfrm>
            <a:off x="-4114800" y="0"/>
            <a:ext cx="3867150" cy="14811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767E7E-C7ED-4625-9578-B26A4141C978}"/>
              </a:ext>
            </a:extLst>
          </p:cNvPr>
          <p:cNvSpPr/>
          <p:nvPr/>
        </p:nvSpPr>
        <p:spPr>
          <a:xfrm>
            <a:off x="723900" y="3600449"/>
            <a:ext cx="5175153" cy="32289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9242E1-63D6-4CF2-82C3-DDF7AE0B60F9}"/>
              </a:ext>
            </a:extLst>
          </p:cNvPr>
          <p:cNvSpPr/>
          <p:nvPr/>
        </p:nvSpPr>
        <p:spPr>
          <a:xfrm>
            <a:off x="8039100" y="3600449"/>
            <a:ext cx="2324100" cy="5143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98F079-51A8-49F4-965A-22182F6210A7}"/>
              </a:ext>
            </a:extLst>
          </p:cNvPr>
          <p:cNvSpPr/>
          <p:nvPr/>
        </p:nvSpPr>
        <p:spPr>
          <a:xfrm>
            <a:off x="5899053" y="4476748"/>
            <a:ext cx="2264898" cy="2524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599451E8-8121-46CA-8F2D-361A02CAB1FE}"/>
                  </a:ext>
                </a:extLst>
              </p:cNvPr>
              <p:cNvSpPr txBox="1"/>
              <p:nvPr/>
            </p:nvSpPr>
            <p:spPr>
              <a:xfrm>
                <a:off x="6390348" y="3429000"/>
                <a:ext cx="5621604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 .</m:t>
                      </m:r>
                      <m:sSub>
                        <m:sSubPr>
                          <m:ctrlPr>
                            <a:rPr lang="fr-FR" sz="4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48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4800" b="0" i="1" dirty="0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sz="4800" i="1" dirty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sz="4800" i="1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599451E8-8121-46CA-8F2D-361A02CAB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348" y="3429000"/>
                <a:ext cx="5621604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2051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820A02-8ADC-4235-BB9C-3F4F35EBDD10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4490208-32DE-44B2-83BB-5B1661BF70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312" t="68207" r="8126" b="6689"/>
          <a:stretch/>
        </p:blipFill>
        <p:spPr>
          <a:xfrm>
            <a:off x="-4114800" y="0"/>
            <a:ext cx="3867150" cy="14811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767E7E-C7ED-4625-9578-B26A4141C978}"/>
              </a:ext>
            </a:extLst>
          </p:cNvPr>
          <p:cNvSpPr/>
          <p:nvPr/>
        </p:nvSpPr>
        <p:spPr>
          <a:xfrm>
            <a:off x="4076700" y="4686299"/>
            <a:ext cx="1822353" cy="2143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9242E1-63D6-4CF2-82C3-DDF7AE0B60F9}"/>
              </a:ext>
            </a:extLst>
          </p:cNvPr>
          <p:cNvSpPr/>
          <p:nvPr/>
        </p:nvSpPr>
        <p:spPr>
          <a:xfrm>
            <a:off x="8039100" y="3600449"/>
            <a:ext cx="2324100" cy="5143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98F079-51A8-49F4-965A-22182F6210A7}"/>
              </a:ext>
            </a:extLst>
          </p:cNvPr>
          <p:cNvSpPr/>
          <p:nvPr/>
        </p:nvSpPr>
        <p:spPr>
          <a:xfrm>
            <a:off x="5899053" y="4476748"/>
            <a:ext cx="2264898" cy="2524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23FDFC0-3D71-4765-ACEB-634424B2D199}"/>
                  </a:ext>
                </a:extLst>
              </p:cNvPr>
              <p:cNvSpPr txBox="1"/>
              <p:nvPr/>
            </p:nvSpPr>
            <p:spPr>
              <a:xfrm>
                <a:off x="6390348" y="3429000"/>
                <a:ext cx="5621604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 .</m:t>
                      </m:r>
                      <m:sSub>
                        <m:sSubPr>
                          <m:ctrlPr>
                            <a:rPr lang="fr-FR" sz="4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48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4800" b="0" i="1" dirty="0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sz="4800" i="1" dirty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sz="4800" i="1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23FDFC0-3D71-4765-ACEB-634424B2D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348" y="3429000"/>
                <a:ext cx="5621604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0592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820A02-8ADC-4235-BB9C-3F4F35EBDD10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4490208-32DE-44B2-83BB-5B1661BF70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312" t="68207" r="8126" b="6689"/>
          <a:stretch/>
        </p:blipFill>
        <p:spPr>
          <a:xfrm>
            <a:off x="-4114800" y="0"/>
            <a:ext cx="3867150" cy="14811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767E7E-C7ED-4625-9578-B26A4141C978}"/>
              </a:ext>
            </a:extLst>
          </p:cNvPr>
          <p:cNvSpPr/>
          <p:nvPr/>
        </p:nvSpPr>
        <p:spPr>
          <a:xfrm>
            <a:off x="4273647" y="7362821"/>
            <a:ext cx="1822353" cy="2143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9242E1-63D6-4CF2-82C3-DDF7AE0B60F9}"/>
              </a:ext>
            </a:extLst>
          </p:cNvPr>
          <p:cNvSpPr/>
          <p:nvPr/>
        </p:nvSpPr>
        <p:spPr>
          <a:xfrm>
            <a:off x="8039100" y="3600449"/>
            <a:ext cx="2324100" cy="5143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51D2932E-5F27-4411-9987-631372639CC1}"/>
                  </a:ext>
                </a:extLst>
              </p:cNvPr>
              <p:cNvSpPr txBox="1"/>
              <p:nvPr/>
            </p:nvSpPr>
            <p:spPr>
              <a:xfrm>
                <a:off x="6390348" y="3429000"/>
                <a:ext cx="5621604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 .</m:t>
                      </m:r>
                      <m:sSub>
                        <m:sSubPr>
                          <m:ctrlPr>
                            <a:rPr lang="fr-FR" sz="4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48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4800" b="0" i="1" dirty="0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fr-FR" sz="48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sz="4800" i="1" dirty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sz="4800" i="1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51D2932E-5F27-4411-9987-631372639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348" y="3429000"/>
                <a:ext cx="5621604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BE98F079-51A8-49F4-965A-22182F6210A7}"/>
              </a:ext>
            </a:extLst>
          </p:cNvPr>
          <p:cNvSpPr/>
          <p:nvPr/>
        </p:nvSpPr>
        <p:spPr>
          <a:xfrm>
            <a:off x="6096000" y="7568089"/>
            <a:ext cx="2264898" cy="2524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9431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21A9ABE-8333-4F5F-8351-A096F741D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15" y="121023"/>
            <a:ext cx="10946570" cy="66159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F343154-E885-444C-837F-F1D2CEDB752C}"/>
              </a:ext>
            </a:extLst>
          </p:cNvPr>
          <p:cNvSpPr/>
          <p:nvPr/>
        </p:nvSpPr>
        <p:spPr>
          <a:xfrm>
            <a:off x="8001000" y="5488744"/>
            <a:ext cx="3703320" cy="302455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4398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163DE81-46F5-489C-9F5C-900EF605342C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9D3399-4525-436B-88CA-8B0161E14748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1B9E03BC-66FC-40F6-8A44-63F7308A7046}"/>
              </a:ext>
            </a:extLst>
          </p:cNvPr>
          <p:cNvGrpSpPr/>
          <p:nvPr/>
        </p:nvGrpSpPr>
        <p:grpSpPr>
          <a:xfrm>
            <a:off x="457201" y="1181100"/>
            <a:ext cx="6019799" cy="4533900"/>
            <a:chOff x="508415" y="1200150"/>
            <a:chExt cx="4997035" cy="3574676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A066BC92-D822-4D36-BCB8-DF4B4F77DE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5969" r="54351"/>
            <a:stretch/>
          </p:blipFill>
          <p:spPr>
            <a:xfrm>
              <a:off x="508415" y="1200150"/>
              <a:ext cx="4997035" cy="3574676"/>
            </a:xfrm>
            <a:prstGeom prst="rect">
              <a:avLst/>
            </a:prstGeom>
          </p:spPr>
        </p:pic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ECDBB2EA-0B2D-4DB6-BF27-E002A5129D24}"/>
                </a:ext>
              </a:extLst>
            </p:cNvPr>
            <p:cNvCxnSpPr/>
            <p:nvPr/>
          </p:nvCxnSpPr>
          <p:spPr>
            <a:xfrm>
              <a:off x="1644650" y="1797050"/>
              <a:ext cx="0" cy="2667000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2B6212D7-99E0-403C-89E1-40CBE6328274}"/>
                </a:ext>
              </a:extLst>
            </p:cNvPr>
            <p:cNvSpPr/>
            <p:nvPr/>
          </p:nvSpPr>
          <p:spPr>
            <a:xfrm>
              <a:off x="1362813" y="4456235"/>
              <a:ext cx="464218" cy="302455"/>
            </a:xfrm>
            <a:prstGeom prst="ellipse">
              <a:avLst/>
            </a:prstGeom>
            <a:solidFill>
              <a:srgbClr val="FFFF00">
                <a:alpha val="32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0127DF53-4EBD-4051-87CC-23F907C188B2}"/>
                </a:ext>
              </a:extLst>
            </p:cNvPr>
            <p:cNvSpPr/>
            <p:nvPr/>
          </p:nvSpPr>
          <p:spPr>
            <a:xfrm>
              <a:off x="4581968" y="4058824"/>
              <a:ext cx="761995" cy="381896"/>
            </a:xfrm>
            <a:prstGeom prst="ellipse">
              <a:avLst/>
            </a:prstGeom>
            <a:solidFill>
              <a:srgbClr val="FFFF00">
                <a:alpha val="32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92AF0B4-0A35-432C-9C28-D491AC293513}"/>
              </a:ext>
            </a:extLst>
          </p:cNvPr>
          <p:cNvSpPr/>
          <p:nvPr/>
        </p:nvSpPr>
        <p:spPr>
          <a:xfrm>
            <a:off x="6282460" y="2842756"/>
            <a:ext cx="5204687" cy="15316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4625220B-DEAC-4BF3-A985-B2EF20105E9B}"/>
                  </a:ext>
                </a:extLst>
              </p:cNvPr>
              <p:cNvSpPr txBox="1"/>
              <p:nvPr/>
            </p:nvSpPr>
            <p:spPr>
              <a:xfrm>
                <a:off x="6282460" y="2613584"/>
                <a:ext cx="5380255" cy="8819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sSub>
                            <m:sSubPr>
                              <m:ctrlPr>
                                <a:rPr lang="fr-FR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fr-FR" sz="280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den>
                      </m:f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𝟐𝟒</m:t>
                          </m:r>
                        </m:num>
                        <m:den>
                          <m:r>
                            <a:rPr lang="fr-FR" sz="2800" b="1" i="1"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fr-FR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800" b="1" i="1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fr-F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𝟐𝟒</m:t>
                          </m:r>
                        </m:num>
                        <m:den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𝟒𝟖</m:t>
                          </m:r>
                        </m:den>
                      </m:f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l-G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𝜴</m:t>
                      </m:r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4625220B-DEAC-4BF3-A985-B2EF20105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460" y="2613584"/>
                <a:ext cx="5380255" cy="8819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4302F328-E5F3-4E71-B86B-9B79262FD8CB}"/>
                  </a:ext>
                </a:extLst>
              </p:cNvPr>
              <p:cNvSpPr txBox="1"/>
              <p:nvPr/>
            </p:nvSpPr>
            <p:spPr>
              <a:xfrm>
                <a:off x="6282460" y="3626604"/>
                <a:ext cx="5203925" cy="440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2800" b="1" dirty="0"/>
                  <a:t>L</a:t>
                </a:r>
                <a14:m>
                  <m:oMath xmlns:m="http://schemas.openxmlformats.org/officeDocument/2006/math"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r>
                      <a:rPr lang="fr-F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fr-F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fr-F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fr-FR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fr-FR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fr-F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fr-F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fr-F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fr-F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4302F328-E5F3-4E71-B86B-9B79262FD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460" y="3626604"/>
                <a:ext cx="5203925" cy="440633"/>
              </a:xfrm>
              <a:prstGeom prst="rect">
                <a:avLst/>
              </a:prstGeom>
              <a:blipFill>
                <a:blip r:embed="rId5"/>
                <a:stretch>
                  <a:fillRect l="-4220" t="-20833" b="-5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9573329A-2510-4D3B-A8D2-D419B03A0080}"/>
                  </a:ext>
                </a:extLst>
              </p:cNvPr>
              <p:cNvSpPr txBox="1"/>
              <p:nvPr/>
            </p:nvSpPr>
            <p:spPr>
              <a:xfrm>
                <a:off x="6477000" y="5689234"/>
                <a:ext cx="981807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𝝉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num>
                        <m:den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9573329A-2510-4D3B-A8D2-D419B03A0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5689234"/>
                <a:ext cx="981807" cy="803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Étoile : 7 branches 13">
            <a:extLst>
              <a:ext uri="{FF2B5EF4-FFF2-40B4-BE49-F238E27FC236}">
                <a16:creationId xmlns:a16="http://schemas.microsoft.com/office/drawing/2014/main" id="{B3BE3156-F38A-46D4-A440-33EADE775AFC}"/>
              </a:ext>
            </a:extLst>
          </p:cNvPr>
          <p:cNvSpPr/>
          <p:nvPr/>
        </p:nvSpPr>
        <p:spPr>
          <a:xfrm>
            <a:off x="5876292" y="5261859"/>
            <a:ext cx="2264898" cy="1633089"/>
          </a:xfrm>
          <a:prstGeom prst="star7">
            <a:avLst/>
          </a:prstGeom>
          <a:solidFill>
            <a:srgbClr val="FFFF00">
              <a:alpha val="44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21A9ABE-8333-4F5F-8351-A096F741D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15" y="121023"/>
            <a:ext cx="10946570" cy="66159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918D6BC-3C06-44E3-AAC6-88ECFAD6064E}"/>
              </a:ext>
            </a:extLst>
          </p:cNvPr>
          <p:cNvSpPr/>
          <p:nvPr/>
        </p:nvSpPr>
        <p:spPr>
          <a:xfrm>
            <a:off x="5562600" y="5772150"/>
            <a:ext cx="6141720" cy="840545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1775751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DEC0AC-8E2F-42AF-808D-3C7924672EE1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245058-1027-48BB-BC55-5BBA70A5E4CB}"/>
              </a:ext>
            </a:extLst>
          </p:cNvPr>
          <p:cNvSpPr/>
          <p:nvPr/>
        </p:nvSpPr>
        <p:spPr>
          <a:xfrm>
            <a:off x="283405" y="1488245"/>
            <a:ext cx="3774246" cy="46649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295B21-91D4-42A0-BE44-37B5FEB074E6}"/>
              </a:ext>
            </a:extLst>
          </p:cNvPr>
          <p:cNvSpPr/>
          <p:nvPr/>
        </p:nvSpPr>
        <p:spPr>
          <a:xfrm>
            <a:off x="3448050" y="2628900"/>
            <a:ext cx="8319281" cy="4229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DEC0AC-8E2F-42AF-808D-3C7924672EE1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245058-1027-48BB-BC55-5BBA70A5E4CB}"/>
              </a:ext>
            </a:extLst>
          </p:cNvPr>
          <p:cNvSpPr/>
          <p:nvPr/>
        </p:nvSpPr>
        <p:spPr>
          <a:xfrm>
            <a:off x="283405" y="1488245"/>
            <a:ext cx="3774246" cy="46649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295B21-91D4-42A0-BE44-37B5FEB074E6}"/>
              </a:ext>
            </a:extLst>
          </p:cNvPr>
          <p:cNvSpPr/>
          <p:nvPr/>
        </p:nvSpPr>
        <p:spPr>
          <a:xfrm>
            <a:off x="3448050" y="3429000"/>
            <a:ext cx="8319281" cy="3429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F8DF08F-D77E-4BE7-94AA-158DC73F7A6B}"/>
              </a:ext>
            </a:extLst>
          </p:cNvPr>
          <p:cNvSpPr txBox="1"/>
          <p:nvPr/>
        </p:nvSpPr>
        <p:spPr>
          <a:xfrm>
            <a:off x="7607690" y="2739450"/>
            <a:ext cx="965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MA" sz="3200" dirty="0"/>
              <a:t>لأن : </a:t>
            </a:r>
            <a:endParaRPr lang="fr-F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1E03F9BA-EDF9-41BC-947D-CD8303B82B8B}"/>
                  </a:ext>
                </a:extLst>
              </p:cNvPr>
              <p:cNvSpPr txBox="1"/>
              <p:nvPr/>
            </p:nvSpPr>
            <p:spPr>
              <a:xfrm>
                <a:off x="5281990" y="2608326"/>
                <a:ext cx="2336858" cy="8206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𝑑𝑖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fr-F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1E03F9BA-EDF9-41BC-947D-CD8303B82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990" y="2608326"/>
                <a:ext cx="2336858" cy="8206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>
            <a:extLst>
              <a:ext uri="{FF2B5EF4-FFF2-40B4-BE49-F238E27FC236}">
                <a16:creationId xmlns:a16="http://schemas.microsoft.com/office/drawing/2014/main" id="{002A3F61-210A-4230-B7E3-1A854BB52648}"/>
              </a:ext>
            </a:extLst>
          </p:cNvPr>
          <p:cNvSpPr txBox="1"/>
          <p:nvPr/>
        </p:nvSpPr>
        <p:spPr>
          <a:xfrm>
            <a:off x="4103528" y="2726275"/>
            <a:ext cx="1109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MA" sz="3200" dirty="0"/>
              <a:t>ولدينا :</a:t>
            </a:r>
            <a:endParaRPr lang="fr-F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3375FAF-C593-4C19-BFCA-02920A3EA9E0}"/>
                  </a:ext>
                </a:extLst>
              </p:cNvPr>
              <p:cNvSpPr txBox="1"/>
              <p:nvPr/>
            </p:nvSpPr>
            <p:spPr>
              <a:xfrm>
                <a:off x="3062667" y="2629932"/>
                <a:ext cx="981807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3375FAF-C593-4C19-BFCA-02920A3EA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667" y="2629932"/>
                <a:ext cx="981807" cy="8038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1040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DEC0AC-8E2F-42AF-808D-3C7924672EE1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245058-1027-48BB-BC55-5BBA70A5E4CB}"/>
              </a:ext>
            </a:extLst>
          </p:cNvPr>
          <p:cNvSpPr/>
          <p:nvPr/>
        </p:nvSpPr>
        <p:spPr>
          <a:xfrm>
            <a:off x="283405" y="1488245"/>
            <a:ext cx="3774246" cy="46649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295B21-91D4-42A0-BE44-37B5FEB074E6}"/>
              </a:ext>
            </a:extLst>
          </p:cNvPr>
          <p:cNvSpPr/>
          <p:nvPr/>
        </p:nvSpPr>
        <p:spPr>
          <a:xfrm>
            <a:off x="3448050" y="4267200"/>
            <a:ext cx="8319281" cy="2590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F8DF08F-D77E-4BE7-94AA-158DC73F7A6B}"/>
              </a:ext>
            </a:extLst>
          </p:cNvPr>
          <p:cNvSpPr txBox="1"/>
          <p:nvPr/>
        </p:nvSpPr>
        <p:spPr>
          <a:xfrm>
            <a:off x="7607690" y="2739450"/>
            <a:ext cx="965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MA" sz="3200" dirty="0"/>
              <a:t>لأن : </a:t>
            </a:r>
            <a:endParaRPr lang="fr-F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1E03F9BA-EDF9-41BC-947D-CD8303B82B8B}"/>
                  </a:ext>
                </a:extLst>
              </p:cNvPr>
              <p:cNvSpPr txBox="1"/>
              <p:nvPr/>
            </p:nvSpPr>
            <p:spPr>
              <a:xfrm>
                <a:off x="5281990" y="2608326"/>
                <a:ext cx="2336858" cy="8206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𝑑𝑖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fr-F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1E03F9BA-EDF9-41BC-947D-CD8303B82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990" y="2608326"/>
                <a:ext cx="2336858" cy="8206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>
            <a:extLst>
              <a:ext uri="{FF2B5EF4-FFF2-40B4-BE49-F238E27FC236}">
                <a16:creationId xmlns:a16="http://schemas.microsoft.com/office/drawing/2014/main" id="{002A3F61-210A-4230-B7E3-1A854BB52648}"/>
              </a:ext>
            </a:extLst>
          </p:cNvPr>
          <p:cNvSpPr txBox="1"/>
          <p:nvPr/>
        </p:nvSpPr>
        <p:spPr>
          <a:xfrm>
            <a:off x="4103528" y="2726275"/>
            <a:ext cx="1109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MA" sz="3200" dirty="0"/>
              <a:t>ولدينا :</a:t>
            </a:r>
            <a:endParaRPr lang="fr-F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3375FAF-C593-4C19-BFCA-02920A3EA9E0}"/>
                  </a:ext>
                </a:extLst>
              </p:cNvPr>
              <p:cNvSpPr txBox="1"/>
              <p:nvPr/>
            </p:nvSpPr>
            <p:spPr>
              <a:xfrm>
                <a:off x="3062667" y="2629932"/>
                <a:ext cx="981807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3375FAF-C593-4C19-BFCA-02920A3EA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667" y="2629932"/>
                <a:ext cx="981807" cy="8038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4719A5A-5EA3-412E-8C7C-FBCB850BE649}"/>
              </a:ext>
            </a:extLst>
          </p:cNvPr>
          <p:cNvSpPr/>
          <p:nvPr/>
        </p:nvSpPr>
        <p:spPr>
          <a:xfrm>
            <a:off x="3500286" y="3621897"/>
            <a:ext cx="1781704" cy="2590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1CD194-B71E-4260-B165-802AE8F01339}"/>
              </a:ext>
            </a:extLst>
          </p:cNvPr>
          <p:cNvSpPr/>
          <p:nvPr/>
        </p:nvSpPr>
        <p:spPr>
          <a:xfrm>
            <a:off x="7772400" y="3533776"/>
            <a:ext cx="1485900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1A1E37F5-A459-44FE-998C-F27DDD725691}"/>
                  </a:ext>
                </a:extLst>
              </p:cNvPr>
              <p:cNvSpPr txBox="1"/>
              <p:nvPr/>
            </p:nvSpPr>
            <p:spPr>
              <a:xfrm>
                <a:off x="7664522" y="3600380"/>
                <a:ext cx="1837170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1A1E37F5-A459-44FE-998C-F27DDD725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522" y="3600380"/>
                <a:ext cx="1837170" cy="377667"/>
              </a:xfrm>
              <a:prstGeom prst="rect">
                <a:avLst/>
              </a:prstGeom>
              <a:blipFill>
                <a:blip r:embed="rId5"/>
                <a:stretch>
                  <a:fillRect l="-1656" t="-1613" r="-1325" b="-64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169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DEC0AC-8E2F-42AF-808D-3C7924672EE1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245058-1027-48BB-BC55-5BBA70A5E4CB}"/>
              </a:ext>
            </a:extLst>
          </p:cNvPr>
          <p:cNvSpPr/>
          <p:nvPr/>
        </p:nvSpPr>
        <p:spPr>
          <a:xfrm>
            <a:off x="-1328101" y="1493710"/>
            <a:ext cx="745295" cy="46649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295B21-91D4-42A0-BE44-37B5FEB074E6}"/>
              </a:ext>
            </a:extLst>
          </p:cNvPr>
          <p:cNvSpPr/>
          <p:nvPr/>
        </p:nvSpPr>
        <p:spPr>
          <a:xfrm>
            <a:off x="3448050" y="6212696"/>
            <a:ext cx="8319281" cy="6453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F8DF08F-D77E-4BE7-94AA-158DC73F7A6B}"/>
              </a:ext>
            </a:extLst>
          </p:cNvPr>
          <p:cNvSpPr txBox="1"/>
          <p:nvPr/>
        </p:nvSpPr>
        <p:spPr>
          <a:xfrm>
            <a:off x="7607690" y="2739450"/>
            <a:ext cx="965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MA" sz="3200" dirty="0"/>
              <a:t>لأن : </a:t>
            </a:r>
            <a:endParaRPr lang="fr-F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1E03F9BA-EDF9-41BC-947D-CD8303B82B8B}"/>
                  </a:ext>
                </a:extLst>
              </p:cNvPr>
              <p:cNvSpPr txBox="1"/>
              <p:nvPr/>
            </p:nvSpPr>
            <p:spPr>
              <a:xfrm>
                <a:off x="5281990" y="2608326"/>
                <a:ext cx="2336858" cy="8206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𝑑𝑖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fr-F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1E03F9BA-EDF9-41BC-947D-CD8303B82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990" y="2608326"/>
                <a:ext cx="2336858" cy="8206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4719A5A-5EA3-412E-8C7C-FBCB850BE649}"/>
              </a:ext>
            </a:extLst>
          </p:cNvPr>
          <p:cNvSpPr/>
          <p:nvPr/>
        </p:nvSpPr>
        <p:spPr>
          <a:xfrm>
            <a:off x="1597856" y="4213800"/>
            <a:ext cx="2288344" cy="3817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1CD194-B71E-4260-B165-802AE8F01339}"/>
              </a:ext>
            </a:extLst>
          </p:cNvPr>
          <p:cNvSpPr/>
          <p:nvPr/>
        </p:nvSpPr>
        <p:spPr>
          <a:xfrm>
            <a:off x="7772400" y="3533776"/>
            <a:ext cx="1485900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1A1E37F5-A459-44FE-998C-F27DDD725691}"/>
                  </a:ext>
                </a:extLst>
              </p:cNvPr>
              <p:cNvSpPr txBox="1"/>
              <p:nvPr/>
            </p:nvSpPr>
            <p:spPr>
              <a:xfrm>
                <a:off x="7664522" y="3600380"/>
                <a:ext cx="1837170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1A1E37F5-A459-44FE-998C-F27DDD725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522" y="3600380"/>
                <a:ext cx="1837170" cy="377667"/>
              </a:xfrm>
              <a:prstGeom prst="rect">
                <a:avLst/>
              </a:prstGeom>
              <a:blipFill>
                <a:blip r:embed="rId4"/>
                <a:stretch>
                  <a:fillRect l="-1656" t="-1613" r="-1325" b="-64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8AADD4E2-44B9-44C0-97D3-9F0D20E636F4}"/>
              </a:ext>
            </a:extLst>
          </p:cNvPr>
          <p:cNvSpPr/>
          <p:nvPr/>
        </p:nvSpPr>
        <p:spPr>
          <a:xfrm>
            <a:off x="9424360" y="4607240"/>
            <a:ext cx="360989" cy="4667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b="1" dirty="0">
              <a:solidFill>
                <a:srgbClr val="A8030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115C63CE-32BB-4FEA-8487-BFB051F98DDB}"/>
                  </a:ext>
                </a:extLst>
              </p:cNvPr>
              <p:cNvSpPr txBox="1"/>
              <p:nvPr/>
            </p:nvSpPr>
            <p:spPr>
              <a:xfrm>
                <a:off x="9460642" y="4500263"/>
                <a:ext cx="4430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MA" sz="2400" b="1" i="1" smtClean="0">
                          <a:solidFill>
                            <a:srgbClr val="A80303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fr-FR" sz="2400" b="1" dirty="0">
                  <a:solidFill>
                    <a:srgbClr val="A80303"/>
                  </a:solidFill>
                </a:endParaRPr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115C63CE-32BB-4FEA-8487-BFB051F98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642" y="4500263"/>
                <a:ext cx="443013" cy="461665"/>
              </a:xfrm>
              <a:prstGeom prst="rect">
                <a:avLst/>
              </a:prstGeom>
              <a:blipFill>
                <a:blip r:embed="rId5"/>
                <a:stretch>
                  <a:fillRect l="-41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3A3E306E-A00C-43E2-B897-5A2B9BE539F3}"/>
                  </a:ext>
                </a:extLst>
              </p:cNvPr>
              <p:cNvSpPr txBox="1"/>
              <p:nvPr/>
            </p:nvSpPr>
            <p:spPr>
              <a:xfrm>
                <a:off x="1761401" y="4098093"/>
                <a:ext cx="4430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MA" sz="2400" b="1" i="1">
                          <a:solidFill>
                            <a:srgbClr val="6D6C6C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2400" b="1" dirty="0">
                  <a:solidFill>
                    <a:srgbClr val="6D6C6C"/>
                  </a:solidFill>
                </a:endParaRPr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3A3E306E-A00C-43E2-B897-5A2B9BE53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401" y="4098093"/>
                <a:ext cx="443013" cy="461665"/>
              </a:xfrm>
              <a:prstGeom prst="rect">
                <a:avLst/>
              </a:prstGeom>
              <a:blipFill>
                <a:blip r:embed="rId6"/>
                <a:stretch>
                  <a:fillRect l="-274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3D6AB710-D016-42C0-84C0-C6CA1FF74118}"/>
                  </a:ext>
                </a:extLst>
              </p:cNvPr>
              <p:cNvSpPr txBox="1"/>
              <p:nvPr/>
            </p:nvSpPr>
            <p:spPr>
              <a:xfrm>
                <a:off x="2344207" y="4098093"/>
                <a:ext cx="4430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MA" sz="2400" b="1" i="1" smtClean="0">
                          <a:solidFill>
                            <a:srgbClr val="6D6C6C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fr-FR" sz="2400" b="1" dirty="0">
                  <a:solidFill>
                    <a:srgbClr val="6D6C6C"/>
                  </a:solidFill>
                </a:endParaRPr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3D6AB710-D016-42C0-84C0-C6CA1FF74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207" y="4098093"/>
                <a:ext cx="443013" cy="461665"/>
              </a:xfrm>
              <a:prstGeom prst="rect">
                <a:avLst/>
              </a:prstGeom>
              <a:blipFill>
                <a:blip r:embed="rId7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46BE42D9-701E-4A97-81DD-3ED606876661}"/>
                  </a:ext>
                </a:extLst>
              </p:cNvPr>
              <p:cNvSpPr txBox="1"/>
              <p:nvPr/>
            </p:nvSpPr>
            <p:spPr>
              <a:xfrm>
                <a:off x="2963941" y="4098093"/>
                <a:ext cx="4430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MA" sz="2400" b="1" i="1" smtClean="0">
                          <a:solidFill>
                            <a:srgbClr val="6D6C6C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fr-FR" sz="2400" b="1" dirty="0">
                  <a:solidFill>
                    <a:srgbClr val="6D6C6C"/>
                  </a:solidFill>
                </a:endParaRPr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46BE42D9-701E-4A97-81DD-3ED606876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941" y="4098093"/>
                <a:ext cx="443013" cy="461665"/>
              </a:xfrm>
              <a:prstGeom prst="rect">
                <a:avLst/>
              </a:prstGeom>
              <a:blipFill>
                <a:blip r:embed="rId8"/>
                <a:stretch>
                  <a:fillRect l="-274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716B801A-0DFF-45AC-A8C2-8AA5C5219500}"/>
              </a:ext>
            </a:extLst>
          </p:cNvPr>
          <p:cNvSpPr/>
          <p:nvPr/>
        </p:nvSpPr>
        <p:spPr>
          <a:xfrm>
            <a:off x="2565713" y="2876671"/>
            <a:ext cx="1062747" cy="3817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0829C6F2-B930-4F8C-A49A-0041CF0092F7}"/>
                  </a:ext>
                </a:extLst>
              </p:cNvPr>
              <p:cNvSpPr txBox="1"/>
              <p:nvPr/>
            </p:nvSpPr>
            <p:spPr>
              <a:xfrm>
                <a:off x="2875579" y="2836694"/>
                <a:ext cx="4430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MA" sz="2400" b="1" i="1" smtClean="0">
                          <a:solidFill>
                            <a:srgbClr val="6D6C6C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fr-FR" sz="2400" b="1" i="1" smtClean="0">
                          <a:solidFill>
                            <a:srgbClr val="6D6C6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1" i="1" smtClean="0">
                          <a:solidFill>
                            <a:srgbClr val="6D6C6C"/>
                          </a:solidFill>
                          <a:latin typeface="Cambria Math" panose="02040503050406030204" pitchFamily="18" charset="0"/>
                        </a:rPr>
                        <m:t>𝒎𝒔</m:t>
                      </m:r>
                      <m:r>
                        <a:rPr lang="ar-MA" sz="2400" b="1" i="1" smtClean="0">
                          <a:solidFill>
                            <a:srgbClr val="6D6C6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2400" b="1" dirty="0">
                  <a:solidFill>
                    <a:srgbClr val="6D6C6C"/>
                  </a:solidFill>
                </a:endParaRPr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0829C6F2-B930-4F8C-A49A-0041CF009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579" y="2836694"/>
                <a:ext cx="443013" cy="461665"/>
              </a:xfrm>
              <a:prstGeom prst="rect">
                <a:avLst/>
              </a:prstGeom>
              <a:blipFill>
                <a:blip r:embed="rId9"/>
                <a:stretch>
                  <a:fillRect l="-68056" r="-30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640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1523A4-59AA-410D-B3EE-1063DB808BB3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288056-047E-4964-BA8E-F52FCD99C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03" y="488119"/>
            <a:ext cx="11682394" cy="58817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134238-BA67-437D-B199-8D26E5D124CD}"/>
              </a:ext>
            </a:extLst>
          </p:cNvPr>
          <p:cNvSpPr/>
          <p:nvPr/>
        </p:nvSpPr>
        <p:spPr>
          <a:xfrm>
            <a:off x="799514" y="277104"/>
            <a:ext cx="2928424" cy="3981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1540E33-CD95-4EA3-9EB0-79E3F2E6D160}"/>
              </a:ext>
            </a:extLst>
          </p:cNvPr>
          <p:cNvSpPr/>
          <p:nvPr/>
        </p:nvSpPr>
        <p:spPr>
          <a:xfrm>
            <a:off x="4210050" y="1657350"/>
            <a:ext cx="7727147" cy="40005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5100195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3F4BA70-783F-4CB3-8902-CC8786C8213F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288056-047E-4964-BA8E-F52FCD99C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03" y="488119"/>
            <a:ext cx="11682394" cy="58817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134238-BA67-437D-B199-8D26E5D124CD}"/>
              </a:ext>
            </a:extLst>
          </p:cNvPr>
          <p:cNvSpPr/>
          <p:nvPr/>
        </p:nvSpPr>
        <p:spPr>
          <a:xfrm>
            <a:off x="799514" y="277104"/>
            <a:ext cx="2928424" cy="3981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1540E33-CD95-4EA3-9EB0-79E3F2E6D160}"/>
              </a:ext>
            </a:extLst>
          </p:cNvPr>
          <p:cNvSpPr/>
          <p:nvPr/>
        </p:nvSpPr>
        <p:spPr>
          <a:xfrm>
            <a:off x="4210050" y="2533650"/>
            <a:ext cx="7727147" cy="40005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1951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44BC4EA-7A62-4A7B-8E1B-D1E6423EDD14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288056-047E-4964-BA8E-F52FCD99C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03" y="488119"/>
            <a:ext cx="11682394" cy="58817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134238-BA67-437D-B199-8D26E5D124CD}"/>
              </a:ext>
            </a:extLst>
          </p:cNvPr>
          <p:cNvSpPr/>
          <p:nvPr/>
        </p:nvSpPr>
        <p:spPr>
          <a:xfrm>
            <a:off x="799514" y="277104"/>
            <a:ext cx="2928424" cy="3981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1540E33-CD95-4EA3-9EB0-79E3F2E6D160}"/>
              </a:ext>
            </a:extLst>
          </p:cNvPr>
          <p:cNvSpPr/>
          <p:nvPr/>
        </p:nvSpPr>
        <p:spPr>
          <a:xfrm>
            <a:off x="5467350" y="2895600"/>
            <a:ext cx="6469847" cy="95250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67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8AAE5CB-DE42-4B0F-A522-153521D3BAD2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0E799E-5EFC-47B3-B65D-10665DA8E219}"/>
              </a:ext>
            </a:extLst>
          </p:cNvPr>
          <p:cNvSpPr/>
          <p:nvPr/>
        </p:nvSpPr>
        <p:spPr>
          <a:xfrm>
            <a:off x="0" y="0"/>
            <a:ext cx="12439650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9065E28-51DD-4E4B-A70E-E020CF7B65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250" r="59194"/>
          <a:stretch/>
        </p:blipFill>
        <p:spPr>
          <a:xfrm>
            <a:off x="8048734" y="1393370"/>
            <a:ext cx="4119819" cy="3294743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D28C7983-B66C-4444-9A3E-D7AD50EBF3F2}"/>
              </a:ext>
            </a:extLst>
          </p:cNvPr>
          <p:cNvCxnSpPr/>
          <p:nvPr/>
        </p:nvCxnSpPr>
        <p:spPr>
          <a:xfrm flipV="1">
            <a:off x="10387013" y="1457325"/>
            <a:ext cx="0" cy="1519238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BD6840EB-4373-4BFF-8C26-784B052A6E9E}"/>
              </a:ext>
            </a:extLst>
          </p:cNvPr>
          <p:cNvCxnSpPr>
            <a:cxnSpLocks/>
          </p:cNvCxnSpPr>
          <p:nvPr/>
        </p:nvCxnSpPr>
        <p:spPr>
          <a:xfrm flipH="1">
            <a:off x="8510588" y="1971675"/>
            <a:ext cx="2138364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2788C4C-A76F-463E-BD1C-0F8CC2F3C546}"/>
              </a:ext>
            </a:extLst>
          </p:cNvPr>
          <p:cNvSpPr/>
          <p:nvPr/>
        </p:nvSpPr>
        <p:spPr>
          <a:xfrm>
            <a:off x="8091522" y="1783883"/>
            <a:ext cx="45236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 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24CF7F-EF7F-47B6-BAE2-570D0B4057F6}"/>
              </a:ext>
            </a:extLst>
          </p:cNvPr>
          <p:cNvSpPr/>
          <p:nvPr/>
        </p:nvSpPr>
        <p:spPr>
          <a:xfrm>
            <a:off x="2385255" y="3837745"/>
            <a:ext cx="491295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AAD4E8-87CF-4CD3-AEFE-8022A8E25FE6}"/>
              </a:ext>
            </a:extLst>
          </p:cNvPr>
          <p:cNvSpPr/>
          <p:nvPr/>
        </p:nvSpPr>
        <p:spPr>
          <a:xfrm>
            <a:off x="2338995" y="3758139"/>
            <a:ext cx="5838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 V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DD808D-1454-4CA7-BAF1-B6AFFD00DDD7}"/>
              </a:ext>
            </a:extLst>
          </p:cNvPr>
          <p:cNvSpPr/>
          <p:nvPr/>
        </p:nvSpPr>
        <p:spPr>
          <a:xfrm>
            <a:off x="5515805" y="4718690"/>
            <a:ext cx="491295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7965E7-9C3C-44C3-BE79-C18CB83A4FE9}"/>
              </a:ext>
            </a:extLst>
          </p:cNvPr>
          <p:cNvSpPr/>
          <p:nvPr/>
        </p:nvSpPr>
        <p:spPr>
          <a:xfrm>
            <a:off x="5433766" y="4593934"/>
            <a:ext cx="55015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64</a:t>
            </a:r>
            <a:endParaRPr lang="fr-FR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232BF9-454D-4706-87FA-DF5EBB3DF21B}"/>
              </a:ext>
            </a:extLst>
          </p:cNvPr>
          <p:cNvSpPr/>
          <p:nvPr/>
        </p:nvSpPr>
        <p:spPr>
          <a:xfrm>
            <a:off x="6285175" y="4718690"/>
            <a:ext cx="491295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0E728F-59D3-4C6F-A053-83BF2EAC9228}"/>
              </a:ext>
            </a:extLst>
          </p:cNvPr>
          <p:cNvSpPr/>
          <p:nvPr/>
        </p:nvSpPr>
        <p:spPr>
          <a:xfrm>
            <a:off x="6184902" y="4593934"/>
            <a:ext cx="64152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3.2</a:t>
            </a:r>
            <a:endParaRPr lang="fr-FR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DFA4CC-EE71-4D42-8BAC-D6025D5B9629}"/>
              </a:ext>
            </a:extLst>
          </p:cNvPr>
          <p:cNvSpPr/>
          <p:nvPr/>
        </p:nvSpPr>
        <p:spPr>
          <a:xfrm>
            <a:off x="5364188" y="3112257"/>
            <a:ext cx="491295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5B3173-6936-4FE8-A749-21C26A5D2DEB}"/>
              </a:ext>
            </a:extLst>
          </p:cNvPr>
          <p:cNvSpPr/>
          <p:nvPr/>
        </p:nvSpPr>
        <p:spPr>
          <a:xfrm>
            <a:off x="5275062" y="2992584"/>
            <a:ext cx="6511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100</a:t>
            </a:r>
            <a:endParaRPr lang="fr-FR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7FB3CD-E6E9-4EBB-97A2-072FAAB5015D}"/>
              </a:ext>
            </a:extLst>
          </p:cNvPr>
          <p:cNvSpPr/>
          <p:nvPr/>
        </p:nvSpPr>
        <p:spPr>
          <a:xfrm>
            <a:off x="6265799" y="3098782"/>
            <a:ext cx="1094384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065D29A-6A76-4440-957D-073E4B99B8C2}"/>
                  </a:ext>
                </a:extLst>
              </p:cNvPr>
              <p:cNvSpPr/>
              <p:nvPr/>
            </p:nvSpPr>
            <p:spPr>
              <a:xfrm>
                <a:off x="6087691" y="2994349"/>
                <a:ext cx="631520" cy="46166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fr-FR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5</a:t>
                </a:r>
                <a14:m>
                  <m:oMath xmlns:m="http://schemas.openxmlformats.org/officeDocument/2006/math">
                    <m:r>
                      <a:rPr lang="fr-FR" sz="2400" i="1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2400" b="0" i="1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endParaRPr lang="fr-FR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065D29A-6A76-4440-957D-073E4B99B8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691" y="2994349"/>
                <a:ext cx="631520" cy="461665"/>
              </a:xfrm>
              <a:prstGeom prst="rect">
                <a:avLst/>
              </a:prstGeom>
              <a:blipFill>
                <a:blip r:embed="rId4"/>
                <a:stretch>
                  <a:fillRect l="-17476" t="-13158" r="-8738" b="-34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33250B79-9EE6-47F0-962A-995A77BAD4BC}"/>
              </a:ext>
            </a:extLst>
          </p:cNvPr>
          <p:cNvSpPr/>
          <p:nvPr/>
        </p:nvSpPr>
        <p:spPr>
          <a:xfrm>
            <a:off x="4014211" y="5448691"/>
            <a:ext cx="160492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19A1A5C-60DB-481D-9C0E-A1183F8A55BF}"/>
                  </a:ext>
                </a:extLst>
              </p:cNvPr>
              <p:cNvSpPr/>
              <p:nvPr/>
            </p:nvSpPr>
            <p:spPr>
              <a:xfrm>
                <a:off x="3950219" y="5425709"/>
                <a:ext cx="1758623" cy="46166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fr-FR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5</a:t>
                </a:r>
                <a14:m>
                  <m:oMath xmlns:m="http://schemas.openxmlformats.org/officeDocument/2006/math">
                    <m:r>
                      <a:rPr lang="fr-FR" sz="2400" i="1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2400" i="1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fr-FR" sz="2400" i="1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fr-FR" sz="2400" b="0" i="1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fr-FR" sz="2400" b="0" i="1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sz="2400" b="0" i="1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fr-FR" sz="2400" i="1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2400" i="1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endParaRPr lang="fr-FR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19A1A5C-60DB-481D-9C0E-A1183F8A5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219" y="5425709"/>
                <a:ext cx="1758623" cy="461665"/>
              </a:xfrm>
              <a:prstGeom prst="rect">
                <a:avLst/>
              </a:prstGeom>
              <a:blipFill>
                <a:blip r:embed="rId5"/>
                <a:stretch>
                  <a:fillRect l="-5556" t="-13158" r="-3472" b="-34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2AB2EC51-691B-4AAA-A1E7-023C00FC06C4}"/>
              </a:ext>
            </a:extLst>
          </p:cNvPr>
          <p:cNvSpPr/>
          <p:nvPr/>
        </p:nvSpPr>
        <p:spPr>
          <a:xfrm>
            <a:off x="5916749" y="5463619"/>
            <a:ext cx="160492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CF22178-F0D4-4554-9479-8F8BBAA0A4F5}"/>
                  </a:ext>
                </a:extLst>
              </p:cNvPr>
              <p:cNvSpPr/>
              <p:nvPr/>
            </p:nvSpPr>
            <p:spPr>
              <a:xfrm>
                <a:off x="5900778" y="5384015"/>
                <a:ext cx="863954" cy="46166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fr-FR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1</a:t>
                </a:r>
                <a14:m>
                  <m:oMath xmlns:m="http://schemas.openxmlformats.org/officeDocument/2006/math">
                    <m:r>
                      <a:rPr lang="fr-FR" sz="2400" b="0" i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sz="2400" b="0" i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fr-FR" sz="2400" i="1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2400" i="1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endParaRPr lang="fr-FR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CF22178-F0D4-4554-9479-8F8BBAA0A4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778" y="5384015"/>
                <a:ext cx="863954" cy="461665"/>
              </a:xfrm>
              <a:prstGeom prst="rect">
                <a:avLst/>
              </a:prstGeom>
              <a:blipFill>
                <a:blip r:embed="rId6"/>
                <a:stretch>
                  <a:fillRect l="-11268" t="-13158" r="-7042" b="-34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00B2D2-DC98-4E72-B70A-B5250A24FFB5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288056-047E-4964-BA8E-F52FCD99C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03" y="488119"/>
            <a:ext cx="11682394" cy="58817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134238-BA67-437D-B199-8D26E5D124CD}"/>
              </a:ext>
            </a:extLst>
          </p:cNvPr>
          <p:cNvSpPr/>
          <p:nvPr/>
        </p:nvSpPr>
        <p:spPr>
          <a:xfrm>
            <a:off x="799514" y="277104"/>
            <a:ext cx="2928424" cy="3981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1540E33-CD95-4EA3-9EB0-79E3F2E6D160}"/>
              </a:ext>
            </a:extLst>
          </p:cNvPr>
          <p:cNvSpPr/>
          <p:nvPr/>
        </p:nvSpPr>
        <p:spPr>
          <a:xfrm>
            <a:off x="7188592" y="5880295"/>
            <a:ext cx="4748606" cy="489586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187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A83E869-02B7-4069-A2C8-42542937C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6687"/>
            <a:ext cx="10934700" cy="6524625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4031663-C801-4D7C-9377-DA74F1C0A49B}"/>
              </a:ext>
            </a:extLst>
          </p:cNvPr>
          <p:cNvCxnSpPr/>
          <p:nvPr/>
        </p:nvCxnSpPr>
        <p:spPr>
          <a:xfrm>
            <a:off x="844062" y="2912012"/>
            <a:ext cx="2729132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512CD583-E2CB-4EDF-8686-E303C96CD298}"/>
              </a:ext>
            </a:extLst>
          </p:cNvPr>
          <p:cNvCxnSpPr>
            <a:cxnSpLocks/>
          </p:cNvCxnSpPr>
          <p:nvPr/>
        </p:nvCxnSpPr>
        <p:spPr>
          <a:xfrm>
            <a:off x="2476500" y="3429000"/>
            <a:ext cx="557213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15E3971-1D21-44F3-965E-E42FA483FE2A}"/>
              </a:ext>
            </a:extLst>
          </p:cNvPr>
          <p:cNvSpPr/>
          <p:nvPr/>
        </p:nvSpPr>
        <p:spPr>
          <a:xfrm>
            <a:off x="6096000" y="166687"/>
            <a:ext cx="4935794" cy="1735855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286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610784A-DB91-47A1-8169-5E977D3E165E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F182BA-B67D-4D26-9BB8-204C4E8A8700}"/>
              </a:ext>
            </a:extLst>
          </p:cNvPr>
          <p:cNvSpPr/>
          <p:nvPr/>
        </p:nvSpPr>
        <p:spPr>
          <a:xfrm>
            <a:off x="23446" y="1164742"/>
            <a:ext cx="11613031" cy="56646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E2BB852-6073-4958-81F9-C1033DA108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111" r="32961"/>
          <a:stretch/>
        </p:blipFill>
        <p:spPr>
          <a:xfrm>
            <a:off x="1917290" y="1326052"/>
            <a:ext cx="8357420" cy="5347480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7105D3B-6485-4AB3-89AC-963249D627AB}"/>
              </a:ext>
            </a:extLst>
          </p:cNvPr>
          <p:cNvCxnSpPr/>
          <p:nvPr/>
        </p:nvCxnSpPr>
        <p:spPr>
          <a:xfrm>
            <a:off x="4629150" y="2279650"/>
            <a:ext cx="0" cy="1890323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67E8D15-DA65-483F-9149-0F60CCA2FE8F}"/>
              </a:ext>
            </a:extLst>
          </p:cNvPr>
          <p:cNvCxnSpPr/>
          <p:nvPr/>
        </p:nvCxnSpPr>
        <p:spPr>
          <a:xfrm>
            <a:off x="5314950" y="2279650"/>
            <a:ext cx="0" cy="1890323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610784A-DB91-47A1-8169-5E977D3E165E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F182BA-B67D-4D26-9BB8-204C4E8A8700}"/>
              </a:ext>
            </a:extLst>
          </p:cNvPr>
          <p:cNvSpPr/>
          <p:nvPr/>
        </p:nvSpPr>
        <p:spPr>
          <a:xfrm>
            <a:off x="6642100" y="1419114"/>
            <a:ext cx="4994377" cy="54103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561B8B-9BFA-43AB-BF5A-699FEFD388BD}"/>
              </a:ext>
            </a:extLst>
          </p:cNvPr>
          <p:cNvSpPr/>
          <p:nvPr/>
        </p:nvSpPr>
        <p:spPr>
          <a:xfrm>
            <a:off x="5549901" y="1390539"/>
            <a:ext cx="3589387" cy="7621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E2BB852-6073-4958-81F9-C1033DA108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111" r="32961"/>
          <a:stretch/>
        </p:blipFill>
        <p:spPr>
          <a:xfrm>
            <a:off x="7327942" y="1419114"/>
            <a:ext cx="4574573" cy="292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82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A83E869-02B7-4069-A2C8-42542937C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6687"/>
            <a:ext cx="10934700" cy="6524625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4031663-C801-4D7C-9377-DA74F1C0A49B}"/>
              </a:ext>
            </a:extLst>
          </p:cNvPr>
          <p:cNvCxnSpPr/>
          <p:nvPr/>
        </p:nvCxnSpPr>
        <p:spPr>
          <a:xfrm>
            <a:off x="844062" y="2912012"/>
            <a:ext cx="2729132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512CD583-E2CB-4EDF-8686-E303C96CD298}"/>
              </a:ext>
            </a:extLst>
          </p:cNvPr>
          <p:cNvCxnSpPr>
            <a:cxnSpLocks/>
          </p:cNvCxnSpPr>
          <p:nvPr/>
        </p:nvCxnSpPr>
        <p:spPr>
          <a:xfrm>
            <a:off x="2476500" y="3429000"/>
            <a:ext cx="557213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15E3971-1D21-44F3-965E-E42FA483FE2A}"/>
              </a:ext>
            </a:extLst>
          </p:cNvPr>
          <p:cNvSpPr/>
          <p:nvPr/>
        </p:nvSpPr>
        <p:spPr>
          <a:xfrm>
            <a:off x="8115300" y="1986934"/>
            <a:ext cx="3657600" cy="2527916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1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1FE217-77D3-40A6-B313-344D721B32E7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90F707-433A-427D-B9ED-D65B11579C9F}"/>
              </a:ext>
            </a:extLst>
          </p:cNvPr>
          <p:cNvSpPr/>
          <p:nvPr/>
        </p:nvSpPr>
        <p:spPr>
          <a:xfrm>
            <a:off x="302455" y="1114314"/>
            <a:ext cx="11866098" cy="49816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BF6FF41-393C-4246-A5C0-D101C898CB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111" r="32961"/>
          <a:stretch/>
        </p:blipFill>
        <p:spPr>
          <a:xfrm>
            <a:off x="1429530" y="1114314"/>
            <a:ext cx="8619253" cy="5515013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5F54423-C301-4830-AAB9-8BF003CF4E9B}"/>
              </a:ext>
            </a:extLst>
          </p:cNvPr>
          <p:cNvCxnSpPr/>
          <p:nvPr/>
        </p:nvCxnSpPr>
        <p:spPr>
          <a:xfrm flipH="1">
            <a:off x="1481138" y="2190750"/>
            <a:ext cx="3857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E36782F-DF6B-479D-AE90-B0B5876351F9}"/>
              </a:ext>
            </a:extLst>
          </p:cNvPr>
          <p:cNvCxnSpPr/>
          <p:nvPr/>
        </p:nvCxnSpPr>
        <p:spPr>
          <a:xfrm flipH="1">
            <a:off x="1504948" y="3448050"/>
            <a:ext cx="38576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34440109-1781-4AA9-B4BC-639C7CBBCED2}"/>
                  </a:ext>
                </a:extLst>
              </p:cNvPr>
              <p:cNvSpPr txBox="1"/>
              <p:nvPr/>
            </p:nvSpPr>
            <p:spPr>
              <a:xfrm>
                <a:off x="257515" y="1749742"/>
                <a:ext cx="114621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fr-FR" sz="36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34440109-1781-4AA9-B4BC-639C7CBBC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15" y="1749742"/>
                <a:ext cx="1146211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B5245B95-D94C-47D3-8B90-30B5C9BA4AD1}"/>
                  </a:ext>
                </a:extLst>
              </p:cNvPr>
              <p:cNvSpPr txBox="1"/>
              <p:nvPr/>
            </p:nvSpPr>
            <p:spPr>
              <a:xfrm>
                <a:off x="207509" y="2939168"/>
                <a:ext cx="107240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fr-FR" sz="360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B5245B95-D94C-47D3-8B90-30B5C9BA4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09" y="2939168"/>
                <a:ext cx="1072409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1FE217-77D3-40A6-B313-344D721B32E7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90F707-433A-427D-B9ED-D65B11579C9F}"/>
              </a:ext>
            </a:extLst>
          </p:cNvPr>
          <p:cNvSpPr/>
          <p:nvPr/>
        </p:nvSpPr>
        <p:spPr>
          <a:xfrm>
            <a:off x="302455" y="1114314"/>
            <a:ext cx="11866098" cy="49816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BF6FF41-393C-4246-A5C0-D101C898CB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111" r="32961"/>
          <a:stretch/>
        </p:blipFill>
        <p:spPr>
          <a:xfrm>
            <a:off x="1429530" y="1114314"/>
            <a:ext cx="8619253" cy="5515013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5F54423-C301-4830-AAB9-8BF003CF4E9B}"/>
              </a:ext>
            </a:extLst>
          </p:cNvPr>
          <p:cNvCxnSpPr/>
          <p:nvPr/>
        </p:nvCxnSpPr>
        <p:spPr>
          <a:xfrm flipH="1">
            <a:off x="1493838" y="2825750"/>
            <a:ext cx="3857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E36782F-DF6B-479D-AE90-B0B5876351F9}"/>
              </a:ext>
            </a:extLst>
          </p:cNvPr>
          <p:cNvCxnSpPr/>
          <p:nvPr/>
        </p:nvCxnSpPr>
        <p:spPr>
          <a:xfrm flipH="1">
            <a:off x="1481138" y="4032250"/>
            <a:ext cx="38576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B5245B95-D94C-47D3-8B90-30B5C9BA4AD1}"/>
                  </a:ext>
                </a:extLst>
              </p:cNvPr>
              <p:cNvSpPr txBox="1"/>
              <p:nvPr/>
            </p:nvSpPr>
            <p:spPr>
              <a:xfrm>
                <a:off x="821350" y="3069327"/>
                <a:ext cx="60818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360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B5245B95-D94C-47D3-8B90-30B5C9BA4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50" y="3069327"/>
                <a:ext cx="60818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81241F9-1FCF-4CD3-9AC9-40C80EEB2E02}"/>
              </a:ext>
            </a:extLst>
          </p:cNvPr>
          <p:cNvCxnSpPr>
            <a:cxnSpLocks/>
          </p:cNvCxnSpPr>
          <p:nvPr/>
        </p:nvCxnSpPr>
        <p:spPr>
          <a:xfrm flipV="1">
            <a:off x="1612900" y="2939168"/>
            <a:ext cx="0" cy="109308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36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1FE217-77D3-40A6-B313-344D721B32E7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90F707-433A-427D-B9ED-D65B11579C9F}"/>
              </a:ext>
            </a:extLst>
          </p:cNvPr>
          <p:cNvSpPr/>
          <p:nvPr/>
        </p:nvSpPr>
        <p:spPr>
          <a:xfrm>
            <a:off x="302455" y="1114314"/>
            <a:ext cx="11866098" cy="49816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BF6FF41-393C-4246-A5C0-D101C898CB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111" r="32961"/>
          <a:stretch/>
        </p:blipFill>
        <p:spPr>
          <a:xfrm>
            <a:off x="1429530" y="1114314"/>
            <a:ext cx="8619253" cy="5515013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5F54423-C301-4830-AAB9-8BF003CF4E9B}"/>
              </a:ext>
            </a:extLst>
          </p:cNvPr>
          <p:cNvCxnSpPr/>
          <p:nvPr/>
        </p:nvCxnSpPr>
        <p:spPr>
          <a:xfrm flipH="1">
            <a:off x="1481138" y="2197100"/>
            <a:ext cx="3857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E36782F-DF6B-479D-AE90-B0B5876351F9}"/>
              </a:ext>
            </a:extLst>
          </p:cNvPr>
          <p:cNvCxnSpPr/>
          <p:nvPr/>
        </p:nvCxnSpPr>
        <p:spPr>
          <a:xfrm flipH="1">
            <a:off x="1481138" y="2794000"/>
            <a:ext cx="38576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B5245B95-D94C-47D3-8B90-30B5C9BA4AD1}"/>
                  </a:ext>
                </a:extLst>
              </p:cNvPr>
              <p:cNvSpPr txBox="1"/>
              <p:nvPr/>
            </p:nvSpPr>
            <p:spPr>
              <a:xfrm>
                <a:off x="711447" y="1941552"/>
                <a:ext cx="67640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FR" sz="360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B5245B95-D94C-47D3-8B90-30B5C9BA4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47" y="1941552"/>
                <a:ext cx="676404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81241F9-1FCF-4CD3-9AC9-40C80EEB2E02}"/>
              </a:ext>
            </a:extLst>
          </p:cNvPr>
          <p:cNvCxnSpPr>
            <a:cxnSpLocks/>
          </p:cNvCxnSpPr>
          <p:nvPr/>
        </p:nvCxnSpPr>
        <p:spPr>
          <a:xfrm flipV="1">
            <a:off x="1512888" y="2197100"/>
            <a:ext cx="0" cy="5969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41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1FE217-77D3-40A6-B313-344D721B32E7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90F707-433A-427D-B9ED-D65B11579C9F}"/>
              </a:ext>
            </a:extLst>
          </p:cNvPr>
          <p:cNvSpPr/>
          <p:nvPr/>
        </p:nvSpPr>
        <p:spPr>
          <a:xfrm>
            <a:off x="6779809" y="1114314"/>
            <a:ext cx="5388743" cy="49816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BF6FF41-393C-4246-A5C0-D101C898CB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111" r="32961"/>
          <a:stretch/>
        </p:blipFill>
        <p:spPr>
          <a:xfrm>
            <a:off x="6779810" y="1887232"/>
            <a:ext cx="5388743" cy="344797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544C69-1A91-426F-9F06-B2D393DA9024}"/>
              </a:ext>
            </a:extLst>
          </p:cNvPr>
          <p:cNvSpPr/>
          <p:nvPr/>
        </p:nvSpPr>
        <p:spPr>
          <a:xfrm>
            <a:off x="473904" y="5023229"/>
            <a:ext cx="5145845" cy="863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3398972C-B70C-4F06-9739-3B8AE30CD11E}"/>
                  </a:ext>
                </a:extLst>
              </p:cNvPr>
              <p:cNvSpPr txBox="1"/>
              <p:nvPr/>
            </p:nvSpPr>
            <p:spPr>
              <a:xfrm>
                <a:off x="1011850" y="4900841"/>
                <a:ext cx="4138121" cy="10993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3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sz="3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fr-FR" sz="3600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3398972C-B70C-4F06-9739-3B8AE30CD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850" y="4900841"/>
                <a:ext cx="4138121" cy="10993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488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A83E869-02B7-4069-A2C8-42542937C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6687"/>
            <a:ext cx="10934700" cy="6524625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15E3971-1D21-44F3-965E-E42FA483FE2A}"/>
              </a:ext>
            </a:extLst>
          </p:cNvPr>
          <p:cNvSpPr/>
          <p:nvPr/>
        </p:nvSpPr>
        <p:spPr>
          <a:xfrm>
            <a:off x="8115300" y="4487246"/>
            <a:ext cx="3657600" cy="1208704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2624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8DFB34C-4F29-43B4-B112-BF4C1E137BE5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A76BCB2-43DE-4CFB-8E00-636080BE1D6D}"/>
              </a:ext>
            </a:extLst>
          </p:cNvPr>
          <p:cNvSpPr/>
          <p:nvPr/>
        </p:nvSpPr>
        <p:spPr>
          <a:xfrm>
            <a:off x="9903655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134</Words>
  <Application>Microsoft Office PowerPoint</Application>
  <PresentationFormat>Grand écran</PresentationFormat>
  <Paragraphs>37</Paragraphs>
  <Slides>44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50" baseType="lpstr">
      <vt:lpstr>Abadi</vt:lpstr>
      <vt:lpstr>Arial</vt:lpstr>
      <vt:lpstr>Calibri</vt:lpstr>
      <vt:lpstr>Calibri Light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mohamed.ez-ziymy</dc:creator>
  <cp:lastModifiedBy>mohamed.ez-ziymy</cp:lastModifiedBy>
  <cp:revision>18</cp:revision>
  <dcterms:created xsi:type="dcterms:W3CDTF">2026-02-25T15:02:35Z</dcterms:created>
  <dcterms:modified xsi:type="dcterms:W3CDTF">2026-02-26T00:20:27Z</dcterms:modified>
</cp:coreProperties>
</file>